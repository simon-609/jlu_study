
<file path=[Content_Types].xml><?xml version="1.0" encoding="utf-8"?>
<Types xmlns="http://schemas.openxmlformats.org/package/2006/content-types">
  <Default Extension="jpeg" ContentType="image/jpeg"/>
  <Default Extension="JPG" ContentType="image/.jp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docProps/custom.xml" ContentType="application/vnd.openxmlformats-officedocument.custom-properties+xml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ppt/notesSlides/notesSlide18.xml" ContentType="application/vnd.openxmlformats-officedocument.presentationml.notesSlide+xml"/>
  <Override PartName="/ppt/notesSlides/notesSlide19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20.xml" ContentType="application/vnd.openxmlformats-officedocument.presentationml.notesSlide+xml"/>
  <Override PartName="/ppt/notesSlides/notesSlide21.xml" ContentType="application/vnd.openxmlformats-officedocument.presentationml.notesSlide+xml"/>
  <Override PartName="/ppt/notesSlides/notesSlide22.xml" ContentType="application/vnd.openxmlformats-officedocument.presentationml.notesSlide+xml"/>
  <Override PartName="/ppt/notesSlides/notesSlide23.xml" ContentType="application/vnd.openxmlformats-officedocument.presentationml.notesSlide+xml"/>
  <Override PartName="/ppt/notesSlides/notesSlide24.xml" ContentType="application/vnd.openxmlformats-officedocument.presentationml.notesSlide+xml"/>
  <Override PartName="/ppt/notesSlides/notesSlide25.xml" ContentType="application/vnd.openxmlformats-officedocument.presentationml.notesSlide+xml"/>
  <Override PartName="/ppt/notesSlides/notesSlide26.xml" ContentType="application/vnd.openxmlformats-officedocument.presentationml.notesSlide+xml"/>
  <Override PartName="/ppt/notesSlides/notesSlide27.xml" ContentType="application/vnd.openxmlformats-officedocument.presentationml.notesSlide+xml"/>
  <Override PartName="/ppt/notesSlides/notesSlide28.xml" ContentType="application/vnd.openxmlformats-officedocument.presentationml.notesSlide+xml"/>
  <Override PartName="/ppt/notesSlides/notesSlide29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30.xml" ContentType="application/vnd.openxmlformats-officedocument.presentationml.notesSlide+xml"/>
  <Override PartName="/ppt/notesSlides/notesSlide31.xml" ContentType="application/vnd.openxmlformats-officedocument.presentationml.notesSlide+xml"/>
  <Override PartName="/ppt/notesSlides/notesSlide32.xml" ContentType="application/vnd.openxmlformats-officedocument.presentationml.notesSlide+xml"/>
  <Override PartName="/ppt/notesSlides/notesSlide33.xml" ContentType="application/vnd.openxmlformats-officedocument.presentationml.notesSlide+xml"/>
  <Override PartName="/ppt/notesSlides/notesSlide34.xml" ContentType="application/vnd.openxmlformats-officedocument.presentationml.notesSlide+xml"/>
  <Override PartName="/ppt/notesSlides/notesSlide35.xml" ContentType="application/vnd.openxmlformats-officedocument.presentationml.notesSlide+xml"/>
  <Override PartName="/ppt/notesSlides/notesSlide36.xml" ContentType="application/vnd.openxmlformats-officedocument.presentationml.notesSlide+xml"/>
  <Override PartName="/ppt/notesSlides/notesSlide37.xml" ContentType="application/vnd.openxmlformats-officedocument.presentationml.notesSlide+xml"/>
  <Override PartName="/ppt/notesSlides/notesSlide38.xml" ContentType="application/vnd.openxmlformats-officedocument.presentationml.notesSlide+xml"/>
  <Override PartName="/ppt/notesSlides/notesSlide39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40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ppt/slideLayouts/slideLayout17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.xml" ContentType="application/vnd.openxmlformats-officedocument.presentationml.slide+xml"/>
  <Override PartName="/ppt/slides/slide30.xml" ContentType="application/vnd.openxmlformats-officedocument.presentationml.slide+xml"/>
  <Override PartName="/ppt/slides/slide31.xml" ContentType="application/vnd.openxmlformats-officedocument.presentationml.slide+xml"/>
  <Override PartName="/ppt/slides/slide32.xml" ContentType="application/vnd.openxmlformats-officedocument.presentationml.slide+xml"/>
  <Override PartName="/ppt/slides/slide33.xml" ContentType="application/vnd.openxmlformats-officedocument.presentationml.slide+xml"/>
  <Override PartName="/ppt/slides/slide34.xml" ContentType="application/vnd.openxmlformats-officedocument.presentationml.slide+xml"/>
  <Override PartName="/ppt/slides/slide35.xml" ContentType="application/vnd.openxmlformats-officedocument.presentationml.slide+xml"/>
  <Override PartName="/ppt/slides/slide36.xml" ContentType="application/vnd.openxmlformats-officedocument.presentationml.slide+xml"/>
  <Override PartName="/ppt/slides/slide37.xml" ContentType="application/vnd.openxmlformats-officedocument.presentationml.slide+xml"/>
  <Override PartName="/ppt/slides/slide38.xml" ContentType="application/vnd.openxmlformats-officedocument.presentationml.slide+xml"/>
  <Override PartName="/ppt/slides/slide39.xml" ContentType="application/vnd.openxmlformats-officedocument.presentationml.slide+xml"/>
  <Override PartName="/ppt/slides/slide4.xml" ContentType="application/vnd.openxmlformats-officedocument.presentationml.slide+xml"/>
  <Override PartName="/ppt/slides/slide40.xml" ContentType="application/vnd.openxmlformats-officedocument.presentationml.slide+xml"/>
  <Override PartName="/ppt/slides/slide41.xml" ContentType="application/vnd.openxmlformats-officedocument.presentationml.slide+xml"/>
  <Override PartName="/ppt/slides/slide42.xml" ContentType="application/vnd.openxmlformats-officedocument.presentationml.slide+xml"/>
  <Override PartName="/ppt/slides/slide43.xml" ContentType="application/vnd.openxmlformats-officedocument.presentationml.slide+xml"/>
  <Override PartName="/ppt/slides/slide44.xml" ContentType="application/vnd.openxmlformats-officedocument.presentationml.slide+xml"/>
  <Override PartName="/ppt/slides/slide45.xml" ContentType="application/vnd.openxmlformats-officedocument.presentationml.slide+xml"/>
  <Override PartName="/ppt/slides/slide46.xml" ContentType="application/vnd.openxmlformats-officedocument.presentationml.slide+xml"/>
  <Override PartName="/ppt/slides/slide47.xml" ContentType="application/vnd.openxmlformats-officedocument.presentationml.slide+xml"/>
  <Override PartName="/ppt/slides/slide48.xml" ContentType="application/vnd.openxmlformats-officedocument.presentationml.slide+xml"/>
  <Override PartName="/ppt/slides/slide49.xml" ContentType="application/vnd.openxmlformats-officedocument.presentationml.slide+xml"/>
  <Override PartName="/ppt/slides/slide5.xml" ContentType="application/vnd.openxmlformats-officedocument.presentationml.slide+xml"/>
  <Override PartName="/ppt/slides/slide50.xml" ContentType="application/vnd.openxmlformats-officedocument.presentationml.slide+xml"/>
  <Override PartName="/ppt/slides/slide51.xml" ContentType="application/vnd.openxmlformats-officedocument.presentationml.slide+xml"/>
  <Override PartName="/ppt/slides/slide52.xml" ContentType="application/vnd.openxmlformats-officedocument.presentationml.slide+xml"/>
  <Override PartName="/ppt/slides/slide53.xml" ContentType="application/vnd.openxmlformats-officedocument.presentationml.slide+xml"/>
  <Override PartName="/ppt/slides/slide54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ags/tag1.xml" ContentType="application/vnd.openxmlformats-officedocument.presentationml.tags+xml"/>
  <Override PartName="/ppt/theme/theme1.xml" ContentType="application/vnd.openxmlformats-officedocument.theme+xml"/>
  <Override PartName="/ppt/theme/theme2.xml" ContentType="application/vnd.openxmlformats-officedocument.theme+xml"/>
  <Override PartName="/ppt/viewProps.xml" ContentType="application/vnd.openxmlformats-officedocument.presentationml.viewProps+xml"/>
</Types>
</file>

<file path=_rels/.rels><?xml version="1.0" encoding="UTF-8" standalone="yes"?>
<Relationships xmlns="http://schemas.openxmlformats.org/package/2006/relationships"><Relationship Id="rId1" Type="http://schemas.openxmlformats.org/officeDocument/2006/relationships/officeDocument" Target="ppt/presentation.xml"/><Relationship Id="rId4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2" Type="http://schemas.openxmlformats.org/officeDocument/2006/relationships/extended-properties" Target="docProps/app.xml"/><Relationship Id="rId5" Type="http://schemas.openxmlformats.org/officeDocument/2006/relationships/custom-properties" Target="docProps/custom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>
  <p:sldMasterIdLst>
    <p:sldMasterId id="2147483648" r:id="rId1"/>
  </p:sldMasterIdLst>
  <p:notesMasterIdLst>
    <p:notesMasterId r:id="rId4"/>
  </p:notesMasterIdLst>
  <p:sldIdLst>
    <p:sldId id="1112" r:id="rId3"/>
    <p:sldId id="1113" r:id="rId5"/>
    <p:sldId id="1114" r:id="rId6"/>
    <p:sldId id="1115" r:id="rId7"/>
    <p:sldId id="1116" r:id="rId8"/>
    <p:sldId id="1117" r:id="rId9"/>
    <p:sldId id="1118" r:id="rId10"/>
    <p:sldId id="1119" r:id="rId11"/>
    <p:sldId id="1120" r:id="rId12"/>
    <p:sldId id="1121" r:id="rId13"/>
    <p:sldId id="1122" r:id="rId14"/>
    <p:sldId id="1123" r:id="rId15"/>
    <p:sldId id="1124" r:id="rId16"/>
    <p:sldId id="1125" r:id="rId17"/>
    <p:sldId id="1126" r:id="rId18"/>
    <p:sldId id="1058" r:id="rId19"/>
    <p:sldId id="1059" r:id="rId20"/>
    <p:sldId id="1060" r:id="rId21"/>
    <p:sldId id="1061" r:id="rId22"/>
    <p:sldId id="1066" r:id="rId23"/>
    <p:sldId id="1111" r:id="rId24"/>
    <p:sldId id="1067" r:id="rId25"/>
    <p:sldId id="1069" r:id="rId26"/>
    <p:sldId id="1070" r:id="rId27"/>
    <p:sldId id="1071" r:id="rId28"/>
    <p:sldId id="1072" r:id="rId29"/>
    <p:sldId id="1073" r:id="rId30"/>
    <p:sldId id="1074" r:id="rId31"/>
    <p:sldId id="1075" r:id="rId32"/>
    <p:sldId id="1076" r:id="rId33"/>
    <p:sldId id="1077" r:id="rId34"/>
    <p:sldId id="1009" r:id="rId35"/>
    <p:sldId id="1008" r:id="rId36"/>
    <p:sldId id="771" r:id="rId37"/>
    <p:sldId id="1011" r:id="rId38"/>
    <p:sldId id="772" r:id="rId39"/>
    <p:sldId id="866" r:id="rId40"/>
    <p:sldId id="773" r:id="rId41"/>
    <p:sldId id="775" r:id="rId42"/>
    <p:sldId id="774" r:id="rId43"/>
    <p:sldId id="778" r:id="rId44"/>
    <p:sldId id="779" r:id="rId45"/>
    <p:sldId id="780" r:id="rId46"/>
    <p:sldId id="852" r:id="rId47"/>
    <p:sldId id="1127" r:id="rId48"/>
    <p:sldId id="1128" r:id="rId49"/>
    <p:sldId id="1129" r:id="rId50"/>
    <p:sldId id="1130" r:id="rId51"/>
    <p:sldId id="1131" r:id="rId52"/>
    <p:sldId id="1132" r:id="rId53"/>
    <p:sldId id="1133" r:id="rId54"/>
    <p:sldId id="1134" r:id="rId55"/>
    <p:sldId id="1135" r:id="rId56"/>
    <p:sldId id="1136" r:id="rId57"/>
  </p:sldIdLst>
  <p:sldSz cx="12192000" cy="6858000"/>
  <p:notesSz cx="6858000" cy="9144000"/>
  <p:custDataLst>
    <p:tags r:id="rId61"/>
  </p:custDataLst>
  <p:defaultTextStyle>
    <a:defPPr>
      <a:defRPr lang="zh-CN"/>
    </a:defPPr>
    <a:lvl1pPr marL="0" lvl="0" indent="0" algn="l" defTabSz="914400" rtl="0" eaLnBrk="0" fontAlgn="base" latinLnBrk="0" hangingPunct="0">
      <a:lnSpc>
        <a:spcPct val="100000"/>
      </a:lnSpc>
      <a:spcBef>
        <a:spcPct val="0"/>
      </a:spcBef>
      <a:spcAft>
        <a:spcPct val="0"/>
      </a:spcAft>
      <a:buNone/>
      <a:defRPr b="1" i="0" u="none" kern="1200" baseline="0">
        <a:solidFill>
          <a:schemeClr val="tx1"/>
        </a:solidFill>
        <a:latin typeface="Tahoma" panose="020B0604030504040204" pitchFamily="34" charset="0"/>
        <a:ea typeface="宋体" panose="02010600030101010101" pitchFamily="2" charset="-122"/>
        <a:cs typeface="+mn-cs"/>
      </a:defRPr>
    </a:lvl1pPr>
    <a:lvl2pPr marL="457200" lvl="1" indent="0" algn="l" defTabSz="914400" rtl="0" eaLnBrk="0" fontAlgn="base" latinLnBrk="0" hangingPunct="0">
      <a:lnSpc>
        <a:spcPct val="100000"/>
      </a:lnSpc>
      <a:spcBef>
        <a:spcPct val="0"/>
      </a:spcBef>
      <a:spcAft>
        <a:spcPct val="0"/>
      </a:spcAft>
      <a:buNone/>
      <a:defRPr b="1" i="0" u="none" kern="1200" baseline="0">
        <a:solidFill>
          <a:schemeClr val="tx1"/>
        </a:solidFill>
        <a:latin typeface="Tahoma" panose="020B0604030504040204" pitchFamily="34" charset="0"/>
        <a:ea typeface="宋体" panose="02010600030101010101" pitchFamily="2" charset="-122"/>
        <a:cs typeface="+mn-cs"/>
      </a:defRPr>
    </a:lvl2pPr>
    <a:lvl3pPr marL="914400" lvl="2" indent="0" algn="l" defTabSz="914400" rtl="0" eaLnBrk="0" fontAlgn="base" latinLnBrk="0" hangingPunct="0">
      <a:lnSpc>
        <a:spcPct val="100000"/>
      </a:lnSpc>
      <a:spcBef>
        <a:spcPct val="0"/>
      </a:spcBef>
      <a:spcAft>
        <a:spcPct val="0"/>
      </a:spcAft>
      <a:buNone/>
      <a:defRPr b="1" i="0" u="none" kern="1200" baseline="0">
        <a:solidFill>
          <a:schemeClr val="tx1"/>
        </a:solidFill>
        <a:latin typeface="Tahoma" panose="020B0604030504040204" pitchFamily="34" charset="0"/>
        <a:ea typeface="宋体" panose="02010600030101010101" pitchFamily="2" charset="-122"/>
        <a:cs typeface="+mn-cs"/>
      </a:defRPr>
    </a:lvl3pPr>
    <a:lvl4pPr marL="1371600" lvl="3" indent="0" algn="l" defTabSz="914400" rtl="0" eaLnBrk="0" fontAlgn="base" latinLnBrk="0" hangingPunct="0">
      <a:lnSpc>
        <a:spcPct val="100000"/>
      </a:lnSpc>
      <a:spcBef>
        <a:spcPct val="0"/>
      </a:spcBef>
      <a:spcAft>
        <a:spcPct val="0"/>
      </a:spcAft>
      <a:buNone/>
      <a:defRPr b="1" i="0" u="none" kern="1200" baseline="0">
        <a:solidFill>
          <a:schemeClr val="tx1"/>
        </a:solidFill>
        <a:latin typeface="Tahoma" panose="020B0604030504040204" pitchFamily="34" charset="0"/>
        <a:ea typeface="宋体" panose="02010600030101010101" pitchFamily="2" charset="-122"/>
        <a:cs typeface="+mn-cs"/>
      </a:defRPr>
    </a:lvl4pPr>
    <a:lvl5pPr marL="1828800" lvl="4" indent="0" algn="l" defTabSz="914400" rtl="0" eaLnBrk="0" fontAlgn="base" latinLnBrk="0" hangingPunct="0">
      <a:lnSpc>
        <a:spcPct val="100000"/>
      </a:lnSpc>
      <a:spcBef>
        <a:spcPct val="0"/>
      </a:spcBef>
      <a:spcAft>
        <a:spcPct val="0"/>
      </a:spcAft>
      <a:buNone/>
      <a:defRPr b="1" i="0" u="none" kern="1200" baseline="0">
        <a:solidFill>
          <a:schemeClr val="tx1"/>
        </a:solidFill>
        <a:latin typeface="Tahoma" panose="020B0604030504040204" pitchFamily="34" charset="0"/>
        <a:ea typeface="宋体" panose="02010600030101010101" pitchFamily="2" charset="-122"/>
        <a:cs typeface="+mn-cs"/>
      </a:defRPr>
    </a:lvl5pPr>
    <a:lvl6pPr marL="2286000" lvl="5" indent="0" algn="l" defTabSz="914400" rtl="0" eaLnBrk="0" fontAlgn="base" latinLnBrk="0" hangingPunct="0">
      <a:lnSpc>
        <a:spcPct val="100000"/>
      </a:lnSpc>
      <a:spcBef>
        <a:spcPct val="0"/>
      </a:spcBef>
      <a:spcAft>
        <a:spcPct val="0"/>
      </a:spcAft>
      <a:buNone/>
      <a:defRPr b="1" i="0" u="none" kern="1200" baseline="0">
        <a:solidFill>
          <a:schemeClr val="tx1"/>
        </a:solidFill>
        <a:latin typeface="Tahoma" panose="020B0604030504040204" pitchFamily="34" charset="0"/>
        <a:ea typeface="宋体" panose="02010600030101010101" pitchFamily="2" charset="-122"/>
        <a:cs typeface="+mn-cs"/>
      </a:defRPr>
    </a:lvl6pPr>
    <a:lvl7pPr marL="2743200" lvl="6" indent="0" algn="l" defTabSz="914400" rtl="0" eaLnBrk="0" fontAlgn="base" latinLnBrk="0" hangingPunct="0">
      <a:lnSpc>
        <a:spcPct val="100000"/>
      </a:lnSpc>
      <a:spcBef>
        <a:spcPct val="0"/>
      </a:spcBef>
      <a:spcAft>
        <a:spcPct val="0"/>
      </a:spcAft>
      <a:buNone/>
      <a:defRPr b="1" i="0" u="none" kern="1200" baseline="0">
        <a:solidFill>
          <a:schemeClr val="tx1"/>
        </a:solidFill>
        <a:latin typeface="Tahoma" panose="020B0604030504040204" pitchFamily="34" charset="0"/>
        <a:ea typeface="宋体" panose="02010600030101010101" pitchFamily="2" charset="-122"/>
        <a:cs typeface="+mn-cs"/>
      </a:defRPr>
    </a:lvl7pPr>
    <a:lvl8pPr marL="3200400" lvl="7" indent="0" algn="l" defTabSz="914400" rtl="0" eaLnBrk="0" fontAlgn="base" latinLnBrk="0" hangingPunct="0">
      <a:lnSpc>
        <a:spcPct val="100000"/>
      </a:lnSpc>
      <a:spcBef>
        <a:spcPct val="0"/>
      </a:spcBef>
      <a:spcAft>
        <a:spcPct val="0"/>
      </a:spcAft>
      <a:buNone/>
      <a:defRPr b="1" i="0" u="none" kern="1200" baseline="0">
        <a:solidFill>
          <a:schemeClr val="tx1"/>
        </a:solidFill>
        <a:latin typeface="Tahoma" panose="020B0604030504040204" pitchFamily="34" charset="0"/>
        <a:ea typeface="宋体" panose="02010600030101010101" pitchFamily="2" charset="-122"/>
        <a:cs typeface="+mn-cs"/>
      </a:defRPr>
    </a:lvl8pPr>
    <a:lvl9pPr marL="3657600" lvl="8" indent="0" algn="l" defTabSz="914400" rtl="0" eaLnBrk="0" fontAlgn="base" latinLnBrk="0" hangingPunct="0">
      <a:lnSpc>
        <a:spcPct val="100000"/>
      </a:lnSpc>
      <a:spcBef>
        <a:spcPct val="0"/>
      </a:spcBef>
      <a:spcAft>
        <a:spcPct val="0"/>
      </a:spcAft>
      <a:buNone/>
      <a:defRPr b="1" i="0" u="none" kern="1200" baseline="0">
        <a:solidFill>
          <a:schemeClr val="tx1"/>
        </a:solidFill>
        <a:latin typeface="Tahoma" panose="020B0604030504040204" pitchFamily="34" charset="0"/>
        <a:ea typeface="宋体" panose="02010600030101010101" pitchFamily="2" charset="-122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077" userDrawn="1">
          <p15:clr>
            <a:srgbClr val="A4A3A4"/>
          </p15:clr>
        </p15:guide>
        <p15:guide id="2" pos="3990" userDrawn="1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srgbClr val="FF0000"/>
    </p:penClr>
    <p:extLst>
      <p:ext uri="{2FDB2607-1784-4EEB-B798-7EB5836EED8A}">
        <p14:showMediaCtrls xmlns:p14="http://schemas.microsoft.com/office/powerpoint/2010/main" val="1"/>
      </p:ext>
    </p:extLst>
  </p:showPr>
  <p:clrMru>
    <a:srgbClr val="EF01E1"/>
    <a:srgbClr val="095287"/>
    <a:srgbClr val="FF0000"/>
    <a:srgbClr val="FFE705"/>
    <a:srgbClr val="9C1489"/>
    <a:srgbClr val="00FFFF"/>
    <a:srgbClr val="000000"/>
    <a:srgbClr val="FF0066"/>
    <a:srgbClr val="0000FF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中度样式 2 - 强调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 showOutlineIcons="0">
    <p:restoredLeft sz="15620"/>
    <p:restoredTop sz="86343"/>
  </p:normalViewPr>
  <p:slideViewPr>
    <p:cSldViewPr showGuides="1">
      <p:cViewPr varScale="1">
        <p:scale>
          <a:sx n="75" d="100"/>
          <a:sy n="75" d="100"/>
        </p:scale>
        <p:origin x="946" y="67"/>
      </p:cViewPr>
      <p:guideLst>
        <p:guide orient="horz" pos="2077"/>
        <p:guide pos="3990"/>
      </p:guideLst>
    </p:cSldViewPr>
  </p:slideViewPr>
  <p:outlineViewPr>
    <p:cViewPr>
      <p:scale>
        <a:sx n="33" d="100"/>
        <a:sy n="33" d="100"/>
      </p:scale>
      <p:origin x="0" y="-22584"/>
    </p:cViewPr>
  </p:outlineViewPr>
  <p:notesTextViewPr>
    <p:cViewPr>
      <p:scale>
        <a:sx n="100" d="100"/>
        <a:sy n="100" d="100"/>
      </p:scale>
      <p:origin x="0" y="0"/>
    </p:cViewPr>
  </p:notesTextViewPr>
  <p:sorterViewPr showFormatting="0">
    <p:cViewPr>
      <p:scale>
        <a:sx n="66" d="100"/>
        <a:sy n="66" d="100"/>
      </p:scale>
      <p:origin x="0" y="8430"/>
    </p:cViewPr>
  </p:sorterViewPr>
  <p:gridSpacing cx="76199" cy="76199"/>
</p:viewPr>
</file>

<file path=ppt/_rels/presentation.xml.rels><?xml version="1.0" encoding="UTF-8" standalone="yes"?>
<Relationships xmlns="http://schemas.openxmlformats.org/package/2006/relationships"><Relationship Id="rId9" Type="http://schemas.openxmlformats.org/officeDocument/2006/relationships/slide" Target="slides/slide6.xml"/><Relationship Id="rId8" Type="http://schemas.openxmlformats.org/officeDocument/2006/relationships/slide" Target="slides/slide5.xml"/><Relationship Id="rId7" Type="http://schemas.openxmlformats.org/officeDocument/2006/relationships/slide" Target="slides/slide4.xml"/><Relationship Id="rId61" Type="http://schemas.openxmlformats.org/officeDocument/2006/relationships/tags" Target="tags/tag1.xml"/><Relationship Id="rId60" Type="http://schemas.openxmlformats.org/officeDocument/2006/relationships/tableStyles" Target="tableStyles.xml"/><Relationship Id="rId6" Type="http://schemas.openxmlformats.org/officeDocument/2006/relationships/slide" Target="slides/slide3.xml"/><Relationship Id="rId59" Type="http://schemas.openxmlformats.org/officeDocument/2006/relationships/viewProps" Target="viewProps.xml"/><Relationship Id="rId58" Type="http://schemas.openxmlformats.org/officeDocument/2006/relationships/presProps" Target="presProps.xml"/><Relationship Id="rId57" Type="http://schemas.openxmlformats.org/officeDocument/2006/relationships/slide" Target="slides/slide54.xml"/><Relationship Id="rId56" Type="http://schemas.openxmlformats.org/officeDocument/2006/relationships/slide" Target="slides/slide53.xml"/><Relationship Id="rId55" Type="http://schemas.openxmlformats.org/officeDocument/2006/relationships/slide" Target="slides/slide52.xml"/><Relationship Id="rId54" Type="http://schemas.openxmlformats.org/officeDocument/2006/relationships/slide" Target="slides/slide51.xml"/><Relationship Id="rId53" Type="http://schemas.openxmlformats.org/officeDocument/2006/relationships/slide" Target="slides/slide50.xml"/><Relationship Id="rId52" Type="http://schemas.openxmlformats.org/officeDocument/2006/relationships/slide" Target="slides/slide49.xml"/><Relationship Id="rId51" Type="http://schemas.openxmlformats.org/officeDocument/2006/relationships/slide" Target="slides/slide48.xml"/><Relationship Id="rId50" Type="http://schemas.openxmlformats.org/officeDocument/2006/relationships/slide" Target="slides/slide47.xml"/><Relationship Id="rId5" Type="http://schemas.openxmlformats.org/officeDocument/2006/relationships/slide" Target="slides/slide2.xml"/><Relationship Id="rId49" Type="http://schemas.openxmlformats.org/officeDocument/2006/relationships/slide" Target="slides/slide46.xml"/><Relationship Id="rId48" Type="http://schemas.openxmlformats.org/officeDocument/2006/relationships/slide" Target="slides/slide45.xml"/><Relationship Id="rId47" Type="http://schemas.openxmlformats.org/officeDocument/2006/relationships/slide" Target="slides/slide44.xml"/><Relationship Id="rId46" Type="http://schemas.openxmlformats.org/officeDocument/2006/relationships/slide" Target="slides/slide43.xml"/><Relationship Id="rId45" Type="http://schemas.openxmlformats.org/officeDocument/2006/relationships/slide" Target="slides/slide42.xml"/><Relationship Id="rId44" Type="http://schemas.openxmlformats.org/officeDocument/2006/relationships/slide" Target="slides/slide41.xml"/><Relationship Id="rId43" Type="http://schemas.openxmlformats.org/officeDocument/2006/relationships/slide" Target="slides/slide40.xml"/><Relationship Id="rId42" Type="http://schemas.openxmlformats.org/officeDocument/2006/relationships/slide" Target="slides/slide39.xml"/><Relationship Id="rId41" Type="http://schemas.openxmlformats.org/officeDocument/2006/relationships/slide" Target="slides/slide38.xml"/><Relationship Id="rId40" Type="http://schemas.openxmlformats.org/officeDocument/2006/relationships/slide" Target="slides/slide37.xml"/><Relationship Id="rId4" Type="http://schemas.openxmlformats.org/officeDocument/2006/relationships/notesMaster" Target="notesMasters/notesMaster1.xml"/><Relationship Id="rId39" Type="http://schemas.openxmlformats.org/officeDocument/2006/relationships/slide" Target="slides/slide36.xml"/><Relationship Id="rId38" Type="http://schemas.openxmlformats.org/officeDocument/2006/relationships/slide" Target="slides/slide35.xml"/><Relationship Id="rId37" Type="http://schemas.openxmlformats.org/officeDocument/2006/relationships/slide" Target="slides/slide34.xml"/><Relationship Id="rId36" Type="http://schemas.openxmlformats.org/officeDocument/2006/relationships/slide" Target="slides/slide33.xml"/><Relationship Id="rId35" Type="http://schemas.openxmlformats.org/officeDocument/2006/relationships/slide" Target="slides/slide32.xml"/><Relationship Id="rId34" Type="http://schemas.openxmlformats.org/officeDocument/2006/relationships/slide" Target="slides/slide31.xml"/><Relationship Id="rId33" Type="http://schemas.openxmlformats.org/officeDocument/2006/relationships/slide" Target="slides/slide30.xml"/><Relationship Id="rId32" Type="http://schemas.openxmlformats.org/officeDocument/2006/relationships/slide" Target="slides/slide29.xml"/><Relationship Id="rId31" Type="http://schemas.openxmlformats.org/officeDocument/2006/relationships/slide" Target="slides/slide28.xml"/><Relationship Id="rId30" Type="http://schemas.openxmlformats.org/officeDocument/2006/relationships/slide" Target="slides/slide27.xml"/><Relationship Id="rId3" Type="http://schemas.openxmlformats.org/officeDocument/2006/relationships/slide" Target="slides/slide1.xml"/><Relationship Id="rId29" Type="http://schemas.openxmlformats.org/officeDocument/2006/relationships/slide" Target="slides/slide26.xml"/><Relationship Id="rId28" Type="http://schemas.openxmlformats.org/officeDocument/2006/relationships/slide" Target="slides/slide25.xml"/><Relationship Id="rId27" Type="http://schemas.openxmlformats.org/officeDocument/2006/relationships/slide" Target="slides/slide24.xml"/><Relationship Id="rId26" Type="http://schemas.openxmlformats.org/officeDocument/2006/relationships/slide" Target="slides/slide23.xml"/><Relationship Id="rId25" Type="http://schemas.openxmlformats.org/officeDocument/2006/relationships/slide" Target="slides/slide22.xml"/><Relationship Id="rId24" Type="http://schemas.openxmlformats.org/officeDocument/2006/relationships/slide" Target="slides/slide21.xml"/><Relationship Id="rId23" Type="http://schemas.openxmlformats.org/officeDocument/2006/relationships/slide" Target="slides/slide20.xml"/><Relationship Id="rId22" Type="http://schemas.openxmlformats.org/officeDocument/2006/relationships/slide" Target="slides/slide19.xml"/><Relationship Id="rId21" Type="http://schemas.openxmlformats.org/officeDocument/2006/relationships/slide" Target="slides/slide18.xml"/><Relationship Id="rId20" Type="http://schemas.openxmlformats.org/officeDocument/2006/relationships/slide" Target="slides/slide17.xml"/><Relationship Id="rId2" Type="http://schemas.openxmlformats.org/officeDocument/2006/relationships/theme" Target="theme/theme1.xml"/><Relationship Id="rId19" Type="http://schemas.openxmlformats.org/officeDocument/2006/relationships/slide" Target="slides/slide16.xml"/><Relationship Id="rId18" Type="http://schemas.openxmlformats.org/officeDocument/2006/relationships/slide" Target="slides/slide15.xml"/><Relationship Id="rId17" Type="http://schemas.openxmlformats.org/officeDocument/2006/relationships/slide" Target="slides/slide14.xml"/><Relationship Id="rId16" Type="http://schemas.openxmlformats.org/officeDocument/2006/relationships/slide" Target="slides/slide13.xml"/><Relationship Id="rId15" Type="http://schemas.openxmlformats.org/officeDocument/2006/relationships/slide" Target="slides/slide12.xml"/><Relationship Id="rId14" Type="http://schemas.openxmlformats.org/officeDocument/2006/relationships/slide" Target="slides/slide11.xml"/><Relationship Id="rId13" Type="http://schemas.openxmlformats.org/officeDocument/2006/relationships/slide" Target="slides/slide10.xml"/><Relationship Id="rId12" Type="http://schemas.openxmlformats.org/officeDocument/2006/relationships/slide" Target="slides/slide9.xml"/><Relationship Id="rId11" Type="http://schemas.openxmlformats.org/officeDocument/2006/relationships/slide" Target="slides/slide8.xml"/><Relationship Id="rId10" Type="http://schemas.openxmlformats.org/officeDocument/2006/relationships/slide" Target="slides/slide7.xml"/><Relationship Id="rId1" Type="http://schemas.openxmlformats.org/officeDocument/2006/relationships/slideMaster" Target="slideMasters/slideMaster1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7170" name="Rectangle 2"/>
          <p:cNvSpPr>
            <a:spLocks noGrp="1" noChangeArrowheads="1"/>
          </p:cNvSpPr>
          <p:nvPr>
            <p:ph type="hdr" sz="quarter"/>
          </p:nvPr>
        </p:nvSpPr>
        <p:spPr bwMode="auto">
          <a:xfrm>
            <a:off x="0" y="0"/>
            <a:ext cx="2971800" cy="457200"/>
          </a:xfrm>
          <a:prstGeom prst="rect">
            <a:avLst/>
          </a:prstGeom>
          <a:noFill/>
          <a:ln w="9525">
            <a:noFill/>
            <a:miter lim="800000"/>
          </a:ln>
          <a:effectLst/>
        </p:spPr>
        <p:txBody>
          <a:bodyPr vert="horz" wrap="square" lIns="91440" tIns="45720" rIns="91440" bIns="45720" numCol="1" anchor="t" anchorCtr="0" compatLnSpc="1"/>
          <a:lstStyle>
            <a:lvl1pPr eaLnBrk="1" hangingPunct="1">
              <a:defRPr sz="1200" b="0">
                <a:latin typeface="Arial" panose="020B0604020202020204" pitchFamily="34" charset="0"/>
                <a:ea typeface="宋体" panose="02010600030101010101" pitchFamily="2" charset="-122"/>
              </a:defRPr>
            </a:lvl1pPr>
          </a:lstStyle>
          <a:p>
            <a:pPr marL="0" marR="0" lvl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0" lang="en-US" altLang="zh-CN" sz="1200" b="0" i="0" u="none" strike="noStrike" kern="1200" cap="none" spc="0" normalizeH="0" baseline="0" noProof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Arial" panose="020B0604020202020204" pitchFamily="34" charset="0"/>
              <a:ea typeface="宋体" panose="02010600030101010101" pitchFamily="2" charset="-122"/>
              <a:cs typeface="+mn-cs"/>
            </a:endParaRPr>
          </a:p>
        </p:txBody>
      </p:sp>
      <p:sp>
        <p:nvSpPr>
          <p:cNvPr id="7171" name="Rectangle 3"/>
          <p:cNvSpPr>
            <a:spLocks noGrp="1" noChangeArrowheads="1"/>
          </p:cNvSpPr>
          <p:nvPr>
            <p:ph type="dt" idx="1"/>
          </p:nvPr>
        </p:nvSpPr>
        <p:spPr bwMode="auto">
          <a:xfrm>
            <a:off x="3884613" y="0"/>
            <a:ext cx="2971800" cy="457200"/>
          </a:xfrm>
          <a:prstGeom prst="rect">
            <a:avLst/>
          </a:prstGeom>
          <a:noFill/>
          <a:ln w="9525">
            <a:noFill/>
            <a:miter lim="800000"/>
          </a:ln>
          <a:effectLst/>
        </p:spPr>
        <p:txBody>
          <a:bodyPr vert="horz" wrap="square" lIns="91440" tIns="45720" rIns="91440" bIns="45720" numCol="1" anchor="t" anchorCtr="0" compatLnSpc="1"/>
          <a:lstStyle>
            <a:lvl1pPr algn="r" eaLnBrk="1" hangingPunct="1">
              <a:defRPr sz="1200" b="0">
                <a:latin typeface="Arial" panose="020B0604020202020204" pitchFamily="34" charset="0"/>
                <a:ea typeface="宋体" panose="02010600030101010101" pitchFamily="2" charset="-122"/>
              </a:defRPr>
            </a:lvl1pPr>
          </a:lstStyle>
          <a:p>
            <a:pPr marL="0" marR="0" lvl="0" indent="0" algn="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0" lang="en-US" altLang="zh-CN" sz="1200" b="0" i="0" u="none" strike="noStrike" kern="1200" cap="none" spc="0" normalizeH="0" baseline="0" noProof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Arial" panose="020B0604020202020204" pitchFamily="34" charset="0"/>
              <a:ea typeface="宋体" panose="02010600030101010101" pitchFamily="2" charset="-122"/>
              <a:cs typeface="+mn-cs"/>
            </a:endParaRPr>
          </a:p>
        </p:txBody>
      </p:sp>
      <p:sp>
        <p:nvSpPr>
          <p:cNvPr id="19460" name="Rectangle 4"/>
          <p:cNvSpPr>
            <a:spLocks noRot="1" noTextEdit="1"/>
          </p:cNvSpPr>
          <p:nvPr>
            <p:ph type="sldImg"/>
          </p:nvPr>
        </p:nvSpPr>
        <p:spPr>
          <a:xfrm>
            <a:off x="381000" y="685800"/>
            <a:ext cx="6096000" cy="3429000"/>
          </a:xfrm>
          <a:prstGeom prst="rect">
            <a:avLst/>
          </a:prstGeom>
          <a:noFill/>
          <a:ln w="9525" cap="flat" cmpd="sng">
            <a:solidFill>
              <a:srgbClr val="000000"/>
            </a:solidFill>
            <a:prstDash val="solid"/>
            <a:miter/>
            <a:headEnd type="none" w="med" len="med"/>
            <a:tailEnd type="none" w="med" len="med"/>
          </a:ln>
        </p:spPr>
      </p:sp>
      <p:sp>
        <p:nvSpPr>
          <p:cNvPr id="7173" name="Rectangle 5"/>
          <p:cNvSpPr>
            <a:spLocks noGrp="1" noChangeArrowheads="1"/>
          </p:cNvSpPr>
          <p:nvPr>
            <p:ph type="body" sz="quarter" idx="3"/>
          </p:nvPr>
        </p:nvSpPr>
        <p:spPr bwMode="auto">
          <a:xfrm>
            <a:off x="685800" y="4343400"/>
            <a:ext cx="5486400" cy="4114800"/>
          </a:xfrm>
          <a:prstGeom prst="rect">
            <a:avLst/>
          </a:prstGeom>
          <a:noFill/>
          <a:ln w="9525">
            <a:noFill/>
            <a:miter lim="800000"/>
          </a:ln>
          <a:effectLst/>
        </p:spPr>
        <p:txBody>
          <a:bodyPr vert="horz" wrap="square" lIns="91440" tIns="45720" rIns="91440" bIns="45720" numCol="1" anchor="t" anchorCtr="0" compatLnSpc="1"/>
          <a:lstStyle/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3000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r>
              <a:rPr kumimoji="0" lang="zh-CN" altLang="en-US" sz="1200" b="0" i="0" u="none" strike="noStrike" kern="1200" cap="none" spc="0" normalizeH="0" baseline="0" noProof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Arial" panose="020B0604020202020204" pitchFamily="34" charset="0"/>
                <a:ea typeface="宋体" panose="02010600030101010101" pitchFamily="2" charset="-122"/>
                <a:cs typeface="+mn-cs"/>
              </a:rPr>
              <a:t>单击此处编辑母版文本样式</a:t>
            </a:r>
            <a:endParaRPr kumimoji="0" lang="zh-CN" altLang="en-US" sz="1200" b="0" i="0" u="none" strike="noStrike" kern="1200" cap="none" spc="0" normalizeH="0" baseline="0" noProof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Arial" panose="020B0604020202020204" pitchFamily="34" charset="0"/>
              <a:ea typeface="宋体" panose="02010600030101010101" pitchFamily="2" charset="-122"/>
              <a:cs typeface="+mn-cs"/>
            </a:endParaRPr>
          </a:p>
          <a:p>
            <a:pPr marL="457200" marR="0" lvl="1" indent="0" algn="l" defTabSz="914400" rtl="0" eaLnBrk="0" fontAlgn="base" latinLnBrk="0" hangingPunct="0">
              <a:lnSpc>
                <a:spcPct val="100000"/>
              </a:lnSpc>
              <a:spcBef>
                <a:spcPct val="3000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r>
              <a:rPr kumimoji="0" lang="zh-CN" altLang="en-US" sz="1200" b="0" i="0" u="none" strike="noStrike" kern="1200" cap="none" spc="0" normalizeH="0" baseline="0" noProof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Arial" panose="020B0604020202020204" pitchFamily="34" charset="0"/>
                <a:ea typeface="宋体" panose="02010600030101010101" pitchFamily="2" charset="-122"/>
                <a:cs typeface="+mn-cs"/>
              </a:rPr>
              <a:t>第二级</a:t>
            </a:r>
            <a:endParaRPr kumimoji="0" lang="zh-CN" altLang="en-US" sz="1200" b="0" i="0" u="none" strike="noStrike" kern="1200" cap="none" spc="0" normalizeH="0" baseline="0" noProof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Arial" panose="020B0604020202020204" pitchFamily="34" charset="0"/>
              <a:ea typeface="宋体" panose="02010600030101010101" pitchFamily="2" charset="-122"/>
              <a:cs typeface="+mn-cs"/>
            </a:endParaRPr>
          </a:p>
          <a:p>
            <a:pPr marL="914400" marR="0" lvl="2" indent="0" algn="l" defTabSz="914400" rtl="0" eaLnBrk="0" fontAlgn="base" latinLnBrk="0" hangingPunct="0">
              <a:lnSpc>
                <a:spcPct val="100000"/>
              </a:lnSpc>
              <a:spcBef>
                <a:spcPct val="3000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r>
              <a:rPr kumimoji="0" lang="zh-CN" altLang="en-US" sz="1200" b="0" i="0" u="none" strike="noStrike" kern="1200" cap="none" spc="0" normalizeH="0" baseline="0" noProof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Arial" panose="020B0604020202020204" pitchFamily="34" charset="0"/>
                <a:ea typeface="宋体" panose="02010600030101010101" pitchFamily="2" charset="-122"/>
                <a:cs typeface="+mn-cs"/>
              </a:rPr>
              <a:t>第三级</a:t>
            </a:r>
            <a:endParaRPr kumimoji="0" lang="zh-CN" altLang="en-US" sz="1200" b="0" i="0" u="none" strike="noStrike" kern="1200" cap="none" spc="0" normalizeH="0" baseline="0" noProof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Arial" panose="020B0604020202020204" pitchFamily="34" charset="0"/>
              <a:ea typeface="宋体" panose="02010600030101010101" pitchFamily="2" charset="-122"/>
              <a:cs typeface="+mn-cs"/>
            </a:endParaRPr>
          </a:p>
          <a:p>
            <a:pPr marL="1371600" marR="0" lvl="3" indent="0" algn="l" defTabSz="914400" rtl="0" eaLnBrk="0" fontAlgn="base" latinLnBrk="0" hangingPunct="0">
              <a:lnSpc>
                <a:spcPct val="100000"/>
              </a:lnSpc>
              <a:spcBef>
                <a:spcPct val="3000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r>
              <a:rPr kumimoji="0" lang="zh-CN" altLang="en-US" sz="1200" b="0" i="0" u="none" strike="noStrike" kern="1200" cap="none" spc="0" normalizeH="0" baseline="0" noProof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Arial" panose="020B0604020202020204" pitchFamily="34" charset="0"/>
                <a:ea typeface="宋体" panose="02010600030101010101" pitchFamily="2" charset="-122"/>
                <a:cs typeface="+mn-cs"/>
              </a:rPr>
              <a:t>第四级</a:t>
            </a:r>
            <a:endParaRPr kumimoji="0" lang="zh-CN" altLang="en-US" sz="1200" b="0" i="0" u="none" strike="noStrike" kern="1200" cap="none" spc="0" normalizeH="0" baseline="0" noProof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Arial" panose="020B0604020202020204" pitchFamily="34" charset="0"/>
              <a:ea typeface="宋体" panose="02010600030101010101" pitchFamily="2" charset="-122"/>
              <a:cs typeface="+mn-cs"/>
            </a:endParaRPr>
          </a:p>
          <a:p>
            <a:pPr marL="1828800" marR="0" lvl="4" indent="0" algn="l" defTabSz="914400" rtl="0" eaLnBrk="0" fontAlgn="base" latinLnBrk="0" hangingPunct="0">
              <a:lnSpc>
                <a:spcPct val="100000"/>
              </a:lnSpc>
              <a:spcBef>
                <a:spcPct val="3000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r>
              <a:rPr kumimoji="0" lang="zh-CN" altLang="en-US" sz="1200" b="0" i="0" u="none" strike="noStrike" kern="1200" cap="none" spc="0" normalizeH="0" baseline="0" noProof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Arial" panose="020B0604020202020204" pitchFamily="34" charset="0"/>
                <a:ea typeface="宋体" panose="02010600030101010101" pitchFamily="2" charset="-122"/>
                <a:cs typeface="+mn-cs"/>
              </a:rPr>
              <a:t>第五级</a:t>
            </a:r>
            <a:endParaRPr kumimoji="0" lang="zh-CN" altLang="en-US" sz="1200" b="0" i="0" u="none" strike="noStrike" kern="1200" cap="none" spc="0" normalizeH="0" baseline="0" noProof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Arial" panose="020B0604020202020204" pitchFamily="34" charset="0"/>
              <a:ea typeface="宋体" panose="02010600030101010101" pitchFamily="2" charset="-122"/>
              <a:cs typeface="+mn-cs"/>
            </a:endParaRPr>
          </a:p>
        </p:txBody>
      </p:sp>
      <p:sp>
        <p:nvSpPr>
          <p:cNvPr id="7174" name="Rectangle 6"/>
          <p:cNvSpPr>
            <a:spLocks noGrp="1" noChangeArrowheads="1"/>
          </p:cNvSpPr>
          <p:nvPr>
            <p:ph type="ftr" sz="quarter" idx="4"/>
          </p:nvPr>
        </p:nvSpPr>
        <p:spPr bwMode="auto">
          <a:xfrm>
            <a:off x="0" y="8685213"/>
            <a:ext cx="2971800" cy="457200"/>
          </a:xfrm>
          <a:prstGeom prst="rect">
            <a:avLst/>
          </a:prstGeom>
          <a:noFill/>
          <a:ln w="9525">
            <a:noFill/>
            <a:miter lim="800000"/>
          </a:ln>
          <a:effectLst/>
        </p:spPr>
        <p:txBody>
          <a:bodyPr vert="horz" wrap="square" lIns="91440" tIns="45720" rIns="91440" bIns="45720" numCol="1" anchor="b" anchorCtr="0" compatLnSpc="1"/>
          <a:lstStyle>
            <a:lvl1pPr eaLnBrk="1" hangingPunct="1">
              <a:defRPr sz="1200" b="0">
                <a:latin typeface="Arial" panose="020B0604020202020204" pitchFamily="34" charset="0"/>
                <a:ea typeface="宋体" panose="02010600030101010101" pitchFamily="2" charset="-122"/>
              </a:defRPr>
            </a:lvl1pPr>
          </a:lstStyle>
          <a:p>
            <a:pPr marL="0" marR="0" lvl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0" lang="en-US" altLang="zh-CN" sz="1200" b="0" i="0" u="none" strike="noStrike" kern="1200" cap="none" spc="0" normalizeH="0" baseline="0" noProof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Arial" panose="020B0604020202020204" pitchFamily="34" charset="0"/>
              <a:ea typeface="宋体" panose="02010600030101010101" pitchFamily="2" charset="-122"/>
              <a:cs typeface="+mn-cs"/>
            </a:endParaRPr>
          </a:p>
        </p:txBody>
      </p:sp>
      <p:sp>
        <p:nvSpPr>
          <p:cNvPr id="7175" name="Rectangle 7"/>
          <p:cNvSpPr>
            <a:spLocks noGrp="1" noChangeArrowheads="1"/>
          </p:cNvSpPr>
          <p:nvPr>
            <p:ph type="sldNum" sz="quarter" idx="5"/>
          </p:nvPr>
        </p:nvSpPr>
        <p:spPr bwMode="auto">
          <a:xfrm>
            <a:off x="3884613" y="8685213"/>
            <a:ext cx="2971800" cy="457200"/>
          </a:xfrm>
          <a:prstGeom prst="rect">
            <a:avLst/>
          </a:prstGeom>
          <a:noFill/>
          <a:ln w="9525">
            <a:noFill/>
            <a:miter lim="800000"/>
          </a:ln>
          <a:effectLst/>
        </p:spPr>
        <p:txBody>
          <a:bodyPr vert="horz" wrap="square" lIns="91440" tIns="45720" rIns="91440" bIns="45720" numCol="1" anchor="b" anchorCtr="0" compatLnSpc="1"/>
          <a:lstStyle>
            <a:lvl1pPr algn="r" eaLnBrk="1" hangingPunct="1">
              <a:defRPr sz="1200" b="0">
                <a:latin typeface="Arial" panose="020B0604020202020204" pitchFamily="34" charset="0"/>
              </a:defRPr>
            </a:lvl1pPr>
          </a:lstStyle>
          <a:p>
            <a:pPr marL="0" marR="0" lvl="0" indent="0" algn="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fld id="{C05D1238-DA37-47EA-BE32-D6DB11033E74}" type="slidenum">
              <a:rPr kumimoji="0" lang="en-US" altLang="zh-CN" sz="1200" b="0" i="0" u="none" strike="noStrike" kern="1200" cap="none" spc="0" normalizeH="0" baseline="0" noProof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Arial" panose="020B0604020202020204" pitchFamily="34" charset="0"/>
                <a:ea typeface="宋体" panose="02010600030101010101" pitchFamily="2" charset="-122"/>
                <a:cs typeface="+mn-cs"/>
              </a:rPr>
            </a:fld>
            <a:endParaRPr kumimoji="0" lang="en-US" altLang="zh-CN" sz="1200" b="0" i="0" u="none" strike="noStrike" kern="1200" cap="none" spc="0" normalizeH="0" baseline="0" noProof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Arial" panose="020B0604020202020204" pitchFamily="34" charset="0"/>
              <a:ea typeface="宋体" panose="02010600030101010101" pitchFamily="2" charset="-122"/>
              <a:cs typeface="+mn-cs"/>
            </a:endParaRPr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hf sldNum="0" hdr="0" ftr="0" dt="0"/>
  <p:notesStyle>
    <a:lvl1pPr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Arial" panose="020B0604020202020204" pitchFamily="34" charset="0"/>
        <a:ea typeface="宋体" panose="02010600030101010101" pitchFamily="2" charset="-122"/>
        <a:cs typeface="+mn-cs"/>
      </a:defRPr>
    </a:lvl1pPr>
    <a:lvl2pPr marL="457200"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Arial" panose="020B0604020202020204" pitchFamily="34" charset="0"/>
        <a:ea typeface="宋体" panose="02010600030101010101" pitchFamily="2" charset="-122"/>
        <a:cs typeface="+mn-cs"/>
      </a:defRPr>
    </a:lvl2pPr>
    <a:lvl3pPr marL="914400"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Arial" panose="020B0604020202020204" pitchFamily="34" charset="0"/>
        <a:ea typeface="宋体" panose="02010600030101010101" pitchFamily="2" charset="-122"/>
        <a:cs typeface="+mn-cs"/>
      </a:defRPr>
    </a:lvl3pPr>
    <a:lvl4pPr marL="1371600"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Arial" panose="020B0604020202020204" pitchFamily="34" charset="0"/>
        <a:ea typeface="宋体" panose="02010600030101010101" pitchFamily="2" charset="-122"/>
        <a:cs typeface="+mn-cs"/>
      </a:defRPr>
    </a:lvl4pPr>
    <a:lvl5pPr marL="1828800"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Arial" panose="020B0604020202020204" pitchFamily="34" charset="0"/>
        <a:ea typeface="宋体" panose="02010600030101010101" pitchFamily="2" charset="-122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2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3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4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5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6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7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8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9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13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14.xml"/></Relationships>
</file>

<file path=ppt/notesSlides/_rels/notesSlide12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15.xml"/></Relationships>
</file>

<file path=ppt/notesSlides/_rels/notesSlide13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18.xml"/></Relationships>
</file>

<file path=ppt/notesSlides/_rels/notesSlide14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20.xml"/></Relationships>
</file>

<file path=ppt/notesSlides/_rels/notesSlide15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21.xml"/></Relationships>
</file>

<file path=ppt/notesSlides/_rels/notesSlide16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22.xml"/></Relationships>
</file>

<file path=ppt/notesSlides/_rels/notesSlide17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25.xml"/></Relationships>
</file>

<file path=ppt/notesSlides/_rels/notesSlide18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26.xml"/></Relationships>
</file>

<file path=ppt/notesSlides/_rels/notesSlide19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27.xml"/></Relationships>
</file>

<file path=ppt/notesSlides/_rels/notesSlide20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28.xml"/></Relationships>
</file>

<file path=ppt/notesSlides/_rels/notesSlide21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29.xml"/></Relationships>
</file>

<file path=ppt/notesSlides/_rels/notesSlide22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30.xml"/></Relationships>
</file>

<file path=ppt/notesSlides/_rels/notesSlide23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32.xml"/></Relationships>
</file>

<file path=ppt/notesSlides/_rels/notesSlide24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33.xml"/></Relationships>
</file>

<file path=ppt/notesSlides/_rels/notesSlide25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34.xml"/></Relationships>
</file>

<file path=ppt/notesSlides/_rels/notesSlide26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35.xml"/></Relationships>
</file>

<file path=ppt/notesSlides/_rels/notesSlide27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36.xml"/></Relationships>
</file>

<file path=ppt/notesSlides/_rels/notesSlide28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37.xml"/></Relationships>
</file>

<file path=ppt/notesSlides/_rels/notesSlide29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38.xml"/></Relationships>
</file>

<file path=ppt/notesSlides/_rels/notesSlide30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39.xml"/></Relationships>
</file>

<file path=ppt/notesSlides/_rels/notesSlide31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40.xml"/></Relationships>
</file>

<file path=ppt/notesSlides/_rels/notesSlide32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41.xml"/></Relationships>
</file>

<file path=ppt/notesSlides/_rels/notesSlide33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42.xml"/></Relationships>
</file>

<file path=ppt/notesSlides/_rels/notesSlide34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45.xml"/></Relationships>
</file>

<file path=ppt/notesSlides/_rels/notesSlide35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46.xml"/></Relationships>
</file>

<file path=ppt/notesSlides/_rels/notesSlide36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47.xml"/></Relationships>
</file>

<file path=ppt/notesSlides/_rels/notesSlide37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48.xml"/></Relationships>
</file>

<file path=ppt/notesSlides/_rels/notesSlide38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49.xml"/></Relationships>
</file>

<file path=ppt/notesSlides/_rels/notesSlide39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52.xml"/></Relationships>
</file>

<file path=ppt/notesSlides/_rels/notesSlide40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54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31746" name="Rectangle 7"/>
          <p:cNvSpPr txBox="1">
            <a:spLocks noGrp="1"/>
          </p:cNvSpPr>
          <p:nvPr>
            <p:ph type="sldNum" sz="quarter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  <a:noFill/>
          <a:ln w="9525">
            <a:noFill/>
          </a:ln>
        </p:spPr>
        <p:txBody>
          <a:bodyPr anchor="b" anchorCtr="0"/>
          <a:p>
            <a:pPr lvl="0" algn="r" eaLnBrk="1" hangingPunct="1"/>
            <a:fld id="{9A0DB2DC-4C9A-4742-B13C-FB6460FD3503}" type="slidenum">
              <a:rPr lang="en-US" altLang="zh-CN" sz="1200" b="0" dirty="0">
                <a:latin typeface="Arial" panose="020B0604020202020204" pitchFamily="34" charset="0"/>
              </a:rPr>
            </a:fld>
            <a:endParaRPr lang="en-US" altLang="zh-CN" sz="1200" b="0" dirty="0">
              <a:latin typeface="Arial" panose="020B0604020202020204" pitchFamily="34" charset="0"/>
            </a:endParaRPr>
          </a:p>
        </p:txBody>
      </p:sp>
      <p:sp>
        <p:nvSpPr>
          <p:cNvPr id="31747" name="Rectangle 2"/>
          <p:cNvSpPr>
            <a:spLocks noRot="1" noTextEdit="1"/>
          </p:cNvSpPr>
          <p:nvPr>
            <p:ph type="sldImg"/>
          </p:nvPr>
        </p:nvSpPr>
        <p:spPr/>
      </p:sp>
      <p:sp>
        <p:nvSpPr>
          <p:cNvPr id="31748" name="Rectangle 3"/>
          <p:cNvSpPr>
            <a:spLocks noGrp="1"/>
          </p:cNvSpPr>
          <p:nvPr>
            <p:ph type="body" idx="1"/>
          </p:nvPr>
        </p:nvSpPr>
        <p:spPr/>
        <p:txBody>
          <a:bodyPr wrap="square" lIns="91440" tIns="45720" rIns="91440" bIns="45720" anchor="t" anchorCtr="0"/>
          <a:p>
            <a:pPr lvl="0" eaLnBrk="1" hangingPunct="1"/>
            <a:endParaRPr lang="zh-CN" altLang="zh-CN" dirty="0"/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45058" name="Rectangle 7"/>
          <p:cNvSpPr txBox="1">
            <a:spLocks noGrp="1"/>
          </p:cNvSpPr>
          <p:nvPr>
            <p:ph type="sldNum" sz="quarter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  <a:noFill/>
          <a:ln w="9525">
            <a:noFill/>
          </a:ln>
        </p:spPr>
        <p:txBody>
          <a:bodyPr anchor="b" anchorCtr="0"/>
          <a:p>
            <a:pPr lvl="0" algn="r" eaLnBrk="1" hangingPunct="1"/>
            <a:fld id="{9A0DB2DC-4C9A-4742-B13C-FB6460FD3503}" type="slidenum">
              <a:rPr lang="en-US" altLang="zh-CN" sz="1200" b="0" dirty="0">
                <a:latin typeface="Arial" panose="020B0604020202020204" pitchFamily="34" charset="0"/>
              </a:rPr>
            </a:fld>
            <a:endParaRPr lang="en-US" altLang="zh-CN" sz="1200" b="0" dirty="0">
              <a:latin typeface="Arial" panose="020B0604020202020204" pitchFamily="34" charset="0"/>
            </a:endParaRPr>
          </a:p>
        </p:txBody>
      </p:sp>
      <p:sp>
        <p:nvSpPr>
          <p:cNvPr id="45059" name="Rectangle 2"/>
          <p:cNvSpPr>
            <a:spLocks noRot="1" noTextEdit="1"/>
          </p:cNvSpPr>
          <p:nvPr>
            <p:ph type="sldImg"/>
          </p:nvPr>
        </p:nvSpPr>
        <p:spPr/>
      </p:sp>
      <p:sp>
        <p:nvSpPr>
          <p:cNvPr id="45060" name="Rectangle 3"/>
          <p:cNvSpPr>
            <a:spLocks noGrp="1"/>
          </p:cNvSpPr>
          <p:nvPr>
            <p:ph type="body" idx="1"/>
          </p:nvPr>
        </p:nvSpPr>
        <p:spPr/>
        <p:txBody>
          <a:bodyPr wrap="square" lIns="91440" tIns="45720" rIns="91440" bIns="45720" anchor="t" anchorCtr="0"/>
          <a:p>
            <a:pPr lvl="0" eaLnBrk="1" hangingPunct="1"/>
            <a:endParaRPr lang="zh-CN" altLang="zh-CN" dirty="0"/>
          </a:p>
        </p:txBody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47106" name="Rectangle 7"/>
          <p:cNvSpPr txBox="1">
            <a:spLocks noGrp="1"/>
          </p:cNvSpPr>
          <p:nvPr>
            <p:ph type="sldNum" sz="quarter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  <a:noFill/>
          <a:ln w="9525">
            <a:noFill/>
          </a:ln>
        </p:spPr>
        <p:txBody>
          <a:bodyPr anchor="b" anchorCtr="0"/>
          <a:p>
            <a:pPr lvl="0" algn="r" eaLnBrk="1" hangingPunct="1"/>
            <a:fld id="{9A0DB2DC-4C9A-4742-B13C-FB6460FD3503}" type="slidenum">
              <a:rPr lang="en-US" altLang="zh-CN" sz="1200" b="0" dirty="0">
                <a:latin typeface="Arial" panose="020B0604020202020204" pitchFamily="34" charset="0"/>
              </a:rPr>
            </a:fld>
            <a:endParaRPr lang="en-US" altLang="zh-CN" sz="1200" b="0" dirty="0">
              <a:latin typeface="Arial" panose="020B0604020202020204" pitchFamily="34" charset="0"/>
            </a:endParaRPr>
          </a:p>
        </p:txBody>
      </p:sp>
      <p:sp>
        <p:nvSpPr>
          <p:cNvPr id="47107" name="Rectangle 2"/>
          <p:cNvSpPr>
            <a:spLocks noRot="1" noTextEdit="1"/>
          </p:cNvSpPr>
          <p:nvPr>
            <p:ph type="sldImg"/>
          </p:nvPr>
        </p:nvSpPr>
        <p:spPr/>
      </p:sp>
      <p:sp>
        <p:nvSpPr>
          <p:cNvPr id="47108" name="Rectangle 3"/>
          <p:cNvSpPr>
            <a:spLocks noGrp="1"/>
          </p:cNvSpPr>
          <p:nvPr>
            <p:ph type="body" idx="1"/>
          </p:nvPr>
        </p:nvSpPr>
        <p:spPr/>
        <p:txBody>
          <a:bodyPr wrap="square" lIns="91440" tIns="45720" rIns="91440" bIns="45720" anchor="t" anchorCtr="0"/>
          <a:p>
            <a:pPr lvl="0" eaLnBrk="1" hangingPunct="1"/>
            <a:endParaRPr lang="zh-CN" altLang="zh-CN" dirty="0"/>
          </a:p>
        </p:txBody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49154" name="Rectangle 7"/>
          <p:cNvSpPr txBox="1">
            <a:spLocks noGrp="1"/>
          </p:cNvSpPr>
          <p:nvPr>
            <p:ph type="sldNum" sz="quarter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  <a:noFill/>
          <a:ln w="9525">
            <a:noFill/>
          </a:ln>
        </p:spPr>
        <p:txBody>
          <a:bodyPr anchor="b" anchorCtr="0"/>
          <a:p>
            <a:pPr lvl="0" algn="r" eaLnBrk="1" hangingPunct="1"/>
            <a:fld id="{9A0DB2DC-4C9A-4742-B13C-FB6460FD3503}" type="slidenum">
              <a:rPr lang="en-US" altLang="zh-CN" sz="1200" b="0" dirty="0">
                <a:latin typeface="Arial" panose="020B0604020202020204" pitchFamily="34" charset="0"/>
              </a:rPr>
            </a:fld>
            <a:endParaRPr lang="en-US" altLang="zh-CN" sz="1200" b="0" dirty="0">
              <a:latin typeface="Arial" panose="020B0604020202020204" pitchFamily="34" charset="0"/>
            </a:endParaRPr>
          </a:p>
        </p:txBody>
      </p:sp>
      <p:sp>
        <p:nvSpPr>
          <p:cNvPr id="49155" name="Rectangle 2"/>
          <p:cNvSpPr>
            <a:spLocks noRot="1" noTextEdit="1"/>
          </p:cNvSpPr>
          <p:nvPr>
            <p:ph type="sldImg"/>
          </p:nvPr>
        </p:nvSpPr>
        <p:spPr/>
      </p:sp>
      <p:sp>
        <p:nvSpPr>
          <p:cNvPr id="49156" name="Rectangle 3"/>
          <p:cNvSpPr>
            <a:spLocks noGrp="1"/>
          </p:cNvSpPr>
          <p:nvPr>
            <p:ph type="body" idx="1"/>
          </p:nvPr>
        </p:nvSpPr>
        <p:spPr/>
        <p:txBody>
          <a:bodyPr wrap="square" lIns="91440" tIns="45720" rIns="91440" bIns="45720" anchor="t" anchorCtr="0"/>
          <a:p>
            <a:pPr lvl="0" eaLnBrk="1" hangingPunct="1"/>
            <a:endParaRPr lang="zh-CN" altLang="zh-CN" dirty="0"/>
          </a:p>
        </p:txBody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51202" name="Rectangle 7"/>
          <p:cNvSpPr txBox="1">
            <a:spLocks noGrp="1"/>
          </p:cNvSpPr>
          <p:nvPr>
            <p:ph type="sldNum" sz="quarter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  <a:noFill/>
          <a:ln w="9525">
            <a:noFill/>
          </a:ln>
        </p:spPr>
        <p:txBody>
          <a:bodyPr anchor="b" anchorCtr="0"/>
          <a:p>
            <a:pPr lvl="0" algn="r" eaLnBrk="1" hangingPunct="1"/>
            <a:fld id="{9A0DB2DC-4C9A-4742-B13C-FB6460FD3503}" type="slidenum">
              <a:rPr lang="en-US" altLang="zh-CN" sz="1200" b="0" dirty="0">
                <a:latin typeface="Arial" panose="020B0604020202020204" pitchFamily="34" charset="0"/>
              </a:rPr>
            </a:fld>
            <a:endParaRPr lang="en-US" altLang="zh-CN" sz="1200" b="0" dirty="0">
              <a:latin typeface="Arial" panose="020B0604020202020204" pitchFamily="34" charset="0"/>
            </a:endParaRPr>
          </a:p>
        </p:txBody>
      </p:sp>
      <p:sp>
        <p:nvSpPr>
          <p:cNvPr id="51203" name="Rectangle 2"/>
          <p:cNvSpPr>
            <a:spLocks noRot="1" noTextEdit="1"/>
          </p:cNvSpPr>
          <p:nvPr>
            <p:ph type="sldImg"/>
          </p:nvPr>
        </p:nvSpPr>
        <p:spPr/>
      </p:sp>
      <p:sp>
        <p:nvSpPr>
          <p:cNvPr id="51204" name="Rectangle 3"/>
          <p:cNvSpPr>
            <a:spLocks noGrp="1"/>
          </p:cNvSpPr>
          <p:nvPr>
            <p:ph type="body" idx="1"/>
          </p:nvPr>
        </p:nvSpPr>
        <p:spPr/>
        <p:txBody>
          <a:bodyPr wrap="square" lIns="91440" tIns="45720" rIns="91440" bIns="45720" anchor="t" anchorCtr="0"/>
          <a:p>
            <a:pPr lvl="0" eaLnBrk="1" hangingPunct="1"/>
            <a:endParaRPr lang="zh-CN" altLang="zh-CN" dirty="0"/>
          </a:p>
        </p:txBody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53250" name="Rectangle 7"/>
          <p:cNvSpPr txBox="1">
            <a:spLocks noGrp="1"/>
          </p:cNvSpPr>
          <p:nvPr>
            <p:ph type="sldNum" sz="quarter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  <a:noFill/>
          <a:ln w="9525">
            <a:noFill/>
          </a:ln>
        </p:spPr>
        <p:txBody>
          <a:bodyPr anchor="b" anchorCtr="0"/>
          <a:p>
            <a:pPr lvl="0" algn="r" eaLnBrk="1" hangingPunct="1"/>
            <a:fld id="{9A0DB2DC-4C9A-4742-B13C-FB6460FD3503}" type="slidenum">
              <a:rPr lang="en-US" altLang="zh-CN" sz="1200" b="0" dirty="0">
                <a:latin typeface="Arial" panose="020B0604020202020204" pitchFamily="34" charset="0"/>
              </a:rPr>
            </a:fld>
            <a:endParaRPr lang="en-US" altLang="zh-CN" sz="1200" b="0" dirty="0">
              <a:latin typeface="Arial" panose="020B0604020202020204" pitchFamily="34" charset="0"/>
            </a:endParaRPr>
          </a:p>
        </p:txBody>
      </p:sp>
      <p:sp>
        <p:nvSpPr>
          <p:cNvPr id="53251" name="Rectangle 2"/>
          <p:cNvSpPr>
            <a:spLocks noRot="1" noTextEdit="1"/>
          </p:cNvSpPr>
          <p:nvPr>
            <p:ph type="sldImg"/>
          </p:nvPr>
        </p:nvSpPr>
        <p:spPr/>
      </p:sp>
      <p:sp>
        <p:nvSpPr>
          <p:cNvPr id="53252" name="Rectangle 3"/>
          <p:cNvSpPr>
            <a:spLocks noGrp="1"/>
          </p:cNvSpPr>
          <p:nvPr>
            <p:ph type="body" idx="1"/>
          </p:nvPr>
        </p:nvSpPr>
        <p:spPr/>
        <p:txBody>
          <a:bodyPr wrap="square" lIns="91440" tIns="45720" rIns="91440" bIns="45720" anchor="t" anchorCtr="0"/>
          <a:p>
            <a:pPr lvl="0" eaLnBrk="1" hangingPunct="1"/>
            <a:endParaRPr lang="zh-CN" altLang="zh-CN" dirty="0"/>
          </a:p>
        </p:txBody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55298" name="Rectangle 7"/>
          <p:cNvSpPr txBox="1">
            <a:spLocks noGrp="1"/>
          </p:cNvSpPr>
          <p:nvPr>
            <p:ph type="sldNum" sz="quarter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  <a:noFill/>
          <a:ln w="9525">
            <a:noFill/>
          </a:ln>
        </p:spPr>
        <p:txBody>
          <a:bodyPr anchor="b" anchorCtr="0"/>
          <a:p>
            <a:pPr lvl="0" algn="r" eaLnBrk="1" hangingPunct="1"/>
            <a:fld id="{9A0DB2DC-4C9A-4742-B13C-FB6460FD3503}" type="slidenum">
              <a:rPr lang="en-US" altLang="zh-CN" sz="1200" b="0" dirty="0">
                <a:latin typeface="Arial" panose="020B0604020202020204" pitchFamily="34" charset="0"/>
              </a:rPr>
            </a:fld>
            <a:endParaRPr lang="en-US" altLang="zh-CN" sz="1200" b="0" dirty="0">
              <a:latin typeface="Arial" panose="020B0604020202020204" pitchFamily="34" charset="0"/>
            </a:endParaRPr>
          </a:p>
        </p:txBody>
      </p:sp>
      <p:sp>
        <p:nvSpPr>
          <p:cNvPr id="55299" name="Rectangle 2"/>
          <p:cNvSpPr>
            <a:spLocks noRot="1" noTextEdit="1"/>
          </p:cNvSpPr>
          <p:nvPr>
            <p:ph type="sldImg"/>
          </p:nvPr>
        </p:nvSpPr>
        <p:spPr/>
      </p:sp>
      <p:sp>
        <p:nvSpPr>
          <p:cNvPr id="55300" name="Rectangle 3"/>
          <p:cNvSpPr>
            <a:spLocks noGrp="1"/>
          </p:cNvSpPr>
          <p:nvPr>
            <p:ph type="body" idx="1"/>
          </p:nvPr>
        </p:nvSpPr>
        <p:spPr/>
        <p:txBody>
          <a:bodyPr wrap="square" lIns="91440" tIns="45720" rIns="91440" bIns="45720" anchor="t" anchorCtr="0"/>
          <a:p>
            <a:pPr lvl="0" eaLnBrk="1" hangingPunct="1"/>
            <a:endParaRPr lang="zh-CN" altLang="zh-CN" dirty="0"/>
          </a:p>
        </p:txBody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57346" name="Rectangle 7"/>
          <p:cNvSpPr txBox="1">
            <a:spLocks noGrp="1"/>
          </p:cNvSpPr>
          <p:nvPr>
            <p:ph type="sldNum" sz="quarter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  <a:noFill/>
          <a:ln w="9525">
            <a:noFill/>
          </a:ln>
        </p:spPr>
        <p:txBody>
          <a:bodyPr anchor="b" anchorCtr="0"/>
          <a:p>
            <a:pPr lvl="0" algn="r" eaLnBrk="1" hangingPunct="1"/>
            <a:fld id="{9A0DB2DC-4C9A-4742-B13C-FB6460FD3503}" type="slidenum">
              <a:rPr lang="en-US" altLang="zh-CN" sz="1200" b="0" dirty="0">
                <a:latin typeface="Arial" panose="020B0604020202020204" pitchFamily="34" charset="0"/>
              </a:rPr>
            </a:fld>
            <a:endParaRPr lang="en-US" altLang="zh-CN" sz="1200" b="0" dirty="0">
              <a:latin typeface="Arial" panose="020B0604020202020204" pitchFamily="34" charset="0"/>
            </a:endParaRPr>
          </a:p>
        </p:txBody>
      </p:sp>
      <p:sp>
        <p:nvSpPr>
          <p:cNvPr id="57347" name="Rectangle 2"/>
          <p:cNvSpPr>
            <a:spLocks noRot="1" noTextEdit="1"/>
          </p:cNvSpPr>
          <p:nvPr>
            <p:ph type="sldImg"/>
          </p:nvPr>
        </p:nvSpPr>
        <p:spPr/>
      </p:sp>
      <p:sp>
        <p:nvSpPr>
          <p:cNvPr id="57348" name="Rectangle 3"/>
          <p:cNvSpPr>
            <a:spLocks noGrp="1"/>
          </p:cNvSpPr>
          <p:nvPr>
            <p:ph type="body" idx="1"/>
          </p:nvPr>
        </p:nvSpPr>
        <p:spPr/>
        <p:txBody>
          <a:bodyPr wrap="square" lIns="91440" tIns="45720" rIns="91440" bIns="45720" anchor="t" anchorCtr="0"/>
          <a:p>
            <a:pPr lvl="0" eaLnBrk="1" hangingPunct="1"/>
            <a:endParaRPr lang="zh-CN" altLang="zh-CN" dirty="0"/>
          </a:p>
        </p:txBody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59394" name="Rectangle 7"/>
          <p:cNvSpPr txBox="1">
            <a:spLocks noGrp="1"/>
          </p:cNvSpPr>
          <p:nvPr>
            <p:ph type="sldNum" sz="quarter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  <a:noFill/>
          <a:ln w="9525">
            <a:noFill/>
          </a:ln>
        </p:spPr>
        <p:txBody>
          <a:bodyPr anchor="b" anchorCtr="0"/>
          <a:p>
            <a:pPr lvl="0" algn="r" eaLnBrk="1" hangingPunct="1"/>
            <a:fld id="{9A0DB2DC-4C9A-4742-B13C-FB6460FD3503}" type="slidenum">
              <a:rPr lang="en-US" altLang="zh-CN" sz="1200" b="0" dirty="0">
                <a:latin typeface="Arial" panose="020B0604020202020204" pitchFamily="34" charset="0"/>
              </a:rPr>
            </a:fld>
            <a:endParaRPr lang="en-US" altLang="zh-CN" sz="1200" b="0" dirty="0">
              <a:latin typeface="Arial" panose="020B0604020202020204" pitchFamily="34" charset="0"/>
            </a:endParaRPr>
          </a:p>
        </p:txBody>
      </p:sp>
      <p:sp>
        <p:nvSpPr>
          <p:cNvPr id="59395" name="Rectangle 2"/>
          <p:cNvSpPr>
            <a:spLocks noRot="1" noTextEdit="1"/>
          </p:cNvSpPr>
          <p:nvPr>
            <p:ph type="sldImg"/>
          </p:nvPr>
        </p:nvSpPr>
        <p:spPr/>
      </p:sp>
      <p:sp>
        <p:nvSpPr>
          <p:cNvPr id="59396" name="Rectangle 3"/>
          <p:cNvSpPr>
            <a:spLocks noGrp="1"/>
          </p:cNvSpPr>
          <p:nvPr>
            <p:ph type="body" idx="1"/>
          </p:nvPr>
        </p:nvSpPr>
        <p:spPr/>
        <p:txBody>
          <a:bodyPr wrap="square" lIns="91440" tIns="45720" rIns="91440" bIns="45720" anchor="t" anchorCtr="0"/>
          <a:p>
            <a:pPr lvl="0" eaLnBrk="1" hangingPunct="1"/>
            <a:endParaRPr lang="zh-CN" altLang="zh-CN" dirty="0"/>
          </a:p>
        </p:txBody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65538" name="Rectangle 7"/>
          <p:cNvSpPr txBox="1">
            <a:spLocks noGrp="1"/>
          </p:cNvSpPr>
          <p:nvPr>
            <p:ph type="sldNum" sz="quarter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  <a:noFill/>
          <a:ln w="9525">
            <a:noFill/>
          </a:ln>
        </p:spPr>
        <p:txBody>
          <a:bodyPr anchor="b" anchorCtr="0"/>
          <a:p>
            <a:pPr lvl="0" algn="r" eaLnBrk="1" hangingPunct="1"/>
            <a:fld id="{9A0DB2DC-4C9A-4742-B13C-FB6460FD3503}" type="slidenum">
              <a:rPr lang="en-US" altLang="zh-CN" sz="1200" b="0" dirty="0">
                <a:latin typeface="Arial" panose="020B0604020202020204" pitchFamily="34" charset="0"/>
              </a:rPr>
            </a:fld>
            <a:endParaRPr lang="en-US" altLang="zh-CN" sz="1200" b="0" dirty="0">
              <a:latin typeface="Arial" panose="020B0604020202020204" pitchFamily="34" charset="0"/>
            </a:endParaRPr>
          </a:p>
        </p:txBody>
      </p:sp>
      <p:sp>
        <p:nvSpPr>
          <p:cNvPr id="65539" name="Rectangle 2"/>
          <p:cNvSpPr>
            <a:spLocks noRot="1" noTextEdit="1"/>
          </p:cNvSpPr>
          <p:nvPr>
            <p:ph type="sldImg"/>
          </p:nvPr>
        </p:nvSpPr>
        <p:spPr/>
      </p:sp>
      <p:sp>
        <p:nvSpPr>
          <p:cNvPr id="65540" name="Rectangle 3"/>
          <p:cNvSpPr>
            <a:spLocks noGrp="1"/>
          </p:cNvSpPr>
          <p:nvPr>
            <p:ph type="body" idx="1"/>
          </p:nvPr>
        </p:nvSpPr>
        <p:spPr/>
        <p:txBody>
          <a:bodyPr wrap="square" lIns="91440" tIns="45720" rIns="91440" bIns="45720" anchor="t" anchorCtr="0"/>
          <a:p>
            <a:pPr lvl="0" eaLnBrk="1" hangingPunct="1"/>
            <a:endParaRPr lang="zh-CN" altLang="zh-CN" dirty="0"/>
          </a:p>
        </p:txBody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67586" name="Rectangle 7"/>
          <p:cNvSpPr txBox="1">
            <a:spLocks noGrp="1"/>
          </p:cNvSpPr>
          <p:nvPr>
            <p:ph type="sldNum" sz="quarter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  <a:noFill/>
          <a:ln w="9525">
            <a:noFill/>
          </a:ln>
        </p:spPr>
        <p:txBody>
          <a:bodyPr anchor="b" anchorCtr="0"/>
          <a:p>
            <a:pPr lvl="0" algn="r" eaLnBrk="1" hangingPunct="1"/>
            <a:fld id="{9A0DB2DC-4C9A-4742-B13C-FB6460FD3503}" type="slidenum">
              <a:rPr lang="en-US" altLang="zh-CN" sz="1200" b="0" dirty="0">
                <a:latin typeface="Arial" panose="020B0604020202020204" pitchFamily="34" charset="0"/>
              </a:rPr>
            </a:fld>
            <a:endParaRPr lang="en-US" altLang="zh-CN" sz="1200" b="0" dirty="0">
              <a:latin typeface="Arial" panose="020B0604020202020204" pitchFamily="34" charset="0"/>
            </a:endParaRPr>
          </a:p>
        </p:txBody>
      </p:sp>
      <p:sp>
        <p:nvSpPr>
          <p:cNvPr id="67587" name="Rectangle 2"/>
          <p:cNvSpPr>
            <a:spLocks noRot="1" noTextEdit="1"/>
          </p:cNvSpPr>
          <p:nvPr>
            <p:ph type="sldImg"/>
          </p:nvPr>
        </p:nvSpPr>
        <p:spPr/>
      </p:sp>
      <p:sp>
        <p:nvSpPr>
          <p:cNvPr id="67588" name="Rectangle 3"/>
          <p:cNvSpPr>
            <a:spLocks noGrp="1"/>
          </p:cNvSpPr>
          <p:nvPr>
            <p:ph type="body" idx="1"/>
          </p:nvPr>
        </p:nvSpPr>
        <p:spPr/>
        <p:txBody>
          <a:bodyPr wrap="square" lIns="91440" tIns="45720" rIns="91440" bIns="45720" anchor="t" anchorCtr="0"/>
          <a:p>
            <a:pPr lvl="0" eaLnBrk="1" hangingPunct="1"/>
            <a:endParaRPr lang="zh-CN" altLang="zh-CN" dirty="0"/>
          </a:p>
        </p:txBody>
      </p:sp>
    </p:spTree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71682" name="Rectangle 7"/>
          <p:cNvSpPr txBox="1">
            <a:spLocks noGrp="1"/>
          </p:cNvSpPr>
          <p:nvPr>
            <p:ph type="sldNum" sz="quarter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  <a:noFill/>
          <a:ln w="9525">
            <a:noFill/>
          </a:ln>
        </p:spPr>
        <p:txBody>
          <a:bodyPr anchor="b" anchorCtr="0"/>
          <a:p>
            <a:pPr lvl="0" algn="r" eaLnBrk="1" hangingPunct="1"/>
            <a:fld id="{9A0DB2DC-4C9A-4742-B13C-FB6460FD3503}" type="slidenum">
              <a:rPr lang="en-US" altLang="zh-CN" sz="1200" b="0" dirty="0">
                <a:latin typeface="Arial" panose="020B0604020202020204" pitchFamily="34" charset="0"/>
              </a:rPr>
            </a:fld>
            <a:endParaRPr lang="en-US" altLang="zh-CN" sz="1200" b="0" dirty="0">
              <a:latin typeface="Arial" panose="020B0604020202020204" pitchFamily="34" charset="0"/>
            </a:endParaRPr>
          </a:p>
        </p:txBody>
      </p:sp>
      <p:sp>
        <p:nvSpPr>
          <p:cNvPr id="71683" name="Rectangle 2"/>
          <p:cNvSpPr>
            <a:spLocks noRot="1" noTextEdit="1"/>
          </p:cNvSpPr>
          <p:nvPr>
            <p:ph type="sldImg"/>
          </p:nvPr>
        </p:nvSpPr>
        <p:spPr/>
      </p:sp>
      <p:sp>
        <p:nvSpPr>
          <p:cNvPr id="71684" name="Rectangle 3"/>
          <p:cNvSpPr>
            <a:spLocks noGrp="1"/>
          </p:cNvSpPr>
          <p:nvPr>
            <p:ph type="body" idx="1"/>
          </p:nvPr>
        </p:nvSpPr>
        <p:spPr/>
        <p:txBody>
          <a:bodyPr wrap="square" lIns="91440" tIns="45720" rIns="91440" bIns="45720" anchor="t" anchorCtr="0"/>
          <a:p>
            <a:pPr lvl="0" eaLnBrk="1" hangingPunct="1"/>
            <a:endParaRPr lang="zh-CN" altLang="zh-CN" dirty="0"/>
          </a:p>
        </p:txBody>
      </p:sp>
    </p:spTree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37890" name="Rectangle 7"/>
          <p:cNvSpPr txBox="1">
            <a:spLocks noGrp="1"/>
          </p:cNvSpPr>
          <p:nvPr>
            <p:ph type="sldNum" sz="quarter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  <a:noFill/>
          <a:ln w="9525">
            <a:noFill/>
          </a:ln>
        </p:spPr>
        <p:txBody>
          <a:bodyPr anchor="b" anchorCtr="0"/>
          <a:p>
            <a:pPr lvl="0" algn="r" eaLnBrk="1" hangingPunct="1"/>
            <a:fld id="{9A0DB2DC-4C9A-4742-B13C-FB6460FD3503}" type="slidenum">
              <a:rPr lang="en-US" altLang="zh-CN" sz="1200" b="0" dirty="0">
                <a:latin typeface="Arial" panose="020B0604020202020204" pitchFamily="34" charset="0"/>
              </a:rPr>
            </a:fld>
            <a:endParaRPr lang="en-US" altLang="zh-CN" sz="1200" b="0" dirty="0">
              <a:latin typeface="Arial" panose="020B0604020202020204" pitchFamily="34" charset="0"/>
            </a:endParaRPr>
          </a:p>
        </p:txBody>
      </p:sp>
      <p:sp>
        <p:nvSpPr>
          <p:cNvPr id="37891" name="Rectangle 2"/>
          <p:cNvSpPr>
            <a:spLocks noRot="1" noTextEdit="1"/>
          </p:cNvSpPr>
          <p:nvPr>
            <p:ph type="sldImg"/>
          </p:nvPr>
        </p:nvSpPr>
        <p:spPr/>
      </p:sp>
      <p:sp>
        <p:nvSpPr>
          <p:cNvPr id="37892" name="Rectangle 3"/>
          <p:cNvSpPr>
            <a:spLocks noGrp="1"/>
          </p:cNvSpPr>
          <p:nvPr>
            <p:ph type="body" idx="1"/>
          </p:nvPr>
        </p:nvSpPr>
        <p:spPr/>
        <p:txBody>
          <a:bodyPr wrap="square" lIns="91440" tIns="45720" rIns="91440" bIns="45720" anchor="t" anchorCtr="0"/>
          <a:p>
            <a:pPr lvl="0" eaLnBrk="1" hangingPunct="1"/>
            <a:endParaRPr lang="zh-CN" altLang="zh-CN" dirty="0"/>
          </a:p>
        </p:txBody>
      </p:sp>
    </p:spTree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73730" name="Rectangle 7"/>
          <p:cNvSpPr txBox="1">
            <a:spLocks noGrp="1"/>
          </p:cNvSpPr>
          <p:nvPr>
            <p:ph type="sldNum" sz="quarter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  <a:noFill/>
          <a:ln w="9525">
            <a:noFill/>
          </a:ln>
        </p:spPr>
        <p:txBody>
          <a:bodyPr anchor="b" anchorCtr="0"/>
          <a:p>
            <a:pPr lvl="0" algn="r" eaLnBrk="1" hangingPunct="1">
              <a:spcBef>
                <a:spcPct val="0"/>
              </a:spcBef>
            </a:pPr>
            <a:fld id="{9A0DB2DC-4C9A-4742-B13C-FB6460FD3503}" type="slidenum">
              <a:rPr lang="en-US" altLang="zh-CN" dirty="0"/>
            </a:fld>
            <a:endParaRPr lang="en-US" altLang="zh-CN" dirty="0"/>
          </a:p>
        </p:txBody>
      </p:sp>
      <p:sp>
        <p:nvSpPr>
          <p:cNvPr id="73731" name="Rectangle 2"/>
          <p:cNvSpPr>
            <a:spLocks noRot="1" noTextEdit="1"/>
          </p:cNvSpPr>
          <p:nvPr>
            <p:ph type="sldImg"/>
          </p:nvPr>
        </p:nvSpPr>
        <p:spPr/>
      </p:sp>
      <p:sp>
        <p:nvSpPr>
          <p:cNvPr id="73732" name="Rectangle 3"/>
          <p:cNvSpPr>
            <a:spLocks noGrp="1"/>
          </p:cNvSpPr>
          <p:nvPr>
            <p:ph type="body" idx="1"/>
          </p:nvPr>
        </p:nvSpPr>
        <p:spPr/>
        <p:txBody>
          <a:bodyPr wrap="square" lIns="91440" tIns="45720" rIns="91440" bIns="45720" anchor="t" anchorCtr="0"/>
          <a:p>
            <a:pPr lvl="0" eaLnBrk="1" hangingPunct="1"/>
            <a:endParaRPr lang="zh-CN" altLang="zh-CN" dirty="0"/>
          </a:p>
        </p:txBody>
      </p:sp>
    </p:spTree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75778" name="Rectangle 7"/>
          <p:cNvSpPr txBox="1">
            <a:spLocks noGrp="1"/>
          </p:cNvSpPr>
          <p:nvPr>
            <p:ph type="sldNum" sz="quarter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  <a:noFill/>
          <a:ln w="9525">
            <a:noFill/>
          </a:ln>
        </p:spPr>
        <p:txBody>
          <a:bodyPr anchor="b" anchorCtr="0"/>
          <a:p>
            <a:pPr lvl="0" algn="r" eaLnBrk="1" hangingPunct="1">
              <a:spcBef>
                <a:spcPct val="0"/>
              </a:spcBef>
            </a:pPr>
            <a:fld id="{9A0DB2DC-4C9A-4742-B13C-FB6460FD3503}" type="slidenum">
              <a:rPr lang="en-US" altLang="zh-CN" dirty="0"/>
            </a:fld>
            <a:endParaRPr lang="en-US" altLang="zh-CN" dirty="0"/>
          </a:p>
        </p:txBody>
      </p:sp>
      <p:sp>
        <p:nvSpPr>
          <p:cNvPr id="75779" name="Rectangle 2"/>
          <p:cNvSpPr>
            <a:spLocks noRot="1" noTextEdit="1"/>
          </p:cNvSpPr>
          <p:nvPr>
            <p:ph type="sldImg"/>
          </p:nvPr>
        </p:nvSpPr>
        <p:spPr/>
      </p:sp>
      <p:sp>
        <p:nvSpPr>
          <p:cNvPr id="75780" name="Rectangle 3"/>
          <p:cNvSpPr>
            <a:spLocks noGrp="1"/>
          </p:cNvSpPr>
          <p:nvPr>
            <p:ph type="body" idx="1"/>
          </p:nvPr>
        </p:nvSpPr>
        <p:spPr/>
        <p:txBody>
          <a:bodyPr wrap="square" lIns="91440" tIns="45720" rIns="91440" bIns="45720" anchor="t" anchorCtr="0"/>
          <a:p>
            <a:pPr lvl="0" eaLnBrk="1" hangingPunct="1"/>
            <a:endParaRPr lang="zh-CN" altLang="zh-CN" dirty="0"/>
          </a:p>
        </p:txBody>
      </p:sp>
    </p:spTree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75778" name="Rectangle 7"/>
          <p:cNvSpPr txBox="1">
            <a:spLocks noGrp="1"/>
          </p:cNvSpPr>
          <p:nvPr>
            <p:ph type="sldNum" sz="quarter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  <a:noFill/>
          <a:ln w="9525">
            <a:noFill/>
          </a:ln>
        </p:spPr>
        <p:txBody>
          <a:bodyPr anchor="b" anchorCtr="0"/>
          <a:p>
            <a:pPr lvl="0" algn="r" eaLnBrk="1" hangingPunct="1">
              <a:spcBef>
                <a:spcPct val="0"/>
              </a:spcBef>
            </a:pPr>
            <a:fld id="{9A0DB2DC-4C9A-4742-B13C-FB6460FD3503}" type="slidenum">
              <a:rPr lang="en-US" altLang="zh-CN" dirty="0"/>
            </a:fld>
            <a:endParaRPr lang="en-US" altLang="zh-CN" dirty="0"/>
          </a:p>
        </p:txBody>
      </p:sp>
      <p:sp>
        <p:nvSpPr>
          <p:cNvPr id="75779" name="Rectangle 2"/>
          <p:cNvSpPr>
            <a:spLocks noRot="1" noTextEdit="1"/>
          </p:cNvSpPr>
          <p:nvPr>
            <p:ph type="sldImg"/>
          </p:nvPr>
        </p:nvSpPr>
        <p:spPr/>
      </p:sp>
      <p:sp>
        <p:nvSpPr>
          <p:cNvPr id="75780" name="Rectangle 3"/>
          <p:cNvSpPr>
            <a:spLocks noGrp="1"/>
          </p:cNvSpPr>
          <p:nvPr>
            <p:ph type="body" idx="1"/>
          </p:nvPr>
        </p:nvSpPr>
        <p:spPr/>
        <p:txBody>
          <a:bodyPr wrap="square" lIns="91440" tIns="45720" rIns="91440" bIns="45720" anchor="t" anchorCtr="0"/>
          <a:p>
            <a:pPr lvl="0" eaLnBrk="1" hangingPunct="1"/>
            <a:endParaRPr lang="zh-CN" altLang="zh-CN" dirty="0"/>
          </a:p>
        </p:txBody>
      </p:sp>
    </p:spTree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81922" name="Rectangle 7"/>
          <p:cNvSpPr txBox="1">
            <a:spLocks noGrp="1"/>
          </p:cNvSpPr>
          <p:nvPr>
            <p:ph type="sldNum" sz="quarter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  <a:noFill/>
          <a:ln w="9525">
            <a:noFill/>
          </a:ln>
        </p:spPr>
        <p:txBody>
          <a:bodyPr anchor="b" anchorCtr="0"/>
          <a:p>
            <a:pPr lvl="0" algn="r" eaLnBrk="1" hangingPunct="1">
              <a:spcBef>
                <a:spcPct val="0"/>
              </a:spcBef>
            </a:pPr>
            <a:fld id="{9A0DB2DC-4C9A-4742-B13C-FB6460FD3503}" type="slidenum">
              <a:rPr lang="en-US" altLang="zh-CN" dirty="0"/>
            </a:fld>
            <a:endParaRPr lang="en-US" altLang="zh-CN" dirty="0"/>
          </a:p>
        </p:txBody>
      </p:sp>
      <p:sp>
        <p:nvSpPr>
          <p:cNvPr id="81923" name="Rectangle 2"/>
          <p:cNvSpPr>
            <a:spLocks noRot="1" noTextEdit="1"/>
          </p:cNvSpPr>
          <p:nvPr>
            <p:ph type="sldImg"/>
          </p:nvPr>
        </p:nvSpPr>
        <p:spPr/>
      </p:sp>
      <p:sp>
        <p:nvSpPr>
          <p:cNvPr id="81924" name="Rectangle 3"/>
          <p:cNvSpPr>
            <a:spLocks noGrp="1"/>
          </p:cNvSpPr>
          <p:nvPr>
            <p:ph type="body" idx="1"/>
          </p:nvPr>
        </p:nvSpPr>
        <p:spPr/>
        <p:txBody>
          <a:bodyPr wrap="square" lIns="91440" tIns="45720" rIns="91440" bIns="45720" anchor="t" anchorCtr="0"/>
          <a:p>
            <a:pPr lvl="0" eaLnBrk="1" hangingPunct="1"/>
            <a:endParaRPr lang="zh-CN" altLang="zh-CN" dirty="0"/>
          </a:p>
        </p:txBody>
      </p:sp>
    </p:spTree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83970" name="Rectangle 7"/>
          <p:cNvSpPr txBox="1">
            <a:spLocks noGrp="1"/>
          </p:cNvSpPr>
          <p:nvPr>
            <p:ph type="sldNum" sz="quarter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  <a:noFill/>
          <a:ln w="9525">
            <a:noFill/>
          </a:ln>
        </p:spPr>
        <p:txBody>
          <a:bodyPr anchor="b" anchorCtr="0"/>
          <a:p>
            <a:pPr lvl="0" algn="r" eaLnBrk="1" hangingPunct="1">
              <a:spcBef>
                <a:spcPct val="0"/>
              </a:spcBef>
            </a:pPr>
            <a:fld id="{9A0DB2DC-4C9A-4742-B13C-FB6460FD3503}" type="slidenum">
              <a:rPr lang="en-US" altLang="zh-CN" dirty="0"/>
            </a:fld>
            <a:endParaRPr lang="en-US" altLang="zh-CN" dirty="0"/>
          </a:p>
        </p:txBody>
      </p:sp>
      <p:sp>
        <p:nvSpPr>
          <p:cNvPr id="83971" name="Rectangle 2"/>
          <p:cNvSpPr>
            <a:spLocks noRot="1" noTextEdit="1"/>
          </p:cNvSpPr>
          <p:nvPr>
            <p:ph type="sldImg"/>
          </p:nvPr>
        </p:nvSpPr>
        <p:spPr/>
      </p:sp>
      <p:sp>
        <p:nvSpPr>
          <p:cNvPr id="83972" name="Rectangle 3"/>
          <p:cNvSpPr>
            <a:spLocks noGrp="1"/>
          </p:cNvSpPr>
          <p:nvPr>
            <p:ph type="body" idx="1"/>
          </p:nvPr>
        </p:nvSpPr>
        <p:spPr/>
        <p:txBody>
          <a:bodyPr wrap="square" lIns="91440" tIns="45720" rIns="91440" bIns="45720" anchor="t" anchorCtr="0"/>
          <a:p>
            <a:pPr lvl="0" eaLnBrk="1" hangingPunct="1"/>
            <a:endParaRPr lang="zh-CN" altLang="zh-CN" dirty="0"/>
          </a:p>
        </p:txBody>
      </p:sp>
    </p:spTree>
  </p:cSld>
  <p:clrMapOvr>
    <a:masterClrMapping/>
  </p:clrMapOvr>
</p:notes>
</file>

<file path=ppt/notesSlides/notesSlide1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86018" name="Rectangle 7"/>
          <p:cNvSpPr txBox="1">
            <a:spLocks noGrp="1"/>
          </p:cNvSpPr>
          <p:nvPr>
            <p:ph type="sldNum" sz="quarter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  <a:noFill/>
          <a:ln w="9525">
            <a:noFill/>
          </a:ln>
        </p:spPr>
        <p:txBody>
          <a:bodyPr anchor="b" anchorCtr="0"/>
          <a:p>
            <a:pPr lvl="0" algn="r" eaLnBrk="1" hangingPunct="1">
              <a:spcBef>
                <a:spcPct val="0"/>
              </a:spcBef>
            </a:pPr>
            <a:fld id="{9A0DB2DC-4C9A-4742-B13C-FB6460FD3503}" type="slidenum">
              <a:rPr lang="en-US" altLang="zh-CN" dirty="0"/>
            </a:fld>
            <a:endParaRPr lang="en-US" altLang="zh-CN" dirty="0"/>
          </a:p>
        </p:txBody>
      </p:sp>
      <p:sp>
        <p:nvSpPr>
          <p:cNvPr id="86019" name="Rectangle 2"/>
          <p:cNvSpPr>
            <a:spLocks noRot="1" noTextEdit="1"/>
          </p:cNvSpPr>
          <p:nvPr>
            <p:ph type="sldImg"/>
          </p:nvPr>
        </p:nvSpPr>
        <p:spPr/>
      </p:sp>
      <p:sp>
        <p:nvSpPr>
          <p:cNvPr id="86020" name="Rectangle 3"/>
          <p:cNvSpPr>
            <a:spLocks noGrp="1"/>
          </p:cNvSpPr>
          <p:nvPr>
            <p:ph type="body" idx="1"/>
          </p:nvPr>
        </p:nvSpPr>
        <p:spPr/>
        <p:txBody>
          <a:bodyPr wrap="square" lIns="91440" tIns="45720" rIns="91440" bIns="45720" anchor="t" anchorCtr="0"/>
          <a:p>
            <a:pPr lvl="0" eaLnBrk="1" hangingPunct="1"/>
            <a:endParaRPr lang="zh-CN" altLang="zh-CN" dirty="0"/>
          </a:p>
        </p:txBody>
      </p:sp>
    </p:spTree>
  </p:cSld>
  <p:clrMapOvr>
    <a:masterClrMapping/>
  </p:clrMapOvr>
</p:notes>
</file>

<file path=ppt/notesSlides/notesSlide2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88066" name="Rectangle 7"/>
          <p:cNvSpPr txBox="1">
            <a:spLocks noGrp="1"/>
          </p:cNvSpPr>
          <p:nvPr>
            <p:ph type="sldNum" sz="quarter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  <a:noFill/>
          <a:ln w="9525">
            <a:noFill/>
          </a:ln>
        </p:spPr>
        <p:txBody>
          <a:bodyPr anchor="b" anchorCtr="0"/>
          <a:p>
            <a:pPr lvl="0" algn="r" eaLnBrk="1" hangingPunct="1">
              <a:spcBef>
                <a:spcPct val="0"/>
              </a:spcBef>
            </a:pPr>
            <a:fld id="{9A0DB2DC-4C9A-4742-B13C-FB6460FD3503}" type="slidenum">
              <a:rPr lang="en-US" altLang="zh-CN" dirty="0"/>
            </a:fld>
            <a:endParaRPr lang="en-US" altLang="zh-CN" dirty="0"/>
          </a:p>
        </p:txBody>
      </p:sp>
      <p:sp>
        <p:nvSpPr>
          <p:cNvPr id="88067" name="Rectangle 2"/>
          <p:cNvSpPr>
            <a:spLocks noRot="1" noTextEdit="1"/>
          </p:cNvSpPr>
          <p:nvPr>
            <p:ph type="sldImg"/>
          </p:nvPr>
        </p:nvSpPr>
        <p:spPr/>
      </p:sp>
      <p:sp>
        <p:nvSpPr>
          <p:cNvPr id="88068" name="Rectangle 3"/>
          <p:cNvSpPr>
            <a:spLocks noGrp="1"/>
          </p:cNvSpPr>
          <p:nvPr>
            <p:ph type="body" idx="1"/>
          </p:nvPr>
        </p:nvSpPr>
        <p:spPr/>
        <p:txBody>
          <a:bodyPr wrap="square" lIns="91440" tIns="45720" rIns="91440" bIns="45720" anchor="t" anchorCtr="0"/>
          <a:p>
            <a:pPr lvl="0" eaLnBrk="1" hangingPunct="1"/>
            <a:endParaRPr lang="zh-CN" altLang="zh-CN" dirty="0"/>
          </a:p>
        </p:txBody>
      </p:sp>
    </p:spTree>
  </p:cSld>
  <p:clrMapOvr>
    <a:masterClrMapping/>
  </p:clrMapOvr>
</p:notes>
</file>

<file path=ppt/notesSlides/notesSlide2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90114" name="Rectangle 7"/>
          <p:cNvSpPr txBox="1">
            <a:spLocks noGrp="1"/>
          </p:cNvSpPr>
          <p:nvPr>
            <p:ph type="sldNum" sz="quarter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  <a:noFill/>
          <a:ln w="9525">
            <a:noFill/>
          </a:ln>
        </p:spPr>
        <p:txBody>
          <a:bodyPr anchor="b" anchorCtr="0"/>
          <a:p>
            <a:pPr lvl="0" algn="r" eaLnBrk="1" hangingPunct="1">
              <a:spcBef>
                <a:spcPct val="0"/>
              </a:spcBef>
            </a:pPr>
            <a:fld id="{9A0DB2DC-4C9A-4742-B13C-FB6460FD3503}" type="slidenum">
              <a:rPr lang="en-US" altLang="zh-CN" dirty="0"/>
            </a:fld>
            <a:endParaRPr lang="en-US" altLang="zh-CN" dirty="0"/>
          </a:p>
        </p:txBody>
      </p:sp>
      <p:sp>
        <p:nvSpPr>
          <p:cNvPr id="90115" name="Rectangle 2"/>
          <p:cNvSpPr>
            <a:spLocks noRot="1" noTextEdit="1"/>
          </p:cNvSpPr>
          <p:nvPr>
            <p:ph type="sldImg"/>
          </p:nvPr>
        </p:nvSpPr>
        <p:spPr/>
      </p:sp>
      <p:sp>
        <p:nvSpPr>
          <p:cNvPr id="90116" name="Rectangle 3"/>
          <p:cNvSpPr>
            <a:spLocks noGrp="1"/>
          </p:cNvSpPr>
          <p:nvPr>
            <p:ph type="body" idx="1"/>
          </p:nvPr>
        </p:nvSpPr>
        <p:spPr/>
        <p:txBody>
          <a:bodyPr wrap="square" lIns="91440" tIns="45720" rIns="91440" bIns="45720" anchor="t" anchorCtr="0"/>
          <a:p>
            <a:pPr lvl="0" eaLnBrk="1" hangingPunct="1"/>
            <a:endParaRPr lang="zh-CN" altLang="zh-CN" dirty="0"/>
          </a:p>
        </p:txBody>
      </p:sp>
    </p:spTree>
  </p:cSld>
  <p:clrMapOvr>
    <a:masterClrMapping/>
  </p:clrMapOvr>
</p:notes>
</file>

<file path=ppt/notesSlides/notesSlide2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92162" name="Rectangle 7"/>
          <p:cNvSpPr txBox="1">
            <a:spLocks noGrp="1"/>
          </p:cNvSpPr>
          <p:nvPr>
            <p:ph type="sldNum" sz="quarter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  <a:noFill/>
          <a:ln w="9525">
            <a:noFill/>
          </a:ln>
        </p:spPr>
        <p:txBody>
          <a:bodyPr anchor="b" anchorCtr="0"/>
          <a:p>
            <a:pPr lvl="0" algn="r" eaLnBrk="1" hangingPunct="1">
              <a:spcBef>
                <a:spcPct val="0"/>
              </a:spcBef>
            </a:pPr>
            <a:fld id="{9A0DB2DC-4C9A-4742-B13C-FB6460FD3503}" type="slidenum">
              <a:rPr lang="en-US" altLang="zh-CN" dirty="0"/>
            </a:fld>
            <a:endParaRPr lang="en-US" altLang="zh-CN" dirty="0"/>
          </a:p>
        </p:txBody>
      </p:sp>
      <p:sp>
        <p:nvSpPr>
          <p:cNvPr id="92163" name="Rectangle 2"/>
          <p:cNvSpPr>
            <a:spLocks noRot="1" noTextEdit="1"/>
          </p:cNvSpPr>
          <p:nvPr>
            <p:ph type="sldImg"/>
          </p:nvPr>
        </p:nvSpPr>
        <p:spPr/>
      </p:sp>
      <p:sp>
        <p:nvSpPr>
          <p:cNvPr id="92164" name="Rectangle 3"/>
          <p:cNvSpPr>
            <a:spLocks noGrp="1"/>
          </p:cNvSpPr>
          <p:nvPr>
            <p:ph type="body" idx="1"/>
          </p:nvPr>
        </p:nvSpPr>
        <p:spPr/>
        <p:txBody>
          <a:bodyPr wrap="square" lIns="91440" tIns="45720" rIns="91440" bIns="45720" anchor="t" anchorCtr="0"/>
          <a:p>
            <a:pPr lvl="0" eaLnBrk="1" hangingPunct="1"/>
            <a:endParaRPr lang="zh-CN" altLang="zh-CN" dirty="0"/>
          </a:p>
        </p:txBody>
      </p:sp>
    </p:spTree>
  </p:cSld>
  <p:clrMapOvr>
    <a:masterClrMapping/>
  </p:clrMapOvr>
</p:notes>
</file>

<file path=ppt/notesSlides/notesSlide2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1506" name="Rectangle 7"/>
          <p:cNvSpPr txBox="1">
            <a:spLocks noGrp="1"/>
          </p:cNvSpPr>
          <p:nvPr>
            <p:ph type="sldNum" sz="quarter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  <a:noFill/>
          <a:ln w="9525">
            <a:noFill/>
          </a:ln>
        </p:spPr>
        <p:txBody>
          <a:bodyPr anchor="b" anchorCtr="0"/>
          <a:p>
            <a:pPr lvl="0" algn="r" eaLnBrk="1" hangingPunct="1">
              <a:spcBef>
                <a:spcPct val="0"/>
              </a:spcBef>
            </a:pPr>
            <a:fld id="{9A0DB2DC-4C9A-4742-B13C-FB6460FD3503}" type="slidenum">
              <a:rPr lang="en-US" altLang="zh-CN" dirty="0"/>
            </a:fld>
            <a:endParaRPr lang="en-US" altLang="zh-CN" dirty="0"/>
          </a:p>
        </p:txBody>
      </p:sp>
      <p:sp>
        <p:nvSpPr>
          <p:cNvPr id="21507" name="Rectangle 2"/>
          <p:cNvSpPr>
            <a:spLocks noRot="1" noTextEdit="1"/>
          </p:cNvSpPr>
          <p:nvPr>
            <p:ph type="sldImg"/>
          </p:nvPr>
        </p:nvSpPr>
        <p:spPr/>
      </p:sp>
      <p:sp>
        <p:nvSpPr>
          <p:cNvPr id="21508" name="Rectangle 3"/>
          <p:cNvSpPr>
            <a:spLocks noGrp="1"/>
          </p:cNvSpPr>
          <p:nvPr>
            <p:ph type="body" idx="1"/>
          </p:nvPr>
        </p:nvSpPr>
        <p:spPr/>
        <p:txBody>
          <a:bodyPr wrap="square" lIns="91440" tIns="45720" rIns="91440" bIns="45720" anchor="t" anchorCtr="0"/>
          <a:p>
            <a:pPr lvl="0"/>
            <a:endParaRPr lang="zh-CN" altLang="zh-CN" dirty="0"/>
          </a:p>
        </p:txBody>
      </p:sp>
    </p:spTree>
  </p:cSld>
  <p:clrMapOvr>
    <a:masterClrMapping/>
  </p:clrMapOvr>
</p:notes>
</file>

<file path=ppt/notesSlides/notesSlide2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3554" name="Rectangle 7"/>
          <p:cNvSpPr txBox="1">
            <a:spLocks noGrp="1"/>
          </p:cNvSpPr>
          <p:nvPr>
            <p:ph type="sldNum" sz="quarter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  <a:noFill/>
          <a:ln w="9525">
            <a:noFill/>
          </a:ln>
        </p:spPr>
        <p:txBody>
          <a:bodyPr anchor="b" anchorCtr="0"/>
          <a:p>
            <a:pPr lvl="0" algn="r" eaLnBrk="1" hangingPunct="1">
              <a:spcBef>
                <a:spcPct val="0"/>
              </a:spcBef>
            </a:pPr>
            <a:fld id="{9A0DB2DC-4C9A-4742-B13C-FB6460FD3503}" type="slidenum">
              <a:rPr lang="en-US" altLang="zh-CN" dirty="0"/>
            </a:fld>
            <a:endParaRPr lang="en-US" altLang="zh-CN" dirty="0"/>
          </a:p>
        </p:txBody>
      </p:sp>
      <p:sp>
        <p:nvSpPr>
          <p:cNvPr id="23555" name="Rectangle 2"/>
          <p:cNvSpPr>
            <a:spLocks noRot="1" noTextEdit="1"/>
          </p:cNvSpPr>
          <p:nvPr>
            <p:ph type="sldImg"/>
          </p:nvPr>
        </p:nvSpPr>
        <p:spPr/>
      </p:sp>
      <p:sp>
        <p:nvSpPr>
          <p:cNvPr id="23556" name="Rectangle 3"/>
          <p:cNvSpPr>
            <a:spLocks noGrp="1"/>
          </p:cNvSpPr>
          <p:nvPr>
            <p:ph type="body" idx="1"/>
          </p:nvPr>
        </p:nvSpPr>
        <p:spPr/>
        <p:txBody>
          <a:bodyPr wrap="square" lIns="91440" tIns="45720" rIns="91440" bIns="45720" anchor="t" anchorCtr="0"/>
          <a:p>
            <a:pPr lvl="0" eaLnBrk="1" hangingPunct="1"/>
            <a:r>
              <a:rPr lang="zh-CN" altLang="en-US" dirty="0"/>
              <a:t>栈：火车掉头</a:t>
            </a:r>
            <a:endParaRPr lang="en-US" altLang="zh-CN" dirty="0"/>
          </a:p>
          <a:p>
            <a:pPr lvl="0" eaLnBrk="1" hangingPunct="1"/>
            <a:r>
              <a:rPr lang="zh-CN" altLang="en-US" dirty="0"/>
              <a:t>队列：打印任务</a:t>
            </a:r>
            <a:endParaRPr lang="en-US" altLang="zh-CN" dirty="0"/>
          </a:p>
        </p:txBody>
      </p:sp>
    </p:spTree>
  </p:cSld>
  <p:clrMapOvr>
    <a:masterClrMapping/>
  </p:clrMapOvr>
</p:notes>
</file>

<file path=ppt/notesSlides/notesSlide2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5602" name="Rectangle 7"/>
          <p:cNvSpPr txBox="1">
            <a:spLocks noGrp="1"/>
          </p:cNvSpPr>
          <p:nvPr>
            <p:ph type="sldNum" sz="quarter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  <a:noFill/>
          <a:ln w="9525">
            <a:noFill/>
          </a:ln>
        </p:spPr>
        <p:txBody>
          <a:bodyPr anchor="b" anchorCtr="0"/>
          <a:p>
            <a:pPr lvl="0" algn="r" eaLnBrk="1" hangingPunct="1">
              <a:spcBef>
                <a:spcPct val="0"/>
              </a:spcBef>
            </a:pPr>
            <a:fld id="{9A0DB2DC-4C9A-4742-B13C-FB6460FD3503}" type="slidenum">
              <a:rPr lang="en-US" altLang="zh-CN" dirty="0"/>
            </a:fld>
            <a:endParaRPr lang="en-US" altLang="zh-CN" dirty="0"/>
          </a:p>
        </p:txBody>
      </p:sp>
      <p:sp>
        <p:nvSpPr>
          <p:cNvPr id="25603" name="Rectangle 2"/>
          <p:cNvSpPr>
            <a:spLocks noRot="1" noTextEdit="1"/>
          </p:cNvSpPr>
          <p:nvPr>
            <p:ph type="sldImg"/>
          </p:nvPr>
        </p:nvSpPr>
        <p:spPr/>
      </p:sp>
      <p:sp>
        <p:nvSpPr>
          <p:cNvPr id="25604" name="Rectangle 3"/>
          <p:cNvSpPr>
            <a:spLocks noGrp="1"/>
          </p:cNvSpPr>
          <p:nvPr>
            <p:ph type="body" idx="1"/>
          </p:nvPr>
        </p:nvSpPr>
        <p:spPr/>
        <p:txBody>
          <a:bodyPr wrap="square" lIns="91440" tIns="45720" rIns="91440" bIns="45720" anchor="t" anchorCtr="0"/>
          <a:p>
            <a:pPr lvl="0" eaLnBrk="1" hangingPunct="1"/>
            <a:r>
              <a:rPr lang="zh-CN" altLang="en-US" dirty="0"/>
              <a:t>概念：数组尺寸、数组有效元素个数</a:t>
            </a:r>
            <a:endParaRPr lang="zh-CN" altLang="zh-CN" dirty="0"/>
          </a:p>
        </p:txBody>
      </p:sp>
    </p:spTree>
  </p:cSld>
  <p:clrMapOvr>
    <a:masterClrMapping/>
  </p:clrMapOvr>
</p:notes>
</file>

<file path=ppt/notesSlides/notesSlide2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7650" name="Rectangle 7"/>
          <p:cNvSpPr txBox="1">
            <a:spLocks noGrp="1"/>
          </p:cNvSpPr>
          <p:nvPr>
            <p:ph type="sldNum" sz="quarter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  <a:noFill/>
          <a:ln w="9525">
            <a:noFill/>
          </a:ln>
        </p:spPr>
        <p:txBody>
          <a:bodyPr anchor="b" anchorCtr="0"/>
          <a:p>
            <a:pPr lvl="0" algn="r" eaLnBrk="1" hangingPunct="1">
              <a:spcBef>
                <a:spcPct val="0"/>
              </a:spcBef>
            </a:pPr>
            <a:fld id="{9A0DB2DC-4C9A-4742-B13C-FB6460FD3503}" type="slidenum">
              <a:rPr lang="en-US" altLang="zh-CN" dirty="0"/>
            </a:fld>
            <a:endParaRPr lang="en-US" altLang="zh-CN" dirty="0"/>
          </a:p>
        </p:txBody>
      </p:sp>
      <p:sp>
        <p:nvSpPr>
          <p:cNvPr id="27651" name="Rectangle 2"/>
          <p:cNvSpPr>
            <a:spLocks noRot="1" noTextEdit="1"/>
          </p:cNvSpPr>
          <p:nvPr>
            <p:ph type="sldImg"/>
          </p:nvPr>
        </p:nvSpPr>
        <p:spPr/>
      </p:sp>
      <p:sp>
        <p:nvSpPr>
          <p:cNvPr id="27652" name="Rectangle 3"/>
          <p:cNvSpPr>
            <a:spLocks noGrp="1"/>
          </p:cNvSpPr>
          <p:nvPr>
            <p:ph type="body" idx="1"/>
          </p:nvPr>
        </p:nvSpPr>
        <p:spPr/>
        <p:txBody>
          <a:bodyPr wrap="square" lIns="91440" tIns="45720" rIns="91440" bIns="45720" anchor="t" anchorCtr="0"/>
          <a:p>
            <a:pPr lvl="0" eaLnBrk="1" hangingPunct="1"/>
            <a:endParaRPr lang="zh-CN" altLang="zh-CN" dirty="0"/>
          </a:p>
        </p:txBody>
      </p:sp>
    </p:spTree>
  </p:cSld>
  <p:clrMapOvr>
    <a:masterClrMapping/>
  </p:clrMapOvr>
</p:notes>
</file>

<file path=ppt/notesSlides/notesSlide2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31746" name="Rectangle 7"/>
          <p:cNvSpPr txBox="1">
            <a:spLocks noGrp="1"/>
          </p:cNvSpPr>
          <p:nvPr>
            <p:ph type="sldNum" sz="quarter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  <a:noFill/>
          <a:ln w="9525">
            <a:noFill/>
          </a:ln>
        </p:spPr>
        <p:txBody>
          <a:bodyPr anchor="b" anchorCtr="0"/>
          <a:p>
            <a:pPr lvl="0" algn="r" eaLnBrk="1" hangingPunct="1">
              <a:spcBef>
                <a:spcPct val="0"/>
              </a:spcBef>
            </a:pPr>
            <a:fld id="{9A0DB2DC-4C9A-4742-B13C-FB6460FD3503}" type="slidenum">
              <a:rPr lang="en-US" altLang="zh-CN" dirty="0"/>
            </a:fld>
            <a:endParaRPr lang="en-US" altLang="zh-CN" dirty="0"/>
          </a:p>
        </p:txBody>
      </p:sp>
      <p:sp>
        <p:nvSpPr>
          <p:cNvPr id="31747" name="Rectangle 2"/>
          <p:cNvSpPr>
            <a:spLocks noRot="1" noTextEdit="1"/>
          </p:cNvSpPr>
          <p:nvPr>
            <p:ph type="sldImg"/>
          </p:nvPr>
        </p:nvSpPr>
        <p:spPr/>
      </p:sp>
      <p:sp>
        <p:nvSpPr>
          <p:cNvPr id="31748" name="Rectangle 3"/>
          <p:cNvSpPr>
            <a:spLocks noGrp="1"/>
          </p:cNvSpPr>
          <p:nvPr>
            <p:ph type="body" idx="1"/>
          </p:nvPr>
        </p:nvSpPr>
        <p:spPr/>
        <p:txBody>
          <a:bodyPr wrap="square" lIns="91440" tIns="45720" rIns="91440" bIns="45720" anchor="t" anchorCtr="0"/>
          <a:p>
            <a:pPr lvl="0" eaLnBrk="1" hangingPunct="1"/>
            <a:endParaRPr lang="zh-CN" altLang="zh-CN" dirty="0"/>
          </a:p>
        </p:txBody>
      </p:sp>
    </p:spTree>
  </p:cSld>
  <p:clrMapOvr>
    <a:masterClrMapping/>
  </p:clrMapOvr>
</p:notes>
</file>

<file path=ppt/notesSlides/notesSlide2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33794" name="Rectangle 7"/>
          <p:cNvSpPr txBox="1">
            <a:spLocks noGrp="1"/>
          </p:cNvSpPr>
          <p:nvPr>
            <p:ph type="sldNum" sz="quarter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  <a:noFill/>
          <a:ln w="9525">
            <a:noFill/>
          </a:ln>
        </p:spPr>
        <p:txBody>
          <a:bodyPr anchor="b" anchorCtr="0"/>
          <a:p>
            <a:pPr lvl="0" algn="r" eaLnBrk="1" hangingPunct="1">
              <a:spcBef>
                <a:spcPct val="0"/>
              </a:spcBef>
            </a:pPr>
            <a:fld id="{9A0DB2DC-4C9A-4742-B13C-FB6460FD3503}" type="slidenum">
              <a:rPr lang="en-US" altLang="zh-CN" dirty="0"/>
            </a:fld>
            <a:endParaRPr lang="en-US" altLang="zh-CN" dirty="0"/>
          </a:p>
        </p:txBody>
      </p:sp>
      <p:sp>
        <p:nvSpPr>
          <p:cNvPr id="33795" name="Rectangle 2"/>
          <p:cNvSpPr>
            <a:spLocks noRot="1" noTextEdit="1"/>
          </p:cNvSpPr>
          <p:nvPr>
            <p:ph type="sldImg"/>
          </p:nvPr>
        </p:nvSpPr>
        <p:spPr/>
      </p:sp>
      <p:sp>
        <p:nvSpPr>
          <p:cNvPr id="33796" name="Rectangle 3"/>
          <p:cNvSpPr>
            <a:spLocks noGrp="1"/>
          </p:cNvSpPr>
          <p:nvPr>
            <p:ph type="body" idx="1"/>
          </p:nvPr>
        </p:nvSpPr>
        <p:spPr/>
        <p:txBody>
          <a:bodyPr wrap="square" lIns="91440" tIns="45720" rIns="91440" bIns="45720" anchor="t" anchorCtr="0"/>
          <a:p>
            <a:pPr lvl="0" eaLnBrk="1" hangingPunct="1"/>
            <a:endParaRPr lang="zh-CN" altLang="zh-CN" dirty="0"/>
          </a:p>
        </p:txBody>
      </p:sp>
    </p:spTree>
  </p:cSld>
  <p:clrMapOvr>
    <a:masterClrMapping/>
  </p:clrMapOvr>
</p:notes>
</file>

<file path=ppt/notesSlides/notesSlide2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35842" name="Rectangle 7"/>
          <p:cNvSpPr txBox="1">
            <a:spLocks noGrp="1"/>
          </p:cNvSpPr>
          <p:nvPr>
            <p:ph type="sldNum" sz="quarter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  <a:noFill/>
          <a:ln w="9525">
            <a:noFill/>
          </a:ln>
        </p:spPr>
        <p:txBody>
          <a:bodyPr anchor="b" anchorCtr="0"/>
          <a:p>
            <a:pPr lvl="0" algn="r" eaLnBrk="1" hangingPunct="1">
              <a:spcBef>
                <a:spcPct val="0"/>
              </a:spcBef>
            </a:pPr>
            <a:fld id="{9A0DB2DC-4C9A-4742-B13C-FB6460FD3503}" type="slidenum">
              <a:rPr lang="en-US" altLang="zh-CN" dirty="0"/>
            </a:fld>
            <a:endParaRPr lang="en-US" altLang="zh-CN" dirty="0"/>
          </a:p>
        </p:txBody>
      </p:sp>
      <p:sp>
        <p:nvSpPr>
          <p:cNvPr id="35843" name="Rectangle 2"/>
          <p:cNvSpPr>
            <a:spLocks noRot="1" noTextEdit="1"/>
          </p:cNvSpPr>
          <p:nvPr>
            <p:ph type="sldImg"/>
          </p:nvPr>
        </p:nvSpPr>
        <p:spPr/>
      </p:sp>
      <p:sp>
        <p:nvSpPr>
          <p:cNvPr id="35844" name="Rectangle 3"/>
          <p:cNvSpPr>
            <a:spLocks noGrp="1"/>
          </p:cNvSpPr>
          <p:nvPr>
            <p:ph type="body" idx="1"/>
          </p:nvPr>
        </p:nvSpPr>
        <p:spPr/>
        <p:txBody>
          <a:bodyPr wrap="square" lIns="91440" tIns="45720" rIns="91440" bIns="45720" anchor="t" anchorCtr="0"/>
          <a:p>
            <a:pPr lvl="0" eaLnBrk="1" hangingPunct="1"/>
            <a:endParaRPr lang="zh-CN" altLang="zh-CN" dirty="0"/>
          </a:p>
        </p:txBody>
      </p:sp>
    </p:spTree>
  </p:cSld>
  <p:clrMapOvr>
    <a:masterClrMapping/>
  </p:clrMapOvr>
</p:notes>
</file>

<file path=ppt/notesSlides/notesSlide3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37890" name="Rectangle 7"/>
          <p:cNvSpPr txBox="1">
            <a:spLocks noGrp="1"/>
          </p:cNvSpPr>
          <p:nvPr>
            <p:ph type="sldNum" sz="quarter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  <a:noFill/>
          <a:ln w="9525">
            <a:noFill/>
          </a:ln>
        </p:spPr>
        <p:txBody>
          <a:bodyPr anchor="b" anchorCtr="0"/>
          <a:p>
            <a:pPr lvl="0" algn="r" eaLnBrk="1" hangingPunct="1">
              <a:spcBef>
                <a:spcPct val="0"/>
              </a:spcBef>
            </a:pPr>
            <a:fld id="{9A0DB2DC-4C9A-4742-B13C-FB6460FD3503}" type="slidenum">
              <a:rPr lang="en-US" altLang="zh-CN" dirty="0"/>
            </a:fld>
            <a:endParaRPr lang="en-US" altLang="zh-CN" dirty="0"/>
          </a:p>
        </p:txBody>
      </p:sp>
      <p:sp>
        <p:nvSpPr>
          <p:cNvPr id="37891" name="Rectangle 2"/>
          <p:cNvSpPr>
            <a:spLocks noRot="1" noTextEdit="1"/>
          </p:cNvSpPr>
          <p:nvPr>
            <p:ph type="sldImg"/>
          </p:nvPr>
        </p:nvSpPr>
        <p:spPr/>
      </p:sp>
      <p:sp>
        <p:nvSpPr>
          <p:cNvPr id="37892" name="Rectangle 3"/>
          <p:cNvSpPr>
            <a:spLocks noGrp="1"/>
          </p:cNvSpPr>
          <p:nvPr>
            <p:ph type="body" idx="1"/>
          </p:nvPr>
        </p:nvSpPr>
        <p:spPr/>
        <p:txBody>
          <a:bodyPr wrap="square" lIns="91440" tIns="45720" rIns="91440" bIns="45720" anchor="t" anchorCtr="0"/>
          <a:p>
            <a:pPr lvl="0" eaLnBrk="1" hangingPunct="1"/>
            <a:endParaRPr lang="zh-CN" altLang="zh-CN" dirty="0"/>
          </a:p>
        </p:txBody>
      </p:sp>
    </p:spTree>
  </p:cSld>
  <p:clrMapOvr>
    <a:masterClrMapping/>
  </p:clrMapOvr>
</p:notes>
</file>

<file path=ppt/notesSlides/notesSlide3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39938" name="Rectangle 7"/>
          <p:cNvSpPr txBox="1">
            <a:spLocks noGrp="1"/>
          </p:cNvSpPr>
          <p:nvPr>
            <p:ph type="sldNum" sz="quarter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  <a:noFill/>
          <a:ln w="9525">
            <a:noFill/>
          </a:ln>
        </p:spPr>
        <p:txBody>
          <a:bodyPr anchor="b" anchorCtr="0"/>
          <a:p>
            <a:pPr lvl="0" algn="r" eaLnBrk="1" hangingPunct="1">
              <a:spcBef>
                <a:spcPct val="0"/>
              </a:spcBef>
            </a:pPr>
            <a:fld id="{9A0DB2DC-4C9A-4742-B13C-FB6460FD3503}" type="slidenum">
              <a:rPr lang="en-US" altLang="zh-CN" dirty="0"/>
            </a:fld>
            <a:endParaRPr lang="en-US" altLang="zh-CN" dirty="0"/>
          </a:p>
        </p:txBody>
      </p:sp>
      <p:sp>
        <p:nvSpPr>
          <p:cNvPr id="39939" name="Rectangle 2"/>
          <p:cNvSpPr>
            <a:spLocks noRot="1" noTextEdit="1"/>
          </p:cNvSpPr>
          <p:nvPr>
            <p:ph type="sldImg"/>
          </p:nvPr>
        </p:nvSpPr>
        <p:spPr/>
      </p:sp>
      <p:sp>
        <p:nvSpPr>
          <p:cNvPr id="39940" name="Rectangle 3"/>
          <p:cNvSpPr>
            <a:spLocks noGrp="1"/>
          </p:cNvSpPr>
          <p:nvPr>
            <p:ph type="body" idx="1"/>
          </p:nvPr>
        </p:nvSpPr>
        <p:spPr/>
        <p:txBody>
          <a:bodyPr wrap="square" lIns="91440" tIns="45720" rIns="91440" bIns="45720" anchor="t" anchorCtr="0"/>
          <a:p>
            <a:pPr lvl="0" eaLnBrk="1" hangingPunct="1"/>
            <a:endParaRPr lang="zh-CN" altLang="zh-CN" dirty="0"/>
          </a:p>
        </p:txBody>
      </p:sp>
    </p:spTree>
  </p:cSld>
  <p:clrMapOvr>
    <a:masterClrMapping/>
  </p:clrMapOvr>
</p:notes>
</file>

<file path=ppt/notesSlides/notesSlide3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41986" name="Rectangle 7"/>
          <p:cNvSpPr txBox="1">
            <a:spLocks noGrp="1"/>
          </p:cNvSpPr>
          <p:nvPr>
            <p:ph type="sldNum" sz="quarter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  <a:noFill/>
          <a:ln w="9525">
            <a:noFill/>
          </a:ln>
        </p:spPr>
        <p:txBody>
          <a:bodyPr anchor="b" anchorCtr="0"/>
          <a:p>
            <a:pPr lvl="0" algn="r" eaLnBrk="1" hangingPunct="1">
              <a:spcBef>
                <a:spcPct val="0"/>
              </a:spcBef>
            </a:pPr>
            <a:fld id="{9A0DB2DC-4C9A-4742-B13C-FB6460FD3503}" type="slidenum">
              <a:rPr lang="en-US" altLang="zh-CN" dirty="0"/>
            </a:fld>
            <a:endParaRPr lang="en-US" altLang="zh-CN" dirty="0"/>
          </a:p>
        </p:txBody>
      </p:sp>
      <p:sp>
        <p:nvSpPr>
          <p:cNvPr id="41987" name="Rectangle 2"/>
          <p:cNvSpPr>
            <a:spLocks noRot="1" noTextEdit="1"/>
          </p:cNvSpPr>
          <p:nvPr>
            <p:ph type="sldImg"/>
          </p:nvPr>
        </p:nvSpPr>
        <p:spPr/>
      </p:sp>
      <p:sp>
        <p:nvSpPr>
          <p:cNvPr id="41988" name="Rectangle 3"/>
          <p:cNvSpPr>
            <a:spLocks noGrp="1"/>
          </p:cNvSpPr>
          <p:nvPr>
            <p:ph type="body" idx="1"/>
          </p:nvPr>
        </p:nvSpPr>
        <p:spPr/>
        <p:txBody>
          <a:bodyPr wrap="square" lIns="91440" tIns="45720" rIns="91440" bIns="45720" anchor="t" anchorCtr="0"/>
          <a:p>
            <a:pPr lvl="0" eaLnBrk="1" hangingPunct="1"/>
            <a:endParaRPr lang="zh-CN" altLang="zh-CN" dirty="0"/>
          </a:p>
        </p:txBody>
      </p:sp>
    </p:spTree>
  </p:cSld>
  <p:clrMapOvr>
    <a:masterClrMapping/>
  </p:clrMapOvr>
</p:notes>
</file>

<file path=ppt/notesSlides/notesSlide3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44034" name="Rectangle 7"/>
          <p:cNvSpPr txBox="1">
            <a:spLocks noGrp="1"/>
          </p:cNvSpPr>
          <p:nvPr>
            <p:ph type="sldNum" sz="quarter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  <a:noFill/>
          <a:ln w="9525">
            <a:noFill/>
          </a:ln>
        </p:spPr>
        <p:txBody>
          <a:bodyPr anchor="b" anchorCtr="0"/>
          <a:p>
            <a:pPr lvl="0" algn="r" eaLnBrk="1" hangingPunct="1">
              <a:spcBef>
                <a:spcPct val="0"/>
              </a:spcBef>
            </a:pPr>
            <a:fld id="{9A0DB2DC-4C9A-4742-B13C-FB6460FD3503}" type="slidenum">
              <a:rPr lang="en-US" altLang="zh-CN" dirty="0"/>
            </a:fld>
            <a:endParaRPr lang="en-US" altLang="zh-CN" dirty="0"/>
          </a:p>
        </p:txBody>
      </p:sp>
      <p:sp>
        <p:nvSpPr>
          <p:cNvPr id="44035" name="Rectangle 2"/>
          <p:cNvSpPr>
            <a:spLocks noRot="1" noTextEdit="1"/>
          </p:cNvSpPr>
          <p:nvPr>
            <p:ph type="sldImg"/>
          </p:nvPr>
        </p:nvSpPr>
        <p:spPr/>
      </p:sp>
      <p:sp>
        <p:nvSpPr>
          <p:cNvPr id="44036" name="Rectangle 3"/>
          <p:cNvSpPr>
            <a:spLocks noGrp="1"/>
          </p:cNvSpPr>
          <p:nvPr>
            <p:ph type="body" idx="1"/>
          </p:nvPr>
        </p:nvSpPr>
        <p:spPr/>
        <p:txBody>
          <a:bodyPr wrap="square" lIns="91440" tIns="45720" rIns="91440" bIns="45720" anchor="t" anchorCtr="0"/>
          <a:p>
            <a:pPr lvl="0" eaLnBrk="1" hangingPunct="1"/>
            <a:endParaRPr lang="zh-CN" altLang="zh-CN" dirty="0"/>
          </a:p>
        </p:txBody>
      </p:sp>
    </p:spTree>
  </p:cSld>
  <p:clrMapOvr>
    <a:masterClrMapping/>
  </p:clrMapOvr>
</p:notes>
</file>

<file path=ppt/notesSlides/notesSlide3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48130" name="Rectangle 7"/>
          <p:cNvSpPr txBox="1">
            <a:spLocks noGrp="1"/>
          </p:cNvSpPr>
          <p:nvPr>
            <p:ph type="sldNum" sz="quarter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  <a:noFill/>
          <a:ln w="9525">
            <a:noFill/>
          </a:ln>
        </p:spPr>
        <p:txBody>
          <a:bodyPr anchor="b" anchorCtr="0"/>
          <a:p>
            <a:pPr lvl="0" algn="r" eaLnBrk="1" hangingPunct="1">
              <a:spcBef>
                <a:spcPct val="0"/>
              </a:spcBef>
            </a:pPr>
            <a:fld id="{9A0DB2DC-4C9A-4742-B13C-FB6460FD3503}" type="slidenum">
              <a:rPr lang="en-US" altLang="zh-CN" dirty="0"/>
            </a:fld>
            <a:endParaRPr lang="en-US" altLang="zh-CN" dirty="0"/>
          </a:p>
        </p:txBody>
      </p:sp>
      <p:sp>
        <p:nvSpPr>
          <p:cNvPr id="48131" name="Rectangle 2"/>
          <p:cNvSpPr>
            <a:spLocks noRot="1" noTextEdit="1"/>
          </p:cNvSpPr>
          <p:nvPr>
            <p:ph type="sldImg"/>
          </p:nvPr>
        </p:nvSpPr>
        <p:spPr/>
      </p:sp>
      <p:sp>
        <p:nvSpPr>
          <p:cNvPr id="48132" name="Rectangle 3"/>
          <p:cNvSpPr>
            <a:spLocks noGrp="1"/>
          </p:cNvSpPr>
          <p:nvPr>
            <p:ph type="body" idx="1"/>
          </p:nvPr>
        </p:nvSpPr>
        <p:spPr/>
        <p:txBody>
          <a:bodyPr wrap="square" lIns="91440" tIns="45720" rIns="91440" bIns="45720" anchor="t" anchorCtr="0"/>
          <a:p>
            <a:pPr lvl="0" eaLnBrk="1" hangingPunct="1"/>
            <a:endParaRPr lang="zh-CN" altLang="zh-CN" dirty="0"/>
          </a:p>
        </p:txBody>
      </p:sp>
    </p:spTree>
  </p:cSld>
  <p:clrMapOvr>
    <a:masterClrMapping/>
  </p:clrMapOvr>
</p:notes>
</file>

<file path=ppt/notesSlides/notesSlide3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50178" name="Rectangle 7"/>
          <p:cNvSpPr txBox="1">
            <a:spLocks noGrp="1"/>
          </p:cNvSpPr>
          <p:nvPr>
            <p:ph type="sldNum" sz="quarter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  <a:noFill/>
          <a:ln w="9525">
            <a:noFill/>
          </a:ln>
        </p:spPr>
        <p:txBody>
          <a:bodyPr anchor="b" anchorCtr="0"/>
          <a:p>
            <a:pPr lvl="0" algn="r" eaLnBrk="1" hangingPunct="1">
              <a:spcBef>
                <a:spcPct val="0"/>
              </a:spcBef>
            </a:pPr>
            <a:fld id="{9A0DB2DC-4C9A-4742-B13C-FB6460FD3503}" type="slidenum">
              <a:rPr lang="en-US" altLang="zh-CN" dirty="0"/>
            </a:fld>
            <a:endParaRPr lang="en-US" altLang="zh-CN" dirty="0"/>
          </a:p>
        </p:txBody>
      </p:sp>
      <p:sp>
        <p:nvSpPr>
          <p:cNvPr id="50179" name="Rectangle 2"/>
          <p:cNvSpPr>
            <a:spLocks noRot="1" noTextEdit="1"/>
          </p:cNvSpPr>
          <p:nvPr>
            <p:ph type="sldImg"/>
          </p:nvPr>
        </p:nvSpPr>
        <p:spPr/>
      </p:sp>
      <p:sp>
        <p:nvSpPr>
          <p:cNvPr id="50180" name="Rectangle 3"/>
          <p:cNvSpPr>
            <a:spLocks noGrp="1"/>
          </p:cNvSpPr>
          <p:nvPr>
            <p:ph type="body" idx="1"/>
          </p:nvPr>
        </p:nvSpPr>
        <p:spPr/>
        <p:txBody>
          <a:bodyPr wrap="square" lIns="91440" tIns="45720" rIns="91440" bIns="45720" anchor="t" anchorCtr="0"/>
          <a:p>
            <a:pPr lvl="0" eaLnBrk="1" hangingPunct="1"/>
            <a:endParaRPr lang="zh-CN" altLang="zh-CN" dirty="0"/>
          </a:p>
        </p:txBody>
      </p:sp>
    </p:spTree>
  </p:cSld>
  <p:clrMapOvr>
    <a:masterClrMapping/>
  </p:clrMapOvr>
</p:notes>
</file>

<file path=ppt/notesSlides/notesSlide3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52226" name="Rectangle 7"/>
          <p:cNvSpPr txBox="1">
            <a:spLocks noGrp="1"/>
          </p:cNvSpPr>
          <p:nvPr>
            <p:ph type="sldNum" sz="quarter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  <a:noFill/>
          <a:ln w="9525">
            <a:noFill/>
          </a:ln>
        </p:spPr>
        <p:txBody>
          <a:bodyPr anchor="b" anchorCtr="0"/>
          <a:p>
            <a:pPr lvl="0" algn="r" eaLnBrk="1" hangingPunct="1">
              <a:spcBef>
                <a:spcPct val="0"/>
              </a:spcBef>
            </a:pPr>
            <a:fld id="{9A0DB2DC-4C9A-4742-B13C-FB6460FD3503}" type="slidenum">
              <a:rPr lang="en-US" altLang="zh-CN" dirty="0"/>
            </a:fld>
            <a:endParaRPr lang="en-US" altLang="zh-CN" dirty="0"/>
          </a:p>
        </p:txBody>
      </p:sp>
      <p:sp>
        <p:nvSpPr>
          <p:cNvPr id="52227" name="Rectangle 2"/>
          <p:cNvSpPr>
            <a:spLocks noRot="1" noTextEdit="1"/>
          </p:cNvSpPr>
          <p:nvPr>
            <p:ph type="sldImg"/>
          </p:nvPr>
        </p:nvSpPr>
        <p:spPr/>
      </p:sp>
      <p:sp>
        <p:nvSpPr>
          <p:cNvPr id="52228" name="Rectangle 3"/>
          <p:cNvSpPr>
            <a:spLocks noGrp="1"/>
          </p:cNvSpPr>
          <p:nvPr>
            <p:ph type="body" idx="1"/>
          </p:nvPr>
        </p:nvSpPr>
        <p:spPr/>
        <p:txBody>
          <a:bodyPr wrap="square" lIns="91440" tIns="45720" rIns="91440" bIns="45720" anchor="t" anchorCtr="0"/>
          <a:p>
            <a:pPr lvl="0" eaLnBrk="1" hangingPunct="1"/>
            <a:endParaRPr lang="zh-CN" altLang="zh-CN" dirty="0"/>
          </a:p>
        </p:txBody>
      </p:sp>
    </p:spTree>
  </p:cSld>
  <p:clrMapOvr>
    <a:masterClrMapping/>
  </p:clrMapOvr>
</p:notes>
</file>

<file path=ppt/notesSlides/notesSlide3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54274" name="Rectangle 7"/>
          <p:cNvSpPr txBox="1">
            <a:spLocks noGrp="1"/>
          </p:cNvSpPr>
          <p:nvPr>
            <p:ph type="sldNum" sz="quarter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  <a:noFill/>
          <a:ln w="9525">
            <a:noFill/>
          </a:ln>
        </p:spPr>
        <p:txBody>
          <a:bodyPr anchor="b" anchorCtr="0"/>
          <a:p>
            <a:pPr lvl="0" algn="r" eaLnBrk="1" hangingPunct="1">
              <a:spcBef>
                <a:spcPct val="0"/>
              </a:spcBef>
            </a:pPr>
            <a:fld id="{9A0DB2DC-4C9A-4742-B13C-FB6460FD3503}" type="slidenum">
              <a:rPr lang="en-US" altLang="zh-CN" dirty="0"/>
            </a:fld>
            <a:endParaRPr lang="en-US" altLang="zh-CN" dirty="0"/>
          </a:p>
        </p:txBody>
      </p:sp>
      <p:sp>
        <p:nvSpPr>
          <p:cNvPr id="54275" name="Rectangle 2"/>
          <p:cNvSpPr>
            <a:spLocks noRot="1" noTextEdit="1"/>
          </p:cNvSpPr>
          <p:nvPr>
            <p:ph type="sldImg"/>
          </p:nvPr>
        </p:nvSpPr>
        <p:spPr/>
      </p:sp>
      <p:sp>
        <p:nvSpPr>
          <p:cNvPr id="54276" name="Rectangle 3"/>
          <p:cNvSpPr>
            <a:spLocks noGrp="1"/>
          </p:cNvSpPr>
          <p:nvPr>
            <p:ph type="body" idx="1"/>
          </p:nvPr>
        </p:nvSpPr>
        <p:spPr/>
        <p:txBody>
          <a:bodyPr wrap="square" lIns="91440" tIns="45720" rIns="91440" bIns="45720" anchor="t" anchorCtr="0"/>
          <a:p>
            <a:pPr lvl="0" eaLnBrk="1" hangingPunct="1"/>
            <a:r>
              <a:rPr lang="zh-CN" altLang="en-US" dirty="0"/>
              <a:t>用例子演示 </a:t>
            </a:r>
            <a:r>
              <a:rPr lang="en-US" altLang="zh-CN" dirty="0"/>
              <a:t>4 1 3 2 3</a:t>
            </a:r>
            <a:endParaRPr lang="en-US" altLang="zh-CN" dirty="0"/>
          </a:p>
          <a:p>
            <a:pPr lvl="0" eaLnBrk="1" hangingPunct="1"/>
            <a:endParaRPr lang="en-US" altLang="zh-CN" dirty="0"/>
          </a:p>
        </p:txBody>
      </p:sp>
    </p:spTree>
  </p:cSld>
  <p:clrMapOvr>
    <a:masterClrMapping/>
  </p:clrMapOvr>
</p:notes>
</file>

<file path=ppt/notesSlides/notesSlide3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56322" name="Rectangle 7"/>
          <p:cNvSpPr txBox="1">
            <a:spLocks noGrp="1"/>
          </p:cNvSpPr>
          <p:nvPr>
            <p:ph type="sldNum" sz="quarter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  <a:noFill/>
          <a:ln w="9525">
            <a:noFill/>
          </a:ln>
        </p:spPr>
        <p:txBody>
          <a:bodyPr anchor="b" anchorCtr="0"/>
          <a:p>
            <a:pPr lvl="0" algn="r" eaLnBrk="1" hangingPunct="1">
              <a:spcBef>
                <a:spcPct val="0"/>
              </a:spcBef>
            </a:pPr>
            <a:fld id="{9A0DB2DC-4C9A-4742-B13C-FB6460FD3503}" type="slidenum">
              <a:rPr lang="en-US" altLang="zh-CN" dirty="0"/>
            </a:fld>
            <a:endParaRPr lang="en-US" altLang="zh-CN" dirty="0"/>
          </a:p>
        </p:txBody>
      </p:sp>
      <p:sp>
        <p:nvSpPr>
          <p:cNvPr id="56323" name="Rectangle 2"/>
          <p:cNvSpPr>
            <a:spLocks noRot="1" noTextEdit="1"/>
          </p:cNvSpPr>
          <p:nvPr>
            <p:ph type="sldImg"/>
          </p:nvPr>
        </p:nvSpPr>
        <p:spPr/>
      </p:sp>
      <p:sp>
        <p:nvSpPr>
          <p:cNvPr id="56324" name="Rectangle 3"/>
          <p:cNvSpPr>
            <a:spLocks noGrp="1"/>
          </p:cNvSpPr>
          <p:nvPr>
            <p:ph type="body" idx="1"/>
          </p:nvPr>
        </p:nvSpPr>
        <p:spPr/>
        <p:txBody>
          <a:bodyPr wrap="square" lIns="91440" tIns="45720" rIns="91440" bIns="45720" anchor="t" anchorCtr="0"/>
          <a:p>
            <a:pPr lvl="0" eaLnBrk="1" hangingPunct="1"/>
            <a:r>
              <a:rPr lang="zh-CN" altLang="en-US" dirty="0"/>
              <a:t>用例子走一遍</a:t>
            </a:r>
            <a:endParaRPr lang="zh-CN" altLang="en-US" dirty="0"/>
          </a:p>
        </p:txBody>
      </p:sp>
    </p:spTree>
  </p:cSld>
  <p:clrMapOvr>
    <a:masterClrMapping/>
  </p:clrMapOvr>
</p:notes>
</file>

<file path=ppt/notesSlides/notesSlide3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60418" name="Rectangle 7"/>
          <p:cNvSpPr txBox="1">
            <a:spLocks noGrp="1"/>
          </p:cNvSpPr>
          <p:nvPr>
            <p:ph type="sldNum" sz="quarter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  <a:noFill/>
          <a:ln w="9525">
            <a:noFill/>
          </a:ln>
        </p:spPr>
        <p:txBody>
          <a:bodyPr anchor="b" anchorCtr="0"/>
          <a:p>
            <a:pPr lvl="0" algn="r" eaLnBrk="1" hangingPunct="1">
              <a:spcBef>
                <a:spcPct val="0"/>
              </a:spcBef>
            </a:pPr>
            <a:fld id="{9A0DB2DC-4C9A-4742-B13C-FB6460FD3503}" type="slidenum">
              <a:rPr lang="en-US" altLang="zh-CN" dirty="0"/>
            </a:fld>
            <a:endParaRPr lang="en-US" altLang="zh-CN" dirty="0"/>
          </a:p>
        </p:txBody>
      </p:sp>
      <p:sp>
        <p:nvSpPr>
          <p:cNvPr id="60419" name="Rectangle 2"/>
          <p:cNvSpPr>
            <a:spLocks noRot="1" noTextEdit="1"/>
          </p:cNvSpPr>
          <p:nvPr>
            <p:ph type="sldImg"/>
          </p:nvPr>
        </p:nvSpPr>
        <p:spPr/>
      </p:sp>
      <p:sp>
        <p:nvSpPr>
          <p:cNvPr id="60420" name="Rectangle 3"/>
          <p:cNvSpPr>
            <a:spLocks noGrp="1"/>
          </p:cNvSpPr>
          <p:nvPr>
            <p:ph type="body" idx="1"/>
          </p:nvPr>
        </p:nvSpPr>
        <p:spPr/>
        <p:txBody>
          <a:bodyPr wrap="square" lIns="91440" tIns="45720" rIns="91440" bIns="45720" anchor="t" anchorCtr="0"/>
          <a:p>
            <a:pPr lvl="0" eaLnBrk="1" hangingPunct="1"/>
            <a:r>
              <a:rPr lang="zh-CN" altLang="en-US" dirty="0"/>
              <a:t>用例子走一遍</a:t>
            </a:r>
            <a:endParaRPr lang="zh-CN" altLang="en-US" dirty="0"/>
          </a:p>
        </p:txBody>
      </p:sp>
    </p:spTree>
  </p:cSld>
  <p:clrMapOvr>
    <a:masterClrMapping/>
  </p:clrMapOvr>
</p:notes>
</file>

<file path=ppt/notesSlides/notesSlide4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62466" name="Rectangle 7"/>
          <p:cNvSpPr txBox="1">
            <a:spLocks noGrp="1"/>
          </p:cNvSpPr>
          <p:nvPr>
            <p:ph type="sldNum" sz="quarter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  <a:noFill/>
          <a:ln w="9525">
            <a:noFill/>
          </a:ln>
        </p:spPr>
        <p:txBody>
          <a:bodyPr anchor="b" anchorCtr="0"/>
          <a:p>
            <a:pPr lvl="0" algn="r" eaLnBrk="1" hangingPunct="1">
              <a:spcBef>
                <a:spcPct val="0"/>
              </a:spcBef>
            </a:pPr>
            <a:fld id="{9A0DB2DC-4C9A-4742-B13C-FB6460FD3503}" type="slidenum">
              <a:rPr lang="en-US" altLang="zh-CN" dirty="0"/>
            </a:fld>
            <a:endParaRPr lang="en-US" altLang="zh-CN" dirty="0"/>
          </a:p>
        </p:txBody>
      </p:sp>
      <p:sp>
        <p:nvSpPr>
          <p:cNvPr id="62467" name="Rectangle 2"/>
          <p:cNvSpPr>
            <a:spLocks noRot="1" noTextEdit="1"/>
          </p:cNvSpPr>
          <p:nvPr>
            <p:ph type="sldImg"/>
          </p:nvPr>
        </p:nvSpPr>
        <p:spPr/>
      </p:sp>
      <p:sp>
        <p:nvSpPr>
          <p:cNvPr id="62468" name="Rectangle 3"/>
          <p:cNvSpPr>
            <a:spLocks noGrp="1"/>
          </p:cNvSpPr>
          <p:nvPr>
            <p:ph type="body" idx="1"/>
          </p:nvPr>
        </p:nvSpPr>
        <p:spPr/>
        <p:txBody>
          <a:bodyPr wrap="square" lIns="91440" tIns="45720" rIns="91440" bIns="45720" anchor="t" anchorCtr="0"/>
          <a:p>
            <a:pPr lvl="0" eaLnBrk="1" hangingPunct="1"/>
            <a:r>
              <a:rPr lang="zh-CN" altLang="en-US" dirty="0"/>
              <a:t>用例子走一遍</a:t>
            </a:r>
            <a:endParaRPr lang="zh-CN" altLang="en-US" dirty="0"/>
          </a:p>
        </p:txBody>
      </p:sp>
    </p:spTree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eg"/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eg"/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eg"/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eg"/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eg"/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eg"/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eg"/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eg"/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eg"/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eg"/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eg"/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eg"/><Relationship Id="rId1" Type="http://schemas.openxmlformats.org/officeDocument/2006/relationships/slideMaster" Target="../slideMasters/slideMaster1.xml"/></Relationships>
</file>

<file path=ppt/slideLayouts/_rels/slideLayout13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eg"/><Relationship Id="rId1" Type="http://schemas.openxmlformats.org/officeDocument/2006/relationships/slideMaster" Target="../slideMasters/slideMaster1.xml"/></Relationships>
</file>

<file path=ppt/slideLayouts/_rels/slideLayout14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eg"/><Relationship Id="rId1" Type="http://schemas.openxmlformats.org/officeDocument/2006/relationships/slideMaster" Target="../slideMasters/slideMaster1.xml"/></Relationships>
</file>

<file path=ppt/slideLayouts/_rels/slideLayout15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eg"/><Relationship Id="rId1" Type="http://schemas.openxmlformats.org/officeDocument/2006/relationships/slideMaster" Target="../slideMasters/slideMaster1.xml"/></Relationships>
</file>

<file path=ppt/slideLayouts/_rels/slideLayout16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eg"/><Relationship Id="rId1" Type="http://schemas.openxmlformats.org/officeDocument/2006/relationships/slideMaster" Target="../slideMasters/slideMaster1.xml"/></Relationships>
</file>

<file path=ppt/slideLayouts/_rels/slideLayout17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eg"/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 showMasterSp="0">
  <p:cSld name="标题幻灯片">
    <p:bg>
      <p:bgPr>
        <a:blipFill rotWithShape="0">
          <a:blip r:embed="rId2"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AutoShape 5">
            <a:hlinkClick r:id="" action="ppaction://noaction" highlightClick="1"/>
          </p:cNvPr>
          <p:cNvSpPr>
            <a:spLocks noChangeArrowheads="1"/>
          </p:cNvSpPr>
          <p:nvPr/>
        </p:nvSpPr>
        <p:spPr bwMode="auto">
          <a:xfrm>
            <a:off x="11734800" y="6400800"/>
            <a:ext cx="457200" cy="457200"/>
          </a:xfrm>
          <a:prstGeom prst="actionButtonBeginning">
            <a:avLst/>
          </a:prstGeom>
          <a:solidFill>
            <a:srgbClr val="002060"/>
          </a:solidFill>
          <a:ln w="9525">
            <a:solidFill>
              <a:schemeClr val="bg1"/>
            </a:solidFill>
            <a:miter lim="800000"/>
          </a:ln>
        </p:spPr>
        <p:txBody>
          <a:bodyPr wrap="none" anchor="ctr"/>
          <a:lstStyle>
            <a:lvl1pPr eaLnBrk="0" hangingPunct="0">
              <a:spcBef>
                <a:spcPct val="20000"/>
              </a:spcBef>
              <a:buClr>
                <a:schemeClr val="hlink"/>
              </a:buClr>
              <a:buSzPct val="80000"/>
              <a:buFont typeface="Wingdings" panose="05000000000000000000" pitchFamily="2" charset="2"/>
              <a:buChar char="n"/>
              <a:defRPr sz="32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1pPr>
            <a:lvl2pPr marL="742950" indent="-285750" eaLnBrk="0" hangingPunct="0">
              <a:spcBef>
                <a:spcPct val="20000"/>
              </a:spcBef>
              <a:buClr>
                <a:schemeClr val="tx1"/>
              </a:buClr>
              <a:buChar char="–"/>
              <a:defRPr sz="28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2pPr>
            <a:lvl3pPr marL="1143000" indent="-228600" eaLnBrk="0" hangingPunct="0">
              <a:spcBef>
                <a:spcPct val="20000"/>
              </a:spcBef>
              <a:buClr>
                <a:schemeClr val="hlink"/>
              </a:buClr>
              <a:buFont typeface="Wingdings" panose="05000000000000000000" pitchFamily="2" charset="2"/>
              <a:buChar char="§"/>
              <a:defRPr sz="24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3pPr>
            <a:lvl4pPr marL="1600200" indent="-228600" eaLnBrk="0" hangingPunct="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4pPr>
            <a:lvl5pPr marL="2057400" indent="-228600" eaLnBrk="0" hangingPunct="0">
              <a:spcBef>
                <a:spcPct val="20000"/>
              </a:spcBef>
              <a:buClr>
                <a:schemeClr val="hlink"/>
              </a:buClr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9pPr>
          </a:lstStyle>
          <a:p>
            <a:pPr marL="0" marR="0" lvl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0" lang="zh-CN" altLang="en-US" sz="1800" b="1" i="0" u="none" strike="noStrike" kern="1200" cap="none" spc="0" normalizeH="0" baseline="0" noProof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Tahoma" panose="020B0604030504040204" pitchFamily="34" charset="0"/>
              <a:ea typeface="宋体" panose="02010600030101010101" pitchFamily="2" charset="-122"/>
              <a:cs typeface="+mn-cs"/>
            </a:endParaRPr>
          </a:p>
        </p:txBody>
      </p:sp>
      <p:sp>
        <p:nvSpPr>
          <p:cNvPr id="11269" name="Rectangle 5"/>
          <p:cNvSpPr>
            <a:spLocks noGrp="1" noChangeArrowheads="1"/>
          </p:cNvSpPr>
          <p:nvPr>
            <p:ph type="subTitle" sz="quarter" idx="1"/>
          </p:nvPr>
        </p:nvSpPr>
        <p:spPr>
          <a:xfrm>
            <a:off x="1828800" y="3886200"/>
            <a:ext cx="8534400" cy="1752600"/>
          </a:xfrm>
        </p:spPr>
        <p:txBody>
          <a:bodyPr/>
          <a:lstStyle>
            <a:lvl1pPr marL="0" indent="0" algn="ctr">
              <a:buFont typeface="Wingdings" panose="05000000000000000000" pitchFamily="2" charset="2"/>
              <a:buNone/>
              <a:defRPr/>
            </a:lvl1pPr>
          </a:lstStyle>
          <a:p>
            <a:r>
              <a:rPr lang="zh-CN" altLang="en-US" noProof="1"/>
              <a:t>单击此处编辑母版副标题样式</a:t>
            </a:r>
            <a:endParaRPr lang="zh-CN" altLang="en-US" noProof="1"/>
          </a:p>
        </p:txBody>
      </p:sp>
      <p:sp>
        <p:nvSpPr>
          <p:cNvPr id="11273" name="Rectangle 9"/>
          <p:cNvSpPr>
            <a:spLocks noGrp="1" noChangeArrowheads="1"/>
          </p:cNvSpPr>
          <p:nvPr>
            <p:ph type="ctrTitle" sz="quarter"/>
          </p:nvPr>
        </p:nvSpPr>
        <p:spPr>
          <a:xfrm>
            <a:off x="914400" y="1768480"/>
            <a:ext cx="10363200" cy="1736725"/>
          </a:xfrm>
        </p:spPr>
        <p:txBody>
          <a:bodyPr anchor="b" anchorCtr="1"/>
          <a:lstStyle>
            <a:lvl1pPr>
              <a:defRPr sz="5400"/>
            </a:lvl1pPr>
          </a:lstStyle>
          <a:p>
            <a:r>
              <a:rPr lang="zh-CN" altLang="en-US" noProof="1"/>
              <a:t>单击此处编辑母版标题样式</a:t>
            </a:r>
            <a:endParaRPr lang="zh-CN" altLang="en-US" noProof="1"/>
          </a:p>
        </p:txBody>
      </p:sp>
      <p:sp>
        <p:nvSpPr>
          <p:cNvPr id="9" name="Rectangle 6"/>
          <p:cNvSpPr>
            <a:spLocks noGrp="1" noChangeArrowheads="1"/>
          </p:cNvSpPr>
          <p:nvPr>
            <p:ph type="dt" sz="quarter" idx="2"/>
          </p:nvPr>
        </p:nvSpPr>
        <p:spPr bwMode="auto">
          <a:xfrm>
            <a:off x="609600" y="6248400"/>
            <a:ext cx="2844800" cy="457200"/>
          </a:xfrm>
          <a:prstGeom prst="rect">
            <a:avLst/>
          </a:prstGeom>
          <a:ln>
            <a:miter lim="800000"/>
          </a:ln>
        </p:spPr>
        <p:txBody>
          <a:bodyPr vert="horz" wrap="square" lIns="91440" tIns="45720" rIns="91440" bIns="45720" numCol="1" anchor="b" anchorCtr="0" compatLnSpc="1"/>
          <a:lstStyle>
            <a:lvl1pPr>
              <a:defRPr/>
            </a:lvl1pPr>
          </a:lstStyle>
          <a:p>
            <a:pPr marL="0" marR="0" lvl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0" lang="en-US" altLang="zh-CN" sz="1200" b="0" i="0" u="none" strike="noStrike" kern="1200" cap="none" spc="0" normalizeH="0" baseline="0" noProof="0">
              <a:ln>
                <a:noFill/>
              </a:ln>
              <a:solidFill>
                <a:schemeClr val="tx1"/>
              </a:solidFill>
              <a:effectLst>
                <a:outerShdw blurRad="38100" dist="38100" dir="2700000" algn="tl">
                  <a:srgbClr val="000000"/>
                </a:outerShdw>
              </a:effectLst>
              <a:uLnTx/>
              <a:uFillTx/>
              <a:latin typeface="Tahoma" panose="020B0604030504040204" pitchFamily="34" charset="0"/>
              <a:ea typeface="宋体" panose="02010600030101010101" pitchFamily="2" charset="-122"/>
              <a:cs typeface="+mn-cs"/>
            </a:endParaRPr>
          </a:p>
        </p:txBody>
      </p:sp>
      <p:sp>
        <p:nvSpPr>
          <p:cNvPr id="10" name="Rectangle 7"/>
          <p:cNvSpPr>
            <a:spLocks noGrp="1" noChangeArrowheads="1"/>
          </p:cNvSpPr>
          <p:nvPr>
            <p:ph type="ftr" sz="quarter" idx="3"/>
          </p:nvPr>
        </p:nvSpPr>
        <p:spPr bwMode="auto">
          <a:xfrm>
            <a:off x="4165600" y="6248400"/>
            <a:ext cx="3860800" cy="457200"/>
          </a:xfrm>
          <a:prstGeom prst="rect">
            <a:avLst/>
          </a:prstGeom>
          <a:ln>
            <a:miter lim="800000"/>
          </a:ln>
        </p:spPr>
        <p:txBody>
          <a:bodyPr vert="horz" wrap="square" lIns="91440" tIns="45720" rIns="91440" bIns="45720" numCol="1" anchor="b" anchorCtr="0" compatLnSpc="1"/>
          <a:lstStyle>
            <a:lvl1pPr>
              <a:defRPr/>
            </a:lvl1pPr>
          </a:lstStyle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0" lang="en-US" altLang="zh-CN" sz="1200" b="0" i="0" u="none" strike="noStrike" kern="1200" cap="none" spc="0" normalizeH="0" baseline="0" noProof="0">
              <a:ln>
                <a:noFill/>
              </a:ln>
              <a:solidFill>
                <a:schemeClr val="tx1"/>
              </a:solidFill>
              <a:effectLst>
                <a:outerShdw blurRad="38100" dist="38100" dir="2700000" algn="tl">
                  <a:srgbClr val="000000"/>
                </a:outerShdw>
              </a:effectLst>
              <a:uLnTx/>
              <a:uFillTx/>
              <a:latin typeface="Tahoma" panose="020B0604030504040204" pitchFamily="34" charset="0"/>
              <a:ea typeface="宋体" panose="02010600030101010101" pitchFamily="2" charset="-122"/>
              <a:cs typeface="+mn-cs"/>
            </a:endParaRPr>
          </a:p>
        </p:txBody>
      </p:sp>
      <p:sp>
        <p:nvSpPr>
          <p:cNvPr id="12" name="Rectangle 8"/>
          <p:cNvSpPr>
            <a:spLocks noGrp="1" noChangeArrowheads="1"/>
          </p:cNvSpPr>
          <p:nvPr>
            <p:ph type="sldNum" sz="quarter" idx="4"/>
          </p:nvPr>
        </p:nvSpPr>
        <p:spPr bwMode="auto">
          <a:xfrm>
            <a:off x="8737600" y="6248400"/>
            <a:ext cx="2844800" cy="457200"/>
          </a:xfrm>
          <a:prstGeom prst="rect">
            <a:avLst/>
          </a:prstGeom>
          <a:ln>
            <a:miter lim="800000"/>
          </a:ln>
        </p:spPr>
        <p:txBody>
          <a:bodyPr vert="horz" wrap="square" lIns="91440" tIns="45720" rIns="91440" bIns="45720" numCol="1" anchor="b" anchorCtr="0" compatLnSpc="1"/>
          <a:lstStyle>
            <a:lvl1pPr>
              <a:defRPr/>
            </a:lvl1pPr>
          </a:lstStyle>
          <a:p>
            <a:pPr marL="0" marR="0" lvl="0" indent="0" algn="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fld id="{7F3DDB69-824A-410A-BACE-C34F47939D32}" type="slidenum">
              <a:rPr kumimoji="0" lang="en-US" altLang="zh-CN" sz="1200" b="0" i="0" u="none" strike="noStrike" kern="1200" cap="none" spc="0" normalizeH="0" baseline="0" noProof="0">
                <a:ln>
                  <a:noFill/>
                </a:ln>
                <a:solidFill>
                  <a:schemeClr val="tx1"/>
                </a:solidFill>
                <a:effectLst>
                  <a:outerShdw blurRad="38100" dist="38100" dir="2700000" algn="tl">
                    <a:srgbClr val="000000"/>
                  </a:outerShdw>
                </a:effectLst>
                <a:uLnTx/>
                <a:uFillTx/>
                <a:latin typeface="Tahoma" panose="020B0604030504040204" pitchFamily="34" charset="0"/>
                <a:ea typeface="宋体" panose="02010600030101010101" pitchFamily="2" charset="-122"/>
                <a:cs typeface="+mn-cs"/>
              </a:rPr>
            </a:fld>
            <a:endParaRPr kumimoji="0" lang="en-US" altLang="zh-CN" sz="1200" b="0" i="0" u="none" strike="noStrike" kern="1200" cap="none" spc="0" normalizeH="0" baseline="0" noProof="0" dirty="0">
              <a:ln>
                <a:noFill/>
              </a:ln>
              <a:solidFill>
                <a:schemeClr val="tx1"/>
              </a:solidFill>
              <a:effectLst>
                <a:outerShdw blurRad="38100" dist="38100" dir="2700000" algn="tl">
                  <a:srgbClr val="000000"/>
                </a:outerShdw>
              </a:effectLst>
              <a:uLnTx/>
              <a:uFillTx/>
              <a:latin typeface="Tahoma" panose="020B0604030504040204" pitchFamily="34" charset="0"/>
              <a:ea typeface="宋体" panose="02010600030101010101" pitchFamily="2" charset="-122"/>
              <a:cs typeface="+mn-cs"/>
            </a:endParaRPr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 showMasterSp="0">
  <p:cSld name="标题和内容">
    <p:bg>
      <p:bgPr>
        <a:blipFill rotWithShape="0">
          <a:blip r:embed="rId2"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AutoShape 5">
            <a:hlinkClick r:id="" action="ppaction://noaction" highlightClick="1"/>
          </p:cNvPr>
          <p:cNvSpPr>
            <a:spLocks noChangeArrowheads="1"/>
          </p:cNvSpPr>
          <p:nvPr/>
        </p:nvSpPr>
        <p:spPr bwMode="auto">
          <a:xfrm>
            <a:off x="11734800" y="6400800"/>
            <a:ext cx="457200" cy="457200"/>
          </a:xfrm>
          <a:prstGeom prst="actionButtonBeginning">
            <a:avLst/>
          </a:prstGeom>
          <a:solidFill>
            <a:srgbClr val="002060"/>
          </a:solidFill>
          <a:ln w="9525">
            <a:solidFill>
              <a:schemeClr val="bg1"/>
            </a:solidFill>
            <a:miter lim="800000"/>
          </a:ln>
        </p:spPr>
        <p:txBody>
          <a:bodyPr wrap="none" anchor="ctr"/>
          <a:lstStyle>
            <a:lvl1pPr eaLnBrk="0" hangingPunct="0">
              <a:spcBef>
                <a:spcPct val="20000"/>
              </a:spcBef>
              <a:buClr>
                <a:schemeClr val="hlink"/>
              </a:buClr>
              <a:buSzPct val="80000"/>
              <a:buFont typeface="Wingdings" panose="05000000000000000000" pitchFamily="2" charset="2"/>
              <a:buChar char="n"/>
              <a:defRPr sz="32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1pPr>
            <a:lvl2pPr marL="742950" indent="-285750" eaLnBrk="0" hangingPunct="0">
              <a:spcBef>
                <a:spcPct val="20000"/>
              </a:spcBef>
              <a:buClr>
                <a:schemeClr val="tx1"/>
              </a:buClr>
              <a:buChar char="–"/>
              <a:defRPr sz="28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2pPr>
            <a:lvl3pPr marL="1143000" indent="-228600" eaLnBrk="0" hangingPunct="0">
              <a:spcBef>
                <a:spcPct val="20000"/>
              </a:spcBef>
              <a:buClr>
                <a:schemeClr val="hlink"/>
              </a:buClr>
              <a:buFont typeface="Wingdings" panose="05000000000000000000" pitchFamily="2" charset="2"/>
              <a:buChar char="§"/>
              <a:defRPr sz="24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3pPr>
            <a:lvl4pPr marL="1600200" indent="-228600" eaLnBrk="0" hangingPunct="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4pPr>
            <a:lvl5pPr marL="2057400" indent="-228600" eaLnBrk="0" hangingPunct="0">
              <a:spcBef>
                <a:spcPct val="20000"/>
              </a:spcBef>
              <a:buClr>
                <a:schemeClr val="hlink"/>
              </a:buClr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9pPr>
          </a:lstStyle>
          <a:p>
            <a:pPr marL="0" marR="0" lvl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0" lang="zh-CN" altLang="en-US" sz="1800" b="1" i="0" u="none" strike="noStrike" kern="1200" cap="none" spc="0" normalizeH="0" baseline="0" noProof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Tahoma" panose="020B0604030504040204" pitchFamily="34" charset="0"/>
              <a:ea typeface="宋体" panose="02010600030101010101" pitchFamily="2" charset="-122"/>
              <a:cs typeface="+mn-cs"/>
            </a:endParaRPr>
          </a:p>
        </p:txBody>
      </p:sp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noProof="1"/>
              <a:t>单击此处编辑母版标题样式</a:t>
            </a:r>
            <a:endParaRPr lang="zh-CN" altLang="en-US" noProof="1"/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zh-CN" altLang="en-US" noProof="1"/>
              <a:t>单击此处编辑母版文本样式</a:t>
            </a:r>
            <a:endParaRPr lang="zh-CN" altLang="en-US" noProof="1"/>
          </a:p>
          <a:p>
            <a:pPr lvl="1"/>
            <a:r>
              <a:rPr lang="zh-CN" altLang="en-US" noProof="1"/>
              <a:t>第二级</a:t>
            </a:r>
            <a:endParaRPr lang="zh-CN" altLang="en-US" noProof="1"/>
          </a:p>
          <a:p>
            <a:pPr lvl="2"/>
            <a:r>
              <a:rPr lang="zh-CN" altLang="en-US" noProof="1"/>
              <a:t>第三级</a:t>
            </a:r>
            <a:endParaRPr lang="zh-CN" altLang="en-US" noProof="1"/>
          </a:p>
          <a:p>
            <a:pPr lvl="3"/>
            <a:r>
              <a:rPr lang="zh-CN" altLang="en-US" noProof="1"/>
              <a:t>第四级</a:t>
            </a:r>
            <a:endParaRPr lang="zh-CN" altLang="en-US" noProof="1"/>
          </a:p>
          <a:p>
            <a:pPr lvl="4"/>
            <a:r>
              <a:rPr lang="zh-CN" altLang="en-US" noProof="1"/>
              <a:t>第五级</a:t>
            </a:r>
            <a:endParaRPr lang="zh-CN" altLang="en-US" noProof="1"/>
          </a:p>
        </p:txBody>
      </p:sp>
      <p:sp>
        <p:nvSpPr>
          <p:cNvPr id="9" name="Rectangle 7"/>
          <p:cNvSpPr>
            <a:spLocks noGrp="1" noChangeArrowheads="1"/>
          </p:cNvSpPr>
          <p:nvPr>
            <p:ph type="dt" sz="half" idx="2"/>
          </p:nvPr>
        </p:nvSpPr>
        <p:spPr bwMode="auto">
          <a:xfrm>
            <a:off x="609600" y="6248400"/>
            <a:ext cx="2844800" cy="457200"/>
          </a:xfrm>
          <a:prstGeom prst="rect">
            <a:avLst/>
          </a:prstGeom>
          <a:ln>
            <a:miter lim="800000"/>
          </a:ln>
        </p:spPr>
        <p:txBody>
          <a:bodyPr vert="horz" wrap="square" lIns="91440" tIns="45720" rIns="91440" bIns="45720" numCol="1" anchor="b" anchorCtr="0" compatLnSpc="1"/>
          <a:lstStyle>
            <a:lvl1pPr>
              <a:defRPr/>
            </a:lvl1pPr>
          </a:lstStyle>
          <a:p>
            <a:pPr marL="0" marR="0" lvl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0" lang="en-US" altLang="zh-CN" sz="1200" b="0" i="0" u="none" strike="noStrike" kern="1200" cap="none" spc="0" normalizeH="0" baseline="0" noProof="0">
              <a:ln>
                <a:noFill/>
              </a:ln>
              <a:solidFill>
                <a:schemeClr val="tx1"/>
              </a:solidFill>
              <a:effectLst>
                <a:outerShdw blurRad="38100" dist="38100" dir="2700000" algn="tl">
                  <a:srgbClr val="000000"/>
                </a:outerShdw>
              </a:effectLst>
              <a:uLnTx/>
              <a:uFillTx/>
              <a:latin typeface="Tahoma" panose="020B0604030504040204" pitchFamily="34" charset="0"/>
              <a:ea typeface="宋体" panose="02010600030101010101" pitchFamily="2" charset="-122"/>
              <a:cs typeface="+mn-cs"/>
            </a:endParaRPr>
          </a:p>
        </p:txBody>
      </p:sp>
      <p:sp>
        <p:nvSpPr>
          <p:cNvPr id="10" name="Rectangle 8"/>
          <p:cNvSpPr>
            <a:spLocks noGrp="1" noChangeArrowheads="1"/>
          </p:cNvSpPr>
          <p:nvPr>
            <p:ph type="ftr" sz="quarter" idx="3"/>
          </p:nvPr>
        </p:nvSpPr>
        <p:spPr bwMode="auto">
          <a:xfrm>
            <a:off x="4165600" y="6248400"/>
            <a:ext cx="3860800" cy="457200"/>
          </a:xfrm>
          <a:prstGeom prst="rect">
            <a:avLst/>
          </a:prstGeom>
          <a:ln>
            <a:miter lim="800000"/>
          </a:ln>
        </p:spPr>
        <p:txBody>
          <a:bodyPr vert="horz" wrap="square" lIns="91440" tIns="45720" rIns="91440" bIns="45720" numCol="1" anchor="b" anchorCtr="0" compatLnSpc="1"/>
          <a:lstStyle>
            <a:lvl1pPr>
              <a:defRPr/>
            </a:lvl1pPr>
          </a:lstStyle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0" lang="en-US" altLang="zh-CN" sz="1200" b="0" i="0" u="none" strike="noStrike" kern="1200" cap="none" spc="0" normalizeH="0" baseline="0" noProof="0">
              <a:ln>
                <a:noFill/>
              </a:ln>
              <a:solidFill>
                <a:schemeClr val="tx1"/>
              </a:solidFill>
              <a:effectLst>
                <a:outerShdw blurRad="38100" dist="38100" dir="2700000" algn="tl">
                  <a:srgbClr val="000000"/>
                </a:outerShdw>
              </a:effectLst>
              <a:uLnTx/>
              <a:uFillTx/>
              <a:latin typeface="Tahoma" panose="020B0604030504040204" pitchFamily="34" charset="0"/>
              <a:ea typeface="宋体" panose="02010600030101010101" pitchFamily="2" charset="-122"/>
              <a:cs typeface="+mn-cs"/>
            </a:endParaRPr>
          </a:p>
        </p:txBody>
      </p:sp>
      <p:sp>
        <p:nvSpPr>
          <p:cNvPr id="12" name="Rectangle 9"/>
          <p:cNvSpPr>
            <a:spLocks noGrp="1" noChangeArrowheads="1"/>
          </p:cNvSpPr>
          <p:nvPr>
            <p:ph type="sldNum" sz="quarter" idx="4"/>
          </p:nvPr>
        </p:nvSpPr>
        <p:spPr bwMode="auto">
          <a:xfrm>
            <a:off x="8737600" y="6248400"/>
            <a:ext cx="2844800" cy="457200"/>
          </a:xfrm>
          <a:prstGeom prst="rect">
            <a:avLst/>
          </a:prstGeom>
          <a:ln>
            <a:miter lim="800000"/>
          </a:ln>
        </p:spPr>
        <p:txBody>
          <a:bodyPr vert="horz" wrap="square" lIns="91440" tIns="45720" rIns="91440" bIns="45720" numCol="1" anchor="b" anchorCtr="0" compatLnSpc="1"/>
          <a:lstStyle>
            <a:lvl1pPr>
              <a:defRPr/>
            </a:lvl1pPr>
          </a:lstStyle>
          <a:p>
            <a:pPr marL="0" marR="0" lvl="0" indent="0" algn="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fld id="{31C805D0-C51B-4D06-B57A-A19A2595D6C3}" type="slidenum">
              <a:rPr kumimoji="0" lang="en-US" altLang="zh-CN" sz="1200" b="0" i="0" u="none" strike="noStrike" kern="1200" cap="none" spc="0" normalizeH="0" baseline="0" noProof="0">
                <a:ln>
                  <a:noFill/>
                </a:ln>
                <a:solidFill>
                  <a:schemeClr val="tx1"/>
                </a:solidFill>
                <a:effectLst>
                  <a:outerShdw blurRad="38100" dist="38100" dir="2700000" algn="tl">
                    <a:srgbClr val="000000"/>
                  </a:outerShdw>
                </a:effectLst>
                <a:uLnTx/>
                <a:uFillTx/>
                <a:latin typeface="Tahoma" panose="020B0604030504040204" pitchFamily="34" charset="0"/>
                <a:ea typeface="宋体" panose="02010600030101010101" pitchFamily="2" charset="-122"/>
                <a:cs typeface="+mn-cs"/>
              </a:rPr>
            </a:fld>
            <a:endParaRPr kumimoji="0" lang="en-US" altLang="zh-CN" sz="1200" b="0" i="0" u="none" strike="noStrike" kern="1200" cap="none" spc="0" normalizeH="0" baseline="0" noProof="0">
              <a:ln>
                <a:noFill/>
              </a:ln>
              <a:solidFill>
                <a:schemeClr val="tx1"/>
              </a:solidFill>
              <a:effectLst>
                <a:outerShdw blurRad="38100" dist="38100" dir="2700000" algn="tl">
                  <a:srgbClr val="000000"/>
                </a:outerShdw>
              </a:effectLst>
              <a:uLnTx/>
              <a:uFillTx/>
              <a:latin typeface="Tahoma" panose="020B0604030504040204" pitchFamily="34" charset="0"/>
              <a:ea typeface="宋体" panose="02010600030101010101" pitchFamily="2" charset="-122"/>
              <a:cs typeface="+mn-cs"/>
            </a:endParaRPr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 showMasterSp="0">
  <p:cSld name="节标题">
    <p:bg>
      <p:bgPr>
        <a:blipFill rotWithShape="0">
          <a:blip r:embed="rId2"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AutoShape 5">
            <a:hlinkClick r:id="" action="ppaction://noaction" highlightClick="1"/>
          </p:cNvPr>
          <p:cNvSpPr>
            <a:spLocks noChangeArrowheads="1"/>
          </p:cNvSpPr>
          <p:nvPr/>
        </p:nvSpPr>
        <p:spPr bwMode="auto">
          <a:xfrm>
            <a:off x="11734800" y="6400800"/>
            <a:ext cx="457200" cy="457200"/>
          </a:xfrm>
          <a:prstGeom prst="actionButtonBeginning">
            <a:avLst/>
          </a:prstGeom>
          <a:solidFill>
            <a:srgbClr val="002060"/>
          </a:solidFill>
          <a:ln w="9525">
            <a:solidFill>
              <a:schemeClr val="bg1"/>
            </a:solidFill>
            <a:miter lim="800000"/>
          </a:ln>
        </p:spPr>
        <p:txBody>
          <a:bodyPr wrap="none" anchor="ctr"/>
          <a:lstStyle>
            <a:lvl1pPr eaLnBrk="0" hangingPunct="0">
              <a:spcBef>
                <a:spcPct val="20000"/>
              </a:spcBef>
              <a:buClr>
                <a:schemeClr val="hlink"/>
              </a:buClr>
              <a:buSzPct val="80000"/>
              <a:buFont typeface="Wingdings" panose="05000000000000000000" pitchFamily="2" charset="2"/>
              <a:buChar char="n"/>
              <a:defRPr sz="32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1pPr>
            <a:lvl2pPr marL="742950" indent="-285750" eaLnBrk="0" hangingPunct="0">
              <a:spcBef>
                <a:spcPct val="20000"/>
              </a:spcBef>
              <a:buClr>
                <a:schemeClr val="tx1"/>
              </a:buClr>
              <a:buChar char="–"/>
              <a:defRPr sz="28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2pPr>
            <a:lvl3pPr marL="1143000" indent="-228600" eaLnBrk="0" hangingPunct="0">
              <a:spcBef>
                <a:spcPct val="20000"/>
              </a:spcBef>
              <a:buClr>
                <a:schemeClr val="hlink"/>
              </a:buClr>
              <a:buFont typeface="Wingdings" panose="05000000000000000000" pitchFamily="2" charset="2"/>
              <a:buChar char="§"/>
              <a:defRPr sz="24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3pPr>
            <a:lvl4pPr marL="1600200" indent="-228600" eaLnBrk="0" hangingPunct="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4pPr>
            <a:lvl5pPr marL="2057400" indent="-228600" eaLnBrk="0" hangingPunct="0">
              <a:spcBef>
                <a:spcPct val="20000"/>
              </a:spcBef>
              <a:buClr>
                <a:schemeClr val="hlink"/>
              </a:buClr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9pPr>
          </a:lstStyle>
          <a:p>
            <a:pPr marL="0" marR="0" lvl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0" lang="zh-CN" altLang="en-US" sz="1800" b="1" i="0" u="none" strike="noStrike" kern="1200" cap="none" spc="0" normalizeH="0" baseline="0" noProof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Tahoma" panose="020B0604030504040204" pitchFamily="34" charset="0"/>
              <a:ea typeface="宋体" panose="02010600030101010101" pitchFamily="2" charset="-122"/>
              <a:cs typeface="+mn-cs"/>
            </a:endParaRPr>
          </a:p>
        </p:txBody>
      </p:sp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963084" y="4406905"/>
            <a:ext cx="103632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zh-CN" altLang="en-US" noProof="1"/>
              <a:t>单击此处编辑母版标题样式</a:t>
            </a:r>
            <a:endParaRPr lang="zh-CN" altLang="en-US" noProof="1"/>
          </a:p>
        </p:txBody>
      </p:sp>
      <p:sp>
        <p:nvSpPr>
          <p:cNvPr id="3" name="文本占位符 2"/>
          <p:cNvSpPr>
            <a:spLocks noGrp="1"/>
          </p:cNvSpPr>
          <p:nvPr>
            <p:ph type="body" idx="1"/>
          </p:nvPr>
        </p:nvSpPr>
        <p:spPr>
          <a:xfrm>
            <a:off x="963084" y="2906713"/>
            <a:ext cx="10363200" cy="1500187"/>
          </a:xfrm>
        </p:spPr>
        <p:txBody>
          <a:bodyPr anchor="b"/>
          <a:lstStyle>
            <a:lvl1pPr marL="0" indent="0">
              <a:buNone/>
              <a:defRPr sz="2000"/>
            </a:lvl1pPr>
            <a:lvl2pPr marL="457200" indent="0">
              <a:buNone/>
              <a:defRPr sz="1800"/>
            </a:lvl2pPr>
            <a:lvl3pPr marL="914400" indent="0">
              <a:buNone/>
              <a:defRPr sz="1600"/>
            </a:lvl3pPr>
            <a:lvl4pPr marL="1371600" indent="0">
              <a:buNone/>
              <a:defRPr sz="1400"/>
            </a:lvl4pPr>
            <a:lvl5pPr marL="1828800" indent="0">
              <a:buNone/>
              <a:defRPr sz="1400"/>
            </a:lvl5pPr>
            <a:lvl6pPr marL="2286000" indent="0">
              <a:buNone/>
              <a:defRPr sz="1400"/>
            </a:lvl6pPr>
            <a:lvl7pPr marL="2743200" indent="0">
              <a:buNone/>
              <a:defRPr sz="1400"/>
            </a:lvl7pPr>
            <a:lvl8pPr marL="3200400" indent="0">
              <a:buNone/>
              <a:defRPr sz="1400"/>
            </a:lvl8pPr>
            <a:lvl9pPr marL="3657600" indent="0">
              <a:buNone/>
              <a:defRPr sz="1400"/>
            </a:lvl9pPr>
          </a:lstStyle>
          <a:p>
            <a:pPr lvl="0"/>
            <a:r>
              <a:rPr lang="zh-CN" altLang="en-US" noProof="1"/>
              <a:t>单击此处编辑母版文本样式</a:t>
            </a:r>
            <a:endParaRPr lang="zh-CN" altLang="en-US" noProof="1"/>
          </a:p>
        </p:txBody>
      </p:sp>
      <p:sp>
        <p:nvSpPr>
          <p:cNvPr id="9" name="Rectangle 7"/>
          <p:cNvSpPr>
            <a:spLocks noGrp="1" noChangeArrowheads="1"/>
          </p:cNvSpPr>
          <p:nvPr>
            <p:ph type="dt" sz="half" idx="2"/>
          </p:nvPr>
        </p:nvSpPr>
        <p:spPr bwMode="auto">
          <a:xfrm>
            <a:off x="609600" y="6248400"/>
            <a:ext cx="2844800" cy="457200"/>
          </a:xfrm>
          <a:prstGeom prst="rect">
            <a:avLst/>
          </a:prstGeom>
          <a:ln>
            <a:miter lim="800000"/>
          </a:ln>
        </p:spPr>
        <p:txBody>
          <a:bodyPr vert="horz" wrap="square" lIns="91440" tIns="45720" rIns="91440" bIns="45720" numCol="1" anchor="b" anchorCtr="0" compatLnSpc="1"/>
          <a:lstStyle>
            <a:lvl1pPr>
              <a:defRPr/>
            </a:lvl1pPr>
          </a:lstStyle>
          <a:p>
            <a:pPr marL="0" marR="0" lvl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0" lang="en-US" altLang="zh-CN" sz="1200" b="0" i="0" u="none" strike="noStrike" kern="1200" cap="none" spc="0" normalizeH="0" baseline="0" noProof="0">
              <a:ln>
                <a:noFill/>
              </a:ln>
              <a:solidFill>
                <a:schemeClr val="tx1"/>
              </a:solidFill>
              <a:effectLst>
                <a:outerShdw blurRad="38100" dist="38100" dir="2700000" algn="tl">
                  <a:srgbClr val="000000"/>
                </a:outerShdw>
              </a:effectLst>
              <a:uLnTx/>
              <a:uFillTx/>
              <a:latin typeface="Tahoma" panose="020B0604030504040204" pitchFamily="34" charset="0"/>
              <a:ea typeface="宋体" panose="02010600030101010101" pitchFamily="2" charset="-122"/>
              <a:cs typeface="+mn-cs"/>
            </a:endParaRPr>
          </a:p>
        </p:txBody>
      </p:sp>
      <p:sp>
        <p:nvSpPr>
          <p:cNvPr id="10" name="Rectangle 8"/>
          <p:cNvSpPr>
            <a:spLocks noGrp="1" noChangeArrowheads="1"/>
          </p:cNvSpPr>
          <p:nvPr>
            <p:ph type="ftr" sz="quarter" idx="3"/>
          </p:nvPr>
        </p:nvSpPr>
        <p:spPr bwMode="auto">
          <a:xfrm>
            <a:off x="4165600" y="6248400"/>
            <a:ext cx="3860800" cy="457200"/>
          </a:xfrm>
          <a:prstGeom prst="rect">
            <a:avLst/>
          </a:prstGeom>
          <a:ln>
            <a:miter lim="800000"/>
          </a:ln>
        </p:spPr>
        <p:txBody>
          <a:bodyPr vert="horz" wrap="square" lIns="91440" tIns="45720" rIns="91440" bIns="45720" numCol="1" anchor="b" anchorCtr="0" compatLnSpc="1"/>
          <a:lstStyle>
            <a:lvl1pPr>
              <a:defRPr/>
            </a:lvl1pPr>
          </a:lstStyle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0" lang="en-US" altLang="zh-CN" sz="1200" b="0" i="0" u="none" strike="noStrike" kern="1200" cap="none" spc="0" normalizeH="0" baseline="0" noProof="0">
              <a:ln>
                <a:noFill/>
              </a:ln>
              <a:solidFill>
                <a:schemeClr val="tx1"/>
              </a:solidFill>
              <a:effectLst>
                <a:outerShdw blurRad="38100" dist="38100" dir="2700000" algn="tl">
                  <a:srgbClr val="000000"/>
                </a:outerShdw>
              </a:effectLst>
              <a:uLnTx/>
              <a:uFillTx/>
              <a:latin typeface="Tahoma" panose="020B0604030504040204" pitchFamily="34" charset="0"/>
              <a:ea typeface="宋体" panose="02010600030101010101" pitchFamily="2" charset="-122"/>
              <a:cs typeface="+mn-cs"/>
            </a:endParaRPr>
          </a:p>
        </p:txBody>
      </p:sp>
      <p:sp>
        <p:nvSpPr>
          <p:cNvPr id="12" name="Rectangle 9"/>
          <p:cNvSpPr>
            <a:spLocks noGrp="1" noChangeArrowheads="1"/>
          </p:cNvSpPr>
          <p:nvPr>
            <p:ph type="sldNum" sz="quarter" idx="4"/>
          </p:nvPr>
        </p:nvSpPr>
        <p:spPr bwMode="auto">
          <a:xfrm>
            <a:off x="8737600" y="6248400"/>
            <a:ext cx="2844800" cy="457200"/>
          </a:xfrm>
          <a:prstGeom prst="rect">
            <a:avLst/>
          </a:prstGeom>
          <a:ln>
            <a:miter lim="800000"/>
          </a:ln>
        </p:spPr>
        <p:txBody>
          <a:bodyPr vert="horz" wrap="square" lIns="91440" tIns="45720" rIns="91440" bIns="45720" numCol="1" anchor="b" anchorCtr="0" compatLnSpc="1"/>
          <a:lstStyle>
            <a:lvl1pPr>
              <a:defRPr/>
            </a:lvl1pPr>
          </a:lstStyle>
          <a:p>
            <a:pPr marL="0" marR="0" lvl="0" indent="0" algn="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fld id="{34D55DF7-F756-46B2-88BB-B7EA41AD9F65}" type="slidenum">
              <a:rPr kumimoji="0" lang="en-US" altLang="zh-CN" sz="1200" b="0" i="0" u="none" strike="noStrike" kern="1200" cap="none" spc="0" normalizeH="0" baseline="0" noProof="0">
                <a:ln>
                  <a:noFill/>
                </a:ln>
                <a:solidFill>
                  <a:schemeClr val="tx1"/>
                </a:solidFill>
                <a:effectLst>
                  <a:outerShdw blurRad="38100" dist="38100" dir="2700000" algn="tl">
                    <a:srgbClr val="000000"/>
                  </a:outerShdw>
                </a:effectLst>
                <a:uLnTx/>
                <a:uFillTx/>
                <a:latin typeface="Tahoma" panose="020B0604030504040204" pitchFamily="34" charset="0"/>
                <a:ea typeface="宋体" panose="02010600030101010101" pitchFamily="2" charset="-122"/>
                <a:cs typeface="+mn-cs"/>
              </a:rPr>
            </a:fld>
            <a:endParaRPr kumimoji="0" lang="en-US" altLang="zh-CN" sz="1200" b="0" i="0" u="none" strike="noStrike" kern="1200" cap="none" spc="0" normalizeH="0" baseline="0" noProof="0">
              <a:ln>
                <a:noFill/>
              </a:ln>
              <a:solidFill>
                <a:schemeClr val="tx1"/>
              </a:solidFill>
              <a:effectLst>
                <a:outerShdw blurRad="38100" dist="38100" dir="2700000" algn="tl">
                  <a:srgbClr val="000000"/>
                </a:outerShdw>
              </a:effectLst>
              <a:uLnTx/>
              <a:uFillTx/>
              <a:latin typeface="Tahoma" panose="020B0604030504040204" pitchFamily="34" charset="0"/>
              <a:ea typeface="宋体" panose="02010600030101010101" pitchFamily="2" charset="-122"/>
              <a:cs typeface="+mn-cs"/>
            </a:endParaRPr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 showMasterSp="0">
  <p:cSld name="两栏内容">
    <p:bg>
      <p:bgPr>
        <a:blipFill rotWithShape="0">
          <a:blip r:embed="rId2"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AutoShape 5">
            <a:hlinkClick r:id="" action="ppaction://noaction" highlightClick="1"/>
          </p:cNvPr>
          <p:cNvSpPr>
            <a:spLocks noChangeArrowheads="1"/>
          </p:cNvSpPr>
          <p:nvPr/>
        </p:nvSpPr>
        <p:spPr bwMode="auto">
          <a:xfrm>
            <a:off x="11734800" y="6400800"/>
            <a:ext cx="457200" cy="457200"/>
          </a:xfrm>
          <a:prstGeom prst="actionButtonBeginning">
            <a:avLst/>
          </a:prstGeom>
          <a:solidFill>
            <a:srgbClr val="002060"/>
          </a:solidFill>
          <a:ln w="9525">
            <a:solidFill>
              <a:schemeClr val="bg1"/>
            </a:solidFill>
            <a:miter lim="800000"/>
          </a:ln>
        </p:spPr>
        <p:txBody>
          <a:bodyPr wrap="none" anchor="ctr"/>
          <a:lstStyle>
            <a:lvl1pPr eaLnBrk="0" hangingPunct="0">
              <a:spcBef>
                <a:spcPct val="20000"/>
              </a:spcBef>
              <a:buClr>
                <a:schemeClr val="hlink"/>
              </a:buClr>
              <a:buSzPct val="80000"/>
              <a:buFont typeface="Wingdings" panose="05000000000000000000" pitchFamily="2" charset="2"/>
              <a:buChar char="n"/>
              <a:defRPr sz="32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1pPr>
            <a:lvl2pPr marL="742950" indent="-285750" eaLnBrk="0" hangingPunct="0">
              <a:spcBef>
                <a:spcPct val="20000"/>
              </a:spcBef>
              <a:buClr>
                <a:schemeClr val="tx1"/>
              </a:buClr>
              <a:buChar char="–"/>
              <a:defRPr sz="28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2pPr>
            <a:lvl3pPr marL="1143000" indent="-228600" eaLnBrk="0" hangingPunct="0">
              <a:spcBef>
                <a:spcPct val="20000"/>
              </a:spcBef>
              <a:buClr>
                <a:schemeClr val="hlink"/>
              </a:buClr>
              <a:buFont typeface="Wingdings" panose="05000000000000000000" pitchFamily="2" charset="2"/>
              <a:buChar char="§"/>
              <a:defRPr sz="24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3pPr>
            <a:lvl4pPr marL="1600200" indent="-228600" eaLnBrk="0" hangingPunct="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4pPr>
            <a:lvl5pPr marL="2057400" indent="-228600" eaLnBrk="0" hangingPunct="0">
              <a:spcBef>
                <a:spcPct val="20000"/>
              </a:spcBef>
              <a:buClr>
                <a:schemeClr val="hlink"/>
              </a:buClr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9pPr>
          </a:lstStyle>
          <a:p>
            <a:pPr marL="0" marR="0" lvl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0" lang="zh-CN" altLang="en-US" sz="1800" b="1" i="0" u="none" strike="noStrike" kern="1200" cap="none" spc="0" normalizeH="0" baseline="0" noProof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Tahoma" panose="020B0604030504040204" pitchFamily="34" charset="0"/>
              <a:ea typeface="宋体" panose="02010600030101010101" pitchFamily="2" charset="-122"/>
              <a:cs typeface="+mn-cs"/>
            </a:endParaRPr>
          </a:p>
        </p:txBody>
      </p:sp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noProof="1"/>
              <a:t>单击此处编辑母版标题样式</a:t>
            </a:r>
            <a:endParaRPr lang="zh-CN" altLang="en-US" noProof="1"/>
          </a:p>
        </p:txBody>
      </p:sp>
      <p:sp>
        <p:nvSpPr>
          <p:cNvPr id="3" name="内容占位符 2"/>
          <p:cNvSpPr>
            <a:spLocks noGrp="1"/>
          </p:cNvSpPr>
          <p:nvPr>
            <p:ph sz="half" idx="1"/>
          </p:nvPr>
        </p:nvSpPr>
        <p:spPr>
          <a:xfrm>
            <a:off x="609600" y="1600200"/>
            <a:ext cx="5384800" cy="4495800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zh-CN" altLang="en-US" noProof="1"/>
              <a:t>单击此处编辑母版文本样式</a:t>
            </a:r>
            <a:endParaRPr lang="zh-CN" altLang="en-US" noProof="1"/>
          </a:p>
          <a:p>
            <a:pPr lvl="1"/>
            <a:r>
              <a:rPr lang="zh-CN" altLang="en-US" noProof="1"/>
              <a:t>第二级</a:t>
            </a:r>
            <a:endParaRPr lang="zh-CN" altLang="en-US" noProof="1"/>
          </a:p>
          <a:p>
            <a:pPr lvl="2"/>
            <a:r>
              <a:rPr lang="zh-CN" altLang="en-US" noProof="1"/>
              <a:t>第三级</a:t>
            </a:r>
            <a:endParaRPr lang="zh-CN" altLang="en-US" noProof="1"/>
          </a:p>
          <a:p>
            <a:pPr lvl="3"/>
            <a:r>
              <a:rPr lang="zh-CN" altLang="en-US" noProof="1"/>
              <a:t>第四级</a:t>
            </a:r>
            <a:endParaRPr lang="zh-CN" altLang="en-US" noProof="1"/>
          </a:p>
          <a:p>
            <a:pPr lvl="4"/>
            <a:r>
              <a:rPr lang="zh-CN" altLang="en-US" noProof="1"/>
              <a:t>第五级</a:t>
            </a:r>
            <a:endParaRPr lang="zh-CN" altLang="en-US" noProof="1"/>
          </a:p>
        </p:txBody>
      </p:sp>
      <p:sp>
        <p:nvSpPr>
          <p:cNvPr id="4" name="内容占位符 3"/>
          <p:cNvSpPr>
            <a:spLocks noGrp="1"/>
          </p:cNvSpPr>
          <p:nvPr>
            <p:ph sz="half" idx="2"/>
          </p:nvPr>
        </p:nvSpPr>
        <p:spPr>
          <a:xfrm>
            <a:off x="6197600" y="1600200"/>
            <a:ext cx="5384800" cy="4495800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zh-CN" altLang="en-US" noProof="1"/>
              <a:t>单击此处编辑母版文本样式</a:t>
            </a:r>
            <a:endParaRPr lang="zh-CN" altLang="en-US" noProof="1"/>
          </a:p>
          <a:p>
            <a:pPr lvl="1"/>
            <a:r>
              <a:rPr lang="zh-CN" altLang="en-US" noProof="1"/>
              <a:t>第二级</a:t>
            </a:r>
            <a:endParaRPr lang="zh-CN" altLang="en-US" noProof="1"/>
          </a:p>
          <a:p>
            <a:pPr lvl="2"/>
            <a:r>
              <a:rPr lang="zh-CN" altLang="en-US" noProof="1"/>
              <a:t>第三级</a:t>
            </a:r>
            <a:endParaRPr lang="zh-CN" altLang="en-US" noProof="1"/>
          </a:p>
          <a:p>
            <a:pPr lvl="3"/>
            <a:r>
              <a:rPr lang="zh-CN" altLang="en-US" noProof="1"/>
              <a:t>第四级</a:t>
            </a:r>
            <a:endParaRPr lang="zh-CN" altLang="en-US" noProof="1"/>
          </a:p>
          <a:p>
            <a:pPr lvl="4"/>
            <a:r>
              <a:rPr lang="zh-CN" altLang="en-US" noProof="1"/>
              <a:t>第五级</a:t>
            </a:r>
            <a:endParaRPr lang="zh-CN" altLang="en-US" noProof="1"/>
          </a:p>
        </p:txBody>
      </p:sp>
      <p:sp>
        <p:nvSpPr>
          <p:cNvPr id="9" name="Rectangle 7"/>
          <p:cNvSpPr>
            <a:spLocks noGrp="1" noChangeArrowheads="1"/>
          </p:cNvSpPr>
          <p:nvPr>
            <p:ph type="dt" sz="half" idx="12"/>
          </p:nvPr>
        </p:nvSpPr>
        <p:spPr bwMode="auto">
          <a:xfrm>
            <a:off x="609600" y="6248400"/>
            <a:ext cx="2844800" cy="457200"/>
          </a:xfrm>
          <a:prstGeom prst="rect">
            <a:avLst/>
          </a:prstGeom>
          <a:ln>
            <a:miter lim="800000"/>
          </a:ln>
        </p:spPr>
        <p:txBody>
          <a:bodyPr vert="horz" wrap="square" lIns="91440" tIns="45720" rIns="91440" bIns="45720" numCol="1" anchor="b" anchorCtr="0" compatLnSpc="1"/>
          <a:lstStyle>
            <a:lvl1pPr>
              <a:defRPr/>
            </a:lvl1pPr>
          </a:lstStyle>
          <a:p>
            <a:pPr marL="0" marR="0" lvl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0" lang="en-US" altLang="zh-CN" sz="1200" b="0" i="0" u="none" strike="noStrike" kern="1200" cap="none" spc="0" normalizeH="0" baseline="0" noProof="0">
              <a:ln>
                <a:noFill/>
              </a:ln>
              <a:solidFill>
                <a:schemeClr val="tx1"/>
              </a:solidFill>
              <a:effectLst>
                <a:outerShdw blurRad="38100" dist="38100" dir="2700000" algn="tl">
                  <a:srgbClr val="000000"/>
                </a:outerShdw>
              </a:effectLst>
              <a:uLnTx/>
              <a:uFillTx/>
              <a:latin typeface="Tahoma" panose="020B0604030504040204" pitchFamily="34" charset="0"/>
              <a:ea typeface="宋体" panose="02010600030101010101" pitchFamily="2" charset="-122"/>
              <a:cs typeface="+mn-cs"/>
            </a:endParaRPr>
          </a:p>
        </p:txBody>
      </p:sp>
      <p:sp>
        <p:nvSpPr>
          <p:cNvPr id="10" name="Rectangle 8"/>
          <p:cNvSpPr>
            <a:spLocks noGrp="1" noChangeArrowheads="1"/>
          </p:cNvSpPr>
          <p:nvPr>
            <p:ph type="ftr" sz="quarter" idx="3"/>
          </p:nvPr>
        </p:nvSpPr>
        <p:spPr bwMode="auto">
          <a:xfrm>
            <a:off x="4165600" y="6248400"/>
            <a:ext cx="3860800" cy="457200"/>
          </a:xfrm>
          <a:prstGeom prst="rect">
            <a:avLst/>
          </a:prstGeom>
          <a:ln>
            <a:miter lim="800000"/>
          </a:ln>
        </p:spPr>
        <p:txBody>
          <a:bodyPr vert="horz" wrap="square" lIns="91440" tIns="45720" rIns="91440" bIns="45720" numCol="1" anchor="b" anchorCtr="0" compatLnSpc="1"/>
          <a:lstStyle>
            <a:lvl1pPr>
              <a:defRPr/>
            </a:lvl1pPr>
          </a:lstStyle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0" lang="en-US" altLang="zh-CN" sz="1200" b="0" i="0" u="none" strike="noStrike" kern="1200" cap="none" spc="0" normalizeH="0" baseline="0" noProof="0">
              <a:ln>
                <a:noFill/>
              </a:ln>
              <a:solidFill>
                <a:schemeClr val="tx1"/>
              </a:solidFill>
              <a:effectLst>
                <a:outerShdw blurRad="38100" dist="38100" dir="2700000" algn="tl">
                  <a:srgbClr val="000000"/>
                </a:outerShdw>
              </a:effectLst>
              <a:uLnTx/>
              <a:uFillTx/>
              <a:latin typeface="Tahoma" panose="020B0604030504040204" pitchFamily="34" charset="0"/>
              <a:ea typeface="宋体" panose="02010600030101010101" pitchFamily="2" charset="-122"/>
              <a:cs typeface="+mn-cs"/>
            </a:endParaRPr>
          </a:p>
        </p:txBody>
      </p:sp>
      <p:sp>
        <p:nvSpPr>
          <p:cNvPr id="12" name="Rectangle 9"/>
          <p:cNvSpPr>
            <a:spLocks noGrp="1" noChangeArrowheads="1"/>
          </p:cNvSpPr>
          <p:nvPr>
            <p:ph type="sldNum" sz="quarter" idx="4"/>
          </p:nvPr>
        </p:nvSpPr>
        <p:spPr bwMode="auto">
          <a:xfrm>
            <a:off x="8737600" y="6248400"/>
            <a:ext cx="2844800" cy="457200"/>
          </a:xfrm>
          <a:prstGeom prst="rect">
            <a:avLst/>
          </a:prstGeom>
          <a:ln>
            <a:miter lim="800000"/>
          </a:ln>
        </p:spPr>
        <p:txBody>
          <a:bodyPr vert="horz" wrap="square" lIns="91440" tIns="45720" rIns="91440" bIns="45720" numCol="1" anchor="b" anchorCtr="0" compatLnSpc="1"/>
          <a:lstStyle>
            <a:lvl1pPr>
              <a:defRPr/>
            </a:lvl1pPr>
          </a:lstStyle>
          <a:p>
            <a:pPr marL="0" marR="0" lvl="0" indent="0" algn="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fld id="{5F3DD7FE-519E-494C-A6CD-E8BE830D655E}" type="slidenum">
              <a:rPr kumimoji="0" lang="en-US" altLang="zh-CN" sz="1200" b="0" i="0" u="none" strike="noStrike" kern="1200" cap="none" spc="0" normalizeH="0" baseline="0" noProof="0">
                <a:ln>
                  <a:noFill/>
                </a:ln>
                <a:solidFill>
                  <a:schemeClr val="tx1"/>
                </a:solidFill>
                <a:effectLst>
                  <a:outerShdw blurRad="38100" dist="38100" dir="2700000" algn="tl">
                    <a:srgbClr val="000000"/>
                  </a:outerShdw>
                </a:effectLst>
                <a:uLnTx/>
                <a:uFillTx/>
                <a:latin typeface="Tahoma" panose="020B0604030504040204" pitchFamily="34" charset="0"/>
                <a:ea typeface="宋体" panose="02010600030101010101" pitchFamily="2" charset="-122"/>
                <a:cs typeface="+mn-cs"/>
              </a:rPr>
            </a:fld>
            <a:endParaRPr kumimoji="0" lang="en-US" altLang="zh-CN" sz="1200" b="0" i="0" u="none" strike="noStrike" kern="1200" cap="none" spc="0" normalizeH="0" baseline="0" noProof="0">
              <a:ln>
                <a:noFill/>
              </a:ln>
              <a:solidFill>
                <a:schemeClr val="tx1"/>
              </a:solidFill>
              <a:effectLst>
                <a:outerShdw blurRad="38100" dist="38100" dir="2700000" algn="tl">
                  <a:srgbClr val="000000"/>
                </a:outerShdw>
              </a:effectLst>
              <a:uLnTx/>
              <a:uFillTx/>
              <a:latin typeface="Tahoma" panose="020B0604030504040204" pitchFamily="34" charset="0"/>
              <a:ea typeface="宋体" panose="02010600030101010101" pitchFamily="2" charset="-122"/>
              <a:cs typeface="+mn-cs"/>
            </a:endParaRPr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 showMasterSp="0">
  <p:cSld name="比较">
    <p:bg>
      <p:bgPr>
        <a:blipFill rotWithShape="0">
          <a:blip r:embed="rId2"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AutoShape 5">
            <a:hlinkClick r:id="" action="ppaction://noaction" highlightClick="1"/>
          </p:cNvPr>
          <p:cNvSpPr>
            <a:spLocks noChangeArrowheads="1"/>
          </p:cNvSpPr>
          <p:nvPr/>
        </p:nvSpPr>
        <p:spPr bwMode="auto">
          <a:xfrm>
            <a:off x="11734800" y="6400800"/>
            <a:ext cx="457200" cy="457200"/>
          </a:xfrm>
          <a:prstGeom prst="actionButtonBeginning">
            <a:avLst/>
          </a:prstGeom>
          <a:solidFill>
            <a:srgbClr val="002060"/>
          </a:solidFill>
          <a:ln w="9525">
            <a:solidFill>
              <a:schemeClr val="bg1"/>
            </a:solidFill>
            <a:miter lim="800000"/>
          </a:ln>
        </p:spPr>
        <p:txBody>
          <a:bodyPr wrap="none" anchor="ctr"/>
          <a:lstStyle>
            <a:lvl1pPr eaLnBrk="0" hangingPunct="0">
              <a:spcBef>
                <a:spcPct val="20000"/>
              </a:spcBef>
              <a:buClr>
                <a:schemeClr val="hlink"/>
              </a:buClr>
              <a:buSzPct val="80000"/>
              <a:buFont typeface="Wingdings" panose="05000000000000000000" pitchFamily="2" charset="2"/>
              <a:buChar char="n"/>
              <a:defRPr sz="32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1pPr>
            <a:lvl2pPr marL="742950" indent="-285750" eaLnBrk="0" hangingPunct="0">
              <a:spcBef>
                <a:spcPct val="20000"/>
              </a:spcBef>
              <a:buClr>
                <a:schemeClr val="tx1"/>
              </a:buClr>
              <a:buChar char="–"/>
              <a:defRPr sz="28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2pPr>
            <a:lvl3pPr marL="1143000" indent="-228600" eaLnBrk="0" hangingPunct="0">
              <a:spcBef>
                <a:spcPct val="20000"/>
              </a:spcBef>
              <a:buClr>
                <a:schemeClr val="hlink"/>
              </a:buClr>
              <a:buFont typeface="Wingdings" panose="05000000000000000000" pitchFamily="2" charset="2"/>
              <a:buChar char="§"/>
              <a:defRPr sz="24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3pPr>
            <a:lvl4pPr marL="1600200" indent="-228600" eaLnBrk="0" hangingPunct="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4pPr>
            <a:lvl5pPr marL="2057400" indent="-228600" eaLnBrk="0" hangingPunct="0">
              <a:spcBef>
                <a:spcPct val="20000"/>
              </a:spcBef>
              <a:buClr>
                <a:schemeClr val="hlink"/>
              </a:buClr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9pPr>
          </a:lstStyle>
          <a:p>
            <a:pPr marL="0" marR="0" lvl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0" lang="zh-CN" altLang="en-US" sz="1800" b="1" i="0" u="none" strike="noStrike" kern="1200" cap="none" spc="0" normalizeH="0" baseline="0" noProof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Tahoma" panose="020B0604030504040204" pitchFamily="34" charset="0"/>
              <a:ea typeface="宋体" panose="02010600030101010101" pitchFamily="2" charset="-122"/>
              <a:cs typeface="+mn-cs"/>
            </a:endParaRPr>
          </a:p>
        </p:txBody>
      </p:sp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zh-CN" altLang="en-US" noProof="1"/>
              <a:t>单击此处编辑母版标题样式</a:t>
            </a:r>
            <a:endParaRPr lang="zh-CN" altLang="en-US" noProof="1"/>
          </a:p>
        </p:txBody>
      </p:sp>
      <p:sp>
        <p:nvSpPr>
          <p:cNvPr id="3" name="文本占位符 2"/>
          <p:cNvSpPr>
            <a:spLocks noGrp="1"/>
          </p:cNvSpPr>
          <p:nvPr>
            <p:ph type="body" idx="1"/>
          </p:nvPr>
        </p:nvSpPr>
        <p:spPr>
          <a:xfrm>
            <a:off x="609600" y="1535113"/>
            <a:ext cx="5386917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zh-CN" altLang="en-US" noProof="1"/>
              <a:t>单击此处编辑母版文本样式</a:t>
            </a:r>
            <a:endParaRPr lang="zh-CN" altLang="en-US" noProof="1"/>
          </a:p>
        </p:txBody>
      </p:sp>
      <p:sp>
        <p:nvSpPr>
          <p:cNvPr id="4" name="内容占位符 3"/>
          <p:cNvSpPr>
            <a:spLocks noGrp="1"/>
          </p:cNvSpPr>
          <p:nvPr>
            <p:ph sz="half" idx="2"/>
          </p:nvPr>
        </p:nvSpPr>
        <p:spPr>
          <a:xfrm>
            <a:off x="609600" y="2174875"/>
            <a:ext cx="5386917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zh-CN" altLang="en-US" noProof="1"/>
              <a:t>单击此处编辑母版文本样式</a:t>
            </a:r>
            <a:endParaRPr lang="zh-CN" altLang="en-US" noProof="1"/>
          </a:p>
          <a:p>
            <a:pPr lvl="1"/>
            <a:r>
              <a:rPr lang="zh-CN" altLang="en-US" noProof="1"/>
              <a:t>第二级</a:t>
            </a:r>
            <a:endParaRPr lang="zh-CN" altLang="en-US" noProof="1"/>
          </a:p>
          <a:p>
            <a:pPr lvl="2"/>
            <a:r>
              <a:rPr lang="zh-CN" altLang="en-US" noProof="1"/>
              <a:t>第三级</a:t>
            </a:r>
            <a:endParaRPr lang="zh-CN" altLang="en-US" noProof="1"/>
          </a:p>
          <a:p>
            <a:pPr lvl="3"/>
            <a:r>
              <a:rPr lang="zh-CN" altLang="en-US" noProof="1"/>
              <a:t>第四级</a:t>
            </a:r>
            <a:endParaRPr lang="zh-CN" altLang="en-US" noProof="1"/>
          </a:p>
          <a:p>
            <a:pPr lvl="4"/>
            <a:r>
              <a:rPr lang="zh-CN" altLang="en-US" noProof="1"/>
              <a:t>第五级</a:t>
            </a:r>
            <a:endParaRPr lang="zh-CN" altLang="en-US" noProof="1"/>
          </a:p>
        </p:txBody>
      </p:sp>
      <p:sp>
        <p:nvSpPr>
          <p:cNvPr id="5" name="文本占位符 4"/>
          <p:cNvSpPr>
            <a:spLocks noGrp="1"/>
          </p:cNvSpPr>
          <p:nvPr>
            <p:ph type="body" sz="quarter" idx="3"/>
          </p:nvPr>
        </p:nvSpPr>
        <p:spPr>
          <a:xfrm>
            <a:off x="6193370" y="1535113"/>
            <a:ext cx="5389033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zh-CN" altLang="en-US" noProof="1"/>
              <a:t>单击此处编辑母版文本样式</a:t>
            </a:r>
            <a:endParaRPr lang="zh-CN" altLang="en-US" noProof="1"/>
          </a:p>
        </p:txBody>
      </p:sp>
      <p:sp>
        <p:nvSpPr>
          <p:cNvPr id="6" name="内容占位符 5"/>
          <p:cNvSpPr>
            <a:spLocks noGrp="1"/>
          </p:cNvSpPr>
          <p:nvPr>
            <p:ph sz="quarter" idx="4"/>
          </p:nvPr>
        </p:nvSpPr>
        <p:spPr>
          <a:xfrm>
            <a:off x="6193370" y="2174875"/>
            <a:ext cx="5389033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zh-CN" altLang="en-US" noProof="1"/>
              <a:t>单击此处编辑母版文本样式</a:t>
            </a:r>
            <a:endParaRPr lang="zh-CN" altLang="en-US" noProof="1"/>
          </a:p>
          <a:p>
            <a:pPr lvl="1"/>
            <a:r>
              <a:rPr lang="zh-CN" altLang="en-US" noProof="1"/>
              <a:t>第二级</a:t>
            </a:r>
            <a:endParaRPr lang="zh-CN" altLang="en-US" noProof="1"/>
          </a:p>
          <a:p>
            <a:pPr lvl="2"/>
            <a:r>
              <a:rPr lang="zh-CN" altLang="en-US" noProof="1"/>
              <a:t>第三级</a:t>
            </a:r>
            <a:endParaRPr lang="zh-CN" altLang="en-US" noProof="1"/>
          </a:p>
          <a:p>
            <a:pPr lvl="3"/>
            <a:r>
              <a:rPr lang="zh-CN" altLang="en-US" noProof="1"/>
              <a:t>第四级</a:t>
            </a:r>
            <a:endParaRPr lang="zh-CN" altLang="en-US" noProof="1"/>
          </a:p>
          <a:p>
            <a:pPr lvl="4"/>
            <a:r>
              <a:rPr lang="zh-CN" altLang="en-US" noProof="1"/>
              <a:t>第五级</a:t>
            </a:r>
            <a:endParaRPr lang="zh-CN" altLang="en-US" noProof="1"/>
          </a:p>
        </p:txBody>
      </p:sp>
      <p:sp>
        <p:nvSpPr>
          <p:cNvPr id="9" name="Rectangle 7"/>
          <p:cNvSpPr>
            <a:spLocks noGrp="1" noChangeArrowheads="1"/>
          </p:cNvSpPr>
          <p:nvPr>
            <p:ph type="dt" sz="half" idx="12"/>
          </p:nvPr>
        </p:nvSpPr>
        <p:spPr bwMode="auto">
          <a:xfrm>
            <a:off x="609600" y="6248400"/>
            <a:ext cx="2844800" cy="457200"/>
          </a:xfrm>
          <a:prstGeom prst="rect">
            <a:avLst/>
          </a:prstGeom>
          <a:ln>
            <a:miter lim="800000"/>
          </a:ln>
        </p:spPr>
        <p:txBody>
          <a:bodyPr vert="horz" wrap="square" lIns="91440" tIns="45720" rIns="91440" bIns="45720" numCol="1" anchor="b" anchorCtr="0" compatLnSpc="1"/>
          <a:lstStyle>
            <a:lvl1pPr>
              <a:defRPr/>
            </a:lvl1pPr>
          </a:lstStyle>
          <a:p>
            <a:pPr marL="0" marR="0" lvl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0" lang="en-US" altLang="zh-CN" sz="1200" b="0" i="0" u="none" strike="noStrike" kern="1200" cap="none" spc="0" normalizeH="0" baseline="0" noProof="0">
              <a:ln>
                <a:noFill/>
              </a:ln>
              <a:solidFill>
                <a:schemeClr val="tx1"/>
              </a:solidFill>
              <a:effectLst>
                <a:outerShdw blurRad="38100" dist="38100" dir="2700000" algn="tl">
                  <a:srgbClr val="000000"/>
                </a:outerShdw>
              </a:effectLst>
              <a:uLnTx/>
              <a:uFillTx/>
              <a:latin typeface="Tahoma" panose="020B0604030504040204" pitchFamily="34" charset="0"/>
              <a:ea typeface="宋体" panose="02010600030101010101" pitchFamily="2" charset="-122"/>
              <a:cs typeface="+mn-cs"/>
            </a:endParaRPr>
          </a:p>
        </p:txBody>
      </p:sp>
      <p:sp>
        <p:nvSpPr>
          <p:cNvPr id="10" name="Rectangle 8"/>
          <p:cNvSpPr>
            <a:spLocks noGrp="1" noChangeArrowheads="1"/>
          </p:cNvSpPr>
          <p:nvPr>
            <p:ph type="ftr" sz="quarter" idx="13"/>
          </p:nvPr>
        </p:nvSpPr>
        <p:spPr bwMode="auto">
          <a:xfrm>
            <a:off x="4165600" y="6248400"/>
            <a:ext cx="3860800" cy="457200"/>
          </a:xfrm>
          <a:prstGeom prst="rect">
            <a:avLst/>
          </a:prstGeom>
          <a:ln>
            <a:miter lim="800000"/>
          </a:ln>
        </p:spPr>
        <p:txBody>
          <a:bodyPr vert="horz" wrap="square" lIns="91440" tIns="45720" rIns="91440" bIns="45720" numCol="1" anchor="b" anchorCtr="0" compatLnSpc="1"/>
          <a:lstStyle>
            <a:lvl1pPr>
              <a:defRPr/>
            </a:lvl1pPr>
          </a:lstStyle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0" lang="en-US" altLang="zh-CN" sz="1200" b="0" i="0" u="none" strike="noStrike" kern="1200" cap="none" spc="0" normalizeH="0" baseline="0" noProof="0">
              <a:ln>
                <a:noFill/>
              </a:ln>
              <a:solidFill>
                <a:schemeClr val="tx1"/>
              </a:solidFill>
              <a:effectLst>
                <a:outerShdw blurRad="38100" dist="38100" dir="2700000" algn="tl">
                  <a:srgbClr val="000000"/>
                </a:outerShdw>
              </a:effectLst>
              <a:uLnTx/>
              <a:uFillTx/>
              <a:latin typeface="Tahoma" panose="020B0604030504040204" pitchFamily="34" charset="0"/>
              <a:ea typeface="宋体" panose="02010600030101010101" pitchFamily="2" charset="-122"/>
              <a:cs typeface="+mn-cs"/>
            </a:endParaRPr>
          </a:p>
        </p:txBody>
      </p:sp>
      <p:sp>
        <p:nvSpPr>
          <p:cNvPr id="12" name="Rectangle 9"/>
          <p:cNvSpPr>
            <a:spLocks noGrp="1" noChangeArrowheads="1"/>
          </p:cNvSpPr>
          <p:nvPr>
            <p:ph type="sldNum" sz="quarter" idx="14"/>
          </p:nvPr>
        </p:nvSpPr>
        <p:spPr bwMode="auto">
          <a:xfrm>
            <a:off x="8737600" y="6248400"/>
            <a:ext cx="2844800" cy="457200"/>
          </a:xfrm>
          <a:prstGeom prst="rect">
            <a:avLst/>
          </a:prstGeom>
          <a:ln>
            <a:miter lim="800000"/>
          </a:ln>
        </p:spPr>
        <p:txBody>
          <a:bodyPr vert="horz" wrap="square" lIns="91440" tIns="45720" rIns="91440" bIns="45720" numCol="1" anchor="b" anchorCtr="0" compatLnSpc="1"/>
          <a:lstStyle>
            <a:lvl1pPr>
              <a:defRPr/>
            </a:lvl1pPr>
          </a:lstStyle>
          <a:p>
            <a:pPr marL="0" marR="0" lvl="0" indent="0" algn="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fld id="{E7A29027-9789-40EB-8EAF-9CAA36776311}" type="slidenum">
              <a:rPr kumimoji="0" lang="en-US" altLang="zh-CN" sz="1200" b="0" i="0" u="none" strike="noStrike" kern="1200" cap="none" spc="0" normalizeH="0" baseline="0" noProof="0">
                <a:ln>
                  <a:noFill/>
                </a:ln>
                <a:solidFill>
                  <a:schemeClr val="tx1"/>
                </a:solidFill>
                <a:effectLst>
                  <a:outerShdw blurRad="38100" dist="38100" dir="2700000" algn="tl">
                    <a:srgbClr val="000000"/>
                  </a:outerShdw>
                </a:effectLst>
                <a:uLnTx/>
                <a:uFillTx/>
                <a:latin typeface="Tahoma" panose="020B0604030504040204" pitchFamily="34" charset="0"/>
                <a:ea typeface="宋体" panose="02010600030101010101" pitchFamily="2" charset="-122"/>
                <a:cs typeface="+mn-cs"/>
              </a:rPr>
            </a:fld>
            <a:endParaRPr kumimoji="0" lang="en-US" altLang="zh-CN" sz="1200" b="0" i="0" u="none" strike="noStrike" kern="1200" cap="none" spc="0" normalizeH="0" baseline="0" noProof="0">
              <a:ln>
                <a:noFill/>
              </a:ln>
              <a:solidFill>
                <a:schemeClr val="tx1"/>
              </a:solidFill>
              <a:effectLst>
                <a:outerShdw blurRad="38100" dist="38100" dir="2700000" algn="tl">
                  <a:srgbClr val="000000"/>
                </a:outerShdw>
              </a:effectLst>
              <a:uLnTx/>
              <a:uFillTx/>
              <a:latin typeface="Tahoma" panose="020B0604030504040204" pitchFamily="34" charset="0"/>
              <a:ea typeface="宋体" panose="02010600030101010101" pitchFamily="2" charset="-122"/>
              <a:cs typeface="+mn-cs"/>
            </a:endParaRPr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 showMasterSp="0">
  <p:cSld name="仅标题">
    <p:bg>
      <p:bgPr>
        <a:blipFill rotWithShape="0">
          <a:blip r:embed="rId2"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AutoShape 5">
            <a:hlinkClick r:id="" action="ppaction://noaction" highlightClick="1"/>
          </p:cNvPr>
          <p:cNvSpPr>
            <a:spLocks noChangeArrowheads="1"/>
          </p:cNvSpPr>
          <p:nvPr/>
        </p:nvSpPr>
        <p:spPr bwMode="auto">
          <a:xfrm>
            <a:off x="11734800" y="6400800"/>
            <a:ext cx="457200" cy="457200"/>
          </a:xfrm>
          <a:prstGeom prst="actionButtonBeginning">
            <a:avLst/>
          </a:prstGeom>
          <a:solidFill>
            <a:srgbClr val="002060"/>
          </a:solidFill>
          <a:ln w="9525">
            <a:solidFill>
              <a:schemeClr val="bg1"/>
            </a:solidFill>
            <a:miter lim="800000"/>
          </a:ln>
        </p:spPr>
        <p:txBody>
          <a:bodyPr wrap="none" anchor="ctr"/>
          <a:lstStyle>
            <a:lvl1pPr eaLnBrk="0" hangingPunct="0">
              <a:spcBef>
                <a:spcPct val="20000"/>
              </a:spcBef>
              <a:buClr>
                <a:schemeClr val="hlink"/>
              </a:buClr>
              <a:buSzPct val="80000"/>
              <a:buFont typeface="Wingdings" panose="05000000000000000000" pitchFamily="2" charset="2"/>
              <a:buChar char="n"/>
              <a:defRPr sz="32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1pPr>
            <a:lvl2pPr marL="742950" indent="-285750" eaLnBrk="0" hangingPunct="0">
              <a:spcBef>
                <a:spcPct val="20000"/>
              </a:spcBef>
              <a:buClr>
                <a:schemeClr val="tx1"/>
              </a:buClr>
              <a:buChar char="–"/>
              <a:defRPr sz="28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2pPr>
            <a:lvl3pPr marL="1143000" indent="-228600" eaLnBrk="0" hangingPunct="0">
              <a:spcBef>
                <a:spcPct val="20000"/>
              </a:spcBef>
              <a:buClr>
                <a:schemeClr val="hlink"/>
              </a:buClr>
              <a:buFont typeface="Wingdings" panose="05000000000000000000" pitchFamily="2" charset="2"/>
              <a:buChar char="§"/>
              <a:defRPr sz="24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3pPr>
            <a:lvl4pPr marL="1600200" indent="-228600" eaLnBrk="0" hangingPunct="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4pPr>
            <a:lvl5pPr marL="2057400" indent="-228600" eaLnBrk="0" hangingPunct="0">
              <a:spcBef>
                <a:spcPct val="20000"/>
              </a:spcBef>
              <a:buClr>
                <a:schemeClr val="hlink"/>
              </a:buClr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9pPr>
          </a:lstStyle>
          <a:p>
            <a:pPr marL="0" marR="0" lvl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0" lang="zh-CN" altLang="en-US" sz="1800" b="1" i="0" u="none" strike="noStrike" kern="1200" cap="none" spc="0" normalizeH="0" baseline="0" noProof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Tahoma" panose="020B0604030504040204" pitchFamily="34" charset="0"/>
              <a:ea typeface="宋体" panose="02010600030101010101" pitchFamily="2" charset="-122"/>
              <a:cs typeface="+mn-cs"/>
            </a:endParaRPr>
          </a:p>
        </p:txBody>
      </p:sp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noProof="1"/>
              <a:t>单击此处编辑母版标题样式</a:t>
            </a:r>
            <a:endParaRPr lang="zh-CN" altLang="en-US" noProof="1"/>
          </a:p>
        </p:txBody>
      </p:sp>
      <p:sp>
        <p:nvSpPr>
          <p:cNvPr id="9" name="Rectangle 7"/>
          <p:cNvSpPr>
            <a:spLocks noGrp="1" noChangeArrowheads="1"/>
          </p:cNvSpPr>
          <p:nvPr>
            <p:ph type="dt" sz="half" idx="2"/>
          </p:nvPr>
        </p:nvSpPr>
        <p:spPr bwMode="auto">
          <a:xfrm>
            <a:off x="609600" y="6248400"/>
            <a:ext cx="2844800" cy="457200"/>
          </a:xfrm>
          <a:prstGeom prst="rect">
            <a:avLst/>
          </a:prstGeom>
          <a:ln>
            <a:miter lim="800000"/>
          </a:ln>
        </p:spPr>
        <p:txBody>
          <a:bodyPr vert="horz" wrap="square" lIns="91440" tIns="45720" rIns="91440" bIns="45720" numCol="1" anchor="b" anchorCtr="0" compatLnSpc="1"/>
          <a:lstStyle>
            <a:lvl1pPr>
              <a:defRPr/>
            </a:lvl1pPr>
          </a:lstStyle>
          <a:p>
            <a:pPr marL="0" marR="0" lvl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0" lang="en-US" altLang="zh-CN" sz="1200" b="0" i="0" u="none" strike="noStrike" kern="1200" cap="none" spc="0" normalizeH="0" baseline="0" noProof="0">
              <a:ln>
                <a:noFill/>
              </a:ln>
              <a:solidFill>
                <a:schemeClr val="tx1"/>
              </a:solidFill>
              <a:effectLst>
                <a:outerShdw blurRad="38100" dist="38100" dir="2700000" algn="tl">
                  <a:srgbClr val="000000"/>
                </a:outerShdw>
              </a:effectLst>
              <a:uLnTx/>
              <a:uFillTx/>
              <a:latin typeface="Tahoma" panose="020B0604030504040204" pitchFamily="34" charset="0"/>
              <a:ea typeface="宋体" panose="02010600030101010101" pitchFamily="2" charset="-122"/>
              <a:cs typeface="+mn-cs"/>
            </a:endParaRPr>
          </a:p>
        </p:txBody>
      </p:sp>
      <p:sp>
        <p:nvSpPr>
          <p:cNvPr id="10" name="Rectangle 8"/>
          <p:cNvSpPr>
            <a:spLocks noGrp="1" noChangeArrowheads="1"/>
          </p:cNvSpPr>
          <p:nvPr>
            <p:ph type="ftr" sz="quarter" idx="3"/>
          </p:nvPr>
        </p:nvSpPr>
        <p:spPr bwMode="auto">
          <a:xfrm>
            <a:off x="4165600" y="6248400"/>
            <a:ext cx="3860800" cy="457200"/>
          </a:xfrm>
          <a:prstGeom prst="rect">
            <a:avLst/>
          </a:prstGeom>
          <a:ln>
            <a:miter lim="800000"/>
          </a:ln>
        </p:spPr>
        <p:txBody>
          <a:bodyPr vert="horz" wrap="square" lIns="91440" tIns="45720" rIns="91440" bIns="45720" numCol="1" anchor="b" anchorCtr="0" compatLnSpc="1"/>
          <a:lstStyle>
            <a:lvl1pPr>
              <a:defRPr/>
            </a:lvl1pPr>
          </a:lstStyle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0" lang="en-US" altLang="zh-CN" sz="1200" b="0" i="0" u="none" strike="noStrike" kern="1200" cap="none" spc="0" normalizeH="0" baseline="0" noProof="0">
              <a:ln>
                <a:noFill/>
              </a:ln>
              <a:solidFill>
                <a:schemeClr val="tx1"/>
              </a:solidFill>
              <a:effectLst>
                <a:outerShdw blurRad="38100" dist="38100" dir="2700000" algn="tl">
                  <a:srgbClr val="000000"/>
                </a:outerShdw>
              </a:effectLst>
              <a:uLnTx/>
              <a:uFillTx/>
              <a:latin typeface="Tahoma" panose="020B0604030504040204" pitchFamily="34" charset="0"/>
              <a:ea typeface="宋体" panose="02010600030101010101" pitchFamily="2" charset="-122"/>
              <a:cs typeface="+mn-cs"/>
            </a:endParaRPr>
          </a:p>
        </p:txBody>
      </p:sp>
      <p:sp>
        <p:nvSpPr>
          <p:cNvPr id="12" name="Rectangle 9"/>
          <p:cNvSpPr>
            <a:spLocks noGrp="1" noChangeArrowheads="1"/>
          </p:cNvSpPr>
          <p:nvPr>
            <p:ph type="sldNum" sz="quarter" idx="4"/>
          </p:nvPr>
        </p:nvSpPr>
        <p:spPr bwMode="auto">
          <a:xfrm>
            <a:off x="8737600" y="6248400"/>
            <a:ext cx="2844800" cy="457200"/>
          </a:xfrm>
          <a:prstGeom prst="rect">
            <a:avLst/>
          </a:prstGeom>
          <a:ln>
            <a:miter lim="800000"/>
          </a:ln>
        </p:spPr>
        <p:txBody>
          <a:bodyPr vert="horz" wrap="square" lIns="91440" tIns="45720" rIns="91440" bIns="45720" numCol="1" anchor="b" anchorCtr="0" compatLnSpc="1"/>
          <a:lstStyle>
            <a:lvl1pPr>
              <a:defRPr/>
            </a:lvl1pPr>
          </a:lstStyle>
          <a:p>
            <a:pPr marL="0" marR="0" lvl="0" indent="0" algn="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fld id="{65BB0724-DE64-4547-B486-2A7CA693CE9C}" type="slidenum">
              <a:rPr kumimoji="0" lang="en-US" altLang="zh-CN" sz="1200" b="0" i="0" u="none" strike="noStrike" kern="1200" cap="none" spc="0" normalizeH="0" baseline="0" noProof="0">
                <a:ln>
                  <a:noFill/>
                </a:ln>
                <a:solidFill>
                  <a:schemeClr val="tx1"/>
                </a:solidFill>
                <a:effectLst>
                  <a:outerShdw blurRad="38100" dist="38100" dir="2700000" algn="tl">
                    <a:srgbClr val="000000"/>
                  </a:outerShdw>
                </a:effectLst>
                <a:uLnTx/>
                <a:uFillTx/>
                <a:latin typeface="Tahoma" panose="020B0604030504040204" pitchFamily="34" charset="0"/>
                <a:ea typeface="宋体" panose="02010600030101010101" pitchFamily="2" charset="-122"/>
                <a:cs typeface="+mn-cs"/>
              </a:rPr>
            </a:fld>
            <a:endParaRPr kumimoji="0" lang="en-US" altLang="zh-CN" sz="1200" b="0" i="0" u="none" strike="noStrike" kern="1200" cap="none" spc="0" normalizeH="0" baseline="0" noProof="0">
              <a:ln>
                <a:noFill/>
              </a:ln>
              <a:solidFill>
                <a:schemeClr val="tx1"/>
              </a:solidFill>
              <a:effectLst>
                <a:outerShdw blurRad="38100" dist="38100" dir="2700000" algn="tl">
                  <a:srgbClr val="000000"/>
                </a:outerShdw>
              </a:effectLst>
              <a:uLnTx/>
              <a:uFillTx/>
              <a:latin typeface="Tahoma" panose="020B0604030504040204" pitchFamily="34" charset="0"/>
              <a:ea typeface="宋体" panose="02010600030101010101" pitchFamily="2" charset="-122"/>
              <a:cs typeface="+mn-cs"/>
            </a:endParaRPr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 showMasterSp="0">
  <p:cSld name="空白">
    <p:bg>
      <p:bgPr>
        <a:blipFill rotWithShape="0">
          <a:blip r:embed="rId2"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AutoShape 5">
            <a:hlinkClick r:id="" action="ppaction://noaction" highlightClick="1"/>
          </p:cNvPr>
          <p:cNvSpPr>
            <a:spLocks noChangeArrowheads="1"/>
          </p:cNvSpPr>
          <p:nvPr/>
        </p:nvSpPr>
        <p:spPr bwMode="auto">
          <a:xfrm>
            <a:off x="11734800" y="6400800"/>
            <a:ext cx="457200" cy="457200"/>
          </a:xfrm>
          <a:prstGeom prst="actionButtonBeginning">
            <a:avLst/>
          </a:prstGeom>
          <a:solidFill>
            <a:srgbClr val="002060"/>
          </a:solidFill>
          <a:ln w="9525">
            <a:solidFill>
              <a:schemeClr val="bg1"/>
            </a:solidFill>
            <a:miter lim="800000"/>
          </a:ln>
        </p:spPr>
        <p:txBody>
          <a:bodyPr wrap="none" anchor="ctr"/>
          <a:lstStyle>
            <a:lvl1pPr eaLnBrk="0" hangingPunct="0">
              <a:spcBef>
                <a:spcPct val="20000"/>
              </a:spcBef>
              <a:buClr>
                <a:schemeClr val="hlink"/>
              </a:buClr>
              <a:buSzPct val="80000"/>
              <a:buFont typeface="Wingdings" panose="05000000000000000000" pitchFamily="2" charset="2"/>
              <a:buChar char="n"/>
              <a:defRPr sz="32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1pPr>
            <a:lvl2pPr marL="742950" indent="-285750" eaLnBrk="0" hangingPunct="0">
              <a:spcBef>
                <a:spcPct val="20000"/>
              </a:spcBef>
              <a:buClr>
                <a:schemeClr val="tx1"/>
              </a:buClr>
              <a:buChar char="–"/>
              <a:defRPr sz="28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2pPr>
            <a:lvl3pPr marL="1143000" indent="-228600" eaLnBrk="0" hangingPunct="0">
              <a:spcBef>
                <a:spcPct val="20000"/>
              </a:spcBef>
              <a:buClr>
                <a:schemeClr val="hlink"/>
              </a:buClr>
              <a:buFont typeface="Wingdings" panose="05000000000000000000" pitchFamily="2" charset="2"/>
              <a:buChar char="§"/>
              <a:defRPr sz="24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3pPr>
            <a:lvl4pPr marL="1600200" indent="-228600" eaLnBrk="0" hangingPunct="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4pPr>
            <a:lvl5pPr marL="2057400" indent="-228600" eaLnBrk="0" hangingPunct="0">
              <a:spcBef>
                <a:spcPct val="20000"/>
              </a:spcBef>
              <a:buClr>
                <a:schemeClr val="hlink"/>
              </a:buClr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9pPr>
          </a:lstStyle>
          <a:p>
            <a:pPr marL="0" marR="0" lvl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0" lang="zh-CN" altLang="en-US" sz="1800" b="1" i="0" u="none" strike="noStrike" kern="1200" cap="none" spc="0" normalizeH="0" baseline="0" noProof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Tahoma" panose="020B0604030504040204" pitchFamily="34" charset="0"/>
              <a:ea typeface="宋体" panose="02010600030101010101" pitchFamily="2" charset="-122"/>
              <a:cs typeface="+mn-cs"/>
            </a:endParaRPr>
          </a:p>
        </p:txBody>
      </p:sp>
      <p:sp>
        <p:nvSpPr>
          <p:cNvPr id="9" name="Rectangle 7"/>
          <p:cNvSpPr>
            <a:spLocks noGrp="1" noChangeArrowheads="1"/>
          </p:cNvSpPr>
          <p:nvPr>
            <p:ph type="dt" sz="half" idx="2"/>
          </p:nvPr>
        </p:nvSpPr>
        <p:spPr bwMode="auto">
          <a:xfrm>
            <a:off x="609600" y="6248400"/>
            <a:ext cx="2844800" cy="457200"/>
          </a:xfrm>
          <a:prstGeom prst="rect">
            <a:avLst/>
          </a:prstGeom>
          <a:ln>
            <a:miter lim="800000"/>
          </a:ln>
        </p:spPr>
        <p:txBody>
          <a:bodyPr vert="horz" wrap="square" lIns="91440" tIns="45720" rIns="91440" bIns="45720" numCol="1" anchor="b" anchorCtr="0" compatLnSpc="1"/>
          <a:lstStyle>
            <a:lvl1pPr>
              <a:defRPr/>
            </a:lvl1pPr>
          </a:lstStyle>
          <a:p>
            <a:pPr marL="0" marR="0" lvl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0" lang="en-US" altLang="zh-CN" sz="1200" b="0" i="0" u="none" strike="noStrike" kern="1200" cap="none" spc="0" normalizeH="0" baseline="0" noProof="0">
              <a:ln>
                <a:noFill/>
              </a:ln>
              <a:solidFill>
                <a:schemeClr val="tx1"/>
              </a:solidFill>
              <a:effectLst>
                <a:outerShdw blurRad="38100" dist="38100" dir="2700000" algn="tl">
                  <a:srgbClr val="000000"/>
                </a:outerShdw>
              </a:effectLst>
              <a:uLnTx/>
              <a:uFillTx/>
              <a:latin typeface="Tahoma" panose="020B0604030504040204" pitchFamily="34" charset="0"/>
              <a:ea typeface="宋体" panose="02010600030101010101" pitchFamily="2" charset="-122"/>
              <a:cs typeface="+mn-cs"/>
            </a:endParaRPr>
          </a:p>
        </p:txBody>
      </p:sp>
      <p:sp>
        <p:nvSpPr>
          <p:cNvPr id="10" name="Rectangle 8"/>
          <p:cNvSpPr>
            <a:spLocks noGrp="1" noChangeArrowheads="1"/>
          </p:cNvSpPr>
          <p:nvPr>
            <p:ph type="ftr" sz="quarter" idx="3"/>
          </p:nvPr>
        </p:nvSpPr>
        <p:spPr bwMode="auto">
          <a:xfrm>
            <a:off x="4165600" y="6248400"/>
            <a:ext cx="3860800" cy="457200"/>
          </a:xfrm>
          <a:prstGeom prst="rect">
            <a:avLst/>
          </a:prstGeom>
          <a:ln>
            <a:miter lim="800000"/>
          </a:ln>
        </p:spPr>
        <p:txBody>
          <a:bodyPr vert="horz" wrap="square" lIns="91440" tIns="45720" rIns="91440" bIns="45720" numCol="1" anchor="b" anchorCtr="0" compatLnSpc="1"/>
          <a:lstStyle>
            <a:lvl1pPr>
              <a:defRPr/>
            </a:lvl1pPr>
          </a:lstStyle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0" lang="en-US" altLang="zh-CN" sz="1200" b="0" i="0" u="none" strike="noStrike" kern="1200" cap="none" spc="0" normalizeH="0" baseline="0" noProof="0">
              <a:ln>
                <a:noFill/>
              </a:ln>
              <a:solidFill>
                <a:schemeClr val="tx1"/>
              </a:solidFill>
              <a:effectLst>
                <a:outerShdw blurRad="38100" dist="38100" dir="2700000" algn="tl">
                  <a:srgbClr val="000000"/>
                </a:outerShdw>
              </a:effectLst>
              <a:uLnTx/>
              <a:uFillTx/>
              <a:latin typeface="Tahoma" panose="020B0604030504040204" pitchFamily="34" charset="0"/>
              <a:ea typeface="宋体" panose="02010600030101010101" pitchFamily="2" charset="-122"/>
              <a:cs typeface="+mn-cs"/>
            </a:endParaRPr>
          </a:p>
        </p:txBody>
      </p:sp>
      <p:sp>
        <p:nvSpPr>
          <p:cNvPr id="12" name="Rectangle 9"/>
          <p:cNvSpPr>
            <a:spLocks noGrp="1" noChangeArrowheads="1"/>
          </p:cNvSpPr>
          <p:nvPr>
            <p:ph type="sldNum" sz="quarter" idx="4"/>
          </p:nvPr>
        </p:nvSpPr>
        <p:spPr bwMode="auto">
          <a:xfrm>
            <a:off x="8737600" y="6248400"/>
            <a:ext cx="2844800" cy="457200"/>
          </a:xfrm>
          <a:prstGeom prst="rect">
            <a:avLst/>
          </a:prstGeom>
          <a:ln>
            <a:miter lim="800000"/>
          </a:ln>
        </p:spPr>
        <p:txBody>
          <a:bodyPr vert="horz" wrap="square" lIns="91440" tIns="45720" rIns="91440" bIns="45720" numCol="1" anchor="b" anchorCtr="0" compatLnSpc="1"/>
          <a:lstStyle>
            <a:lvl1pPr>
              <a:defRPr/>
            </a:lvl1pPr>
          </a:lstStyle>
          <a:p>
            <a:pPr marL="0" marR="0" lvl="0" indent="0" algn="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fld id="{2964F2FC-6544-4907-8CFB-7D8482CDD887}" type="slidenum">
              <a:rPr kumimoji="0" lang="en-US" altLang="zh-CN" sz="1200" b="0" i="0" u="none" strike="noStrike" kern="1200" cap="none" spc="0" normalizeH="0" baseline="0" noProof="0">
                <a:ln>
                  <a:noFill/>
                </a:ln>
                <a:solidFill>
                  <a:schemeClr val="tx1"/>
                </a:solidFill>
                <a:effectLst>
                  <a:outerShdw blurRad="38100" dist="38100" dir="2700000" algn="tl">
                    <a:srgbClr val="000000"/>
                  </a:outerShdw>
                </a:effectLst>
                <a:uLnTx/>
                <a:uFillTx/>
                <a:latin typeface="Tahoma" panose="020B0604030504040204" pitchFamily="34" charset="0"/>
                <a:ea typeface="宋体" panose="02010600030101010101" pitchFamily="2" charset="-122"/>
                <a:cs typeface="+mn-cs"/>
              </a:rPr>
            </a:fld>
            <a:endParaRPr kumimoji="0" lang="en-US" altLang="zh-CN" sz="1200" b="0" i="0" u="none" strike="noStrike" kern="1200" cap="none" spc="0" normalizeH="0" baseline="0" noProof="0">
              <a:ln>
                <a:noFill/>
              </a:ln>
              <a:solidFill>
                <a:schemeClr val="tx1"/>
              </a:solidFill>
              <a:effectLst>
                <a:outerShdw blurRad="38100" dist="38100" dir="2700000" algn="tl">
                  <a:srgbClr val="000000"/>
                </a:outerShdw>
              </a:effectLst>
              <a:uLnTx/>
              <a:uFillTx/>
              <a:latin typeface="Tahoma" panose="020B0604030504040204" pitchFamily="34" charset="0"/>
              <a:ea typeface="宋体" panose="02010600030101010101" pitchFamily="2" charset="-122"/>
              <a:cs typeface="+mn-cs"/>
            </a:endParaRPr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 showMasterSp="0">
  <p:cSld name="内容与标题">
    <p:bg>
      <p:bgPr>
        <a:blipFill rotWithShape="0">
          <a:blip r:embed="rId2"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AutoShape 5">
            <a:hlinkClick r:id="" action="ppaction://noaction" highlightClick="1"/>
          </p:cNvPr>
          <p:cNvSpPr>
            <a:spLocks noChangeArrowheads="1"/>
          </p:cNvSpPr>
          <p:nvPr/>
        </p:nvSpPr>
        <p:spPr bwMode="auto">
          <a:xfrm>
            <a:off x="11734800" y="6400800"/>
            <a:ext cx="457200" cy="457200"/>
          </a:xfrm>
          <a:prstGeom prst="actionButtonBeginning">
            <a:avLst/>
          </a:prstGeom>
          <a:solidFill>
            <a:srgbClr val="002060"/>
          </a:solidFill>
          <a:ln w="9525">
            <a:solidFill>
              <a:schemeClr val="bg1"/>
            </a:solidFill>
            <a:miter lim="800000"/>
          </a:ln>
        </p:spPr>
        <p:txBody>
          <a:bodyPr wrap="none" anchor="ctr"/>
          <a:lstStyle>
            <a:lvl1pPr eaLnBrk="0" hangingPunct="0">
              <a:spcBef>
                <a:spcPct val="20000"/>
              </a:spcBef>
              <a:buClr>
                <a:schemeClr val="hlink"/>
              </a:buClr>
              <a:buSzPct val="80000"/>
              <a:buFont typeface="Wingdings" panose="05000000000000000000" pitchFamily="2" charset="2"/>
              <a:buChar char="n"/>
              <a:defRPr sz="32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1pPr>
            <a:lvl2pPr marL="742950" indent="-285750" eaLnBrk="0" hangingPunct="0">
              <a:spcBef>
                <a:spcPct val="20000"/>
              </a:spcBef>
              <a:buClr>
                <a:schemeClr val="tx1"/>
              </a:buClr>
              <a:buChar char="–"/>
              <a:defRPr sz="28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2pPr>
            <a:lvl3pPr marL="1143000" indent="-228600" eaLnBrk="0" hangingPunct="0">
              <a:spcBef>
                <a:spcPct val="20000"/>
              </a:spcBef>
              <a:buClr>
                <a:schemeClr val="hlink"/>
              </a:buClr>
              <a:buFont typeface="Wingdings" panose="05000000000000000000" pitchFamily="2" charset="2"/>
              <a:buChar char="§"/>
              <a:defRPr sz="24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3pPr>
            <a:lvl4pPr marL="1600200" indent="-228600" eaLnBrk="0" hangingPunct="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4pPr>
            <a:lvl5pPr marL="2057400" indent="-228600" eaLnBrk="0" hangingPunct="0">
              <a:spcBef>
                <a:spcPct val="20000"/>
              </a:spcBef>
              <a:buClr>
                <a:schemeClr val="hlink"/>
              </a:buClr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9pPr>
          </a:lstStyle>
          <a:p>
            <a:pPr marL="0" marR="0" lvl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0" lang="zh-CN" altLang="en-US" sz="1800" b="1" i="0" u="none" strike="noStrike" kern="1200" cap="none" spc="0" normalizeH="0" baseline="0" noProof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Tahoma" panose="020B0604030504040204" pitchFamily="34" charset="0"/>
              <a:ea typeface="宋体" panose="02010600030101010101" pitchFamily="2" charset="-122"/>
              <a:cs typeface="+mn-cs"/>
            </a:endParaRPr>
          </a:p>
        </p:txBody>
      </p:sp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609603" y="273050"/>
            <a:ext cx="4011084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zh-CN" altLang="en-US" noProof="1"/>
              <a:t>单击此处编辑母版标题样式</a:t>
            </a:r>
            <a:endParaRPr lang="zh-CN" altLang="en-US" noProof="1"/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>
          <a:xfrm>
            <a:off x="4766733" y="273055"/>
            <a:ext cx="6815667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zh-CN" altLang="en-US" noProof="1"/>
              <a:t>单击此处编辑母版文本样式</a:t>
            </a:r>
            <a:endParaRPr lang="zh-CN" altLang="en-US" noProof="1"/>
          </a:p>
          <a:p>
            <a:pPr lvl="1"/>
            <a:r>
              <a:rPr lang="zh-CN" altLang="en-US" noProof="1"/>
              <a:t>第二级</a:t>
            </a:r>
            <a:endParaRPr lang="zh-CN" altLang="en-US" noProof="1"/>
          </a:p>
          <a:p>
            <a:pPr lvl="2"/>
            <a:r>
              <a:rPr lang="zh-CN" altLang="en-US" noProof="1"/>
              <a:t>第三级</a:t>
            </a:r>
            <a:endParaRPr lang="zh-CN" altLang="en-US" noProof="1"/>
          </a:p>
          <a:p>
            <a:pPr lvl="3"/>
            <a:r>
              <a:rPr lang="zh-CN" altLang="en-US" noProof="1"/>
              <a:t>第四级</a:t>
            </a:r>
            <a:endParaRPr lang="zh-CN" altLang="en-US" noProof="1"/>
          </a:p>
          <a:p>
            <a:pPr lvl="4"/>
            <a:r>
              <a:rPr lang="zh-CN" altLang="en-US" noProof="1"/>
              <a:t>第五级</a:t>
            </a:r>
            <a:endParaRPr lang="zh-CN" altLang="en-US" noProof="1"/>
          </a:p>
        </p:txBody>
      </p:sp>
      <p:sp>
        <p:nvSpPr>
          <p:cNvPr id="4" name="文本占位符 3"/>
          <p:cNvSpPr>
            <a:spLocks noGrp="1"/>
          </p:cNvSpPr>
          <p:nvPr>
            <p:ph type="body" sz="half" idx="2"/>
          </p:nvPr>
        </p:nvSpPr>
        <p:spPr>
          <a:xfrm>
            <a:off x="609603" y="1435103"/>
            <a:ext cx="4011084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zh-CN" altLang="en-US" noProof="1"/>
              <a:t>单击此处编辑母版文本样式</a:t>
            </a:r>
            <a:endParaRPr lang="zh-CN" altLang="en-US" noProof="1"/>
          </a:p>
        </p:txBody>
      </p:sp>
      <p:sp>
        <p:nvSpPr>
          <p:cNvPr id="9" name="Rectangle 7"/>
          <p:cNvSpPr>
            <a:spLocks noGrp="1" noChangeArrowheads="1"/>
          </p:cNvSpPr>
          <p:nvPr>
            <p:ph type="dt" sz="half" idx="12"/>
          </p:nvPr>
        </p:nvSpPr>
        <p:spPr bwMode="auto">
          <a:xfrm>
            <a:off x="609600" y="6248400"/>
            <a:ext cx="2844800" cy="457200"/>
          </a:xfrm>
          <a:prstGeom prst="rect">
            <a:avLst/>
          </a:prstGeom>
          <a:ln>
            <a:miter lim="800000"/>
          </a:ln>
        </p:spPr>
        <p:txBody>
          <a:bodyPr vert="horz" wrap="square" lIns="91440" tIns="45720" rIns="91440" bIns="45720" numCol="1" anchor="b" anchorCtr="0" compatLnSpc="1"/>
          <a:lstStyle>
            <a:lvl1pPr>
              <a:defRPr/>
            </a:lvl1pPr>
          </a:lstStyle>
          <a:p>
            <a:pPr marL="0" marR="0" lvl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0" lang="en-US" altLang="zh-CN" sz="1200" b="0" i="0" u="none" strike="noStrike" kern="1200" cap="none" spc="0" normalizeH="0" baseline="0" noProof="0">
              <a:ln>
                <a:noFill/>
              </a:ln>
              <a:solidFill>
                <a:schemeClr val="tx1"/>
              </a:solidFill>
              <a:effectLst>
                <a:outerShdw blurRad="38100" dist="38100" dir="2700000" algn="tl">
                  <a:srgbClr val="000000"/>
                </a:outerShdw>
              </a:effectLst>
              <a:uLnTx/>
              <a:uFillTx/>
              <a:latin typeface="Tahoma" panose="020B0604030504040204" pitchFamily="34" charset="0"/>
              <a:ea typeface="宋体" panose="02010600030101010101" pitchFamily="2" charset="-122"/>
              <a:cs typeface="+mn-cs"/>
            </a:endParaRPr>
          </a:p>
        </p:txBody>
      </p:sp>
      <p:sp>
        <p:nvSpPr>
          <p:cNvPr id="10" name="Rectangle 8"/>
          <p:cNvSpPr>
            <a:spLocks noGrp="1" noChangeArrowheads="1"/>
          </p:cNvSpPr>
          <p:nvPr>
            <p:ph type="ftr" sz="quarter" idx="3"/>
          </p:nvPr>
        </p:nvSpPr>
        <p:spPr bwMode="auto">
          <a:xfrm>
            <a:off x="4165600" y="6248400"/>
            <a:ext cx="3860800" cy="457200"/>
          </a:xfrm>
          <a:prstGeom prst="rect">
            <a:avLst/>
          </a:prstGeom>
          <a:ln>
            <a:miter lim="800000"/>
          </a:ln>
        </p:spPr>
        <p:txBody>
          <a:bodyPr vert="horz" wrap="square" lIns="91440" tIns="45720" rIns="91440" bIns="45720" numCol="1" anchor="b" anchorCtr="0" compatLnSpc="1"/>
          <a:lstStyle>
            <a:lvl1pPr>
              <a:defRPr/>
            </a:lvl1pPr>
          </a:lstStyle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0" lang="en-US" altLang="zh-CN" sz="1200" b="0" i="0" u="none" strike="noStrike" kern="1200" cap="none" spc="0" normalizeH="0" baseline="0" noProof="0">
              <a:ln>
                <a:noFill/>
              </a:ln>
              <a:solidFill>
                <a:schemeClr val="tx1"/>
              </a:solidFill>
              <a:effectLst>
                <a:outerShdw blurRad="38100" dist="38100" dir="2700000" algn="tl">
                  <a:srgbClr val="000000"/>
                </a:outerShdw>
              </a:effectLst>
              <a:uLnTx/>
              <a:uFillTx/>
              <a:latin typeface="Tahoma" panose="020B0604030504040204" pitchFamily="34" charset="0"/>
              <a:ea typeface="宋体" panose="02010600030101010101" pitchFamily="2" charset="-122"/>
              <a:cs typeface="+mn-cs"/>
            </a:endParaRPr>
          </a:p>
        </p:txBody>
      </p:sp>
      <p:sp>
        <p:nvSpPr>
          <p:cNvPr id="12" name="Rectangle 9"/>
          <p:cNvSpPr>
            <a:spLocks noGrp="1" noChangeArrowheads="1"/>
          </p:cNvSpPr>
          <p:nvPr>
            <p:ph type="sldNum" sz="quarter" idx="4"/>
          </p:nvPr>
        </p:nvSpPr>
        <p:spPr bwMode="auto">
          <a:xfrm>
            <a:off x="8737600" y="6248400"/>
            <a:ext cx="2844800" cy="457200"/>
          </a:xfrm>
          <a:prstGeom prst="rect">
            <a:avLst/>
          </a:prstGeom>
          <a:ln>
            <a:miter lim="800000"/>
          </a:ln>
        </p:spPr>
        <p:txBody>
          <a:bodyPr vert="horz" wrap="square" lIns="91440" tIns="45720" rIns="91440" bIns="45720" numCol="1" anchor="b" anchorCtr="0" compatLnSpc="1"/>
          <a:lstStyle>
            <a:lvl1pPr>
              <a:defRPr/>
            </a:lvl1pPr>
          </a:lstStyle>
          <a:p>
            <a:pPr marL="0" marR="0" lvl="0" indent="0" algn="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fld id="{1313A46C-2D2E-4CB9-9854-4968816EAEAE}" type="slidenum">
              <a:rPr kumimoji="0" lang="en-US" altLang="zh-CN" sz="1200" b="0" i="0" u="none" strike="noStrike" kern="1200" cap="none" spc="0" normalizeH="0" baseline="0" noProof="0">
                <a:ln>
                  <a:noFill/>
                </a:ln>
                <a:solidFill>
                  <a:schemeClr val="tx1"/>
                </a:solidFill>
                <a:effectLst>
                  <a:outerShdw blurRad="38100" dist="38100" dir="2700000" algn="tl">
                    <a:srgbClr val="000000"/>
                  </a:outerShdw>
                </a:effectLst>
                <a:uLnTx/>
                <a:uFillTx/>
                <a:latin typeface="Tahoma" panose="020B0604030504040204" pitchFamily="34" charset="0"/>
                <a:ea typeface="宋体" panose="02010600030101010101" pitchFamily="2" charset="-122"/>
                <a:cs typeface="+mn-cs"/>
              </a:rPr>
            </a:fld>
            <a:endParaRPr kumimoji="0" lang="en-US" altLang="zh-CN" sz="1200" b="0" i="0" u="none" strike="noStrike" kern="1200" cap="none" spc="0" normalizeH="0" baseline="0" noProof="0">
              <a:ln>
                <a:noFill/>
              </a:ln>
              <a:solidFill>
                <a:schemeClr val="tx1"/>
              </a:solidFill>
              <a:effectLst>
                <a:outerShdw blurRad="38100" dist="38100" dir="2700000" algn="tl">
                  <a:srgbClr val="000000"/>
                </a:outerShdw>
              </a:effectLst>
              <a:uLnTx/>
              <a:uFillTx/>
              <a:latin typeface="Tahoma" panose="020B0604030504040204" pitchFamily="34" charset="0"/>
              <a:ea typeface="宋体" panose="02010600030101010101" pitchFamily="2" charset="-122"/>
              <a:cs typeface="+mn-cs"/>
            </a:endParaRPr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 showMasterSp="0">
  <p:cSld name="图片与标题">
    <p:bg>
      <p:bgPr>
        <a:blipFill rotWithShape="0">
          <a:blip r:embed="rId2"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AutoShape 5">
            <a:hlinkClick r:id="" action="ppaction://noaction" highlightClick="1"/>
          </p:cNvPr>
          <p:cNvSpPr>
            <a:spLocks noChangeArrowheads="1"/>
          </p:cNvSpPr>
          <p:nvPr/>
        </p:nvSpPr>
        <p:spPr bwMode="auto">
          <a:xfrm>
            <a:off x="11734800" y="6400800"/>
            <a:ext cx="457200" cy="457200"/>
          </a:xfrm>
          <a:prstGeom prst="actionButtonBeginning">
            <a:avLst/>
          </a:prstGeom>
          <a:solidFill>
            <a:srgbClr val="002060"/>
          </a:solidFill>
          <a:ln w="9525">
            <a:solidFill>
              <a:schemeClr val="bg1"/>
            </a:solidFill>
            <a:miter lim="800000"/>
          </a:ln>
        </p:spPr>
        <p:txBody>
          <a:bodyPr wrap="none" anchor="ctr"/>
          <a:lstStyle>
            <a:lvl1pPr eaLnBrk="0" hangingPunct="0">
              <a:spcBef>
                <a:spcPct val="20000"/>
              </a:spcBef>
              <a:buClr>
                <a:schemeClr val="hlink"/>
              </a:buClr>
              <a:buSzPct val="80000"/>
              <a:buFont typeface="Wingdings" panose="05000000000000000000" pitchFamily="2" charset="2"/>
              <a:buChar char="n"/>
              <a:defRPr sz="32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1pPr>
            <a:lvl2pPr marL="742950" indent="-285750" eaLnBrk="0" hangingPunct="0">
              <a:spcBef>
                <a:spcPct val="20000"/>
              </a:spcBef>
              <a:buClr>
                <a:schemeClr val="tx1"/>
              </a:buClr>
              <a:buChar char="–"/>
              <a:defRPr sz="28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2pPr>
            <a:lvl3pPr marL="1143000" indent="-228600" eaLnBrk="0" hangingPunct="0">
              <a:spcBef>
                <a:spcPct val="20000"/>
              </a:spcBef>
              <a:buClr>
                <a:schemeClr val="hlink"/>
              </a:buClr>
              <a:buFont typeface="Wingdings" panose="05000000000000000000" pitchFamily="2" charset="2"/>
              <a:buChar char="§"/>
              <a:defRPr sz="24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3pPr>
            <a:lvl4pPr marL="1600200" indent="-228600" eaLnBrk="0" hangingPunct="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4pPr>
            <a:lvl5pPr marL="2057400" indent="-228600" eaLnBrk="0" hangingPunct="0">
              <a:spcBef>
                <a:spcPct val="20000"/>
              </a:spcBef>
              <a:buClr>
                <a:schemeClr val="hlink"/>
              </a:buClr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9pPr>
          </a:lstStyle>
          <a:p>
            <a:pPr marL="0" marR="0" lvl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0" lang="zh-CN" altLang="en-US" sz="1800" b="1" i="0" u="none" strike="noStrike" kern="1200" cap="none" spc="0" normalizeH="0" baseline="0" noProof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Tahoma" panose="020B0604030504040204" pitchFamily="34" charset="0"/>
              <a:ea typeface="宋体" panose="02010600030101010101" pitchFamily="2" charset="-122"/>
              <a:cs typeface="+mn-cs"/>
            </a:endParaRPr>
          </a:p>
        </p:txBody>
      </p:sp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2389717" y="4800600"/>
            <a:ext cx="73152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zh-CN" altLang="en-US" noProof="1"/>
              <a:t>单击此处编辑母版标题样式</a:t>
            </a:r>
            <a:endParaRPr lang="zh-CN" altLang="en-US" noProof="1"/>
          </a:p>
        </p:txBody>
      </p:sp>
      <p:sp>
        <p:nvSpPr>
          <p:cNvPr id="3" name="图片占位符 2"/>
          <p:cNvSpPr>
            <a:spLocks noGrp="1"/>
          </p:cNvSpPr>
          <p:nvPr>
            <p:ph type="pic" idx="1"/>
          </p:nvPr>
        </p:nvSpPr>
        <p:spPr>
          <a:xfrm>
            <a:off x="2389717" y="612775"/>
            <a:ext cx="7315200" cy="4114800"/>
          </a:xfrm>
        </p:spPr>
        <p:txBody>
          <a:bodyPr vert="horz" wrap="square" lIns="91440" tIns="45720" rIns="91440" bIns="45720" numCol="1" anchor="t" anchorCtr="0" compatLnSpc="1"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80000"/>
              <a:buFont typeface="Wingdings" panose="05000000000000000000" pitchFamily="2" charset="2"/>
              <a:buNone/>
              <a:defRPr/>
            </a:pPr>
            <a:endParaRPr kumimoji="0" lang="zh-CN" altLang="en-US" sz="3200" b="0" i="0" u="none" strike="noStrike" kern="0" cap="none" spc="0" normalizeH="0" baseline="0" noProof="0">
              <a:ln>
                <a:noFill/>
              </a:ln>
              <a:solidFill>
                <a:schemeClr val="tx1"/>
              </a:solidFill>
              <a:effectLst>
                <a:outerShdw blurRad="38100" dist="38100" dir="2700000" algn="tl">
                  <a:srgbClr val="000000"/>
                </a:outerShdw>
              </a:effectLst>
              <a:uLnTx/>
              <a:uFillTx/>
              <a:latin typeface="+mn-lt"/>
              <a:ea typeface="+mn-ea"/>
              <a:cs typeface="+mn-cs"/>
            </a:endParaRPr>
          </a:p>
        </p:txBody>
      </p:sp>
      <p:sp>
        <p:nvSpPr>
          <p:cNvPr id="4" name="文本占位符 3"/>
          <p:cNvSpPr>
            <a:spLocks noGrp="1"/>
          </p:cNvSpPr>
          <p:nvPr>
            <p:ph type="body" sz="half" idx="2"/>
          </p:nvPr>
        </p:nvSpPr>
        <p:spPr>
          <a:xfrm>
            <a:off x="2389717" y="5367338"/>
            <a:ext cx="73152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zh-CN" altLang="en-US" noProof="1"/>
              <a:t>单击此处编辑母版文本样式</a:t>
            </a:r>
            <a:endParaRPr lang="zh-CN" altLang="en-US" noProof="1"/>
          </a:p>
        </p:txBody>
      </p:sp>
      <p:sp>
        <p:nvSpPr>
          <p:cNvPr id="9" name="Rectangle 7"/>
          <p:cNvSpPr>
            <a:spLocks noGrp="1" noChangeArrowheads="1"/>
          </p:cNvSpPr>
          <p:nvPr>
            <p:ph type="dt" sz="half" idx="12"/>
          </p:nvPr>
        </p:nvSpPr>
        <p:spPr bwMode="auto">
          <a:xfrm>
            <a:off x="609600" y="6248400"/>
            <a:ext cx="2844800" cy="457200"/>
          </a:xfrm>
          <a:prstGeom prst="rect">
            <a:avLst/>
          </a:prstGeom>
          <a:ln>
            <a:miter lim="800000"/>
          </a:ln>
        </p:spPr>
        <p:txBody>
          <a:bodyPr vert="horz" wrap="square" lIns="91440" tIns="45720" rIns="91440" bIns="45720" numCol="1" anchor="b" anchorCtr="0" compatLnSpc="1"/>
          <a:lstStyle>
            <a:lvl1pPr>
              <a:defRPr/>
            </a:lvl1pPr>
          </a:lstStyle>
          <a:p>
            <a:pPr marL="0" marR="0" lvl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0" lang="en-US" altLang="zh-CN" sz="1200" b="0" i="0" u="none" strike="noStrike" kern="1200" cap="none" spc="0" normalizeH="0" baseline="0" noProof="0">
              <a:ln>
                <a:noFill/>
              </a:ln>
              <a:solidFill>
                <a:schemeClr val="tx1"/>
              </a:solidFill>
              <a:effectLst>
                <a:outerShdw blurRad="38100" dist="38100" dir="2700000" algn="tl">
                  <a:srgbClr val="000000"/>
                </a:outerShdw>
              </a:effectLst>
              <a:uLnTx/>
              <a:uFillTx/>
              <a:latin typeface="Tahoma" panose="020B0604030504040204" pitchFamily="34" charset="0"/>
              <a:ea typeface="宋体" panose="02010600030101010101" pitchFamily="2" charset="-122"/>
              <a:cs typeface="+mn-cs"/>
            </a:endParaRPr>
          </a:p>
        </p:txBody>
      </p:sp>
      <p:sp>
        <p:nvSpPr>
          <p:cNvPr id="10" name="Rectangle 8"/>
          <p:cNvSpPr>
            <a:spLocks noGrp="1" noChangeArrowheads="1"/>
          </p:cNvSpPr>
          <p:nvPr>
            <p:ph type="ftr" sz="quarter" idx="3"/>
          </p:nvPr>
        </p:nvSpPr>
        <p:spPr bwMode="auto">
          <a:xfrm>
            <a:off x="4165600" y="6248400"/>
            <a:ext cx="3860800" cy="457200"/>
          </a:xfrm>
          <a:prstGeom prst="rect">
            <a:avLst/>
          </a:prstGeom>
          <a:ln>
            <a:miter lim="800000"/>
          </a:ln>
        </p:spPr>
        <p:txBody>
          <a:bodyPr vert="horz" wrap="square" lIns="91440" tIns="45720" rIns="91440" bIns="45720" numCol="1" anchor="b" anchorCtr="0" compatLnSpc="1"/>
          <a:lstStyle>
            <a:lvl1pPr>
              <a:defRPr/>
            </a:lvl1pPr>
          </a:lstStyle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0" lang="en-US" altLang="zh-CN" sz="1200" b="0" i="0" u="none" strike="noStrike" kern="1200" cap="none" spc="0" normalizeH="0" baseline="0" noProof="0">
              <a:ln>
                <a:noFill/>
              </a:ln>
              <a:solidFill>
                <a:schemeClr val="tx1"/>
              </a:solidFill>
              <a:effectLst>
                <a:outerShdw blurRad="38100" dist="38100" dir="2700000" algn="tl">
                  <a:srgbClr val="000000"/>
                </a:outerShdw>
              </a:effectLst>
              <a:uLnTx/>
              <a:uFillTx/>
              <a:latin typeface="Tahoma" panose="020B0604030504040204" pitchFamily="34" charset="0"/>
              <a:ea typeface="宋体" panose="02010600030101010101" pitchFamily="2" charset="-122"/>
              <a:cs typeface="+mn-cs"/>
            </a:endParaRPr>
          </a:p>
        </p:txBody>
      </p:sp>
      <p:sp>
        <p:nvSpPr>
          <p:cNvPr id="12" name="Rectangle 9"/>
          <p:cNvSpPr>
            <a:spLocks noGrp="1" noChangeArrowheads="1"/>
          </p:cNvSpPr>
          <p:nvPr>
            <p:ph type="sldNum" sz="quarter" idx="4"/>
          </p:nvPr>
        </p:nvSpPr>
        <p:spPr bwMode="auto">
          <a:xfrm>
            <a:off x="8737600" y="6248400"/>
            <a:ext cx="2844800" cy="457200"/>
          </a:xfrm>
          <a:prstGeom prst="rect">
            <a:avLst/>
          </a:prstGeom>
          <a:ln>
            <a:miter lim="800000"/>
          </a:ln>
        </p:spPr>
        <p:txBody>
          <a:bodyPr vert="horz" wrap="square" lIns="91440" tIns="45720" rIns="91440" bIns="45720" numCol="1" anchor="b" anchorCtr="0" compatLnSpc="1"/>
          <a:lstStyle>
            <a:lvl1pPr>
              <a:defRPr/>
            </a:lvl1pPr>
          </a:lstStyle>
          <a:p>
            <a:pPr marL="0" marR="0" lvl="0" indent="0" algn="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fld id="{09C12A46-0332-4506-9C47-B5F7ACC0A564}" type="slidenum">
              <a:rPr kumimoji="0" lang="en-US" altLang="zh-CN" sz="1200" b="0" i="0" u="none" strike="noStrike" kern="1200" cap="none" spc="0" normalizeH="0" baseline="0" noProof="0">
                <a:ln>
                  <a:noFill/>
                </a:ln>
                <a:solidFill>
                  <a:schemeClr val="tx1"/>
                </a:solidFill>
                <a:effectLst>
                  <a:outerShdw blurRad="38100" dist="38100" dir="2700000" algn="tl">
                    <a:srgbClr val="000000"/>
                  </a:outerShdw>
                </a:effectLst>
                <a:uLnTx/>
                <a:uFillTx/>
                <a:latin typeface="Tahoma" panose="020B0604030504040204" pitchFamily="34" charset="0"/>
                <a:ea typeface="宋体" panose="02010600030101010101" pitchFamily="2" charset="-122"/>
                <a:cs typeface="+mn-cs"/>
              </a:rPr>
            </a:fld>
            <a:endParaRPr kumimoji="0" lang="en-US" altLang="zh-CN" sz="1200" b="0" i="0" u="none" strike="noStrike" kern="1200" cap="none" spc="0" normalizeH="0" baseline="0" noProof="0">
              <a:ln>
                <a:noFill/>
              </a:ln>
              <a:solidFill>
                <a:schemeClr val="tx1"/>
              </a:solidFill>
              <a:effectLst>
                <a:outerShdw blurRad="38100" dist="38100" dir="2700000" algn="tl">
                  <a:srgbClr val="000000"/>
                </a:outerShdw>
              </a:effectLst>
              <a:uLnTx/>
              <a:uFillTx/>
              <a:latin typeface="Tahoma" panose="020B0604030504040204" pitchFamily="34" charset="0"/>
              <a:ea typeface="宋体" panose="02010600030101010101" pitchFamily="2" charset="-122"/>
              <a:cs typeface="+mn-cs"/>
            </a:endParaRPr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 showMasterSp="0">
  <p:cSld name="标题和竖排文字">
    <p:bg>
      <p:bgPr>
        <a:blipFill rotWithShape="0">
          <a:blip r:embed="rId2"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AutoShape 5">
            <a:hlinkClick r:id="" action="ppaction://noaction" highlightClick="1"/>
          </p:cNvPr>
          <p:cNvSpPr>
            <a:spLocks noChangeArrowheads="1"/>
          </p:cNvSpPr>
          <p:nvPr/>
        </p:nvSpPr>
        <p:spPr bwMode="auto">
          <a:xfrm>
            <a:off x="11734800" y="6400800"/>
            <a:ext cx="457200" cy="457200"/>
          </a:xfrm>
          <a:prstGeom prst="actionButtonBeginning">
            <a:avLst/>
          </a:prstGeom>
          <a:solidFill>
            <a:srgbClr val="002060"/>
          </a:solidFill>
          <a:ln w="9525">
            <a:solidFill>
              <a:schemeClr val="bg1"/>
            </a:solidFill>
            <a:miter lim="800000"/>
          </a:ln>
        </p:spPr>
        <p:txBody>
          <a:bodyPr wrap="none" anchor="ctr"/>
          <a:lstStyle>
            <a:lvl1pPr eaLnBrk="0" hangingPunct="0">
              <a:spcBef>
                <a:spcPct val="20000"/>
              </a:spcBef>
              <a:buClr>
                <a:schemeClr val="hlink"/>
              </a:buClr>
              <a:buSzPct val="80000"/>
              <a:buFont typeface="Wingdings" panose="05000000000000000000" pitchFamily="2" charset="2"/>
              <a:buChar char="n"/>
              <a:defRPr sz="32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1pPr>
            <a:lvl2pPr marL="742950" indent="-285750" eaLnBrk="0" hangingPunct="0">
              <a:spcBef>
                <a:spcPct val="20000"/>
              </a:spcBef>
              <a:buClr>
                <a:schemeClr val="tx1"/>
              </a:buClr>
              <a:buChar char="–"/>
              <a:defRPr sz="28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2pPr>
            <a:lvl3pPr marL="1143000" indent="-228600" eaLnBrk="0" hangingPunct="0">
              <a:spcBef>
                <a:spcPct val="20000"/>
              </a:spcBef>
              <a:buClr>
                <a:schemeClr val="hlink"/>
              </a:buClr>
              <a:buFont typeface="Wingdings" panose="05000000000000000000" pitchFamily="2" charset="2"/>
              <a:buChar char="§"/>
              <a:defRPr sz="24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3pPr>
            <a:lvl4pPr marL="1600200" indent="-228600" eaLnBrk="0" hangingPunct="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4pPr>
            <a:lvl5pPr marL="2057400" indent="-228600" eaLnBrk="0" hangingPunct="0">
              <a:spcBef>
                <a:spcPct val="20000"/>
              </a:spcBef>
              <a:buClr>
                <a:schemeClr val="hlink"/>
              </a:buClr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9pPr>
          </a:lstStyle>
          <a:p>
            <a:pPr marL="0" marR="0" lvl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0" lang="zh-CN" altLang="en-US" sz="1800" b="1" i="0" u="none" strike="noStrike" kern="1200" cap="none" spc="0" normalizeH="0" baseline="0" noProof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Tahoma" panose="020B0604030504040204" pitchFamily="34" charset="0"/>
              <a:ea typeface="宋体" panose="02010600030101010101" pitchFamily="2" charset="-122"/>
              <a:cs typeface="+mn-cs"/>
            </a:endParaRPr>
          </a:p>
        </p:txBody>
      </p:sp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noProof="1"/>
              <a:t>单击此处编辑母版标题样式</a:t>
            </a:r>
            <a:endParaRPr lang="zh-CN" altLang="en-US" noProof="1"/>
          </a:p>
        </p:txBody>
      </p:sp>
      <p:sp>
        <p:nvSpPr>
          <p:cNvPr id="3" name="竖排文字占位符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zh-CN" altLang="en-US" noProof="1"/>
              <a:t>单击此处编辑母版文本样式</a:t>
            </a:r>
            <a:endParaRPr lang="zh-CN" altLang="en-US" noProof="1"/>
          </a:p>
          <a:p>
            <a:pPr lvl="1"/>
            <a:r>
              <a:rPr lang="zh-CN" altLang="en-US" noProof="1"/>
              <a:t>第二级</a:t>
            </a:r>
            <a:endParaRPr lang="zh-CN" altLang="en-US" noProof="1"/>
          </a:p>
          <a:p>
            <a:pPr lvl="2"/>
            <a:r>
              <a:rPr lang="zh-CN" altLang="en-US" noProof="1"/>
              <a:t>第三级</a:t>
            </a:r>
            <a:endParaRPr lang="zh-CN" altLang="en-US" noProof="1"/>
          </a:p>
          <a:p>
            <a:pPr lvl="3"/>
            <a:r>
              <a:rPr lang="zh-CN" altLang="en-US" noProof="1"/>
              <a:t>第四级</a:t>
            </a:r>
            <a:endParaRPr lang="zh-CN" altLang="en-US" noProof="1"/>
          </a:p>
          <a:p>
            <a:pPr lvl="4"/>
            <a:r>
              <a:rPr lang="zh-CN" altLang="en-US" noProof="1"/>
              <a:t>第五级</a:t>
            </a:r>
            <a:endParaRPr lang="zh-CN" altLang="en-US" noProof="1"/>
          </a:p>
        </p:txBody>
      </p:sp>
      <p:sp>
        <p:nvSpPr>
          <p:cNvPr id="9" name="Rectangle 7"/>
          <p:cNvSpPr>
            <a:spLocks noGrp="1" noChangeArrowheads="1"/>
          </p:cNvSpPr>
          <p:nvPr>
            <p:ph type="dt" sz="half" idx="2"/>
          </p:nvPr>
        </p:nvSpPr>
        <p:spPr bwMode="auto">
          <a:xfrm>
            <a:off x="609600" y="6248400"/>
            <a:ext cx="2844800" cy="457200"/>
          </a:xfrm>
          <a:prstGeom prst="rect">
            <a:avLst/>
          </a:prstGeom>
          <a:ln>
            <a:miter lim="800000"/>
          </a:ln>
        </p:spPr>
        <p:txBody>
          <a:bodyPr vert="horz" wrap="square" lIns="91440" tIns="45720" rIns="91440" bIns="45720" numCol="1" anchor="b" anchorCtr="0" compatLnSpc="1"/>
          <a:lstStyle>
            <a:lvl1pPr>
              <a:defRPr/>
            </a:lvl1pPr>
          </a:lstStyle>
          <a:p>
            <a:pPr marL="0" marR="0" lvl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0" lang="en-US" altLang="zh-CN" sz="1200" b="0" i="0" u="none" strike="noStrike" kern="1200" cap="none" spc="0" normalizeH="0" baseline="0" noProof="0">
              <a:ln>
                <a:noFill/>
              </a:ln>
              <a:solidFill>
                <a:schemeClr val="tx1"/>
              </a:solidFill>
              <a:effectLst>
                <a:outerShdw blurRad="38100" dist="38100" dir="2700000" algn="tl">
                  <a:srgbClr val="000000"/>
                </a:outerShdw>
              </a:effectLst>
              <a:uLnTx/>
              <a:uFillTx/>
              <a:latin typeface="Tahoma" panose="020B0604030504040204" pitchFamily="34" charset="0"/>
              <a:ea typeface="宋体" panose="02010600030101010101" pitchFamily="2" charset="-122"/>
              <a:cs typeface="+mn-cs"/>
            </a:endParaRPr>
          </a:p>
        </p:txBody>
      </p:sp>
      <p:sp>
        <p:nvSpPr>
          <p:cNvPr id="10" name="Rectangle 8"/>
          <p:cNvSpPr>
            <a:spLocks noGrp="1" noChangeArrowheads="1"/>
          </p:cNvSpPr>
          <p:nvPr>
            <p:ph type="ftr" sz="quarter" idx="3"/>
          </p:nvPr>
        </p:nvSpPr>
        <p:spPr bwMode="auto">
          <a:xfrm>
            <a:off x="4165600" y="6248400"/>
            <a:ext cx="3860800" cy="457200"/>
          </a:xfrm>
          <a:prstGeom prst="rect">
            <a:avLst/>
          </a:prstGeom>
          <a:ln>
            <a:miter lim="800000"/>
          </a:ln>
        </p:spPr>
        <p:txBody>
          <a:bodyPr vert="horz" wrap="square" lIns="91440" tIns="45720" rIns="91440" bIns="45720" numCol="1" anchor="b" anchorCtr="0" compatLnSpc="1"/>
          <a:lstStyle>
            <a:lvl1pPr>
              <a:defRPr/>
            </a:lvl1pPr>
          </a:lstStyle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0" lang="en-US" altLang="zh-CN" sz="1200" b="0" i="0" u="none" strike="noStrike" kern="1200" cap="none" spc="0" normalizeH="0" baseline="0" noProof="0">
              <a:ln>
                <a:noFill/>
              </a:ln>
              <a:solidFill>
                <a:schemeClr val="tx1"/>
              </a:solidFill>
              <a:effectLst>
                <a:outerShdw blurRad="38100" dist="38100" dir="2700000" algn="tl">
                  <a:srgbClr val="000000"/>
                </a:outerShdw>
              </a:effectLst>
              <a:uLnTx/>
              <a:uFillTx/>
              <a:latin typeface="Tahoma" panose="020B0604030504040204" pitchFamily="34" charset="0"/>
              <a:ea typeface="宋体" panose="02010600030101010101" pitchFamily="2" charset="-122"/>
              <a:cs typeface="+mn-cs"/>
            </a:endParaRPr>
          </a:p>
        </p:txBody>
      </p:sp>
      <p:sp>
        <p:nvSpPr>
          <p:cNvPr id="12" name="Rectangle 9"/>
          <p:cNvSpPr>
            <a:spLocks noGrp="1" noChangeArrowheads="1"/>
          </p:cNvSpPr>
          <p:nvPr>
            <p:ph type="sldNum" sz="quarter" idx="4"/>
          </p:nvPr>
        </p:nvSpPr>
        <p:spPr bwMode="auto">
          <a:xfrm>
            <a:off x="8737600" y="6248400"/>
            <a:ext cx="2844800" cy="457200"/>
          </a:xfrm>
          <a:prstGeom prst="rect">
            <a:avLst/>
          </a:prstGeom>
          <a:ln>
            <a:miter lim="800000"/>
          </a:ln>
        </p:spPr>
        <p:txBody>
          <a:bodyPr vert="horz" wrap="square" lIns="91440" tIns="45720" rIns="91440" bIns="45720" numCol="1" anchor="b" anchorCtr="0" compatLnSpc="1"/>
          <a:lstStyle>
            <a:lvl1pPr>
              <a:defRPr/>
            </a:lvl1pPr>
          </a:lstStyle>
          <a:p>
            <a:pPr marL="0" marR="0" lvl="0" indent="0" algn="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fld id="{6FE0371F-1FA1-4F47-84C1-B90BC7707D9C}" type="slidenum">
              <a:rPr kumimoji="0" lang="en-US" altLang="zh-CN" sz="1200" b="0" i="0" u="none" strike="noStrike" kern="1200" cap="none" spc="0" normalizeH="0" baseline="0" noProof="0">
                <a:ln>
                  <a:noFill/>
                </a:ln>
                <a:solidFill>
                  <a:schemeClr val="tx1"/>
                </a:solidFill>
                <a:effectLst>
                  <a:outerShdw blurRad="38100" dist="38100" dir="2700000" algn="tl">
                    <a:srgbClr val="000000"/>
                  </a:outerShdw>
                </a:effectLst>
                <a:uLnTx/>
                <a:uFillTx/>
                <a:latin typeface="Tahoma" panose="020B0604030504040204" pitchFamily="34" charset="0"/>
                <a:ea typeface="宋体" panose="02010600030101010101" pitchFamily="2" charset="-122"/>
                <a:cs typeface="+mn-cs"/>
              </a:rPr>
            </a:fld>
            <a:endParaRPr kumimoji="0" lang="en-US" altLang="zh-CN" sz="1200" b="0" i="0" u="none" strike="noStrike" kern="1200" cap="none" spc="0" normalizeH="0" baseline="0" noProof="0">
              <a:ln>
                <a:noFill/>
              </a:ln>
              <a:solidFill>
                <a:schemeClr val="tx1"/>
              </a:solidFill>
              <a:effectLst>
                <a:outerShdw blurRad="38100" dist="38100" dir="2700000" algn="tl">
                  <a:srgbClr val="000000"/>
                </a:outerShdw>
              </a:effectLst>
              <a:uLnTx/>
              <a:uFillTx/>
              <a:latin typeface="Tahoma" panose="020B0604030504040204" pitchFamily="34" charset="0"/>
              <a:ea typeface="宋体" panose="02010600030101010101" pitchFamily="2" charset="-122"/>
              <a:cs typeface="+mn-cs"/>
            </a:endParaRPr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 showMasterSp="0">
  <p:cSld name="垂直排列标题与文本">
    <p:bg>
      <p:bgPr>
        <a:blipFill rotWithShape="0">
          <a:blip r:embed="rId2"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AutoShape 5">
            <a:hlinkClick r:id="" action="ppaction://noaction" highlightClick="1"/>
          </p:cNvPr>
          <p:cNvSpPr>
            <a:spLocks noChangeArrowheads="1"/>
          </p:cNvSpPr>
          <p:nvPr/>
        </p:nvSpPr>
        <p:spPr bwMode="auto">
          <a:xfrm>
            <a:off x="11734800" y="6400800"/>
            <a:ext cx="457200" cy="457200"/>
          </a:xfrm>
          <a:prstGeom prst="actionButtonBeginning">
            <a:avLst/>
          </a:prstGeom>
          <a:solidFill>
            <a:srgbClr val="002060"/>
          </a:solidFill>
          <a:ln w="9525">
            <a:solidFill>
              <a:schemeClr val="bg1"/>
            </a:solidFill>
            <a:miter lim="800000"/>
          </a:ln>
        </p:spPr>
        <p:txBody>
          <a:bodyPr wrap="none" anchor="ctr"/>
          <a:lstStyle>
            <a:lvl1pPr eaLnBrk="0" hangingPunct="0">
              <a:spcBef>
                <a:spcPct val="20000"/>
              </a:spcBef>
              <a:buClr>
                <a:schemeClr val="hlink"/>
              </a:buClr>
              <a:buSzPct val="80000"/>
              <a:buFont typeface="Wingdings" panose="05000000000000000000" pitchFamily="2" charset="2"/>
              <a:buChar char="n"/>
              <a:defRPr sz="32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1pPr>
            <a:lvl2pPr marL="742950" indent="-285750" eaLnBrk="0" hangingPunct="0">
              <a:spcBef>
                <a:spcPct val="20000"/>
              </a:spcBef>
              <a:buClr>
                <a:schemeClr val="tx1"/>
              </a:buClr>
              <a:buChar char="–"/>
              <a:defRPr sz="28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2pPr>
            <a:lvl3pPr marL="1143000" indent="-228600" eaLnBrk="0" hangingPunct="0">
              <a:spcBef>
                <a:spcPct val="20000"/>
              </a:spcBef>
              <a:buClr>
                <a:schemeClr val="hlink"/>
              </a:buClr>
              <a:buFont typeface="Wingdings" panose="05000000000000000000" pitchFamily="2" charset="2"/>
              <a:buChar char="§"/>
              <a:defRPr sz="24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3pPr>
            <a:lvl4pPr marL="1600200" indent="-228600" eaLnBrk="0" hangingPunct="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4pPr>
            <a:lvl5pPr marL="2057400" indent="-228600" eaLnBrk="0" hangingPunct="0">
              <a:spcBef>
                <a:spcPct val="20000"/>
              </a:spcBef>
              <a:buClr>
                <a:schemeClr val="hlink"/>
              </a:buClr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9pPr>
          </a:lstStyle>
          <a:p>
            <a:pPr marL="0" marR="0" lvl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0" lang="zh-CN" altLang="en-US" sz="1800" b="1" i="0" u="none" strike="noStrike" kern="1200" cap="none" spc="0" normalizeH="0" baseline="0" noProof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Tahoma" panose="020B0604030504040204" pitchFamily="34" charset="0"/>
              <a:ea typeface="宋体" panose="02010600030101010101" pitchFamily="2" charset="-122"/>
              <a:cs typeface="+mn-cs"/>
            </a:endParaRPr>
          </a:p>
        </p:txBody>
      </p:sp>
      <p:sp>
        <p:nvSpPr>
          <p:cNvPr id="2" name="竖排标题 1"/>
          <p:cNvSpPr>
            <a:spLocks noGrp="1"/>
          </p:cNvSpPr>
          <p:nvPr>
            <p:ph type="title" orient="vert"/>
          </p:nvPr>
        </p:nvSpPr>
        <p:spPr>
          <a:xfrm>
            <a:off x="8839200" y="274638"/>
            <a:ext cx="2743200" cy="5821362"/>
          </a:xfrm>
        </p:spPr>
        <p:txBody>
          <a:bodyPr vert="eaVert"/>
          <a:lstStyle/>
          <a:p>
            <a:r>
              <a:rPr lang="zh-CN" altLang="en-US" noProof="1"/>
              <a:t>单击此处编辑母版标题样式</a:t>
            </a:r>
            <a:endParaRPr lang="zh-CN" altLang="en-US" noProof="1"/>
          </a:p>
        </p:txBody>
      </p:sp>
      <p:sp>
        <p:nvSpPr>
          <p:cNvPr id="3" name="竖排文字占位符 2"/>
          <p:cNvSpPr>
            <a:spLocks noGrp="1"/>
          </p:cNvSpPr>
          <p:nvPr>
            <p:ph type="body" orient="vert" idx="1"/>
          </p:nvPr>
        </p:nvSpPr>
        <p:spPr>
          <a:xfrm>
            <a:off x="609600" y="274638"/>
            <a:ext cx="8026400" cy="5821362"/>
          </a:xfrm>
        </p:spPr>
        <p:txBody>
          <a:bodyPr vert="eaVert"/>
          <a:lstStyle/>
          <a:p>
            <a:pPr lvl="0"/>
            <a:r>
              <a:rPr lang="zh-CN" altLang="en-US" noProof="1"/>
              <a:t>单击此处编辑母版文本样式</a:t>
            </a:r>
            <a:endParaRPr lang="zh-CN" altLang="en-US" noProof="1"/>
          </a:p>
          <a:p>
            <a:pPr lvl="1"/>
            <a:r>
              <a:rPr lang="zh-CN" altLang="en-US" noProof="1"/>
              <a:t>第二级</a:t>
            </a:r>
            <a:endParaRPr lang="zh-CN" altLang="en-US" noProof="1"/>
          </a:p>
          <a:p>
            <a:pPr lvl="2"/>
            <a:r>
              <a:rPr lang="zh-CN" altLang="en-US" noProof="1"/>
              <a:t>第三级</a:t>
            </a:r>
            <a:endParaRPr lang="zh-CN" altLang="en-US" noProof="1"/>
          </a:p>
          <a:p>
            <a:pPr lvl="3"/>
            <a:r>
              <a:rPr lang="zh-CN" altLang="en-US" noProof="1"/>
              <a:t>第四级</a:t>
            </a:r>
            <a:endParaRPr lang="zh-CN" altLang="en-US" noProof="1"/>
          </a:p>
          <a:p>
            <a:pPr lvl="4"/>
            <a:r>
              <a:rPr lang="zh-CN" altLang="en-US" noProof="1"/>
              <a:t>第五级</a:t>
            </a:r>
            <a:endParaRPr lang="zh-CN" altLang="en-US" noProof="1"/>
          </a:p>
        </p:txBody>
      </p:sp>
      <p:sp>
        <p:nvSpPr>
          <p:cNvPr id="9" name="Rectangle 7"/>
          <p:cNvSpPr>
            <a:spLocks noGrp="1" noChangeArrowheads="1"/>
          </p:cNvSpPr>
          <p:nvPr>
            <p:ph type="dt" sz="half" idx="2"/>
          </p:nvPr>
        </p:nvSpPr>
        <p:spPr bwMode="auto">
          <a:xfrm>
            <a:off x="609600" y="6248400"/>
            <a:ext cx="2844800" cy="457200"/>
          </a:xfrm>
          <a:prstGeom prst="rect">
            <a:avLst/>
          </a:prstGeom>
          <a:ln>
            <a:miter lim="800000"/>
          </a:ln>
        </p:spPr>
        <p:txBody>
          <a:bodyPr vert="horz" wrap="square" lIns="91440" tIns="45720" rIns="91440" bIns="45720" numCol="1" anchor="b" anchorCtr="0" compatLnSpc="1"/>
          <a:lstStyle>
            <a:lvl1pPr>
              <a:defRPr/>
            </a:lvl1pPr>
          </a:lstStyle>
          <a:p>
            <a:pPr marL="0" marR="0" lvl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0" lang="en-US" altLang="zh-CN" sz="1200" b="0" i="0" u="none" strike="noStrike" kern="1200" cap="none" spc="0" normalizeH="0" baseline="0" noProof="0">
              <a:ln>
                <a:noFill/>
              </a:ln>
              <a:solidFill>
                <a:schemeClr val="tx1"/>
              </a:solidFill>
              <a:effectLst>
                <a:outerShdw blurRad="38100" dist="38100" dir="2700000" algn="tl">
                  <a:srgbClr val="000000"/>
                </a:outerShdw>
              </a:effectLst>
              <a:uLnTx/>
              <a:uFillTx/>
              <a:latin typeface="Tahoma" panose="020B0604030504040204" pitchFamily="34" charset="0"/>
              <a:ea typeface="宋体" panose="02010600030101010101" pitchFamily="2" charset="-122"/>
              <a:cs typeface="+mn-cs"/>
            </a:endParaRPr>
          </a:p>
        </p:txBody>
      </p:sp>
      <p:sp>
        <p:nvSpPr>
          <p:cNvPr id="10" name="Rectangle 8"/>
          <p:cNvSpPr>
            <a:spLocks noGrp="1" noChangeArrowheads="1"/>
          </p:cNvSpPr>
          <p:nvPr>
            <p:ph type="ftr" sz="quarter" idx="3"/>
          </p:nvPr>
        </p:nvSpPr>
        <p:spPr bwMode="auto">
          <a:xfrm>
            <a:off x="4165600" y="6248400"/>
            <a:ext cx="3860800" cy="457200"/>
          </a:xfrm>
          <a:prstGeom prst="rect">
            <a:avLst/>
          </a:prstGeom>
          <a:ln>
            <a:miter lim="800000"/>
          </a:ln>
        </p:spPr>
        <p:txBody>
          <a:bodyPr vert="horz" wrap="square" lIns="91440" tIns="45720" rIns="91440" bIns="45720" numCol="1" anchor="b" anchorCtr="0" compatLnSpc="1"/>
          <a:lstStyle>
            <a:lvl1pPr>
              <a:defRPr/>
            </a:lvl1pPr>
          </a:lstStyle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0" lang="en-US" altLang="zh-CN" sz="1200" b="0" i="0" u="none" strike="noStrike" kern="1200" cap="none" spc="0" normalizeH="0" baseline="0" noProof="0">
              <a:ln>
                <a:noFill/>
              </a:ln>
              <a:solidFill>
                <a:schemeClr val="tx1"/>
              </a:solidFill>
              <a:effectLst>
                <a:outerShdw blurRad="38100" dist="38100" dir="2700000" algn="tl">
                  <a:srgbClr val="000000"/>
                </a:outerShdw>
              </a:effectLst>
              <a:uLnTx/>
              <a:uFillTx/>
              <a:latin typeface="Tahoma" panose="020B0604030504040204" pitchFamily="34" charset="0"/>
              <a:ea typeface="宋体" panose="02010600030101010101" pitchFamily="2" charset="-122"/>
              <a:cs typeface="+mn-cs"/>
            </a:endParaRPr>
          </a:p>
        </p:txBody>
      </p:sp>
      <p:sp>
        <p:nvSpPr>
          <p:cNvPr id="12" name="Rectangle 9"/>
          <p:cNvSpPr>
            <a:spLocks noGrp="1" noChangeArrowheads="1"/>
          </p:cNvSpPr>
          <p:nvPr>
            <p:ph type="sldNum" sz="quarter" idx="4"/>
          </p:nvPr>
        </p:nvSpPr>
        <p:spPr bwMode="auto">
          <a:xfrm>
            <a:off x="8737600" y="6248400"/>
            <a:ext cx="2844800" cy="457200"/>
          </a:xfrm>
          <a:prstGeom prst="rect">
            <a:avLst/>
          </a:prstGeom>
          <a:ln>
            <a:miter lim="800000"/>
          </a:ln>
        </p:spPr>
        <p:txBody>
          <a:bodyPr vert="horz" wrap="square" lIns="91440" tIns="45720" rIns="91440" bIns="45720" numCol="1" anchor="b" anchorCtr="0" compatLnSpc="1"/>
          <a:lstStyle>
            <a:lvl1pPr>
              <a:defRPr/>
            </a:lvl1pPr>
          </a:lstStyle>
          <a:p>
            <a:pPr marL="0" marR="0" lvl="0" indent="0" algn="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fld id="{B15324EE-D169-4544-B82A-5A932C388C5D}" type="slidenum">
              <a:rPr kumimoji="0" lang="en-US" altLang="zh-CN" sz="1200" b="0" i="0" u="none" strike="noStrike" kern="1200" cap="none" spc="0" normalizeH="0" baseline="0" noProof="0">
                <a:ln>
                  <a:noFill/>
                </a:ln>
                <a:solidFill>
                  <a:schemeClr val="tx1"/>
                </a:solidFill>
                <a:effectLst>
                  <a:outerShdw blurRad="38100" dist="38100" dir="2700000" algn="tl">
                    <a:srgbClr val="000000"/>
                  </a:outerShdw>
                </a:effectLst>
                <a:uLnTx/>
                <a:uFillTx/>
                <a:latin typeface="Tahoma" panose="020B0604030504040204" pitchFamily="34" charset="0"/>
                <a:ea typeface="宋体" panose="02010600030101010101" pitchFamily="2" charset="-122"/>
                <a:cs typeface="+mn-cs"/>
              </a:rPr>
            </a:fld>
            <a:endParaRPr kumimoji="0" lang="en-US" altLang="zh-CN" sz="1200" b="0" i="0" u="none" strike="noStrike" kern="1200" cap="none" spc="0" normalizeH="0" baseline="0" noProof="0">
              <a:ln>
                <a:noFill/>
              </a:ln>
              <a:solidFill>
                <a:schemeClr val="tx1"/>
              </a:solidFill>
              <a:effectLst>
                <a:outerShdw blurRad="38100" dist="38100" dir="2700000" algn="tl">
                  <a:srgbClr val="000000"/>
                </a:outerShdw>
              </a:effectLst>
              <a:uLnTx/>
              <a:uFillTx/>
              <a:latin typeface="Tahoma" panose="020B0604030504040204" pitchFamily="34" charset="0"/>
              <a:ea typeface="宋体" panose="02010600030101010101" pitchFamily="2" charset="-122"/>
              <a:cs typeface="+mn-cs"/>
            </a:endParaRPr>
          </a:p>
        </p:txBody>
      </p:sp>
    </p:spTree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type="txAndObj" preserve="1" showMasterSp="0">
  <p:cSld name="标题，文本与内容">
    <p:bg>
      <p:bgPr>
        <a:blipFill rotWithShape="0">
          <a:blip r:embed="rId2"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AutoShape 5">
            <a:hlinkClick r:id="" action="ppaction://noaction" highlightClick="1"/>
          </p:cNvPr>
          <p:cNvSpPr>
            <a:spLocks noChangeArrowheads="1"/>
          </p:cNvSpPr>
          <p:nvPr/>
        </p:nvSpPr>
        <p:spPr bwMode="auto">
          <a:xfrm>
            <a:off x="11734800" y="6400800"/>
            <a:ext cx="457200" cy="457200"/>
          </a:xfrm>
          <a:prstGeom prst="actionButtonBeginning">
            <a:avLst/>
          </a:prstGeom>
          <a:solidFill>
            <a:srgbClr val="002060"/>
          </a:solidFill>
          <a:ln w="9525">
            <a:solidFill>
              <a:schemeClr val="bg1"/>
            </a:solidFill>
            <a:miter lim="800000"/>
          </a:ln>
        </p:spPr>
        <p:txBody>
          <a:bodyPr wrap="none" anchor="ctr"/>
          <a:lstStyle>
            <a:lvl1pPr eaLnBrk="0" hangingPunct="0">
              <a:spcBef>
                <a:spcPct val="20000"/>
              </a:spcBef>
              <a:buClr>
                <a:schemeClr val="hlink"/>
              </a:buClr>
              <a:buSzPct val="80000"/>
              <a:buFont typeface="Wingdings" panose="05000000000000000000" pitchFamily="2" charset="2"/>
              <a:buChar char="n"/>
              <a:defRPr sz="32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1pPr>
            <a:lvl2pPr marL="742950" indent="-285750" eaLnBrk="0" hangingPunct="0">
              <a:spcBef>
                <a:spcPct val="20000"/>
              </a:spcBef>
              <a:buClr>
                <a:schemeClr val="tx1"/>
              </a:buClr>
              <a:buChar char="–"/>
              <a:defRPr sz="28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2pPr>
            <a:lvl3pPr marL="1143000" indent="-228600" eaLnBrk="0" hangingPunct="0">
              <a:spcBef>
                <a:spcPct val="20000"/>
              </a:spcBef>
              <a:buClr>
                <a:schemeClr val="hlink"/>
              </a:buClr>
              <a:buFont typeface="Wingdings" panose="05000000000000000000" pitchFamily="2" charset="2"/>
              <a:buChar char="§"/>
              <a:defRPr sz="24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3pPr>
            <a:lvl4pPr marL="1600200" indent="-228600" eaLnBrk="0" hangingPunct="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4pPr>
            <a:lvl5pPr marL="2057400" indent="-228600" eaLnBrk="0" hangingPunct="0">
              <a:spcBef>
                <a:spcPct val="20000"/>
              </a:spcBef>
              <a:buClr>
                <a:schemeClr val="hlink"/>
              </a:buClr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9pPr>
          </a:lstStyle>
          <a:p>
            <a:pPr marL="0" marR="0" lvl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0" lang="zh-CN" altLang="en-US" sz="1800" b="1" i="0" u="none" strike="noStrike" kern="1200" cap="none" spc="0" normalizeH="0" baseline="0" noProof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Tahoma" panose="020B0604030504040204" pitchFamily="34" charset="0"/>
              <a:ea typeface="宋体" panose="02010600030101010101" pitchFamily="2" charset="-122"/>
              <a:cs typeface="+mn-cs"/>
            </a:endParaRPr>
          </a:p>
        </p:txBody>
      </p:sp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609600" y="274638"/>
            <a:ext cx="10972800" cy="1143000"/>
          </a:xfrm>
        </p:spPr>
        <p:txBody>
          <a:bodyPr/>
          <a:lstStyle/>
          <a:p>
            <a:r>
              <a:rPr lang="zh-CN" altLang="en-US" noProof="1"/>
              <a:t>单击此处编辑母版标题样式</a:t>
            </a:r>
            <a:endParaRPr lang="zh-CN" altLang="en-US" noProof="1"/>
          </a:p>
        </p:txBody>
      </p:sp>
      <p:sp>
        <p:nvSpPr>
          <p:cNvPr id="3" name="文本占位符 2"/>
          <p:cNvSpPr>
            <a:spLocks noGrp="1"/>
          </p:cNvSpPr>
          <p:nvPr>
            <p:ph type="body" sz="half" idx="1"/>
          </p:nvPr>
        </p:nvSpPr>
        <p:spPr>
          <a:xfrm>
            <a:off x="609600" y="1600200"/>
            <a:ext cx="5384800" cy="4495800"/>
          </a:xfrm>
        </p:spPr>
        <p:txBody>
          <a:bodyPr/>
          <a:lstStyle/>
          <a:p>
            <a:pPr lvl="0"/>
            <a:r>
              <a:rPr lang="zh-CN" altLang="en-US" noProof="1"/>
              <a:t>单击此处编辑母版文本样式</a:t>
            </a:r>
            <a:endParaRPr lang="zh-CN" altLang="en-US" noProof="1"/>
          </a:p>
          <a:p>
            <a:pPr lvl="1"/>
            <a:r>
              <a:rPr lang="zh-CN" altLang="en-US" noProof="1"/>
              <a:t>第二级</a:t>
            </a:r>
            <a:endParaRPr lang="zh-CN" altLang="en-US" noProof="1"/>
          </a:p>
          <a:p>
            <a:pPr lvl="2"/>
            <a:r>
              <a:rPr lang="zh-CN" altLang="en-US" noProof="1"/>
              <a:t>第三级</a:t>
            </a:r>
            <a:endParaRPr lang="zh-CN" altLang="en-US" noProof="1"/>
          </a:p>
          <a:p>
            <a:pPr lvl="3"/>
            <a:r>
              <a:rPr lang="zh-CN" altLang="en-US" noProof="1"/>
              <a:t>第四级</a:t>
            </a:r>
            <a:endParaRPr lang="zh-CN" altLang="en-US" noProof="1"/>
          </a:p>
          <a:p>
            <a:pPr lvl="4"/>
            <a:r>
              <a:rPr lang="zh-CN" altLang="en-US" noProof="1"/>
              <a:t>第五级</a:t>
            </a:r>
            <a:endParaRPr lang="zh-CN" altLang="en-US" noProof="1"/>
          </a:p>
        </p:txBody>
      </p:sp>
      <p:sp>
        <p:nvSpPr>
          <p:cNvPr id="4" name="内容占位符 3"/>
          <p:cNvSpPr>
            <a:spLocks noGrp="1"/>
          </p:cNvSpPr>
          <p:nvPr>
            <p:ph sz="half" idx="2"/>
          </p:nvPr>
        </p:nvSpPr>
        <p:spPr>
          <a:xfrm>
            <a:off x="6197600" y="1600200"/>
            <a:ext cx="5384800" cy="4495800"/>
          </a:xfrm>
        </p:spPr>
        <p:txBody>
          <a:bodyPr/>
          <a:lstStyle/>
          <a:p>
            <a:pPr lvl="0"/>
            <a:r>
              <a:rPr lang="zh-CN" altLang="en-US" noProof="1"/>
              <a:t>单击此处编辑母版文本样式</a:t>
            </a:r>
            <a:endParaRPr lang="zh-CN" altLang="en-US" noProof="1"/>
          </a:p>
          <a:p>
            <a:pPr lvl="1"/>
            <a:r>
              <a:rPr lang="zh-CN" altLang="en-US" noProof="1"/>
              <a:t>第二级</a:t>
            </a:r>
            <a:endParaRPr lang="zh-CN" altLang="en-US" noProof="1"/>
          </a:p>
          <a:p>
            <a:pPr lvl="2"/>
            <a:r>
              <a:rPr lang="zh-CN" altLang="en-US" noProof="1"/>
              <a:t>第三级</a:t>
            </a:r>
            <a:endParaRPr lang="zh-CN" altLang="en-US" noProof="1"/>
          </a:p>
          <a:p>
            <a:pPr lvl="3"/>
            <a:r>
              <a:rPr lang="zh-CN" altLang="en-US" noProof="1"/>
              <a:t>第四级</a:t>
            </a:r>
            <a:endParaRPr lang="zh-CN" altLang="en-US" noProof="1"/>
          </a:p>
          <a:p>
            <a:pPr lvl="4"/>
            <a:r>
              <a:rPr lang="zh-CN" altLang="en-US" noProof="1"/>
              <a:t>第五级</a:t>
            </a:r>
            <a:endParaRPr lang="zh-CN" altLang="en-US" noProof="1"/>
          </a:p>
        </p:txBody>
      </p:sp>
      <p:sp>
        <p:nvSpPr>
          <p:cNvPr id="9" name="Rectangle 7"/>
          <p:cNvSpPr>
            <a:spLocks noGrp="1" noChangeArrowheads="1"/>
          </p:cNvSpPr>
          <p:nvPr>
            <p:ph type="dt" sz="half" idx="12"/>
          </p:nvPr>
        </p:nvSpPr>
        <p:spPr bwMode="auto">
          <a:xfrm>
            <a:off x="609600" y="6248400"/>
            <a:ext cx="2844800" cy="457200"/>
          </a:xfrm>
          <a:prstGeom prst="rect">
            <a:avLst/>
          </a:prstGeom>
          <a:ln>
            <a:miter lim="800000"/>
          </a:ln>
        </p:spPr>
        <p:txBody>
          <a:bodyPr vert="horz" wrap="square" lIns="91440" tIns="45720" rIns="91440" bIns="45720" numCol="1" anchor="b" anchorCtr="0" compatLnSpc="1"/>
          <a:lstStyle>
            <a:lvl1pPr>
              <a:defRPr/>
            </a:lvl1pPr>
          </a:lstStyle>
          <a:p>
            <a:pPr marL="0" marR="0" lvl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0" lang="en-US" altLang="zh-CN" sz="1200" b="0" i="0" u="none" strike="noStrike" kern="1200" cap="none" spc="0" normalizeH="0" baseline="0" noProof="0">
              <a:ln>
                <a:noFill/>
              </a:ln>
              <a:solidFill>
                <a:schemeClr val="tx1"/>
              </a:solidFill>
              <a:effectLst>
                <a:outerShdw blurRad="38100" dist="38100" dir="2700000" algn="tl">
                  <a:srgbClr val="000000"/>
                </a:outerShdw>
              </a:effectLst>
              <a:uLnTx/>
              <a:uFillTx/>
              <a:latin typeface="Tahoma" panose="020B0604030504040204" pitchFamily="34" charset="0"/>
              <a:ea typeface="宋体" panose="02010600030101010101" pitchFamily="2" charset="-122"/>
              <a:cs typeface="+mn-cs"/>
            </a:endParaRPr>
          </a:p>
        </p:txBody>
      </p:sp>
      <p:sp>
        <p:nvSpPr>
          <p:cNvPr id="10" name="Rectangle 8"/>
          <p:cNvSpPr>
            <a:spLocks noGrp="1" noChangeArrowheads="1"/>
          </p:cNvSpPr>
          <p:nvPr>
            <p:ph type="ftr" sz="quarter" idx="3"/>
          </p:nvPr>
        </p:nvSpPr>
        <p:spPr bwMode="auto">
          <a:xfrm>
            <a:off x="4165600" y="6248400"/>
            <a:ext cx="3860800" cy="457200"/>
          </a:xfrm>
          <a:prstGeom prst="rect">
            <a:avLst/>
          </a:prstGeom>
          <a:ln>
            <a:miter lim="800000"/>
          </a:ln>
        </p:spPr>
        <p:txBody>
          <a:bodyPr vert="horz" wrap="square" lIns="91440" tIns="45720" rIns="91440" bIns="45720" numCol="1" anchor="b" anchorCtr="0" compatLnSpc="1"/>
          <a:lstStyle>
            <a:lvl1pPr>
              <a:defRPr/>
            </a:lvl1pPr>
          </a:lstStyle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0" lang="en-US" altLang="zh-CN" sz="1200" b="0" i="0" u="none" strike="noStrike" kern="1200" cap="none" spc="0" normalizeH="0" baseline="0" noProof="0">
              <a:ln>
                <a:noFill/>
              </a:ln>
              <a:solidFill>
                <a:schemeClr val="tx1"/>
              </a:solidFill>
              <a:effectLst>
                <a:outerShdw blurRad="38100" dist="38100" dir="2700000" algn="tl">
                  <a:srgbClr val="000000"/>
                </a:outerShdw>
              </a:effectLst>
              <a:uLnTx/>
              <a:uFillTx/>
              <a:latin typeface="Tahoma" panose="020B0604030504040204" pitchFamily="34" charset="0"/>
              <a:ea typeface="宋体" panose="02010600030101010101" pitchFamily="2" charset="-122"/>
              <a:cs typeface="+mn-cs"/>
            </a:endParaRPr>
          </a:p>
        </p:txBody>
      </p:sp>
      <p:sp>
        <p:nvSpPr>
          <p:cNvPr id="12" name="Rectangle 9"/>
          <p:cNvSpPr>
            <a:spLocks noGrp="1" noChangeArrowheads="1"/>
          </p:cNvSpPr>
          <p:nvPr>
            <p:ph type="sldNum" sz="quarter" idx="4"/>
          </p:nvPr>
        </p:nvSpPr>
        <p:spPr bwMode="auto">
          <a:xfrm>
            <a:off x="8737600" y="6248400"/>
            <a:ext cx="2844800" cy="457200"/>
          </a:xfrm>
          <a:prstGeom prst="rect">
            <a:avLst/>
          </a:prstGeom>
          <a:ln>
            <a:miter lim="800000"/>
          </a:ln>
        </p:spPr>
        <p:txBody>
          <a:bodyPr vert="horz" wrap="square" lIns="91440" tIns="45720" rIns="91440" bIns="45720" numCol="1" anchor="b" anchorCtr="0" compatLnSpc="1"/>
          <a:lstStyle>
            <a:lvl1pPr>
              <a:defRPr/>
            </a:lvl1pPr>
          </a:lstStyle>
          <a:p>
            <a:pPr marL="0" marR="0" lvl="0" indent="0" algn="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fld id="{87189483-A908-4825-A9F2-0916545B922C}" type="slidenum">
              <a:rPr kumimoji="0" lang="en-US" altLang="zh-CN" sz="1200" b="0" i="0" u="none" strike="noStrike" kern="1200" cap="none" spc="0" normalizeH="0" baseline="0" noProof="0">
                <a:ln>
                  <a:noFill/>
                </a:ln>
                <a:solidFill>
                  <a:schemeClr val="tx1"/>
                </a:solidFill>
                <a:effectLst>
                  <a:outerShdw blurRad="38100" dist="38100" dir="2700000" algn="tl">
                    <a:srgbClr val="000000"/>
                  </a:outerShdw>
                </a:effectLst>
                <a:uLnTx/>
                <a:uFillTx/>
                <a:latin typeface="Tahoma" panose="020B0604030504040204" pitchFamily="34" charset="0"/>
                <a:ea typeface="宋体" panose="02010600030101010101" pitchFamily="2" charset="-122"/>
                <a:cs typeface="+mn-cs"/>
              </a:rPr>
            </a:fld>
            <a:endParaRPr kumimoji="0" lang="en-US" altLang="zh-CN" sz="1200" b="0" i="0" u="none" strike="noStrike" kern="1200" cap="none" spc="0" normalizeH="0" baseline="0" noProof="0">
              <a:ln>
                <a:noFill/>
              </a:ln>
              <a:solidFill>
                <a:schemeClr val="tx1"/>
              </a:solidFill>
              <a:effectLst>
                <a:outerShdw blurRad="38100" dist="38100" dir="2700000" algn="tl">
                  <a:srgbClr val="000000"/>
                </a:outerShdw>
              </a:effectLst>
              <a:uLnTx/>
              <a:uFillTx/>
              <a:latin typeface="Tahoma" panose="020B0604030504040204" pitchFamily="34" charset="0"/>
              <a:ea typeface="宋体" panose="02010600030101010101" pitchFamily="2" charset="-122"/>
              <a:cs typeface="+mn-cs"/>
            </a:endParaRPr>
          </a:p>
        </p:txBody>
      </p:sp>
    </p:spTree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type="txOverObj" preserve="1" showMasterSp="0">
  <p:cSld name="标题和文本在内容之上">
    <p:bg>
      <p:bgPr>
        <a:blipFill rotWithShape="0">
          <a:blip r:embed="rId2"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AutoShape 5">
            <a:hlinkClick r:id="" action="ppaction://noaction" highlightClick="1"/>
          </p:cNvPr>
          <p:cNvSpPr>
            <a:spLocks noChangeArrowheads="1"/>
          </p:cNvSpPr>
          <p:nvPr/>
        </p:nvSpPr>
        <p:spPr bwMode="auto">
          <a:xfrm>
            <a:off x="11734800" y="6400800"/>
            <a:ext cx="457200" cy="457200"/>
          </a:xfrm>
          <a:prstGeom prst="actionButtonBeginning">
            <a:avLst/>
          </a:prstGeom>
          <a:solidFill>
            <a:srgbClr val="002060"/>
          </a:solidFill>
          <a:ln w="9525">
            <a:solidFill>
              <a:schemeClr val="bg1"/>
            </a:solidFill>
            <a:miter lim="800000"/>
          </a:ln>
        </p:spPr>
        <p:txBody>
          <a:bodyPr wrap="none" anchor="ctr"/>
          <a:lstStyle>
            <a:lvl1pPr eaLnBrk="0" hangingPunct="0">
              <a:spcBef>
                <a:spcPct val="20000"/>
              </a:spcBef>
              <a:buClr>
                <a:schemeClr val="hlink"/>
              </a:buClr>
              <a:buSzPct val="80000"/>
              <a:buFont typeface="Wingdings" panose="05000000000000000000" pitchFamily="2" charset="2"/>
              <a:buChar char="n"/>
              <a:defRPr sz="32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1pPr>
            <a:lvl2pPr marL="742950" indent="-285750" eaLnBrk="0" hangingPunct="0">
              <a:spcBef>
                <a:spcPct val="20000"/>
              </a:spcBef>
              <a:buClr>
                <a:schemeClr val="tx1"/>
              </a:buClr>
              <a:buChar char="–"/>
              <a:defRPr sz="28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2pPr>
            <a:lvl3pPr marL="1143000" indent="-228600" eaLnBrk="0" hangingPunct="0">
              <a:spcBef>
                <a:spcPct val="20000"/>
              </a:spcBef>
              <a:buClr>
                <a:schemeClr val="hlink"/>
              </a:buClr>
              <a:buFont typeface="Wingdings" panose="05000000000000000000" pitchFamily="2" charset="2"/>
              <a:buChar char="§"/>
              <a:defRPr sz="24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3pPr>
            <a:lvl4pPr marL="1600200" indent="-228600" eaLnBrk="0" hangingPunct="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4pPr>
            <a:lvl5pPr marL="2057400" indent="-228600" eaLnBrk="0" hangingPunct="0">
              <a:spcBef>
                <a:spcPct val="20000"/>
              </a:spcBef>
              <a:buClr>
                <a:schemeClr val="hlink"/>
              </a:buClr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9pPr>
          </a:lstStyle>
          <a:p>
            <a:pPr marL="0" marR="0" lvl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0" lang="zh-CN" altLang="en-US" sz="1800" b="1" i="0" u="none" strike="noStrike" kern="1200" cap="none" spc="0" normalizeH="0" baseline="0" noProof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Tahoma" panose="020B0604030504040204" pitchFamily="34" charset="0"/>
              <a:ea typeface="宋体" panose="02010600030101010101" pitchFamily="2" charset="-122"/>
              <a:cs typeface="+mn-cs"/>
            </a:endParaRPr>
          </a:p>
        </p:txBody>
      </p:sp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609600" y="274638"/>
            <a:ext cx="10972800" cy="1143000"/>
          </a:xfrm>
        </p:spPr>
        <p:txBody>
          <a:bodyPr/>
          <a:lstStyle/>
          <a:p>
            <a:r>
              <a:rPr lang="zh-CN" altLang="en-US" noProof="1"/>
              <a:t>单击此处编辑母版标题样式</a:t>
            </a:r>
            <a:endParaRPr lang="zh-CN" altLang="en-US" noProof="1"/>
          </a:p>
        </p:txBody>
      </p:sp>
      <p:sp>
        <p:nvSpPr>
          <p:cNvPr id="3" name="文本占位符 2"/>
          <p:cNvSpPr>
            <a:spLocks noGrp="1"/>
          </p:cNvSpPr>
          <p:nvPr>
            <p:ph type="body" sz="half" idx="1"/>
          </p:nvPr>
        </p:nvSpPr>
        <p:spPr>
          <a:xfrm>
            <a:off x="609600" y="1600200"/>
            <a:ext cx="10972800" cy="2171700"/>
          </a:xfrm>
        </p:spPr>
        <p:txBody>
          <a:bodyPr/>
          <a:lstStyle/>
          <a:p>
            <a:pPr lvl="0"/>
            <a:r>
              <a:rPr lang="zh-CN" altLang="en-US" noProof="1"/>
              <a:t>单击此处编辑母版文本样式</a:t>
            </a:r>
            <a:endParaRPr lang="zh-CN" altLang="en-US" noProof="1"/>
          </a:p>
          <a:p>
            <a:pPr lvl="1"/>
            <a:r>
              <a:rPr lang="zh-CN" altLang="en-US" noProof="1"/>
              <a:t>第二级</a:t>
            </a:r>
            <a:endParaRPr lang="zh-CN" altLang="en-US" noProof="1"/>
          </a:p>
          <a:p>
            <a:pPr lvl="2"/>
            <a:r>
              <a:rPr lang="zh-CN" altLang="en-US" noProof="1"/>
              <a:t>第三级</a:t>
            </a:r>
            <a:endParaRPr lang="zh-CN" altLang="en-US" noProof="1"/>
          </a:p>
          <a:p>
            <a:pPr lvl="3"/>
            <a:r>
              <a:rPr lang="zh-CN" altLang="en-US" noProof="1"/>
              <a:t>第四级</a:t>
            </a:r>
            <a:endParaRPr lang="zh-CN" altLang="en-US" noProof="1"/>
          </a:p>
          <a:p>
            <a:pPr lvl="4"/>
            <a:r>
              <a:rPr lang="zh-CN" altLang="en-US" noProof="1"/>
              <a:t>第五级</a:t>
            </a:r>
            <a:endParaRPr lang="zh-CN" altLang="en-US" noProof="1"/>
          </a:p>
        </p:txBody>
      </p:sp>
      <p:sp>
        <p:nvSpPr>
          <p:cNvPr id="4" name="内容占位符 3"/>
          <p:cNvSpPr>
            <a:spLocks noGrp="1"/>
          </p:cNvSpPr>
          <p:nvPr>
            <p:ph sz="half" idx="2"/>
          </p:nvPr>
        </p:nvSpPr>
        <p:spPr>
          <a:xfrm>
            <a:off x="609600" y="3924300"/>
            <a:ext cx="10972800" cy="2171700"/>
          </a:xfrm>
        </p:spPr>
        <p:txBody>
          <a:bodyPr/>
          <a:lstStyle/>
          <a:p>
            <a:pPr lvl="0"/>
            <a:r>
              <a:rPr lang="zh-CN" altLang="en-US" noProof="1"/>
              <a:t>单击此处编辑母版文本样式</a:t>
            </a:r>
            <a:endParaRPr lang="zh-CN" altLang="en-US" noProof="1"/>
          </a:p>
          <a:p>
            <a:pPr lvl="1"/>
            <a:r>
              <a:rPr lang="zh-CN" altLang="en-US" noProof="1"/>
              <a:t>第二级</a:t>
            </a:r>
            <a:endParaRPr lang="zh-CN" altLang="en-US" noProof="1"/>
          </a:p>
          <a:p>
            <a:pPr lvl="2"/>
            <a:r>
              <a:rPr lang="zh-CN" altLang="en-US" noProof="1"/>
              <a:t>第三级</a:t>
            </a:r>
            <a:endParaRPr lang="zh-CN" altLang="en-US" noProof="1"/>
          </a:p>
          <a:p>
            <a:pPr lvl="3"/>
            <a:r>
              <a:rPr lang="zh-CN" altLang="en-US" noProof="1"/>
              <a:t>第四级</a:t>
            </a:r>
            <a:endParaRPr lang="zh-CN" altLang="en-US" noProof="1"/>
          </a:p>
          <a:p>
            <a:pPr lvl="4"/>
            <a:r>
              <a:rPr lang="zh-CN" altLang="en-US" noProof="1"/>
              <a:t>第五级</a:t>
            </a:r>
            <a:endParaRPr lang="zh-CN" altLang="en-US" noProof="1"/>
          </a:p>
        </p:txBody>
      </p:sp>
      <p:sp>
        <p:nvSpPr>
          <p:cNvPr id="9" name="Rectangle 7"/>
          <p:cNvSpPr>
            <a:spLocks noGrp="1" noChangeArrowheads="1"/>
          </p:cNvSpPr>
          <p:nvPr>
            <p:ph type="dt" sz="half" idx="12"/>
          </p:nvPr>
        </p:nvSpPr>
        <p:spPr bwMode="auto">
          <a:xfrm>
            <a:off x="609600" y="6248400"/>
            <a:ext cx="2844800" cy="457200"/>
          </a:xfrm>
          <a:prstGeom prst="rect">
            <a:avLst/>
          </a:prstGeom>
          <a:ln>
            <a:miter lim="800000"/>
          </a:ln>
        </p:spPr>
        <p:txBody>
          <a:bodyPr vert="horz" wrap="square" lIns="91440" tIns="45720" rIns="91440" bIns="45720" numCol="1" anchor="b" anchorCtr="0" compatLnSpc="1"/>
          <a:lstStyle>
            <a:lvl1pPr>
              <a:defRPr/>
            </a:lvl1pPr>
          </a:lstStyle>
          <a:p>
            <a:pPr marL="0" marR="0" lvl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0" lang="en-US" altLang="zh-CN" sz="1200" b="0" i="0" u="none" strike="noStrike" kern="1200" cap="none" spc="0" normalizeH="0" baseline="0" noProof="0">
              <a:ln>
                <a:noFill/>
              </a:ln>
              <a:solidFill>
                <a:schemeClr val="tx1"/>
              </a:solidFill>
              <a:effectLst>
                <a:outerShdw blurRad="38100" dist="38100" dir="2700000" algn="tl">
                  <a:srgbClr val="000000"/>
                </a:outerShdw>
              </a:effectLst>
              <a:uLnTx/>
              <a:uFillTx/>
              <a:latin typeface="Tahoma" panose="020B0604030504040204" pitchFamily="34" charset="0"/>
              <a:ea typeface="宋体" panose="02010600030101010101" pitchFamily="2" charset="-122"/>
              <a:cs typeface="+mn-cs"/>
            </a:endParaRPr>
          </a:p>
        </p:txBody>
      </p:sp>
      <p:sp>
        <p:nvSpPr>
          <p:cNvPr id="10" name="Rectangle 8"/>
          <p:cNvSpPr>
            <a:spLocks noGrp="1" noChangeArrowheads="1"/>
          </p:cNvSpPr>
          <p:nvPr>
            <p:ph type="ftr" sz="quarter" idx="3"/>
          </p:nvPr>
        </p:nvSpPr>
        <p:spPr bwMode="auto">
          <a:xfrm>
            <a:off x="4165600" y="6248400"/>
            <a:ext cx="3860800" cy="457200"/>
          </a:xfrm>
          <a:prstGeom prst="rect">
            <a:avLst/>
          </a:prstGeom>
          <a:ln>
            <a:miter lim="800000"/>
          </a:ln>
        </p:spPr>
        <p:txBody>
          <a:bodyPr vert="horz" wrap="square" lIns="91440" tIns="45720" rIns="91440" bIns="45720" numCol="1" anchor="b" anchorCtr="0" compatLnSpc="1"/>
          <a:lstStyle>
            <a:lvl1pPr>
              <a:defRPr/>
            </a:lvl1pPr>
          </a:lstStyle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0" lang="en-US" altLang="zh-CN" sz="1200" b="0" i="0" u="none" strike="noStrike" kern="1200" cap="none" spc="0" normalizeH="0" baseline="0" noProof="0">
              <a:ln>
                <a:noFill/>
              </a:ln>
              <a:solidFill>
                <a:schemeClr val="tx1"/>
              </a:solidFill>
              <a:effectLst>
                <a:outerShdw blurRad="38100" dist="38100" dir="2700000" algn="tl">
                  <a:srgbClr val="000000"/>
                </a:outerShdw>
              </a:effectLst>
              <a:uLnTx/>
              <a:uFillTx/>
              <a:latin typeface="Tahoma" panose="020B0604030504040204" pitchFamily="34" charset="0"/>
              <a:ea typeface="宋体" panose="02010600030101010101" pitchFamily="2" charset="-122"/>
              <a:cs typeface="+mn-cs"/>
            </a:endParaRPr>
          </a:p>
        </p:txBody>
      </p:sp>
      <p:sp>
        <p:nvSpPr>
          <p:cNvPr id="12" name="Rectangle 9"/>
          <p:cNvSpPr>
            <a:spLocks noGrp="1" noChangeArrowheads="1"/>
          </p:cNvSpPr>
          <p:nvPr>
            <p:ph type="sldNum" sz="quarter" idx="4"/>
          </p:nvPr>
        </p:nvSpPr>
        <p:spPr bwMode="auto">
          <a:xfrm>
            <a:off x="8737600" y="6248400"/>
            <a:ext cx="2844800" cy="457200"/>
          </a:xfrm>
          <a:prstGeom prst="rect">
            <a:avLst/>
          </a:prstGeom>
          <a:ln>
            <a:miter lim="800000"/>
          </a:ln>
        </p:spPr>
        <p:txBody>
          <a:bodyPr vert="horz" wrap="square" lIns="91440" tIns="45720" rIns="91440" bIns="45720" numCol="1" anchor="b" anchorCtr="0" compatLnSpc="1"/>
          <a:lstStyle>
            <a:lvl1pPr>
              <a:defRPr/>
            </a:lvl1pPr>
          </a:lstStyle>
          <a:p>
            <a:pPr marL="0" marR="0" lvl="0" indent="0" algn="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fld id="{C4802774-9DBF-45A3-99E7-D3C7ED590AF9}" type="slidenum">
              <a:rPr kumimoji="0" lang="en-US" altLang="zh-CN" sz="1200" b="0" i="0" u="none" strike="noStrike" kern="1200" cap="none" spc="0" normalizeH="0" baseline="0" noProof="0">
                <a:ln>
                  <a:noFill/>
                </a:ln>
                <a:solidFill>
                  <a:schemeClr val="tx1"/>
                </a:solidFill>
                <a:effectLst>
                  <a:outerShdw blurRad="38100" dist="38100" dir="2700000" algn="tl">
                    <a:srgbClr val="000000"/>
                  </a:outerShdw>
                </a:effectLst>
                <a:uLnTx/>
                <a:uFillTx/>
                <a:latin typeface="Tahoma" panose="020B0604030504040204" pitchFamily="34" charset="0"/>
                <a:ea typeface="宋体" panose="02010600030101010101" pitchFamily="2" charset="-122"/>
                <a:cs typeface="+mn-cs"/>
              </a:rPr>
            </a:fld>
            <a:endParaRPr kumimoji="0" lang="en-US" altLang="zh-CN" sz="1200" b="0" i="0" u="none" strike="noStrike" kern="1200" cap="none" spc="0" normalizeH="0" baseline="0" noProof="0">
              <a:ln>
                <a:noFill/>
              </a:ln>
              <a:solidFill>
                <a:schemeClr val="tx1"/>
              </a:solidFill>
              <a:effectLst>
                <a:outerShdw blurRad="38100" dist="38100" dir="2700000" algn="tl">
                  <a:srgbClr val="000000"/>
                </a:outerShdw>
              </a:effectLst>
              <a:uLnTx/>
              <a:uFillTx/>
              <a:latin typeface="Tahoma" panose="020B0604030504040204" pitchFamily="34" charset="0"/>
              <a:ea typeface="宋体" panose="02010600030101010101" pitchFamily="2" charset="-122"/>
              <a:cs typeface="+mn-cs"/>
            </a:endParaRPr>
          </a:p>
        </p:txBody>
      </p:sp>
    </p:spTree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type="txAndTwoObj" preserve="1" showMasterSp="0">
  <p:cSld name="标题，文本与两项内容">
    <p:bg>
      <p:bgPr>
        <a:blipFill rotWithShape="0">
          <a:blip r:embed="rId2"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AutoShape 5">
            <a:hlinkClick r:id="" action="ppaction://noaction" highlightClick="1"/>
          </p:cNvPr>
          <p:cNvSpPr>
            <a:spLocks noChangeArrowheads="1"/>
          </p:cNvSpPr>
          <p:nvPr/>
        </p:nvSpPr>
        <p:spPr bwMode="auto">
          <a:xfrm>
            <a:off x="11734800" y="6400800"/>
            <a:ext cx="457200" cy="457200"/>
          </a:xfrm>
          <a:prstGeom prst="actionButtonBeginning">
            <a:avLst/>
          </a:prstGeom>
          <a:solidFill>
            <a:srgbClr val="002060"/>
          </a:solidFill>
          <a:ln w="9525">
            <a:solidFill>
              <a:schemeClr val="bg1"/>
            </a:solidFill>
            <a:miter lim="800000"/>
          </a:ln>
        </p:spPr>
        <p:txBody>
          <a:bodyPr wrap="none" anchor="ctr"/>
          <a:lstStyle>
            <a:lvl1pPr eaLnBrk="0" hangingPunct="0">
              <a:spcBef>
                <a:spcPct val="20000"/>
              </a:spcBef>
              <a:buClr>
                <a:schemeClr val="hlink"/>
              </a:buClr>
              <a:buSzPct val="80000"/>
              <a:buFont typeface="Wingdings" panose="05000000000000000000" pitchFamily="2" charset="2"/>
              <a:buChar char="n"/>
              <a:defRPr sz="32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1pPr>
            <a:lvl2pPr marL="742950" indent="-285750" eaLnBrk="0" hangingPunct="0">
              <a:spcBef>
                <a:spcPct val="20000"/>
              </a:spcBef>
              <a:buClr>
                <a:schemeClr val="tx1"/>
              </a:buClr>
              <a:buChar char="–"/>
              <a:defRPr sz="28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2pPr>
            <a:lvl3pPr marL="1143000" indent="-228600" eaLnBrk="0" hangingPunct="0">
              <a:spcBef>
                <a:spcPct val="20000"/>
              </a:spcBef>
              <a:buClr>
                <a:schemeClr val="hlink"/>
              </a:buClr>
              <a:buFont typeface="Wingdings" panose="05000000000000000000" pitchFamily="2" charset="2"/>
              <a:buChar char="§"/>
              <a:defRPr sz="24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3pPr>
            <a:lvl4pPr marL="1600200" indent="-228600" eaLnBrk="0" hangingPunct="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4pPr>
            <a:lvl5pPr marL="2057400" indent="-228600" eaLnBrk="0" hangingPunct="0">
              <a:spcBef>
                <a:spcPct val="20000"/>
              </a:spcBef>
              <a:buClr>
                <a:schemeClr val="hlink"/>
              </a:buClr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9pPr>
          </a:lstStyle>
          <a:p>
            <a:pPr marL="0" marR="0" lvl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0" lang="zh-CN" altLang="en-US" sz="1800" b="1" i="0" u="none" strike="noStrike" kern="1200" cap="none" spc="0" normalizeH="0" baseline="0" noProof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Tahoma" panose="020B0604030504040204" pitchFamily="34" charset="0"/>
              <a:ea typeface="宋体" panose="02010600030101010101" pitchFamily="2" charset="-122"/>
              <a:cs typeface="+mn-cs"/>
            </a:endParaRPr>
          </a:p>
        </p:txBody>
      </p:sp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609600" y="274638"/>
            <a:ext cx="10972800" cy="1143000"/>
          </a:xfrm>
        </p:spPr>
        <p:txBody>
          <a:bodyPr/>
          <a:lstStyle/>
          <a:p>
            <a:r>
              <a:rPr lang="zh-CN" altLang="en-US" noProof="1"/>
              <a:t>单击此处编辑母版标题样式</a:t>
            </a:r>
            <a:endParaRPr lang="zh-CN" altLang="en-US" noProof="1"/>
          </a:p>
        </p:txBody>
      </p:sp>
      <p:sp>
        <p:nvSpPr>
          <p:cNvPr id="3" name="文本占位符 2"/>
          <p:cNvSpPr>
            <a:spLocks noGrp="1"/>
          </p:cNvSpPr>
          <p:nvPr>
            <p:ph type="body" sz="half" idx="1"/>
          </p:nvPr>
        </p:nvSpPr>
        <p:spPr>
          <a:xfrm>
            <a:off x="609600" y="1600200"/>
            <a:ext cx="5384800" cy="4495800"/>
          </a:xfrm>
        </p:spPr>
        <p:txBody>
          <a:bodyPr/>
          <a:lstStyle/>
          <a:p>
            <a:pPr lvl="0"/>
            <a:r>
              <a:rPr lang="zh-CN" altLang="en-US" noProof="1"/>
              <a:t>单击此处编辑母版文本样式</a:t>
            </a:r>
            <a:endParaRPr lang="zh-CN" altLang="en-US" noProof="1"/>
          </a:p>
          <a:p>
            <a:pPr lvl="1"/>
            <a:r>
              <a:rPr lang="zh-CN" altLang="en-US" noProof="1"/>
              <a:t>第二级</a:t>
            </a:r>
            <a:endParaRPr lang="zh-CN" altLang="en-US" noProof="1"/>
          </a:p>
          <a:p>
            <a:pPr lvl="2"/>
            <a:r>
              <a:rPr lang="zh-CN" altLang="en-US" noProof="1"/>
              <a:t>第三级</a:t>
            </a:r>
            <a:endParaRPr lang="zh-CN" altLang="en-US" noProof="1"/>
          </a:p>
          <a:p>
            <a:pPr lvl="3"/>
            <a:r>
              <a:rPr lang="zh-CN" altLang="en-US" noProof="1"/>
              <a:t>第四级</a:t>
            </a:r>
            <a:endParaRPr lang="zh-CN" altLang="en-US" noProof="1"/>
          </a:p>
          <a:p>
            <a:pPr lvl="4"/>
            <a:r>
              <a:rPr lang="zh-CN" altLang="en-US" noProof="1"/>
              <a:t>第五级</a:t>
            </a:r>
            <a:endParaRPr lang="zh-CN" altLang="en-US" noProof="1"/>
          </a:p>
        </p:txBody>
      </p:sp>
      <p:sp>
        <p:nvSpPr>
          <p:cNvPr id="4" name="内容占位符 3"/>
          <p:cNvSpPr>
            <a:spLocks noGrp="1"/>
          </p:cNvSpPr>
          <p:nvPr>
            <p:ph sz="quarter" idx="2"/>
          </p:nvPr>
        </p:nvSpPr>
        <p:spPr>
          <a:xfrm>
            <a:off x="6197600" y="1600200"/>
            <a:ext cx="5384800" cy="2171700"/>
          </a:xfrm>
        </p:spPr>
        <p:txBody>
          <a:bodyPr/>
          <a:lstStyle/>
          <a:p>
            <a:pPr lvl="0"/>
            <a:r>
              <a:rPr lang="zh-CN" altLang="en-US" noProof="1"/>
              <a:t>单击此处编辑母版文本样式</a:t>
            </a:r>
            <a:endParaRPr lang="zh-CN" altLang="en-US" noProof="1"/>
          </a:p>
          <a:p>
            <a:pPr lvl="1"/>
            <a:r>
              <a:rPr lang="zh-CN" altLang="en-US" noProof="1"/>
              <a:t>第二级</a:t>
            </a:r>
            <a:endParaRPr lang="zh-CN" altLang="en-US" noProof="1"/>
          </a:p>
          <a:p>
            <a:pPr lvl="2"/>
            <a:r>
              <a:rPr lang="zh-CN" altLang="en-US" noProof="1"/>
              <a:t>第三级</a:t>
            </a:r>
            <a:endParaRPr lang="zh-CN" altLang="en-US" noProof="1"/>
          </a:p>
          <a:p>
            <a:pPr lvl="3"/>
            <a:r>
              <a:rPr lang="zh-CN" altLang="en-US" noProof="1"/>
              <a:t>第四级</a:t>
            </a:r>
            <a:endParaRPr lang="zh-CN" altLang="en-US" noProof="1"/>
          </a:p>
          <a:p>
            <a:pPr lvl="4"/>
            <a:r>
              <a:rPr lang="zh-CN" altLang="en-US" noProof="1"/>
              <a:t>第五级</a:t>
            </a:r>
            <a:endParaRPr lang="zh-CN" altLang="en-US" noProof="1"/>
          </a:p>
        </p:txBody>
      </p:sp>
      <p:sp>
        <p:nvSpPr>
          <p:cNvPr id="5" name="内容占位符 4"/>
          <p:cNvSpPr>
            <a:spLocks noGrp="1"/>
          </p:cNvSpPr>
          <p:nvPr>
            <p:ph sz="quarter" idx="3"/>
          </p:nvPr>
        </p:nvSpPr>
        <p:spPr>
          <a:xfrm>
            <a:off x="6197600" y="3924300"/>
            <a:ext cx="5384800" cy="2171700"/>
          </a:xfrm>
        </p:spPr>
        <p:txBody>
          <a:bodyPr/>
          <a:lstStyle/>
          <a:p>
            <a:pPr lvl="0"/>
            <a:r>
              <a:rPr lang="zh-CN" altLang="en-US" noProof="1"/>
              <a:t>单击此处编辑母版文本样式</a:t>
            </a:r>
            <a:endParaRPr lang="zh-CN" altLang="en-US" noProof="1"/>
          </a:p>
          <a:p>
            <a:pPr lvl="1"/>
            <a:r>
              <a:rPr lang="zh-CN" altLang="en-US" noProof="1"/>
              <a:t>第二级</a:t>
            </a:r>
            <a:endParaRPr lang="zh-CN" altLang="en-US" noProof="1"/>
          </a:p>
          <a:p>
            <a:pPr lvl="2"/>
            <a:r>
              <a:rPr lang="zh-CN" altLang="en-US" noProof="1"/>
              <a:t>第三级</a:t>
            </a:r>
            <a:endParaRPr lang="zh-CN" altLang="en-US" noProof="1"/>
          </a:p>
          <a:p>
            <a:pPr lvl="3"/>
            <a:r>
              <a:rPr lang="zh-CN" altLang="en-US" noProof="1"/>
              <a:t>第四级</a:t>
            </a:r>
            <a:endParaRPr lang="zh-CN" altLang="en-US" noProof="1"/>
          </a:p>
          <a:p>
            <a:pPr lvl="4"/>
            <a:r>
              <a:rPr lang="zh-CN" altLang="en-US" noProof="1"/>
              <a:t>第五级</a:t>
            </a:r>
            <a:endParaRPr lang="zh-CN" altLang="en-US" noProof="1"/>
          </a:p>
        </p:txBody>
      </p:sp>
      <p:sp>
        <p:nvSpPr>
          <p:cNvPr id="9" name="Rectangle 7"/>
          <p:cNvSpPr>
            <a:spLocks noGrp="1" noChangeArrowheads="1"/>
          </p:cNvSpPr>
          <p:nvPr>
            <p:ph type="dt" sz="half" idx="12"/>
          </p:nvPr>
        </p:nvSpPr>
        <p:spPr bwMode="auto">
          <a:xfrm>
            <a:off x="609600" y="6248400"/>
            <a:ext cx="2844800" cy="457200"/>
          </a:xfrm>
          <a:prstGeom prst="rect">
            <a:avLst/>
          </a:prstGeom>
          <a:ln>
            <a:miter lim="800000"/>
          </a:ln>
        </p:spPr>
        <p:txBody>
          <a:bodyPr vert="horz" wrap="square" lIns="91440" tIns="45720" rIns="91440" bIns="45720" numCol="1" anchor="b" anchorCtr="0" compatLnSpc="1"/>
          <a:lstStyle>
            <a:lvl1pPr>
              <a:defRPr/>
            </a:lvl1pPr>
          </a:lstStyle>
          <a:p>
            <a:pPr marL="0" marR="0" lvl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0" lang="en-US" altLang="zh-CN" sz="1200" b="0" i="0" u="none" strike="noStrike" kern="1200" cap="none" spc="0" normalizeH="0" baseline="0" noProof="0">
              <a:ln>
                <a:noFill/>
              </a:ln>
              <a:solidFill>
                <a:schemeClr val="tx1"/>
              </a:solidFill>
              <a:effectLst>
                <a:outerShdw blurRad="38100" dist="38100" dir="2700000" algn="tl">
                  <a:srgbClr val="000000"/>
                </a:outerShdw>
              </a:effectLst>
              <a:uLnTx/>
              <a:uFillTx/>
              <a:latin typeface="Tahoma" panose="020B0604030504040204" pitchFamily="34" charset="0"/>
              <a:ea typeface="宋体" panose="02010600030101010101" pitchFamily="2" charset="-122"/>
              <a:cs typeface="+mn-cs"/>
            </a:endParaRPr>
          </a:p>
        </p:txBody>
      </p:sp>
      <p:sp>
        <p:nvSpPr>
          <p:cNvPr id="10" name="Rectangle 8"/>
          <p:cNvSpPr>
            <a:spLocks noGrp="1" noChangeArrowheads="1"/>
          </p:cNvSpPr>
          <p:nvPr>
            <p:ph type="ftr" sz="quarter" idx="13"/>
          </p:nvPr>
        </p:nvSpPr>
        <p:spPr bwMode="auto">
          <a:xfrm>
            <a:off x="4165600" y="6248400"/>
            <a:ext cx="3860800" cy="457200"/>
          </a:xfrm>
          <a:prstGeom prst="rect">
            <a:avLst/>
          </a:prstGeom>
          <a:ln>
            <a:miter lim="800000"/>
          </a:ln>
        </p:spPr>
        <p:txBody>
          <a:bodyPr vert="horz" wrap="square" lIns="91440" tIns="45720" rIns="91440" bIns="45720" numCol="1" anchor="b" anchorCtr="0" compatLnSpc="1"/>
          <a:lstStyle>
            <a:lvl1pPr>
              <a:defRPr/>
            </a:lvl1pPr>
          </a:lstStyle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0" lang="en-US" altLang="zh-CN" sz="1200" b="0" i="0" u="none" strike="noStrike" kern="1200" cap="none" spc="0" normalizeH="0" baseline="0" noProof="0">
              <a:ln>
                <a:noFill/>
              </a:ln>
              <a:solidFill>
                <a:schemeClr val="tx1"/>
              </a:solidFill>
              <a:effectLst>
                <a:outerShdw blurRad="38100" dist="38100" dir="2700000" algn="tl">
                  <a:srgbClr val="000000"/>
                </a:outerShdw>
              </a:effectLst>
              <a:uLnTx/>
              <a:uFillTx/>
              <a:latin typeface="Tahoma" panose="020B0604030504040204" pitchFamily="34" charset="0"/>
              <a:ea typeface="宋体" panose="02010600030101010101" pitchFamily="2" charset="-122"/>
              <a:cs typeface="+mn-cs"/>
            </a:endParaRPr>
          </a:p>
        </p:txBody>
      </p:sp>
      <p:sp>
        <p:nvSpPr>
          <p:cNvPr id="12" name="Rectangle 9"/>
          <p:cNvSpPr>
            <a:spLocks noGrp="1" noChangeArrowheads="1"/>
          </p:cNvSpPr>
          <p:nvPr>
            <p:ph type="sldNum" sz="quarter" idx="4"/>
          </p:nvPr>
        </p:nvSpPr>
        <p:spPr bwMode="auto">
          <a:xfrm>
            <a:off x="8737600" y="6248400"/>
            <a:ext cx="2844800" cy="457200"/>
          </a:xfrm>
          <a:prstGeom prst="rect">
            <a:avLst/>
          </a:prstGeom>
          <a:ln>
            <a:miter lim="800000"/>
          </a:ln>
        </p:spPr>
        <p:txBody>
          <a:bodyPr vert="horz" wrap="square" lIns="91440" tIns="45720" rIns="91440" bIns="45720" numCol="1" anchor="b" anchorCtr="0" compatLnSpc="1"/>
          <a:lstStyle>
            <a:lvl1pPr>
              <a:defRPr/>
            </a:lvl1pPr>
          </a:lstStyle>
          <a:p>
            <a:pPr marL="0" marR="0" lvl="0" indent="0" algn="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fld id="{57D90A07-36B4-4F15-9A21-58F53AC33801}" type="slidenum">
              <a:rPr kumimoji="0" lang="en-US" altLang="zh-CN" sz="1200" b="0" i="0" u="none" strike="noStrike" kern="1200" cap="none" spc="0" normalizeH="0" baseline="0" noProof="0">
                <a:ln>
                  <a:noFill/>
                </a:ln>
                <a:solidFill>
                  <a:schemeClr val="tx1"/>
                </a:solidFill>
                <a:effectLst>
                  <a:outerShdw blurRad="38100" dist="38100" dir="2700000" algn="tl">
                    <a:srgbClr val="000000"/>
                  </a:outerShdw>
                </a:effectLst>
                <a:uLnTx/>
                <a:uFillTx/>
                <a:latin typeface="Tahoma" panose="020B0604030504040204" pitchFamily="34" charset="0"/>
                <a:ea typeface="宋体" panose="02010600030101010101" pitchFamily="2" charset="-122"/>
                <a:cs typeface="+mn-cs"/>
              </a:rPr>
            </a:fld>
            <a:endParaRPr kumimoji="0" lang="en-US" altLang="zh-CN" sz="1200" b="0" i="0" u="none" strike="noStrike" kern="1200" cap="none" spc="0" normalizeH="0" baseline="0" noProof="0">
              <a:ln>
                <a:noFill/>
              </a:ln>
              <a:solidFill>
                <a:schemeClr val="tx1"/>
              </a:solidFill>
              <a:effectLst>
                <a:outerShdw blurRad="38100" dist="38100" dir="2700000" algn="tl">
                  <a:srgbClr val="000000"/>
                </a:outerShdw>
              </a:effectLst>
              <a:uLnTx/>
              <a:uFillTx/>
              <a:latin typeface="Tahoma" panose="020B0604030504040204" pitchFamily="34" charset="0"/>
              <a:ea typeface="宋体" panose="02010600030101010101" pitchFamily="2" charset="-122"/>
              <a:cs typeface="+mn-cs"/>
            </a:endParaRPr>
          </a:p>
        </p:txBody>
      </p:sp>
    </p:spTree>
  </p:cSld>
  <p:clrMapOvr>
    <a:masterClrMapping/>
  </p:clrMapOvr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type="tbl" preserve="1" showMasterSp="0">
  <p:cSld name="标题和表格">
    <p:bg>
      <p:bgPr>
        <a:blipFill rotWithShape="0">
          <a:blip r:embed="rId2"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AutoShape 5">
            <a:hlinkClick r:id="" action="ppaction://noaction" highlightClick="1"/>
          </p:cNvPr>
          <p:cNvSpPr>
            <a:spLocks noChangeArrowheads="1"/>
          </p:cNvSpPr>
          <p:nvPr/>
        </p:nvSpPr>
        <p:spPr bwMode="auto">
          <a:xfrm>
            <a:off x="11734800" y="6400800"/>
            <a:ext cx="457200" cy="457200"/>
          </a:xfrm>
          <a:prstGeom prst="actionButtonBeginning">
            <a:avLst/>
          </a:prstGeom>
          <a:solidFill>
            <a:srgbClr val="002060"/>
          </a:solidFill>
          <a:ln w="9525">
            <a:solidFill>
              <a:schemeClr val="bg1"/>
            </a:solidFill>
            <a:miter lim="800000"/>
          </a:ln>
        </p:spPr>
        <p:txBody>
          <a:bodyPr wrap="none" anchor="ctr"/>
          <a:lstStyle>
            <a:lvl1pPr eaLnBrk="0" hangingPunct="0">
              <a:spcBef>
                <a:spcPct val="20000"/>
              </a:spcBef>
              <a:buClr>
                <a:schemeClr val="hlink"/>
              </a:buClr>
              <a:buSzPct val="80000"/>
              <a:buFont typeface="Wingdings" panose="05000000000000000000" pitchFamily="2" charset="2"/>
              <a:buChar char="n"/>
              <a:defRPr sz="32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1pPr>
            <a:lvl2pPr marL="742950" indent="-285750" eaLnBrk="0" hangingPunct="0">
              <a:spcBef>
                <a:spcPct val="20000"/>
              </a:spcBef>
              <a:buClr>
                <a:schemeClr val="tx1"/>
              </a:buClr>
              <a:buChar char="–"/>
              <a:defRPr sz="28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2pPr>
            <a:lvl3pPr marL="1143000" indent="-228600" eaLnBrk="0" hangingPunct="0">
              <a:spcBef>
                <a:spcPct val="20000"/>
              </a:spcBef>
              <a:buClr>
                <a:schemeClr val="hlink"/>
              </a:buClr>
              <a:buFont typeface="Wingdings" panose="05000000000000000000" pitchFamily="2" charset="2"/>
              <a:buChar char="§"/>
              <a:defRPr sz="24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3pPr>
            <a:lvl4pPr marL="1600200" indent="-228600" eaLnBrk="0" hangingPunct="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4pPr>
            <a:lvl5pPr marL="2057400" indent="-228600" eaLnBrk="0" hangingPunct="0">
              <a:spcBef>
                <a:spcPct val="20000"/>
              </a:spcBef>
              <a:buClr>
                <a:schemeClr val="hlink"/>
              </a:buClr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9pPr>
          </a:lstStyle>
          <a:p>
            <a:pPr marL="0" marR="0" lvl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0" lang="zh-CN" altLang="en-US" sz="1800" b="1" i="0" u="none" strike="noStrike" kern="1200" cap="none" spc="0" normalizeH="0" baseline="0" noProof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Tahoma" panose="020B0604030504040204" pitchFamily="34" charset="0"/>
              <a:ea typeface="宋体" panose="02010600030101010101" pitchFamily="2" charset="-122"/>
              <a:cs typeface="+mn-cs"/>
            </a:endParaRPr>
          </a:p>
        </p:txBody>
      </p:sp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609600" y="274638"/>
            <a:ext cx="10972800" cy="1143000"/>
          </a:xfrm>
        </p:spPr>
        <p:txBody>
          <a:bodyPr/>
          <a:lstStyle/>
          <a:p>
            <a:r>
              <a:rPr lang="zh-CN" altLang="en-US" noProof="1"/>
              <a:t>单击此处编辑母版标题样式</a:t>
            </a:r>
            <a:endParaRPr lang="zh-CN" altLang="en-US" noProof="1"/>
          </a:p>
        </p:txBody>
      </p:sp>
      <p:sp>
        <p:nvSpPr>
          <p:cNvPr id="3" name="表格占位符 2"/>
          <p:cNvSpPr>
            <a:spLocks noGrp="1"/>
          </p:cNvSpPr>
          <p:nvPr>
            <p:ph type="tbl" idx="1"/>
          </p:nvPr>
        </p:nvSpPr>
        <p:spPr>
          <a:xfrm>
            <a:off x="609600" y="1600200"/>
            <a:ext cx="10972800" cy="4495800"/>
          </a:xfrm>
        </p:spPr>
        <p:txBody>
          <a:bodyPr vert="horz" wrap="square" lIns="91440" tIns="45720" rIns="91440" bIns="45720" numCol="1" anchor="t" anchorCtr="0" compatLnSpc="1"/>
          <a:lstStyle/>
          <a:p>
            <a:pPr marL="342900" marR="0" lvl="0" indent="-342900" algn="l" defTabSz="914400" rtl="0" eaLnBrk="0" fontAlgn="base" latinLnBrk="0" hangingPunct="0">
              <a:lnSpc>
                <a:spcPct val="100000"/>
              </a:lnSpc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80000"/>
              <a:buFont typeface="Wingdings" panose="05000000000000000000" pitchFamily="2" charset="2"/>
              <a:buChar char="n"/>
              <a:defRPr/>
            </a:pPr>
            <a:endParaRPr kumimoji="0" lang="zh-CN" altLang="en-US" sz="3200" b="0" i="0" u="none" strike="noStrike" kern="0" cap="none" spc="0" normalizeH="0" baseline="0" noProof="0">
              <a:ln>
                <a:noFill/>
              </a:ln>
              <a:solidFill>
                <a:schemeClr val="tx1"/>
              </a:solidFill>
              <a:effectLst>
                <a:outerShdw blurRad="38100" dist="38100" dir="2700000" algn="tl">
                  <a:srgbClr val="000000"/>
                </a:outerShdw>
              </a:effectLst>
              <a:uLnTx/>
              <a:uFillTx/>
              <a:latin typeface="+mn-lt"/>
              <a:ea typeface="+mn-ea"/>
              <a:cs typeface="+mn-cs"/>
            </a:endParaRPr>
          </a:p>
        </p:txBody>
      </p:sp>
      <p:sp>
        <p:nvSpPr>
          <p:cNvPr id="9" name="Rectangle 7"/>
          <p:cNvSpPr>
            <a:spLocks noGrp="1" noChangeArrowheads="1"/>
          </p:cNvSpPr>
          <p:nvPr>
            <p:ph type="dt" sz="half" idx="2"/>
          </p:nvPr>
        </p:nvSpPr>
        <p:spPr bwMode="auto">
          <a:xfrm>
            <a:off x="609600" y="6248400"/>
            <a:ext cx="2844800" cy="457200"/>
          </a:xfrm>
          <a:prstGeom prst="rect">
            <a:avLst/>
          </a:prstGeom>
          <a:ln>
            <a:miter lim="800000"/>
          </a:ln>
        </p:spPr>
        <p:txBody>
          <a:bodyPr vert="horz" wrap="square" lIns="91440" tIns="45720" rIns="91440" bIns="45720" numCol="1" anchor="b" anchorCtr="0" compatLnSpc="1"/>
          <a:lstStyle>
            <a:lvl1pPr>
              <a:defRPr/>
            </a:lvl1pPr>
          </a:lstStyle>
          <a:p>
            <a:pPr marL="0" marR="0" lvl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0" lang="en-US" altLang="zh-CN" sz="1200" b="0" i="0" u="none" strike="noStrike" kern="1200" cap="none" spc="0" normalizeH="0" baseline="0" noProof="0">
              <a:ln>
                <a:noFill/>
              </a:ln>
              <a:solidFill>
                <a:schemeClr val="tx1"/>
              </a:solidFill>
              <a:effectLst>
                <a:outerShdw blurRad="38100" dist="38100" dir="2700000" algn="tl">
                  <a:srgbClr val="000000"/>
                </a:outerShdw>
              </a:effectLst>
              <a:uLnTx/>
              <a:uFillTx/>
              <a:latin typeface="Tahoma" panose="020B0604030504040204" pitchFamily="34" charset="0"/>
              <a:ea typeface="宋体" panose="02010600030101010101" pitchFamily="2" charset="-122"/>
              <a:cs typeface="+mn-cs"/>
            </a:endParaRPr>
          </a:p>
        </p:txBody>
      </p:sp>
      <p:sp>
        <p:nvSpPr>
          <p:cNvPr id="10" name="Rectangle 8"/>
          <p:cNvSpPr>
            <a:spLocks noGrp="1" noChangeArrowheads="1"/>
          </p:cNvSpPr>
          <p:nvPr>
            <p:ph type="ftr" sz="quarter" idx="3"/>
          </p:nvPr>
        </p:nvSpPr>
        <p:spPr bwMode="auto">
          <a:xfrm>
            <a:off x="4165600" y="6248400"/>
            <a:ext cx="3860800" cy="457200"/>
          </a:xfrm>
          <a:prstGeom prst="rect">
            <a:avLst/>
          </a:prstGeom>
          <a:ln>
            <a:miter lim="800000"/>
          </a:ln>
        </p:spPr>
        <p:txBody>
          <a:bodyPr vert="horz" wrap="square" lIns="91440" tIns="45720" rIns="91440" bIns="45720" numCol="1" anchor="b" anchorCtr="0" compatLnSpc="1"/>
          <a:lstStyle>
            <a:lvl1pPr>
              <a:defRPr/>
            </a:lvl1pPr>
          </a:lstStyle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0" lang="en-US" altLang="zh-CN" sz="1200" b="0" i="0" u="none" strike="noStrike" kern="1200" cap="none" spc="0" normalizeH="0" baseline="0" noProof="0">
              <a:ln>
                <a:noFill/>
              </a:ln>
              <a:solidFill>
                <a:schemeClr val="tx1"/>
              </a:solidFill>
              <a:effectLst>
                <a:outerShdw blurRad="38100" dist="38100" dir="2700000" algn="tl">
                  <a:srgbClr val="000000"/>
                </a:outerShdw>
              </a:effectLst>
              <a:uLnTx/>
              <a:uFillTx/>
              <a:latin typeface="Tahoma" panose="020B0604030504040204" pitchFamily="34" charset="0"/>
              <a:ea typeface="宋体" panose="02010600030101010101" pitchFamily="2" charset="-122"/>
              <a:cs typeface="+mn-cs"/>
            </a:endParaRPr>
          </a:p>
        </p:txBody>
      </p:sp>
      <p:sp>
        <p:nvSpPr>
          <p:cNvPr id="12" name="Rectangle 9"/>
          <p:cNvSpPr>
            <a:spLocks noGrp="1" noChangeArrowheads="1"/>
          </p:cNvSpPr>
          <p:nvPr>
            <p:ph type="sldNum" sz="quarter" idx="4"/>
          </p:nvPr>
        </p:nvSpPr>
        <p:spPr bwMode="auto">
          <a:xfrm>
            <a:off x="8737600" y="6248400"/>
            <a:ext cx="2844800" cy="457200"/>
          </a:xfrm>
          <a:prstGeom prst="rect">
            <a:avLst/>
          </a:prstGeom>
          <a:ln>
            <a:miter lim="800000"/>
          </a:ln>
        </p:spPr>
        <p:txBody>
          <a:bodyPr vert="horz" wrap="square" lIns="91440" tIns="45720" rIns="91440" bIns="45720" numCol="1" anchor="b" anchorCtr="0" compatLnSpc="1"/>
          <a:lstStyle>
            <a:lvl1pPr>
              <a:defRPr/>
            </a:lvl1pPr>
          </a:lstStyle>
          <a:p>
            <a:pPr marL="0" marR="0" lvl="0" indent="0" algn="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fld id="{CF50B94A-9FA7-41AE-B2D1-7593C17A55E4}" type="slidenum">
              <a:rPr kumimoji="0" lang="en-US" altLang="zh-CN" sz="1200" b="0" i="0" u="none" strike="noStrike" kern="1200" cap="none" spc="0" normalizeH="0" baseline="0" noProof="0">
                <a:ln>
                  <a:noFill/>
                </a:ln>
                <a:solidFill>
                  <a:schemeClr val="tx1"/>
                </a:solidFill>
                <a:effectLst>
                  <a:outerShdw blurRad="38100" dist="38100" dir="2700000" algn="tl">
                    <a:srgbClr val="000000"/>
                  </a:outerShdw>
                </a:effectLst>
                <a:uLnTx/>
                <a:uFillTx/>
                <a:latin typeface="Tahoma" panose="020B0604030504040204" pitchFamily="34" charset="0"/>
                <a:ea typeface="宋体" panose="02010600030101010101" pitchFamily="2" charset="-122"/>
                <a:cs typeface="+mn-cs"/>
              </a:rPr>
            </a:fld>
            <a:endParaRPr kumimoji="0" lang="en-US" altLang="zh-CN" sz="1200" b="0" i="0" u="none" strike="noStrike" kern="1200" cap="none" spc="0" normalizeH="0" baseline="0" noProof="0">
              <a:ln>
                <a:noFill/>
              </a:ln>
              <a:solidFill>
                <a:schemeClr val="tx1"/>
              </a:solidFill>
              <a:effectLst>
                <a:outerShdw blurRad="38100" dist="38100" dir="2700000" algn="tl">
                  <a:srgbClr val="000000"/>
                </a:outerShdw>
              </a:effectLst>
              <a:uLnTx/>
              <a:uFillTx/>
              <a:latin typeface="Tahoma" panose="020B0604030504040204" pitchFamily="34" charset="0"/>
              <a:ea typeface="宋体" panose="02010600030101010101" pitchFamily="2" charset="-122"/>
              <a:cs typeface="+mn-cs"/>
            </a:endParaRPr>
          </a:p>
        </p:txBody>
      </p:sp>
    </p:spTree>
  </p:cSld>
  <p:clrMapOvr>
    <a:masterClrMapping/>
  </p:clrMapOvr>
</p:sldLayout>
</file>

<file path=ppt/slideLayouts/slideLayout16.xml><?xml version="1.0" encoding="utf-8"?>
<p:sldLayout xmlns:a="http://schemas.openxmlformats.org/drawingml/2006/main" xmlns:r="http://schemas.openxmlformats.org/officeDocument/2006/relationships" xmlns:p="http://schemas.openxmlformats.org/presentationml/2006/main" type="objOnly" preserve="1" showMasterSp="0">
  <p:cSld name="内容">
    <p:bg>
      <p:bgPr>
        <a:blipFill rotWithShape="0">
          <a:blip r:embed="rId2"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AutoShape 5">
            <a:hlinkClick r:id="" action="ppaction://noaction" highlightClick="1"/>
          </p:cNvPr>
          <p:cNvSpPr>
            <a:spLocks noChangeArrowheads="1"/>
          </p:cNvSpPr>
          <p:nvPr/>
        </p:nvSpPr>
        <p:spPr bwMode="auto">
          <a:xfrm>
            <a:off x="11734800" y="6400800"/>
            <a:ext cx="457200" cy="457200"/>
          </a:xfrm>
          <a:prstGeom prst="actionButtonBeginning">
            <a:avLst/>
          </a:prstGeom>
          <a:solidFill>
            <a:srgbClr val="002060"/>
          </a:solidFill>
          <a:ln w="9525">
            <a:solidFill>
              <a:schemeClr val="bg1"/>
            </a:solidFill>
            <a:miter lim="800000"/>
          </a:ln>
        </p:spPr>
        <p:txBody>
          <a:bodyPr wrap="none" anchor="ctr"/>
          <a:lstStyle>
            <a:lvl1pPr eaLnBrk="0" hangingPunct="0">
              <a:spcBef>
                <a:spcPct val="20000"/>
              </a:spcBef>
              <a:buClr>
                <a:schemeClr val="hlink"/>
              </a:buClr>
              <a:buSzPct val="80000"/>
              <a:buFont typeface="Wingdings" panose="05000000000000000000" pitchFamily="2" charset="2"/>
              <a:buChar char="n"/>
              <a:defRPr sz="32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1pPr>
            <a:lvl2pPr marL="742950" indent="-285750" eaLnBrk="0" hangingPunct="0">
              <a:spcBef>
                <a:spcPct val="20000"/>
              </a:spcBef>
              <a:buClr>
                <a:schemeClr val="tx1"/>
              </a:buClr>
              <a:buChar char="–"/>
              <a:defRPr sz="28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2pPr>
            <a:lvl3pPr marL="1143000" indent="-228600" eaLnBrk="0" hangingPunct="0">
              <a:spcBef>
                <a:spcPct val="20000"/>
              </a:spcBef>
              <a:buClr>
                <a:schemeClr val="hlink"/>
              </a:buClr>
              <a:buFont typeface="Wingdings" panose="05000000000000000000" pitchFamily="2" charset="2"/>
              <a:buChar char="§"/>
              <a:defRPr sz="24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3pPr>
            <a:lvl4pPr marL="1600200" indent="-228600" eaLnBrk="0" hangingPunct="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4pPr>
            <a:lvl5pPr marL="2057400" indent="-228600" eaLnBrk="0" hangingPunct="0">
              <a:spcBef>
                <a:spcPct val="20000"/>
              </a:spcBef>
              <a:buClr>
                <a:schemeClr val="hlink"/>
              </a:buClr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9pPr>
          </a:lstStyle>
          <a:p>
            <a:pPr marL="0" marR="0" lvl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0" lang="zh-CN" altLang="en-US" sz="1800" b="1" i="0" u="none" strike="noStrike" kern="1200" cap="none" spc="0" normalizeH="0" baseline="0" noProof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Tahoma" panose="020B0604030504040204" pitchFamily="34" charset="0"/>
              <a:ea typeface="宋体" panose="02010600030101010101" pitchFamily="2" charset="-122"/>
              <a:cs typeface="+mn-cs"/>
            </a:endParaRPr>
          </a:p>
        </p:txBody>
      </p:sp>
      <p:sp>
        <p:nvSpPr>
          <p:cNvPr id="2" name="内容占位符 1"/>
          <p:cNvSpPr>
            <a:spLocks noGrp="1"/>
          </p:cNvSpPr>
          <p:nvPr>
            <p:ph/>
          </p:nvPr>
        </p:nvSpPr>
        <p:spPr>
          <a:xfrm>
            <a:off x="609600" y="274638"/>
            <a:ext cx="10972800" cy="5821362"/>
          </a:xfrm>
        </p:spPr>
        <p:txBody>
          <a:bodyPr/>
          <a:lstStyle/>
          <a:p>
            <a:pPr lvl="0"/>
            <a:r>
              <a:rPr lang="zh-CN" altLang="en-US" noProof="1"/>
              <a:t>单击此处编辑母版文本样式</a:t>
            </a:r>
            <a:endParaRPr lang="zh-CN" altLang="en-US" noProof="1"/>
          </a:p>
          <a:p>
            <a:pPr lvl="1"/>
            <a:r>
              <a:rPr lang="zh-CN" altLang="en-US" noProof="1"/>
              <a:t>第二级</a:t>
            </a:r>
            <a:endParaRPr lang="zh-CN" altLang="en-US" noProof="1"/>
          </a:p>
          <a:p>
            <a:pPr lvl="2"/>
            <a:r>
              <a:rPr lang="zh-CN" altLang="en-US" noProof="1"/>
              <a:t>第三级</a:t>
            </a:r>
            <a:endParaRPr lang="zh-CN" altLang="en-US" noProof="1"/>
          </a:p>
          <a:p>
            <a:pPr lvl="3"/>
            <a:r>
              <a:rPr lang="zh-CN" altLang="en-US" noProof="1"/>
              <a:t>第四级</a:t>
            </a:r>
            <a:endParaRPr lang="zh-CN" altLang="en-US" noProof="1"/>
          </a:p>
          <a:p>
            <a:pPr lvl="4"/>
            <a:r>
              <a:rPr lang="zh-CN" altLang="en-US" noProof="1"/>
              <a:t>第五级</a:t>
            </a:r>
            <a:endParaRPr lang="zh-CN" altLang="en-US" noProof="1"/>
          </a:p>
        </p:txBody>
      </p:sp>
      <p:sp>
        <p:nvSpPr>
          <p:cNvPr id="9" name="Rectangle 7"/>
          <p:cNvSpPr>
            <a:spLocks noGrp="1" noChangeArrowheads="1"/>
          </p:cNvSpPr>
          <p:nvPr>
            <p:ph type="dt" sz="half" idx="2"/>
          </p:nvPr>
        </p:nvSpPr>
        <p:spPr bwMode="auto">
          <a:xfrm>
            <a:off x="609600" y="6248400"/>
            <a:ext cx="2844800" cy="457200"/>
          </a:xfrm>
          <a:prstGeom prst="rect">
            <a:avLst/>
          </a:prstGeom>
          <a:ln>
            <a:miter lim="800000"/>
          </a:ln>
        </p:spPr>
        <p:txBody>
          <a:bodyPr vert="horz" wrap="square" lIns="91440" tIns="45720" rIns="91440" bIns="45720" numCol="1" anchor="b" anchorCtr="0" compatLnSpc="1"/>
          <a:lstStyle>
            <a:lvl1pPr>
              <a:defRPr/>
            </a:lvl1pPr>
          </a:lstStyle>
          <a:p>
            <a:pPr marL="0" marR="0" lvl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0" lang="en-US" altLang="zh-CN" sz="1200" b="0" i="0" u="none" strike="noStrike" kern="1200" cap="none" spc="0" normalizeH="0" baseline="0" noProof="0">
              <a:ln>
                <a:noFill/>
              </a:ln>
              <a:solidFill>
                <a:schemeClr val="tx1"/>
              </a:solidFill>
              <a:effectLst>
                <a:outerShdw blurRad="38100" dist="38100" dir="2700000" algn="tl">
                  <a:srgbClr val="000000"/>
                </a:outerShdw>
              </a:effectLst>
              <a:uLnTx/>
              <a:uFillTx/>
              <a:latin typeface="Tahoma" panose="020B0604030504040204" pitchFamily="34" charset="0"/>
              <a:ea typeface="宋体" panose="02010600030101010101" pitchFamily="2" charset="-122"/>
              <a:cs typeface="+mn-cs"/>
            </a:endParaRPr>
          </a:p>
        </p:txBody>
      </p:sp>
      <p:sp>
        <p:nvSpPr>
          <p:cNvPr id="10" name="Rectangle 8"/>
          <p:cNvSpPr>
            <a:spLocks noGrp="1" noChangeArrowheads="1"/>
          </p:cNvSpPr>
          <p:nvPr>
            <p:ph type="ftr" sz="quarter" idx="3"/>
          </p:nvPr>
        </p:nvSpPr>
        <p:spPr bwMode="auto">
          <a:xfrm>
            <a:off x="4165600" y="6248400"/>
            <a:ext cx="3860800" cy="457200"/>
          </a:xfrm>
          <a:prstGeom prst="rect">
            <a:avLst/>
          </a:prstGeom>
          <a:ln>
            <a:miter lim="800000"/>
          </a:ln>
        </p:spPr>
        <p:txBody>
          <a:bodyPr vert="horz" wrap="square" lIns="91440" tIns="45720" rIns="91440" bIns="45720" numCol="1" anchor="b" anchorCtr="0" compatLnSpc="1"/>
          <a:lstStyle>
            <a:lvl1pPr>
              <a:defRPr/>
            </a:lvl1pPr>
          </a:lstStyle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0" lang="en-US" altLang="zh-CN" sz="1200" b="0" i="0" u="none" strike="noStrike" kern="1200" cap="none" spc="0" normalizeH="0" baseline="0" noProof="0">
              <a:ln>
                <a:noFill/>
              </a:ln>
              <a:solidFill>
                <a:schemeClr val="tx1"/>
              </a:solidFill>
              <a:effectLst>
                <a:outerShdw blurRad="38100" dist="38100" dir="2700000" algn="tl">
                  <a:srgbClr val="000000"/>
                </a:outerShdw>
              </a:effectLst>
              <a:uLnTx/>
              <a:uFillTx/>
              <a:latin typeface="Tahoma" panose="020B0604030504040204" pitchFamily="34" charset="0"/>
              <a:ea typeface="宋体" panose="02010600030101010101" pitchFamily="2" charset="-122"/>
              <a:cs typeface="+mn-cs"/>
            </a:endParaRPr>
          </a:p>
        </p:txBody>
      </p:sp>
      <p:sp>
        <p:nvSpPr>
          <p:cNvPr id="12" name="Rectangle 9"/>
          <p:cNvSpPr>
            <a:spLocks noGrp="1" noChangeArrowheads="1"/>
          </p:cNvSpPr>
          <p:nvPr>
            <p:ph type="sldNum" sz="quarter" idx="4"/>
          </p:nvPr>
        </p:nvSpPr>
        <p:spPr bwMode="auto">
          <a:xfrm>
            <a:off x="8737600" y="6248400"/>
            <a:ext cx="2844800" cy="457200"/>
          </a:xfrm>
          <a:prstGeom prst="rect">
            <a:avLst/>
          </a:prstGeom>
          <a:ln>
            <a:miter lim="800000"/>
          </a:ln>
        </p:spPr>
        <p:txBody>
          <a:bodyPr vert="horz" wrap="square" lIns="91440" tIns="45720" rIns="91440" bIns="45720" numCol="1" anchor="b" anchorCtr="0" compatLnSpc="1"/>
          <a:lstStyle>
            <a:lvl1pPr>
              <a:defRPr/>
            </a:lvl1pPr>
          </a:lstStyle>
          <a:p>
            <a:pPr marL="0" marR="0" lvl="0" indent="0" algn="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fld id="{69BEA8B2-85C0-4C93-AA9B-8360619F443E}" type="slidenum">
              <a:rPr kumimoji="0" lang="en-US" altLang="zh-CN" sz="1200" b="0" i="0" u="none" strike="noStrike" kern="1200" cap="none" spc="0" normalizeH="0" baseline="0" noProof="0">
                <a:ln>
                  <a:noFill/>
                </a:ln>
                <a:solidFill>
                  <a:schemeClr val="tx1"/>
                </a:solidFill>
                <a:effectLst>
                  <a:outerShdw blurRad="38100" dist="38100" dir="2700000" algn="tl">
                    <a:srgbClr val="000000"/>
                  </a:outerShdw>
                </a:effectLst>
                <a:uLnTx/>
                <a:uFillTx/>
                <a:latin typeface="Tahoma" panose="020B0604030504040204" pitchFamily="34" charset="0"/>
                <a:ea typeface="宋体" panose="02010600030101010101" pitchFamily="2" charset="-122"/>
                <a:cs typeface="+mn-cs"/>
              </a:rPr>
            </a:fld>
            <a:endParaRPr kumimoji="0" lang="en-US" altLang="zh-CN" sz="1200" b="0" i="0" u="none" strike="noStrike" kern="1200" cap="none" spc="0" normalizeH="0" baseline="0" noProof="0">
              <a:ln>
                <a:noFill/>
              </a:ln>
              <a:solidFill>
                <a:schemeClr val="tx1"/>
              </a:solidFill>
              <a:effectLst>
                <a:outerShdw blurRad="38100" dist="38100" dir="2700000" algn="tl">
                  <a:srgbClr val="000000"/>
                </a:outerShdw>
              </a:effectLst>
              <a:uLnTx/>
              <a:uFillTx/>
              <a:latin typeface="Tahoma" panose="020B0604030504040204" pitchFamily="34" charset="0"/>
              <a:ea typeface="宋体" panose="02010600030101010101" pitchFamily="2" charset="-122"/>
              <a:cs typeface="+mn-cs"/>
            </a:endParaRPr>
          </a:p>
        </p:txBody>
      </p:sp>
    </p:spTree>
  </p:cSld>
  <p:clrMapOvr>
    <a:masterClrMapping/>
  </p:clrMapOvr>
</p:sldLayout>
</file>

<file path=ppt/slideLayouts/slideLayout17.xml><?xml version="1.0" encoding="utf-8"?>
<p:sldLayout xmlns:a="http://schemas.openxmlformats.org/drawingml/2006/main" xmlns:r="http://schemas.openxmlformats.org/officeDocument/2006/relationships" xmlns:p="http://schemas.openxmlformats.org/presentationml/2006/main" type="objOnly" preserve="1" showMasterSp="0">
  <p:cSld name="1_内容">
    <p:bg>
      <p:bgPr>
        <a:blipFill rotWithShape="0">
          <a:blip r:embed="rId2"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AutoShape 5">
            <a:hlinkClick r:id="" action="ppaction://noaction" highlightClick="1"/>
          </p:cNvPr>
          <p:cNvSpPr>
            <a:spLocks noChangeArrowheads="1"/>
          </p:cNvSpPr>
          <p:nvPr/>
        </p:nvSpPr>
        <p:spPr bwMode="auto">
          <a:xfrm>
            <a:off x="11734800" y="6400800"/>
            <a:ext cx="457200" cy="457200"/>
          </a:xfrm>
          <a:prstGeom prst="actionButtonBeginning">
            <a:avLst/>
          </a:prstGeom>
          <a:solidFill>
            <a:srgbClr val="002060"/>
          </a:solidFill>
          <a:ln w="9525">
            <a:solidFill>
              <a:schemeClr val="bg1"/>
            </a:solidFill>
            <a:miter lim="800000"/>
          </a:ln>
        </p:spPr>
        <p:txBody>
          <a:bodyPr wrap="none" anchor="ctr"/>
          <a:lstStyle>
            <a:lvl1pPr eaLnBrk="0" hangingPunct="0">
              <a:spcBef>
                <a:spcPct val="20000"/>
              </a:spcBef>
              <a:buClr>
                <a:schemeClr val="hlink"/>
              </a:buClr>
              <a:buSzPct val="80000"/>
              <a:buFont typeface="Wingdings" panose="05000000000000000000" pitchFamily="2" charset="2"/>
              <a:buChar char="n"/>
              <a:defRPr sz="32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1pPr>
            <a:lvl2pPr marL="742950" indent="-285750" eaLnBrk="0" hangingPunct="0">
              <a:spcBef>
                <a:spcPct val="20000"/>
              </a:spcBef>
              <a:buClr>
                <a:schemeClr val="tx1"/>
              </a:buClr>
              <a:buChar char="–"/>
              <a:defRPr sz="28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2pPr>
            <a:lvl3pPr marL="1143000" indent="-228600" eaLnBrk="0" hangingPunct="0">
              <a:spcBef>
                <a:spcPct val="20000"/>
              </a:spcBef>
              <a:buClr>
                <a:schemeClr val="hlink"/>
              </a:buClr>
              <a:buFont typeface="Wingdings" panose="05000000000000000000" pitchFamily="2" charset="2"/>
              <a:buChar char="§"/>
              <a:defRPr sz="24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3pPr>
            <a:lvl4pPr marL="1600200" indent="-228600" eaLnBrk="0" hangingPunct="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4pPr>
            <a:lvl5pPr marL="2057400" indent="-228600" eaLnBrk="0" hangingPunct="0">
              <a:spcBef>
                <a:spcPct val="20000"/>
              </a:spcBef>
              <a:buClr>
                <a:schemeClr val="hlink"/>
              </a:buClr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9pPr>
          </a:lstStyle>
          <a:p>
            <a:pPr marL="0" marR="0" lvl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0" lang="zh-CN" altLang="en-US" sz="1800" b="1" i="0" u="none" strike="noStrike" kern="1200" cap="none" spc="0" normalizeH="0" baseline="0" noProof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Tahoma" panose="020B0604030504040204" pitchFamily="34" charset="0"/>
              <a:ea typeface="宋体" panose="02010600030101010101" pitchFamily="2" charset="-122"/>
              <a:cs typeface="+mn-cs"/>
            </a:endParaRPr>
          </a:p>
        </p:txBody>
      </p:sp>
      <p:sp>
        <p:nvSpPr>
          <p:cNvPr id="2" name="内容占位符 1"/>
          <p:cNvSpPr>
            <a:spLocks noGrp="1"/>
          </p:cNvSpPr>
          <p:nvPr>
            <p:ph/>
          </p:nvPr>
        </p:nvSpPr>
        <p:spPr>
          <a:xfrm>
            <a:off x="609600" y="274638"/>
            <a:ext cx="10972800" cy="5821362"/>
          </a:xfrm>
        </p:spPr>
        <p:txBody>
          <a:bodyPr/>
          <a:lstStyle/>
          <a:p>
            <a:pPr lvl="0"/>
            <a:r>
              <a:rPr lang="zh-CN" altLang="en-US" noProof="1"/>
              <a:t>单击此处编辑母版文本样式</a:t>
            </a:r>
            <a:endParaRPr lang="zh-CN" altLang="en-US" noProof="1"/>
          </a:p>
          <a:p>
            <a:pPr lvl="1"/>
            <a:r>
              <a:rPr lang="zh-CN" altLang="en-US" noProof="1"/>
              <a:t>第二级</a:t>
            </a:r>
            <a:endParaRPr lang="zh-CN" altLang="en-US" noProof="1"/>
          </a:p>
          <a:p>
            <a:pPr lvl="2"/>
            <a:r>
              <a:rPr lang="zh-CN" altLang="en-US" noProof="1"/>
              <a:t>第三级</a:t>
            </a:r>
            <a:endParaRPr lang="zh-CN" altLang="en-US" noProof="1"/>
          </a:p>
          <a:p>
            <a:pPr lvl="3"/>
            <a:r>
              <a:rPr lang="zh-CN" altLang="en-US" noProof="1"/>
              <a:t>第四级</a:t>
            </a:r>
            <a:endParaRPr lang="zh-CN" altLang="en-US" noProof="1"/>
          </a:p>
          <a:p>
            <a:pPr lvl="4"/>
            <a:r>
              <a:rPr lang="zh-CN" altLang="en-US" noProof="1"/>
              <a:t>第五级</a:t>
            </a:r>
            <a:endParaRPr lang="zh-CN" altLang="en-US" noProof="1"/>
          </a:p>
        </p:txBody>
      </p:sp>
      <p:sp>
        <p:nvSpPr>
          <p:cNvPr id="9" name="Rectangle 7"/>
          <p:cNvSpPr>
            <a:spLocks noGrp="1" noChangeArrowheads="1"/>
          </p:cNvSpPr>
          <p:nvPr>
            <p:ph type="dt" sz="half" idx="2"/>
          </p:nvPr>
        </p:nvSpPr>
        <p:spPr bwMode="auto">
          <a:xfrm>
            <a:off x="609600" y="6248400"/>
            <a:ext cx="2844800" cy="457200"/>
          </a:xfrm>
          <a:prstGeom prst="rect">
            <a:avLst/>
          </a:prstGeom>
          <a:ln>
            <a:miter lim="800000"/>
          </a:ln>
        </p:spPr>
        <p:txBody>
          <a:bodyPr vert="horz" wrap="square" lIns="91440" tIns="45720" rIns="91440" bIns="45720" numCol="1" anchor="b" anchorCtr="0" compatLnSpc="1"/>
          <a:lstStyle>
            <a:lvl1pPr>
              <a:defRPr/>
            </a:lvl1pPr>
          </a:lstStyle>
          <a:p>
            <a:pPr marL="0" marR="0" lvl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0" lang="en-US" altLang="zh-CN" sz="1200" b="0" i="0" u="none" strike="noStrike" kern="1200" cap="none" spc="0" normalizeH="0" baseline="0" noProof="0">
              <a:ln>
                <a:noFill/>
              </a:ln>
              <a:solidFill>
                <a:schemeClr val="tx1"/>
              </a:solidFill>
              <a:effectLst>
                <a:outerShdw blurRad="38100" dist="38100" dir="2700000" algn="tl">
                  <a:srgbClr val="000000"/>
                </a:outerShdw>
              </a:effectLst>
              <a:uLnTx/>
              <a:uFillTx/>
              <a:latin typeface="Tahoma" panose="020B0604030504040204" pitchFamily="34" charset="0"/>
              <a:ea typeface="宋体" panose="02010600030101010101" pitchFamily="2" charset="-122"/>
              <a:cs typeface="+mn-cs"/>
            </a:endParaRPr>
          </a:p>
        </p:txBody>
      </p:sp>
      <p:sp>
        <p:nvSpPr>
          <p:cNvPr id="10" name="Rectangle 8"/>
          <p:cNvSpPr>
            <a:spLocks noGrp="1" noChangeArrowheads="1"/>
          </p:cNvSpPr>
          <p:nvPr>
            <p:ph type="ftr" sz="quarter" idx="3"/>
          </p:nvPr>
        </p:nvSpPr>
        <p:spPr bwMode="auto">
          <a:xfrm>
            <a:off x="4165600" y="6248400"/>
            <a:ext cx="3860800" cy="457200"/>
          </a:xfrm>
          <a:prstGeom prst="rect">
            <a:avLst/>
          </a:prstGeom>
          <a:ln>
            <a:miter lim="800000"/>
          </a:ln>
        </p:spPr>
        <p:txBody>
          <a:bodyPr vert="horz" wrap="square" lIns="91440" tIns="45720" rIns="91440" bIns="45720" numCol="1" anchor="b" anchorCtr="0" compatLnSpc="1"/>
          <a:lstStyle>
            <a:lvl1pPr>
              <a:defRPr/>
            </a:lvl1pPr>
          </a:lstStyle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0" lang="en-US" altLang="zh-CN" sz="1200" b="0" i="0" u="none" strike="noStrike" kern="1200" cap="none" spc="0" normalizeH="0" baseline="0" noProof="0">
              <a:ln>
                <a:noFill/>
              </a:ln>
              <a:solidFill>
                <a:schemeClr val="tx1"/>
              </a:solidFill>
              <a:effectLst>
                <a:outerShdw blurRad="38100" dist="38100" dir="2700000" algn="tl">
                  <a:srgbClr val="000000"/>
                </a:outerShdw>
              </a:effectLst>
              <a:uLnTx/>
              <a:uFillTx/>
              <a:latin typeface="Tahoma" panose="020B0604030504040204" pitchFamily="34" charset="0"/>
              <a:ea typeface="宋体" panose="02010600030101010101" pitchFamily="2" charset="-122"/>
              <a:cs typeface="+mn-cs"/>
            </a:endParaRPr>
          </a:p>
        </p:txBody>
      </p:sp>
      <p:sp>
        <p:nvSpPr>
          <p:cNvPr id="12" name="Rectangle 9"/>
          <p:cNvSpPr>
            <a:spLocks noGrp="1" noChangeArrowheads="1"/>
          </p:cNvSpPr>
          <p:nvPr>
            <p:ph type="sldNum" sz="quarter" idx="4"/>
          </p:nvPr>
        </p:nvSpPr>
        <p:spPr bwMode="auto">
          <a:xfrm>
            <a:off x="8737600" y="6248400"/>
            <a:ext cx="2844800" cy="457200"/>
          </a:xfrm>
          <a:prstGeom prst="rect">
            <a:avLst/>
          </a:prstGeom>
          <a:ln>
            <a:miter lim="800000"/>
          </a:ln>
        </p:spPr>
        <p:txBody>
          <a:bodyPr vert="horz" wrap="square" lIns="91440" tIns="45720" rIns="91440" bIns="45720" numCol="1" anchor="b" anchorCtr="0" compatLnSpc="1"/>
          <a:lstStyle>
            <a:lvl1pPr>
              <a:defRPr/>
            </a:lvl1pPr>
          </a:lstStyle>
          <a:p>
            <a:pPr marL="0" marR="0" lvl="0" indent="0" algn="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fld id="{DA28C69B-41C8-43B4-8673-3D324F035B35}" type="slidenum">
              <a:rPr kumimoji="0" lang="en-US" altLang="zh-CN" sz="1200" b="0" i="0" u="none" strike="noStrike" kern="1200" cap="none" spc="0" normalizeH="0" baseline="0" noProof="0">
                <a:ln>
                  <a:noFill/>
                </a:ln>
                <a:solidFill>
                  <a:schemeClr val="tx1"/>
                </a:solidFill>
                <a:effectLst>
                  <a:outerShdw blurRad="38100" dist="38100" dir="2700000" algn="tl">
                    <a:srgbClr val="000000"/>
                  </a:outerShdw>
                </a:effectLst>
                <a:uLnTx/>
                <a:uFillTx/>
                <a:latin typeface="Tahoma" panose="020B0604030504040204" pitchFamily="34" charset="0"/>
                <a:ea typeface="宋体" panose="02010600030101010101" pitchFamily="2" charset="-122"/>
                <a:cs typeface="+mn-cs"/>
              </a:rPr>
            </a:fld>
            <a:endParaRPr kumimoji="0" lang="en-US" altLang="zh-CN" sz="1200" b="0" i="0" u="none" strike="noStrike" kern="1200" cap="none" spc="0" normalizeH="0" baseline="0" noProof="0">
              <a:ln>
                <a:noFill/>
              </a:ln>
              <a:solidFill>
                <a:schemeClr val="tx1"/>
              </a:solidFill>
              <a:effectLst>
                <a:outerShdw blurRad="38100" dist="38100" dir="2700000" algn="tl">
                  <a:srgbClr val="000000"/>
                </a:outerShdw>
              </a:effectLst>
              <a:uLnTx/>
              <a:uFillTx/>
              <a:latin typeface="Tahoma" panose="020B0604030504040204" pitchFamily="34" charset="0"/>
              <a:ea typeface="宋体" panose="02010600030101010101" pitchFamily="2" charset="-122"/>
              <a:cs typeface="+mn-cs"/>
            </a:endParaRPr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9" Type="http://schemas.openxmlformats.org/officeDocument/2006/relationships/slideLayout" Target="../slideLayouts/slideLayout9.xml"/><Relationship Id="rId8" Type="http://schemas.openxmlformats.org/officeDocument/2006/relationships/slideLayout" Target="../slideLayouts/slideLayout8.xml"/><Relationship Id="rId7" Type="http://schemas.openxmlformats.org/officeDocument/2006/relationships/slideLayout" Target="../slideLayouts/slideLayout7.xml"/><Relationship Id="rId6" Type="http://schemas.openxmlformats.org/officeDocument/2006/relationships/slideLayout" Target="../slideLayouts/slideLayout6.xml"/><Relationship Id="rId5" Type="http://schemas.openxmlformats.org/officeDocument/2006/relationships/slideLayout" Target="../slideLayouts/slideLayout5.xml"/><Relationship Id="rId4" Type="http://schemas.openxmlformats.org/officeDocument/2006/relationships/slideLayout" Target="../slideLayouts/slideLayout4.xml"/><Relationship Id="rId3" Type="http://schemas.openxmlformats.org/officeDocument/2006/relationships/slideLayout" Target="../slideLayouts/slideLayout3.xml"/><Relationship Id="rId2" Type="http://schemas.openxmlformats.org/officeDocument/2006/relationships/slideLayout" Target="../slideLayouts/slideLayout2.xml"/><Relationship Id="rId19" Type="http://schemas.openxmlformats.org/officeDocument/2006/relationships/theme" Target="../theme/theme1.xml"/><Relationship Id="rId18" Type="http://schemas.openxmlformats.org/officeDocument/2006/relationships/image" Target="../media/image1.jpeg"/><Relationship Id="rId17" Type="http://schemas.openxmlformats.org/officeDocument/2006/relationships/slideLayout" Target="../slideLayouts/slideLayout17.xml"/><Relationship Id="rId16" Type="http://schemas.openxmlformats.org/officeDocument/2006/relationships/slideLayout" Target="../slideLayouts/slideLayout16.xml"/><Relationship Id="rId15" Type="http://schemas.openxmlformats.org/officeDocument/2006/relationships/slideLayout" Target="../slideLayouts/slideLayout15.xml"/><Relationship Id="rId14" Type="http://schemas.openxmlformats.org/officeDocument/2006/relationships/slideLayout" Target="../slideLayouts/slideLayout14.xml"/><Relationship Id="rId13" Type="http://schemas.openxmlformats.org/officeDocument/2006/relationships/slideLayout" Target="../slideLayouts/slideLayout13.xml"/><Relationship Id="rId12" Type="http://schemas.openxmlformats.org/officeDocument/2006/relationships/slideLayout" Target="../slideLayouts/slideLayout12.xml"/><Relationship Id="rId11" Type="http://schemas.openxmlformats.org/officeDocument/2006/relationships/slideLayout" Target="../slideLayouts/slideLayout11.xml"/><Relationship Id="rId10" Type="http://schemas.openxmlformats.org/officeDocument/2006/relationships/slideLayout" Target="../slideLayouts/slideLayout10.xml"/><Relationship Id="rId1" Type="http://schemas.openxmlformats.org/officeDocument/2006/relationships/slideLayout" Target="../slideLayouts/slideLayout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 preserve="1">
  <p:cSld>
    <p:bg>
      <p:bgPr>
        <a:blipFill rotWithShape="0">
          <a:blip r:embed="rId18"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/>
      <p:sp>
        <p:nvSpPr>
          <p:cNvPr id="10245" name="Rectangle 5"/>
          <p:cNvSpPr>
            <a:spLocks noGrp="1" noChangeArrowheads="1"/>
          </p:cNvSpPr>
          <p:nvPr>
            <p:ph type="title"/>
          </p:nvPr>
        </p:nvSpPr>
        <p:spPr bwMode="auto">
          <a:xfrm>
            <a:off x="609600" y="274638"/>
            <a:ext cx="10972800" cy="1143000"/>
          </a:xfrm>
          <a:prstGeom prst="rect">
            <a:avLst/>
          </a:prstGeom>
          <a:noFill/>
          <a:ln w="9525">
            <a:noFill/>
            <a:miter lim="800000"/>
          </a:ln>
          <a:effectLst/>
        </p:spPr>
        <p:txBody>
          <a:bodyPr vert="horz" wrap="square" lIns="91440" tIns="45720" rIns="91440" bIns="45720" numCol="1" anchor="ctr" anchorCtr="0" compatLnSpc="1"/>
          <a:lstStyle/>
          <a:p>
            <a:pPr lvl="0"/>
            <a:r>
              <a:rPr lang="zh-CN" altLang="en-US" noProof="1"/>
              <a:t>单击此处编辑母版标题样式</a:t>
            </a:r>
            <a:endParaRPr lang="zh-CN" altLang="en-US" noProof="1"/>
          </a:p>
        </p:txBody>
      </p:sp>
      <p:sp>
        <p:nvSpPr>
          <p:cNvPr id="10246" name="Rectangle 6"/>
          <p:cNvSpPr>
            <a:spLocks noGrp="1" noChangeArrowheads="1"/>
          </p:cNvSpPr>
          <p:nvPr>
            <p:ph type="body" idx="1"/>
          </p:nvPr>
        </p:nvSpPr>
        <p:spPr bwMode="auto">
          <a:xfrm>
            <a:off x="609600" y="1600200"/>
            <a:ext cx="10972800" cy="4495800"/>
          </a:xfrm>
          <a:prstGeom prst="rect">
            <a:avLst/>
          </a:prstGeom>
          <a:noFill/>
          <a:ln w="9525">
            <a:noFill/>
            <a:miter lim="800000"/>
          </a:ln>
          <a:effectLst/>
        </p:spPr>
        <p:txBody>
          <a:bodyPr vert="horz" wrap="square" lIns="91440" tIns="45720" rIns="91440" bIns="45720" numCol="1" anchor="t" anchorCtr="0" compatLnSpc="1"/>
          <a:lstStyle/>
          <a:p>
            <a:pPr lvl="0"/>
            <a:r>
              <a:rPr lang="zh-CN" altLang="en-US" noProof="1"/>
              <a:t>单击此处编辑母版文本样式</a:t>
            </a:r>
            <a:endParaRPr lang="zh-CN" altLang="en-US" noProof="1"/>
          </a:p>
          <a:p>
            <a:pPr lvl="1"/>
            <a:r>
              <a:rPr lang="zh-CN" altLang="en-US" noProof="1"/>
              <a:t>第二级</a:t>
            </a:r>
            <a:endParaRPr lang="zh-CN" altLang="en-US" noProof="1"/>
          </a:p>
          <a:p>
            <a:pPr lvl="2"/>
            <a:r>
              <a:rPr lang="zh-CN" altLang="en-US" noProof="1"/>
              <a:t>第三级</a:t>
            </a:r>
            <a:endParaRPr lang="zh-CN" altLang="en-US" noProof="1"/>
          </a:p>
          <a:p>
            <a:pPr lvl="3"/>
            <a:r>
              <a:rPr lang="zh-CN" altLang="en-US" noProof="1"/>
              <a:t>第四级</a:t>
            </a:r>
            <a:endParaRPr lang="zh-CN" altLang="en-US" noProof="1"/>
          </a:p>
          <a:p>
            <a:pPr lvl="4"/>
            <a:r>
              <a:rPr lang="zh-CN" altLang="en-US" noProof="1"/>
              <a:t>第五级</a:t>
            </a:r>
            <a:endParaRPr lang="zh-CN" altLang="en-US" noProof="1"/>
          </a:p>
        </p:txBody>
      </p:sp>
      <p:sp>
        <p:nvSpPr>
          <p:cNvPr id="10247" name="Rectangle 7"/>
          <p:cNvSpPr>
            <a:spLocks noGrp="1" noChangeArrowheads="1"/>
          </p:cNvSpPr>
          <p:nvPr>
            <p:ph type="dt" sz="half" idx="2"/>
          </p:nvPr>
        </p:nvSpPr>
        <p:spPr bwMode="auto">
          <a:xfrm>
            <a:off x="609600" y="6248400"/>
            <a:ext cx="2844800" cy="457200"/>
          </a:xfrm>
          <a:prstGeom prst="rect">
            <a:avLst/>
          </a:prstGeom>
          <a:noFill/>
          <a:ln w="9525">
            <a:noFill/>
            <a:miter lim="800000"/>
          </a:ln>
          <a:effectLst/>
        </p:spPr>
        <p:txBody>
          <a:bodyPr vert="horz" wrap="square" lIns="91440" tIns="45720" rIns="91440" bIns="45720" numCol="1" anchor="b" anchorCtr="0" compatLnSpc="1"/>
          <a:lstStyle>
            <a:lvl1pPr eaLnBrk="1" hangingPunct="1">
              <a:defRPr sz="1200" b="0">
                <a:effectLst>
                  <a:outerShdw blurRad="38100" dist="38100" dir="2700000" algn="tl">
                    <a:srgbClr val="000000"/>
                  </a:outerShdw>
                </a:effectLst>
                <a:latin typeface="Tahoma" panose="020B0604030504040204" pitchFamily="34" charset="0"/>
                <a:ea typeface="宋体" panose="02010600030101010101" pitchFamily="2" charset="-122"/>
              </a:defRPr>
            </a:lvl1pPr>
          </a:lstStyle>
          <a:p>
            <a:pPr marL="0" marR="0" lvl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0" lang="en-US" altLang="zh-CN" sz="1200" b="0" i="0" u="none" strike="noStrike" kern="1200" cap="none" spc="0" normalizeH="0" baseline="0" noProof="0">
              <a:ln>
                <a:noFill/>
              </a:ln>
              <a:solidFill>
                <a:schemeClr val="tx1"/>
              </a:solidFill>
              <a:effectLst>
                <a:outerShdw blurRad="38100" dist="38100" dir="2700000" algn="tl">
                  <a:srgbClr val="000000"/>
                </a:outerShdw>
              </a:effectLst>
              <a:uLnTx/>
              <a:uFillTx/>
              <a:latin typeface="Tahoma" panose="020B0604030504040204" pitchFamily="34" charset="0"/>
              <a:ea typeface="宋体" panose="02010600030101010101" pitchFamily="2" charset="-122"/>
              <a:cs typeface="+mn-cs"/>
            </a:endParaRPr>
          </a:p>
        </p:txBody>
      </p:sp>
      <p:sp>
        <p:nvSpPr>
          <p:cNvPr id="10248" name="Rectangle 8"/>
          <p:cNvSpPr>
            <a:spLocks noGrp="1" noChangeArrowheads="1"/>
          </p:cNvSpPr>
          <p:nvPr>
            <p:ph type="ftr" sz="quarter" idx="3"/>
          </p:nvPr>
        </p:nvSpPr>
        <p:spPr bwMode="auto">
          <a:xfrm>
            <a:off x="4165600" y="6248400"/>
            <a:ext cx="3860800" cy="457200"/>
          </a:xfrm>
          <a:prstGeom prst="rect">
            <a:avLst/>
          </a:prstGeom>
          <a:noFill/>
          <a:ln w="9525">
            <a:noFill/>
            <a:miter lim="800000"/>
          </a:ln>
          <a:effectLst/>
        </p:spPr>
        <p:txBody>
          <a:bodyPr vert="horz" wrap="square" lIns="91440" tIns="45720" rIns="91440" bIns="45720" numCol="1" anchor="b" anchorCtr="0" compatLnSpc="1"/>
          <a:lstStyle>
            <a:lvl1pPr algn="ctr" eaLnBrk="1" hangingPunct="1">
              <a:defRPr sz="1200" b="0">
                <a:effectLst>
                  <a:outerShdw blurRad="38100" dist="38100" dir="2700000" algn="tl">
                    <a:srgbClr val="000000"/>
                  </a:outerShdw>
                </a:effectLst>
                <a:latin typeface="Tahoma" panose="020B0604030504040204" pitchFamily="34" charset="0"/>
                <a:ea typeface="宋体" panose="02010600030101010101" pitchFamily="2" charset="-122"/>
              </a:defRPr>
            </a:lvl1pPr>
          </a:lstStyle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0" lang="en-US" altLang="zh-CN" sz="1200" b="0" i="0" u="none" strike="noStrike" kern="1200" cap="none" spc="0" normalizeH="0" baseline="0" noProof="0">
              <a:ln>
                <a:noFill/>
              </a:ln>
              <a:solidFill>
                <a:schemeClr val="tx1"/>
              </a:solidFill>
              <a:effectLst>
                <a:outerShdw blurRad="38100" dist="38100" dir="2700000" algn="tl">
                  <a:srgbClr val="000000"/>
                </a:outerShdw>
              </a:effectLst>
              <a:uLnTx/>
              <a:uFillTx/>
              <a:latin typeface="Tahoma" panose="020B0604030504040204" pitchFamily="34" charset="0"/>
              <a:ea typeface="宋体" panose="02010600030101010101" pitchFamily="2" charset="-122"/>
              <a:cs typeface="+mn-cs"/>
            </a:endParaRPr>
          </a:p>
        </p:txBody>
      </p:sp>
      <p:sp>
        <p:nvSpPr>
          <p:cNvPr id="10249" name="Rectangle 9"/>
          <p:cNvSpPr>
            <a:spLocks noGrp="1" noChangeArrowheads="1"/>
          </p:cNvSpPr>
          <p:nvPr>
            <p:ph type="sldNum" sz="quarter" idx="4"/>
          </p:nvPr>
        </p:nvSpPr>
        <p:spPr bwMode="auto">
          <a:xfrm>
            <a:off x="8737600" y="6248400"/>
            <a:ext cx="2844800" cy="457200"/>
          </a:xfrm>
          <a:prstGeom prst="rect">
            <a:avLst/>
          </a:prstGeom>
          <a:noFill/>
          <a:ln w="9525">
            <a:noFill/>
            <a:miter lim="800000"/>
          </a:ln>
          <a:effectLst/>
        </p:spPr>
        <p:txBody>
          <a:bodyPr vert="horz" wrap="square" lIns="91440" tIns="45720" rIns="91440" bIns="45720" numCol="1" anchor="b" anchorCtr="0" compatLnSpc="1"/>
          <a:lstStyle>
            <a:lvl1pPr algn="r" eaLnBrk="1" hangingPunct="1">
              <a:defRPr sz="1200" b="0">
                <a:effectLst>
                  <a:outerShdw blurRad="38100" dist="38100" dir="2700000" algn="tl">
                    <a:srgbClr val="000000"/>
                  </a:outerShdw>
                </a:effectLst>
              </a:defRPr>
            </a:lvl1pPr>
          </a:lstStyle>
          <a:p>
            <a:pPr marL="0" marR="0" lvl="0" indent="0" algn="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fld id="{F9D7EBAB-DAC9-4BE0-B573-58CF6BE971EC}" type="slidenum">
              <a:rPr kumimoji="0" lang="en-US" altLang="zh-CN" sz="1200" b="0" i="0" u="none" strike="noStrike" kern="1200" cap="none" spc="0" normalizeH="0" baseline="0" noProof="0">
                <a:ln>
                  <a:noFill/>
                </a:ln>
                <a:solidFill>
                  <a:schemeClr val="tx1"/>
                </a:solidFill>
                <a:effectLst>
                  <a:outerShdw blurRad="38100" dist="38100" dir="2700000" algn="tl">
                    <a:srgbClr val="000000"/>
                  </a:outerShdw>
                </a:effectLst>
                <a:uLnTx/>
                <a:uFillTx/>
                <a:latin typeface="Tahoma" panose="020B0604030504040204" pitchFamily="34" charset="0"/>
                <a:ea typeface="宋体" panose="02010600030101010101" pitchFamily="2" charset="-122"/>
                <a:cs typeface="+mn-cs"/>
              </a:rPr>
            </a:fld>
            <a:endParaRPr kumimoji="0" lang="en-US" altLang="zh-CN" sz="1200" b="0" i="0" u="none" strike="noStrike" kern="1200" cap="none" spc="0" normalizeH="0" baseline="0" noProof="0">
              <a:ln>
                <a:noFill/>
              </a:ln>
              <a:solidFill>
                <a:schemeClr val="tx1"/>
              </a:solidFill>
              <a:effectLst>
                <a:outerShdw blurRad="38100" dist="38100" dir="2700000" algn="tl">
                  <a:srgbClr val="000000"/>
                </a:outerShdw>
              </a:effectLst>
              <a:uLnTx/>
              <a:uFillTx/>
              <a:latin typeface="Tahoma" panose="020B0604030504040204" pitchFamily="34" charset="0"/>
              <a:ea typeface="宋体" panose="02010600030101010101" pitchFamily="2" charset="-122"/>
              <a:cs typeface="+mn-cs"/>
            </a:endParaRPr>
          </a:p>
        </p:txBody>
      </p:sp>
      <p:sp>
        <p:nvSpPr>
          <p:cNvPr id="11" name="AutoShape 5">
            <a:hlinkClick r:id="" action="ppaction://noaction" highlightClick="1"/>
          </p:cNvPr>
          <p:cNvSpPr>
            <a:spLocks noChangeArrowheads="1"/>
          </p:cNvSpPr>
          <p:nvPr/>
        </p:nvSpPr>
        <p:spPr bwMode="auto">
          <a:xfrm>
            <a:off x="11734800" y="6400800"/>
            <a:ext cx="457200" cy="457200"/>
          </a:xfrm>
          <a:prstGeom prst="actionButtonBeginning">
            <a:avLst/>
          </a:prstGeom>
          <a:solidFill>
            <a:srgbClr val="002060"/>
          </a:solidFill>
          <a:ln w="9525">
            <a:solidFill>
              <a:schemeClr val="bg1"/>
            </a:solidFill>
            <a:miter lim="800000"/>
          </a:ln>
        </p:spPr>
        <p:txBody>
          <a:bodyPr wrap="none" anchor="ctr"/>
          <a:lstStyle>
            <a:lvl1pPr eaLnBrk="0" hangingPunct="0">
              <a:spcBef>
                <a:spcPct val="20000"/>
              </a:spcBef>
              <a:buClr>
                <a:schemeClr val="hlink"/>
              </a:buClr>
              <a:buSzPct val="80000"/>
              <a:buFont typeface="Wingdings" panose="05000000000000000000" pitchFamily="2" charset="2"/>
              <a:buChar char="n"/>
              <a:defRPr sz="32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1pPr>
            <a:lvl2pPr marL="742950" indent="-285750" eaLnBrk="0" hangingPunct="0">
              <a:spcBef>
                <a:spcPct val="20000"/>
              </a:spcBef>
              <a:buClr>
                <a:schemeClr val="tx1"/>
              </a:buClr>
              <a:buChar char="–"/>
              <a:defRPr sz="28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2pPr>
            <a:lvl3pPr marL="1143000" indent="-228600" eaLnBrk="0" hangingPunct="0">
              <a:spcBef>
                <a:spcPct val="20000"/>
              </a:spcBef>
              <a:buClr>
                <a:schemeClr val="hlink"/>
              </a:buClr>
              <a:buFont typeface="Wingdings" panose="05000000000000000000" pitchFamily="2" charset="2"/>
              <a:buChar char="§"/>
              <a:defRPr sz="24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3pPr>
            <a:lvl4pPr marL="1600200" indent="-228600" eaLnBrk="0" hangingPunct="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4pPr>
            <a:lvl5pPr marL="2057400" indent="-228600" eaLnBrk="0" hangingPunct="0">
              <a:spcBef>
                <a:spcPct val="20000"/>
              </a:spcBef>
              <a:buClr>
                <a:schemeClr val="hlink"/>
              </a:buClr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9pPr>
          </a:lstStyle>
          <a:p>
            <a:pPr marL="0" marR="0" lvl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0" lang="zh-CN" altLang="en-US" sz="1800" b="1" i="0" u="none" strike="noStrike" kern="1200" cap="none" spc="0" normalizeH="0" baseline="0" noProof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Tahoma" panose="020B0604030504040204" pitchFamily="34" charset="0"/>
              <a:ea typeface="宋体" panose="02010600030101010101" pitchFamily="2" charset="-122"/>
              <a:cs typeface="+mn-cs"/>
            </a:endParaRPr>
          </a:p>
        </p:txBody>
      </p:sp>
    </p:spTree>
  </p:cSld>
  <p:clrMap bg1="dk2" tx1="lt1" bg2="dk1" tx2="lt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  <p:sldLayoutId id="2147483660" r:id="rId12"/>
    <p:sldLayoutId id="2147483661" r:id="rId13"/>
    <p:sldLayoutId id="2147483662" r:id="rId14"/>
    <p:sldLayoutId id="2147483663" r:id="rId15"/>
    <p:sldLayoutId id="2147483664" r:id="rId16"/>
    <p:sldLayoutId id="2147483665" r:id="rId17"/>
  </p:sldLayoutIdLst>
  <p:hf sldNum="0" hdr="0" ftr="0" dt="0"/>
  <p:txStyles>
    <p:titleStyle>
      <a:lvl1pPr algn="ctr" rtl="0" eaLnBrk="0" fontAlgn="base" hangingPunct="0">
        <a:spcBef>
          <a:spcPct val="0"/>
        </a:spcBef>
        <a:spcAft>
          <a:spcPct val="0"/>
        </a:spcAft>
        <a:defRPr sz="4400">
          <a:solidFill>
            <a:schemeClr val="tx2"/>
          </a:solidFill>
          <a:effectLst>
            <a:outerShdw blurRad="38100" dist="38100" dir="2700000" algn="tl">
              <a:srgbClr val="000000"/>
            </a:outerShdw>
          </a:effectLst>
          <a:latin typeface="+mj-lt"/>
          <a:ea typeface="+mj-ea"/>
          <a:cs typeface="+mj-cs"/>
        </a:defRPr>
      </a:lvl1pPr>
      <a:lvl2pPr algn="ctr" rtl="0" eaLnBrk="0" fontAlgn="base" hangingPunct="0">
        <a:spcBef>
          <a:spcPct val="0"/>
        </a:spcBef>
        <a:spcAft>
          <a:spcPct val="0"/>
        </a:spcAft>
        <a:defRPr sz="4400">
          <a:solidFill>
            <a:schemeClr val="tx2"/>
          </a:solidFill>
          <a:effectLst>
            <a:outerShdw blurRad="38100" dist="38100" dir="2700000" algn="tl">
              <a:srgbClr val="000000"/>
            </a:outerShdw>
          </a:effectLst>
          <a:latin typeface="Tahoma" panose="020B0604030504040204" pitchFamily="34" charset="0"/>
          <a:ea typeface="宋体" panose="02010600030101010101" pitchFamily="2" charset="-122"/>
        </a:defRPr>
      </a:lvl2pPr>
      <a:lvl3pPr algn="ctr" rtl="0" eaLnBrk="0" fontAlgn="base" hangingPunct="0">
        <a:spcBef>
          <a:spcPct val="0"/>
        </a:spcBef>
        <a:spcAft>
          <a:spcPct val="0"/>
        </a:spcAft>
        <a:defRPr sz="4400">
          <a:solidFill>
            <a:schemeClr val="tx2"/>
          </a:solidFill>
          <a:effectLst>
            <a:outerShdw blurRad="38100" dist="38100" dir="2700000" algn="tl">
              <a:srgbClr val="000000"/>
            </a:outerShdw>
          </a:effectLst>
          <a:latin typeface="Tahoma" panose="020B0604030504040204" pitchFamily="34" charset="0"/>
          <a:ea typeface="宋体" panose="02010600030101010101" pitchFamily="2" charset="-122"/>
        </a:defRPr>
      </a:lvl3pPr>
      <a:lvl4pPr algn="ctr" rtl="0" eaLnBrk="0" fontAlgn="base" hangingPunct="0">
        <a:spcBef>
          <a:spcPct val="0"/>
        </a:spcBef>
        <a:spcAft>
          <a:spcPct val="0"/>
        </a:spcAft>
        <a:defRPr sz="4400">
          <a:solidFill>
            <a:schemeClr val="tx2"/>
          </a:solidFill>
          <a:effectLst>
            <a:outerShdw blurRad="38100" dist="38100" dir="2700000" algn="tl">
              <a:srgbClr val="000000"/>
            </a:outerShdw>
          </a:effectLst>
          <a:latin typeface="Tahoma" panose="020B0604030504040204" pitchFamily="34" charset="0"/>
          <a:ea typeface="宋体" panose="02010600030101010101" pitchFamily="2" charset="-122"/>
        </a:defRPr>
      </a:lvl4pPr>
      <a:lvl5pPr algn="ctr" rtl="0" eaLnBrk="0" fontAlgn="base" hangingPunct="0">
        <a:spcBef>
          <a:spcPct val="0"/>
        </a:spcBef>
        <a:spcAft>
          <a:spcPct val="0"/>
        </a:spcAft>
        <a:defRPr sz="4400">
          <a:solidFill>
            <a:schemeClr val="tx2"/>
          </a:solidFill>
          <a:effectLst>
            <a:outerShdw blurRad="38100" dist="38100" dir="2700000" algn="tl">
              <a:srgbClr val="000000"/>
            </a:outerShdw>
          </a:effectLst>
          <a:latin typeface="Tahoma" panose="020B0604030504040204" pitchFamily="34" charset="0"/>
          <a:ea typeface="宋体" panose="02010600030101010101" pitchFamily="2" charset="-122"/>
        </a:defRPr>
      </a:lvl5pPr>
      <a:lvl6pPr marL="457200" algn="ctr" rtl="0" fontAlgn="base">
        <a:spcBef>
          <a:spcPct val="0"/>
        </a:spcBef>
        <a:spcAft>
          <a:spcPct val="0"/>
        </a:spcAft>
        <a:defRPr sz="4400">
          <a:solidFill>
            <a:schemeClr val="tx2"/>
          </a:solidFill>
          <a:effectLst>
            <a:outerShdw blurRad="38100" dist="38100" dir="2700000" algn="tl">
              <a:srgbClr val="000000"/>
            </a:outerShdw>
          </a:effectLst>
          <a:latin typeface="Tahoma" panose="020B0604030504040204" pitchFamily="34" charset="0"/>
          <a:ea typeface="宋体" panose="02010600030101010101" pitchFamily="2" charset="-122"/>
        </a:defRPr>
      </a:lvl6pPr>
      <a:lvl7pPr marL="914400" algn="ctr" rtl="0" fontAlgn="base">
        <a:spcBef>
          <a:spcPct val="0"/>
        </a:spcBef>
        <a:spcAft>
          <a:spcPct val="0"/>
        </a:spcAft>
        <a:defRPr sz="4400">
          <a:solidFill>
            <a:schemeClr val="tx2"/>
          </a:solidFill>
          <a:effectLst>
            <a:outerShdw blurRad="38100" dist="38100" dir="2700000" algn="tl">
              <a:srgbClr val="000000"/>
            </a:outerShdw>
          </a:effectLst>
          <a:latin typeface="Tahoma" panose="020B0604030504040204" pitchFamily="34" charset="0"/>
          <a:ea typeface="宋体" panose="02010600030101010101" pitchFamily="2" charset="-122"/>
        </a:defRPr>
      </a:lvl7pPr>
      <a:lvl8pPr marL="1371600" algn="ctr" rtl="0" fontAlgn="base">
        <a:spcBef>
          <a:spcPct val="0"/>
        </a:spcBef>
        <a:spcAft>
          <a:spcPct val="0"/>
        </a:spcAft>
        <a:defRPr sz="4400">
          <a:solidFill>
            <a:schemeClr val="tx2"/>
          </a:solidFill>
          <a:effectLst>
            <a:outerShdw blurRad="38100" dist="38100" dir="2700000" algn="tl">
              <a:srgbClr val="000000"/>
            </a:outerShdw>
          </a:effectLst>
          <a:latin typeface="Tahoma" panose="020B0604030504040204" pitchFamily="34" charset="0"/>
          <a:ea typeface="宋体" panose="02010600030101010101" pitchFamily="2" charset="-122"/>
        </a:defRPr>
      </a:lvl8pPr>
      <a:lvl9pPr marL="1828800" algn="ctr" rtl="0" fontAlgn="base">
        <a:spcBef>
          <a:spcPct val="0"/>
        </a:spcBef>
        <a:spcAft>
          <a:spcPct val="0"/>
        </a:spcAft>
        <a:defRPr sz="4400">
          <a:solidFill>
            <a:schemeClr val="tx2"/>
          </a:solidFill>
          <a:effectLst>
            <a:outerShdw blurRad="38100" dist="38100" dir="2700000" algn="tl">
              <a:srgbClr val="000000"/>
            </a:outerShdw>
          </a:effectLst>
          <a:latin typeface="Tahoma" panose="020B0604030504040204" pitchFamily="34" charset="0"/>
          <a:ea typeface="宋体" panose="02010600030101010101" pitchFamily="2" charset="-122"/>
        </a:defRPr>
      </a:lvl9pPr>
    </p:titleStyle>
    <p:bodyStyle>
      <a:lvl1pPr marL="342900" indent="-342900" algn="l" rtl="0" eaLnBrk="0" fontAlgn="base" hangingPunct="0">
        <a:spcBef>
          <a:spcPct val="20000"/>
        </a:spcBef>
        <a:spcAft>
          <a:spcPct val="0"/>
        </a:spcAft>
        <a:buClr>
          <a:schemeClr val="hlink"/>
        </a:buClr>
        <a:buSzPct val="80000"/>
        <a:buFont typeface="Wingdings" panose="05000000000000000000" pitchFamily="2" charset="2"/>
        <a:buChar char="n"/>
        <a:defRPr sz="3200">
          <a:solidFill>
            <a:schemeClr val="tx1"/>
          </a:solidFill>
          <a:effectLst>
            <a:outerShdw blurRad="38100" dist="38100" dir="2700000" algn="tl">
              <a:srgbClr val="000000"/>
            </a:outerShdw>
          </a:effectLst>
          <a:latin typeface="+mn-lt"/>
          <a:ea typeface="+mn-ea"/>
          <a:cs typeface="+mn-cs"/>
        </a:defRPr>
      </a:lvl1pPr>
      <a:lvl2pPr marL="742950" indent="-285750" algn="l" rtl="0" eaLnBrk="0" fontAlgn="base" hangingPunct="0">
        <a:spcBef>
          <a:spcPct val="20000"/>
        </a:spcBef>
        <a:spcAft>
          <a:spcPct val="0"/>
        </a:spcAft>
        <a:buClr>
          <a:schemeClr val="tx1"/>
        </a:buClr>
        <a:buChar char="–"/>
        <a:defRPr sz="2800">
          <a:solidFill>
            <a:schemeClr val="tx1"/>
          </a:solidFill>
          <a:effectLst>
            <a:outerShdw blurRad="38100" dist="38100" dir="2700000" algn="tl">
              <a:srgbClr val="000000"/>
            </a:outerShdw>
          </a:effectLst>
          <a:latin typeface="+mn-lt"/>
          <a:ea typeface="+mn-ea"/>
        </a:defRPr>
      </a:lvl2pPr>
      <a:lvl3pPr marL="1143000" indent="-228600" algn="l" rtl="0" eaLnBrk="0" fontAlgn="base" hangingPunct="0">
        <a:spcBef>
          <a:spcPct val="20000"/>
        </a:spcBef>
        <a:spcAft>
          <a:spcPct val="0"/>
        </a:spcAft>
        <a:buClr>
          <a:schemeClr val="hlink"/>
        </a:buClr>
        <a:buFont typeface="Wingdings" panose="05000000000000000000" pitchFamily="2" charset="2"/>
        <a:buChar char="§"/>
        <a:defRPr sz="2400">
          <a:solidFill>
            <a:schemeClr val="tx1"/>
          </a:solidFill>
          <a:effectLst>
            <a:outerShdw blurRad="38100" dist="38100" dir="2700000" algn="tl">
              <a:srgbClr val="000000"/>
            </a:outerShdw>
          </a:effectLst>
          <a:latin typeface="+mn-lt"/>
          <a:ea typeface="+mn-ea"/>
        </a:defRPr>
      </a:lvl3pPr>
      <a:lvl4pPr marL="1600200" indent="-228600" algn="l" rtl="0" eaLnBrk="0" fontAlgn="base" hangingPunct="0">
        <a:spcBef>
          <a:spcPct val="20000"/>
        </a:spcBef>
        <a:spcAft>
          <a:spcPct val="0"/>
        </a:spcAft>
        <a:buChar char="–"/>
        <a:defRPr sz="2000">
          <a:solidFill>
            <a:schemeClr val="tx1"/>
          </a:solidFill>
          <a:effectLst>
            <a:outerShdw blurRad="38100" dist="38100" dir="2700000" algn="tl">
              <a:srgbClr val="000000"/>
            </a:outerShdw>
          </a:effectLst>
          <a:latin typeface="+mn-lt"/>
          <a:ea typeface="+mn-ea"/>
        </a:defRPr>
      </a:lvl4pPr>
      <a:lvl5pPr marL="2057400" indent="-228600" algn="l" rtl="0" eaLnBrk="0" fontAlgn="base" hangingPunct="0">
        <a:spcBef>
          <a:spcPct val="20000"/>
        </a:spcBef>
        <a:spcAft>
          <a:spcPct val="0"/>
        </a:spcAft>
        <a:buClr>
          <a:schemeClr val="hlink"/>
        </a:buClr>
        <a:buFont typeface="Wingdings" panose="05000000000000000000" pitchFamily="2" charset="2"/>
        <a:buChar char="§"/>
        <a:defRPr sz="2000">
          <a:solidFill>
            <a:schemeClr val="tx1"/>
          </a:solidFill>
          <a:effectLst>
            <a:outerShdw blurRad="38100" dist="38100" dir="2700000" algn="tl">
              <a:srgbClr val="000000"/>
            </a:outerShdw>
          </a:effectLst>
          <a:latin typeface="+mn-lt"/>
          <a:ea typeface="+mn-ea"/>
        </a:defRPr>
      </a:lvl5pPr>
      <a:lvl6pPr marL="2514600" indent="-228600" algn="l" rtl="0" fontAlgn="base">
        <a:spcBef>
          <a:spcPct val="20000"/>
        </a:spcBef>
        <a:spcAft>
          <a:spcPct val="0"/>
        </a:spcAft>
        <a:buClr>
          <a:schemeClr val="hlink"/>
        </a:buClr>
        <a:buFont typeface="Wingdings" panose="05000000000000000000" pitchFamily="2" charset="2"/>
        <a:buChar char="§"/>
        <a:defRPr sz="2000">
          <a:solidFill>
            <a:schemeClr val="tx1"/>
          </a:solidFill>
          <a:effectLst>
            <a:outerShdw blurRad="38100" dist="38100" dir="2700000" algn="tl">
              <a:srgbClr val="000000"/>
            </a:outerShdw>
          </a:effectLst>
          <a:latin typeface="+mn-lt"/>
          <a:ea typeface="+mn-ea"/>
        </a:defRPr>
      </a:lvl6pPr>
      <a:lvl7pPr marL="2971800" indent="-228600" algn="l" rtl="0" fontAlgn="base">
        <a:spcBef>
          <a:spcPct val="20000"/>
        </a:spcBef>
        <a:spcAft>
          <a:spcPct val="0"/>
        </a:spcAft>
        <a:buClr>
          <a:schemeClr val="hlink"/>
        </a:buClr>
        <a:buFont typeface="Wingdings" panose="05000000000000000000" pitchFamily="2" charset="2"/>
        <a:buChar char="§"/>
        <a:defRPr sz="2000">
          <a:solidFill>
            <a:schemeClr val="tx1"/>
          </a:solidFill>
          <a:effectLst>
            <a:outerShdw blurRad="38100" dist="38100" dir="2700000" algn="tl">
              <a:srgbClr val="000000"/>
            </a:outerShdw>
          </a:effectLst>
          <a:latin typeface="+mn-lt"/>
          <a:ea typeface="+mn-ea"/>
        </a:defRPr>
      </a:lvl7pPr>
      <a:lvl8pPr marL="3429000" indent="-228600" algn="l" rtl="0" fontAlgn="base">
        <a:spcBef>
          <a:spcPct val="20000"/>
        </a:spcBef>
        <a:spcAft>
          <a:spcPct val="0"/>
        </a:spcAft>
        <a:buClr>
          <a:schemeClr val="hlink"/>
        </a:buClr>
        <a:buFont typeface="Wingdings" panose="05000000000000000000" pitchFamily="2" charset="2"/>
        <a:buChar char="§"/>
        <a:defRPr sz="2000">
          <a:solidFill>
            <a:schemeClr val="tx1"/>
          </a:solidFill>
          <a:effectLst>
            <a:outerShdw blurRad="38100" dist="38100" dir="2700000" algn="tl">
              <a:srgbClr val="000000"/>
            </a:outerShdw>
          </a:effectLst>
          <a:latin typeface="+mn-lt"/>
          <a:ea typeface="+mn-ea"/>
        </a:defRPr>
      </a:lvl8pPr>
      <a:lvl9pPr marL="3886200" indent="-228600" algn="l" rtl="0" fontAlgn="base">
        <a:spcBef>
          <a:spcPct val="20000"/>
        </a:spcBef>
        <a:spcAft>
          <a:spcPct val="0"/>
        </a:spcAft>
        <a:buClr>
          <a:schemeClr val="hlink"/>
        </a:buClr>
        <a:buFont typeface="Wingdings" panose="05000000000000000000" pitchFamily="2" charset="2"/>
        <a:buChar char="§"/>
        <a:defRPr sz="2000">
          <a:solidFill>
            <a:schemeClr val="tx1"/>
          </a:solidFill>
          <a:effectLst>
            <a:outerShdw blurRad="38100" dist="38100" dir="2700000" algn="tl">
              <a:srgbClr val="000000"/>
            </a:outerShdw>
          </a:effectLst>
          <a:latin typeface="+mn-lt"/>
          <a:ea typeface="+mn-ea"/>
        </a:defRPr>
      </a:lvl9pPr>
    </p:bodyStyle>
    <p:otherStyle>
      <a:defPPr>
        <a:defRPr lang="zh-CN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1.xml"/><Relationship Id="rId2" Type="http://schemas.openxmlformats.org/officeDocument/2006/relationships/slideLayout" Target="../slideLayouts/slideLayout2.xml"/><Relationship Id="rId1" Type="http://schemas.openxmlformats.org/officeDocument/2006/relationships/slide" Target="slide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4" Type="http://schemas.openxmlformats.org/officeDocument/2006/relationships/notesSlide" Target="../notesSlides/notesSlide3.xml"/><Relationship Id="rId3" Type="http://schemas.openxmlformats.org/officeDocument/2006/relationships/slideLayout" Target="../slideLayouts/slideLayout2.xml"/><Relationship Id="rId2" Type="http://schemas.openxmlformats.org/officeDocument/2006/relationships/hyperlink" Target="&#20363;&#39064;&#31243;&#24207;201409/ch06/ch06_03/Debug/ch06_03.exe" TargetMode="External"/><Relationship Id="rId1" Type="http://schemas.openxmlformats.org/officeDocument/2006/relationships/hyperlink" Target="&#20363;&#39064;&#31243;&#24207;201409/ch06/ch06_01/Debug/ch06_01.exe" TargetMode="Externa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12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12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12.xml"/></Relationships>
</file>

<file path=ppt/slides/_rels/slide1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2.xml"/></Relationships>
</file>

<file path=ppt/slides/_rels/slide1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2.xml"/><Relationship Id="rId1" Type="http://schemas.openxmlformats.org/officeDocument/2006/relationships/slideLayout" Target="../slideLayouts/slideLayout2.xml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7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2.xml"/><Relationship Id="rId1" Type="http://schemas.openxmlformats.org/officeDocument/2006/relationships/image" Target="../media/image2.png"/></Relationships>
</file>

<file path=ppt/slides/_rels/slide18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13.xml"/><Relationship Id="rId2" Type="http://schemas.openxmlformats.org/officeDocument/2006/relationships/slideLayout" Target="../slideLayouts/slideLayout2.xml"/><Relationship Id="rId1" Type="http://schemas.openxmlformats.org/officeDocument/2006/relationships/image" Target="../media/image3.png"/></Relationships>
</file>

<file path=ppt/slides/_rels/slide1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0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14.xml"/><Relationship Id="rId2" Type="http://schemas.openxmlformats.org/officeDocument/2006/relationships/slideLayout" Target="../slideLayouts/slideLayout4.xml"/><Relationship Id="rId1" Type="http://schemas.openxmlformats.org/officeDocument/2006/relationships/slide" Target="slide33.xml"/></Relationships>
</file>

<file path=ppt/slides/_rels/slide2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5.xml"/><Relationship Id="rId1" Type="http://schemas.openxmlformats.org/officeDocument/2006/relationships/slideLayout" Target="../slideLayouts/slideLayout2.xml"/></Relationships>
</file>

<file path=ppt/slides/_rels/slide22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16.xml"/><Relationship Id="rId2" Type="http://schemas.openxmlformats.org/officeDocument/2006/relationships/slideLayout" Target="../slideLayouts/slideLayout2.xml"/><Relationship Id="rId1" Type="http://schemas.openxmlformats.org/officeDocument/2006/relationships/image" Target="../media/image4.png"/></Relationships>
</file>

<file path=ppt/slides/_rels/slide2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7.xml"/><Relationship Id="rId1" Type="http://schemas.openxmlformats.org/officeDocument/2006/relationships/slideLayout" Target="../slideLayouts/slideLayout7.xml"/></Relationships>
</file>

<file path=ppt/slides/_rels/slide2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8.xml"/><Relationship Id="rId1" Type="http://schemas.openxmlformats.org/officeDocument/2006/relationships/slideLayout" Target="../slideLayouts/slideLayout7.xml"/></Relationships>
</file>

<file path=ppt/slides/_rels/slide2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9.xml"/><Relationship Id="rId1" Type="http://schemas.openxmlformats.org/officeDocument/2006/relationships/slideLayout" Target="../slideLayouts/slideLayout7.xml"/></Relationships>
</file>

<file path=ppt/slides/_rels/slide2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0.xml"/><Relationship Id="rId1" Type="http://schemas.openxmlformats.org/officeDocument/2006/relationships/slideLayout" Target="../slideLayouts/slideLayout7.xml"/></Relationships>
</file>

<file path=ppt/slides/_rels/slide2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1.xml"/><Relationship Id="rId1" Type="http://schemas.openxmlformats.org/officeDocument/2006/relationships/slideLayout" Target="../slideLayouts/slideLayout7.xml"/></Relationships>
</file>

<file path=ppt/slides/_rels/slide30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22.xml"/><Relationship Id="rId2" Type="http://schemas.openxmlformats.org/officeDocument/2006/relationships/slideLayout" Target="../slideLayouts/slideLayout2.xml"/><Relationship Id="rId1" Type="http://schemas.openxmlformats.org/officeDocument/2006/relationships/slide" Target="slide30.xml"/></Relationships>
</file>

<file path=ppt/slides/_rels/slide31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2.xml"/><Relationship Id="rId1" Type="http://schemas.openxmlformats.org/officeDocument/2006/relationships/image" Target="../media/image5.png"/></Relationships>
</file>

<file path=ppt/slides/_rels/slide3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3.xml"/><Relationship Id="rId1" Type="http://schemas.openxmlformats.org/officeDocument/2006/relationships/slideLayout" Target="../slideLayouts/slideLayout4.xml"/></Relationships>
</file>

<file path=ppt/slides/_rels/slide3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4.xml"/><Relationship Id="rId1" Type="http://schemas.openxmlformats.org/officeDocument/2006/relationships/slideLayout" Target="../slideLayouts/slideLayout4.xml"/></Relationships>
</file>

<file path=ppt/slides/_rels/slide3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5.xml"/><Relationship Id="rId1" Type="http://schemas.openxmlformats.org/officeDocument/2006/relationships/slideLayout" Target="../slideLayouts/slideLayout4.xml"/></Relationships>
</file>

<file path=ppt/slides/_rels/slide3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6.xml"/><Relationship Id="rId1" Type="http://schemas.openxmlformats.org/officeDocument/2006/relationships/slideLayout" Target="../slideLayouts/slideLayout4.xml"/></Relationships>
</file>

<file path=ppt/slides/_rels/slide36.xml.rels><?xml version="1.0" encoding="UTF-8" standalone="yes"?>
<Relationships xmlns="http://schemas.openxmlformats.org/package/2006/relationships"><Relationship Id="rId5" Type="http://schemas.openxmlformats.org/officeDocument/2006/relationships/notesSlide" Target="../notesSlides/notesSlide27.xml"/><Relationship Id="rId4" Type="http://schemas.openxmlformats.org/officeDocument/2006/relationships/slideLayout" Target="../slideLayouts/slideLayout4.xml"/><Relationship Id="rId3" Type="http://schemas.openxmlformats.org/officeDocument/2006/relationships/slide" Target="slide34.xml"/><Relationship Id="rId2" Type="http://schemas.openxmlformats.org/officeDocument/2006/relationships/slide" Target="slide16.xml"/><Relationship Id="rId1" Type="http://schemas.openxmlformats.org/officeDocument/2006/relationships/slide" Target="slide37.xml"/></Relationships>
</file>

<file path=ppt/slides/_rels/slide37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28.xml"/><Relationship Id="rId2" Type="http://schemas.openxmlformats.org/officeDocument/2006/relationships/slideLayout" Target="../slideLayouts/slideLayout4.xml"/><Relationship Id="rId1" Type="http://schemas.openxmlformats.org/officeDocument/2006/relationships/slide" Target="slide36.xml"/></Relationships>
</file>

<file path=ppt/slides/_rels/slide38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29.xml"/><Relationship Id="rId2" Type="http://schemas.openxmlformats.org/officeDocument/2006/relationships/slideLayout" Target="../slideLayouts/slideLayout2.xml"/><Relationship Id="rId1" Type="http://schemas.openxmlformats.org/officeDocument/2006/relationships/slide" Target="slide36.xml"/></Relationships>
</file>

<file path=ppt/slides/_rels/slide39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30.xml"/><Relationship Id="rId2" Type="http://schemas.openxmlformats.org/officeDocument/2006/relationships/slideLayout" Target="../slideLayouts/slideLayout2.xml"/><Relationship Id="rId1" Type="http://schemas.openxmlformats.org/officeDocument/2006/relationships/slide" Target="slide36.xml"/></Relationships>
</file>

<file path=ppt/slides/_rels/slide40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31.xml"/><Relationship Id="rId2" Type="http://schemas.openxmlformats.org/officeDocument/2006/relationships/slideLayout" Target="../slideLayouts/slideLayout2.xml"/><Relationship Id="rId1" Type="http://schemas.openxmlformats.org/officeDocument/2006/relationships/slide" Target="slide36.xml"/></Relationships>
</file>

<file path=ppt/slides/_rels/slide41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32.xml"/><Relationship Id="rId2" Type="http://schemas.openxmlformats.org/officeDocument/2006/relationships/slideLayout" Target="../slideLayouts/slideLayout2.xml"/><Relationship Id="rId1" Type="http://schemas.openxmlformats.org/officeDocument/2006/relationships/slide" Target="slide36.xml"/></Relationships>
</file>

<file path=ppt/slides/_rels/slide42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33.xml"/><Relationship Id="rId2" Type="http://schemas.openxmlformats.org/officeDocument/2006/relationships/slideLayout" Target="../slideLayouts/slideLayout2.xml"/><Relationship Id="rId1" Type="http://schemas.openxmlformats.org/officeDocument/2006/relationships/slide" Target="slide36.xml"/></Relationships>
</file>

<file path=ppt/slides/_rels/slide43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7.xml"/><Relationship Id="rId1" Type="http://schemas.openxmlformats.org/officeDocument/2006/relationships/slide" Target="slide36.xml"/></Relationships>
</file>

<file path=ppt/slides/_rels/slide44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7.xml"/><Relationship Id="rId1" Type="http://schemas.openxmlformats.org/officeDocument/2006/relationships/slide" Target="slide36.xml"/></Relationships>
</file>

<file path=ppt/slides/_rels/slide4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4.xml"/><Relationship Id="rId1" Type="http://schemas.openxmlformats.org/officeDocument/2006/relationships/slideLayout" Target="../slideLayouts/slideLayout2.xml"/></Relationships>
</file>

<file path=ppt/slides/_rels/slide4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5.xml"/><Relationship Id="rId1" Type="http://schemas.openxmlformats.org/officeDocument/2006/relationships/slideLayout" Target="../slideLayouts/slideLayout2.xml"/></Relationships>
</file>

<file path=ppt/slides/_rels/slide4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6.xml"/><Relationship Id="rId1" Type="http://schemas.openxmlformats.org/officeDocument/2006/relationships/slideLayout" Target="../slideLayouts/slideLayout2.xml"/></Relationships>
</file>

<file path=ppt/slides/_rels/slide4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7.xml"/><Relationship Id="rId1" Type="http://schemas.openxmlformats.org/officeDocument/2006/relationships/slideLayout" Target="../slideLayouts/slideLayout2.xml"/></Relationships>
</file>

<file path=ppt/slides/_rels/slide4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8.xml"/><Relationship Id="rId1" Type="http://schemas.openxmlformats.org/officeDocument/2006/relationships/slideLayout" Target="../slideLayouts/slideLayout2.xml"/></Relationships>
</file>

<file path=ppt/slides/_rels/slide5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9.xml"/><Relationship Id="rId1" Type="http://schemas.openxmlformats.org/officeDocument/2006/relationships/slideLayout" Target="../slideLayouts/slideLayout2.xml"/></Relationships>
</file>

<file path=ppt/slides/_rels/slide5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0.xml"/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5" name="灯片编号占位符 5"/>
          <p:cNvSpPr txBox="1">
            <a:spLocks noGrp="1"/>
          </p:cNvSpPr>
          <p:nvPr>
            <p:ph type="sldNum" sz="quarter" idx="4"/>
          </p:nvPr>
        </p:nvSpPr>
        <p:spPr bwMode="auto"/>
        <p:txBody>
          <a:bodyPr wrap="square" lIns="91440" tIns="45720" rIns="91440" bIns="45720" numCol="1" anchor="b" anchorCtr="0" compatLnSpc="1"/>
          <a:lstStyle>
            <a:lvl1pPr>
              <a:defRPr b="1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1pPr>
            <a:lvl2pPr marL="742950" indent="-285750">
              <a:defRPr b="1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2pPr>
            <a:lvl3pPr marL="1143000" indent="-228600">
              <a:defRPr b="1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3pPr>
            <a:lvl4pPr marL="1600200" indent="-228600">
              <a:defRPr b="1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4pPr>
            <a:lvl5pPr marL="2057400" indent="-228600">
              <a:defRPr b="1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b="1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b="1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b="1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b="1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9pPr>
          </a:lstStyle>
          <a:p>
            <a:pPr marL="0" marR="0" lvl="0" indent="0" algn="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fld id="{BB9FD035-A3E0-4418-A477-7CA27541CD95}" type="slidenum">
              <a:rPr kumimoji="0" lang="en-US" altLang="zh-CN" sz="1200" b="0" i="0" u="none" strike="noStrike" kern="1200" cap="none" spc="0" normalizeH="0" baseline="0" noProof="0" smtClean="0">
                <a:ln>
                  <a:noFill/>
                </a:ln>
                <a:solidFill>
                  <a:schemeClr val="tx1"/>
                </a:solidFill>
                <a:effectLst>
                  <a:outerShdw blurRad="38100" dist="38100" dir="2700000" algn="tl">
                    <a:srgbClr val="000000"/>
                  </a:outerShdw>
                </a:effectLst>
                <a:uLnTx/>
                <a:uFillTx/>
                <a:latin typeface="Tahoma" panose="020B0604030504040204" pitchFamily="34" charset="0"/>
                <a:ea typeface="宋体" panose="02010600030101010101" pitchFamily="2" charset="-122"/>
                <a:cs typeface="+mn-cs"/>
              </a:rPr>
            </a:fld>
            <a:endParaRPr kumimoji="0" lang="en-US" altLang="zh-CN" sz="1200" b="0" i="0" u="none" strike="noStrike" kern="1200" cap="none" spc="0" normalizeH="0" baseline="0" noProof="0">
              <a:ln>
                <a:noFill/>
              </a:ln>
              <a:solidFill>
                <a:schemeClr val="tx1"/>
              </a:solidFill>
              <a:effectLst>
                <a:outerShdw blurRad="38100" dist="38100" dir="2700000" algn="tl">
                  <a:srgbClr val="000000"/>
                </a:outerShdw>
              </a:effectLst>
              <a:uLnTx/>
              <a:uFillTx/>
              <a:latin typeface="Tahoma" panose="020B0604030504040204" pitchFamily="34" charset="0"/>
              <a:ea typeface="宋体" panose="02010600030101010101" pitchFamily="2" charset="-122"/>
              <a:cs typeface="+mn-cs"/>
            </a:endParaRPr>
          </a:p>
        </p:txBody>
      </p:sp>
      <p:sp>
        <p:nvSpPr>
          <p:cNvPr id="1542146" name="Rectangle 2"/>
          <p:cNvSpPr>
            <a:spLocks noGrp="1" noChangeArrowheads="1"/>
          </p:cNvSpPr>
          <p:nvPr>
            <p:ph idx="1"/>
          </p:nvPr>
        </p:nvSpPr>
        <p:spPr>
          <a:xfrm>
            <a:off x="2279650" y="2421255"/>
            <a:ext cx="7377430" cy="2016125"/>
          </a:xfrm>
        </p:spPr>
        <p:txBody>
          <a:bodyPr vert="horz" wrap="square" lIns="91440" tIns="45720" rIns="91440" bIns="45720" numCol="1" anchor="t" anchorCtr="0" compatLnSpc="1"/>
          <a:lstStyle/>
          <a:p>
            <a:pPr marL="742950" marR="0" lvl="1" indent="-285750" algn="l" defTabSz="914400" rtl="0" eaLnBrk="1" fontAlgn="base" latinLnBrk="0" hangingPunct="1">
              <a:lnSpc>
                <a:spcPct val="100000"/>
              </a:lnSpc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SzTx/>
              <a:buFont typeface="Wingdings" panose="05000000000000000000" pitchFamily="2" charset="2"/>
              <a:buChar char="u"/>
              <a:defRPr/>
            </a:pPr>
            <a:r>
              <a:rPr lang="en-US" altLang="zh-CN" sz="3200" b="1" noProof="0" dirty="0">
                <a:ln>
                  <a:noFill/>
                </a:ln>
                <a:uLnTx/>
                <a:uFillTx/>
                <a:sym typeface="+mn-ea"/>
                <a:hlinkClick r:id="" action="ppaction://noaction"/>
              </a:rPr>
              <a:t>【</a:t>
            </a:r>
            <a:r>
              <a:rPr lang="zh-CN" altLang="en-US" sz="3200" b="1" noProof="0" dirty="0">
                <a:ln>
                  <a:noFill/>
                </a:ln>
                <a:uLnTx/>
                <a:uFillTx/>
                <a:sym typeface="+mn-ea"/>
                <a:hlinkClick r:id="" action="ppaction://noaction"/>
              </a:rPr>
              <a:t>例</a:t>
            </a:r>
            <a:r>
              <a:rPr lang="en-US" altLang="zh-CN" sz="3200" b="1" noProof="0" dirty="0">
                <a:ln>
                  <a:noFill/>
                </a:ln>
                <a:uLnTx/>
                <a:uFillTx/>
                <a:sym typeface="+mn-ea"/>
                <a:hlinkClick r:id="" action="ppaction://noaction"/>
              </a:rPr>
              <a:t>6.2】</a:t>
            </a:r>
            <a:r>
              <a:rPr lang="zh-CN" altLang="en-US" sz="3200" b="1" noProof="0" dirty="0">
                <a:ln>
                  <a:noFill/>
                </a:ln>
                <a:uLnTx/>
                <a:uFillTx/>
                <a:sym typeface="+mn-ea"/>
                <a:hlinkClick r:id="" action="ppaction://noaction"/>
              </a:rPr>
              <a:t>统计成绩</a:t>
            </a:r>
            <a:r>
              <a:rPr lang="zh-CN" altLang="en-US" sz="3200" noProof="0" dirty="0">
                <a:ln>
                  <a:noFill/>
                </a:ln>
                <a:uLnTx/>
                <a:uFillTx/>
                <a:sym typeface="+mn-ea"/>
                <a:hlinkClick r:id="" action="ppaction://noaction"/>
              </a:rPr>
              <a:t> </a:t>
            </a:r>
            <a:r>
              <a:rPr lang="zh-CN" altLang="en-US" sz="3200" noProof="0" dirty="0">
                <a:ln>
                  <a:noFill/>
                </a:ln>
                <a:uLnTx/>
                <a:uFillTx/>
                <a:sym typeface="+mn-ea"/>
              </a:rPr>
              <a:t>教材</a:t>
            </a:r>
            <a:r>
              <a:rPr lang="en-US" altLang="zh-CN" sz="3200" b="1" noProof="0" dirty="0">
                <a:ln>
                  <a:noFill/>
                </a:ln>
                <a:uLnTx/>
                <a:uFillTx/>
                <a:sym typeface="+mn-ea"/>
              </a:rPr>
              <a:t>P152</a:t>
            </a:r>
            <a:endParaRPr lang="en-US" altLang="zh-CN" sz="3200" b="1" noProof="0" dirty="0">
              <a:ln>
                <a:noFill/>
              </a:ln>
              <a:uLnTx/>
              <a:uFillTx/>
              <a:sym typeface="+mn-ea"/>
            </a:endParaRPr>
          </a:p>
          <a:p>
            <a:pPr marL="742950" marR="0" lvl="1" indent="-285750" algn="l" defTabSz="914400" rtl="0" eaLnBrk="1" fontAlgn="base" latinLnBrk="0" hangingPunct="1">
              <a:lnSpc>
                <a:spcPct val="100000"/>
              </a:lnSpc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SzTx/>
              <a:buFont typeface="Wingdings" panose="05000000000000000000" pitchFamily="2" charset="2"/>
              <a:buChar char="u"/>
              <a:defRPr/>
            </a:pPr>
            <a:r>
              <a:rPr kumimoji="0" lang="en-US" altLang="zh-CN" sz="3200" b="1" i="0" u="none" strike="noStrike" kern="0" cap="none" spc="0" normalizeH="0" baseline="0" noProof="0" dirty="0">
                <a:ln>
                  <a:noFill/>
                </a:ln>
                <a:solidFill>
                  <a:schemeClr val="tx1"/>
                </a:solidFill>
                <a:effectLst>
                  <a:outerShdw blurRad="38100" dist="38100" dir="2700000" algn="tl">
                    <a:srgbClr val="000000"/>
                  </a:outerShdw>
                </a:effectLst>
                <a:uLnTx/>
                <a:uFillTx/>
                <a:latin typeface="+mn-lt"/>
                <a:ea typeface="+mn-ea"/>
                <a:hlinkClick r:id="" action="ppaction://noaction"/>
              </a:rPr>
              <a:t>【</a:t>
            </a:r>
            <a:r>
              <a:rPr kumimoji="0" lang="zh-CN" altLang="en-US" sz="3200" b="1" i="0" u="none" strike="noStrike" kern="0" cap="none" spc="0" normalizeH="0" baseline="0" noProof="0" dirty="0">
                <a:ln>
                  <a:noFill/>
                </a:ln>
                <a:solidFill>
                  <a:schemeClr val="tx1"/>
                </a:solidFill>
                <a:effectLst>
                  <a:outerShdw blurRad="38100" dist="38100" dir="2700000" algn="tl">
                    <a:srgbClr val="000000"/>
                  </a:outerShdw>
                </a:effectLst>
                <a:uLnTx/>
                <a:uFillTx/>
                <a:latin typeface="+mn-lt"/>
                <a:ea typeface="+mn-ea"/>
                <a:hlinkClick r:id="" action="ppaction://noaction"/>
              </a:rPr>
              <a:t>例</a:t>
            </a:r>
            <a:r>
              <a:rPr kumimoji="0" lang="en-US" altLang="zh-CN" sz="3200" b="1" i="0" u="none" strike="noStrike" kern="0" cap="none" spc="0" normalizeH="0" baseline="0" noProof="0" dirty="0">
                <a:ln>
                  <a:noFill/>
                </a:ln>
                <a:solidFill>
                  <a:schemeClr val="tx1"/>
                </a:solidFill>
                <a:effectLst>
                  <a:outerShdw blurRad="38100" dist="38100" dir="2700000" algn="tl">
                    <a:srgbClr val="000000"/>
                  </a:outerShdw>
                </a:effectLst>
                <a:uLnTx/>
                <a:uFillTx/>
                <a:latin typeface="+mn-lt"/>
                <a:ea typeface="+mn-ea"/>
                <a:hlinkClick r:id="" action="ppaction://noaction"/>
              </a:rPr>
              <a:t>6.4】</a:t>
            </a:r>
            <a:r>
              <a:rPr kumimoji="0" lang="zh-CN" altLang="en-US" sz="3200" b="1" i="0" u="none" strike="noStrike" kern="0" cap="none" spc="0" normalizeH="0" baseline="0" noProof="0" dirty="0">
                <a:ln>
                  <a:noFill/>
                </a:ln>
                <a:solidFill>
                  <a:schemeClr val="tx1"/>
                </a:solidFill>
                <a:effectLst>
                  <a:outerShdw blurRad="38100" dist="38100" dir="2700000" algn="tl">
                    <a:srgbClr val="000000"/>
                  </a:outerShdw>
                </a:effectLst>
                <a:uLnTx/>
                <a:uFillTx/>
                <a:latin typeface="+mn-lt"/>
                <a:ea typeface="+mn-ea"/>
                <a:hlinkClick r:id="" action="ppaction://noaction"/>
              </a:rPr>
              <a:t>矩</a:t>
            </a:r>
            <a:r>
              <a:rPr kumimoji="0" lang="zh-CN" altLang="en-US" sz="3200" b="1" i="0" u="none" strike="noStrike" kern="0" cap="none" spc="0" normalizeH="0" baseline="0" noProof="0" dirty="0">
                <a:ln>
                  <a:noFill/>
                </a:ln>
                <a:solidFill>
                  <a:schemeClr val="tx1"/>
                </a:solidFill>
                <a:effectLst>
                  <a:outerShdw blurRad="38100" dist="38100" dir="2700000" algn="tl">
                    <a:srgbClr val="000000"/>
                  </a:outerShdw>
                </a:effectLst>
                <a:uLnTx/>
                <a:uFillTx/>
                <a:latin typeface="+mn-lt"/>
                <a:ea typeface="+mn-ea"/>
                <a:hlinkClick r:id="rId1" action="ppaction://hlinksldjump"/>
              </a:rPr>
              <a:t>阵</a:t>
            </a:r>
            <a:r>
              <a:rPr kumimoji="0" lang="zh-CN" altLang="en-US" sz="3200" b="1" i="0" u="none" strike="noStrike" kern="0" cap="none" spc="0" normalizeH="0" baseline="0" noProof="0" dirty="0">
                <a:ln>
                  <a:noFill/>
                </a:ln>
                <a:solidFill>
                  <a:schemeClr val="tx1"/>
                </a:solidFill>
                <a:effectLst>
                  <a:outerShdw blurRad="38100" dist="38100" dir="2700000" algn="tl">
                    <a:srgbClr val="000000"/>
                  </a:outerShdw>
                </a:effectLst>
                <a:uLnTx/>
                <a:uFillTx/>
                <a:latin typeface="+mn-lt"/>
                <a:ea typeface="+mn-ea"/>
                <a:hlinkClick r:id="" action="ppaction://noaction"/>
              </a:rPr>
              <a:t>乘法 </a:t>
            </a:r>
            <a:r>
              <a:rPr lang="zh-CN" altLang="en-US" sz="3200" noProof="0" dirty="0">
                <a:ln>
                  <a:noFill/>
                </a:ln>
                <a:uLnTx/>
                <a:uFillTx/>
                <a:sym typeface="+mn-ea"/>
              </a:rPr>
              <a:t>教材</a:t>
            </a:r>
            <a:r>
              <a:rPr kumimoji="0" lang="en-US" altLang="zh-CN" sz="3200" b="1" i="0" u="none" strike="noStrike" kern="0" cap="none" spc="0" normalizeH="0" baseline="0" noProof="0" dirty="0">
                <a:ln>
                  <a:noFill/>
                </a:ln>
                <a:solidFill>
                  <a:schemeClr val="tx1"/>
                </a:solidFill>
                <a:effectLst>
                  <a:outerShdw blurRad="38100" dist="38100" dir="2700000" algn="tl">
                    <a:srgbClr val="000000"/>
                  </a:outerShdw>
                </a:effectLst>
                <a:uLnTx/>
                <a:uFillTx/>
                <a:latin typeface="+mn-lt"/>
                <a:ea typeface="+mn-ea"/>
              </a:rPr>
              <a:t>P156</a:t>
            </a:r>
            <a:endParaRPr kumimoji="0" lang="en-US" altLang="zh-CN" sz="3200" b="1" i="0" u="none" strike="noStrike" kern="0" cap="none" spc="0" normalizeH="0" baseline="0" noProof="0" dirty="0">
              <a:ln>
                <a:noFill/>
              </a:ln>
              <a:solidFill>
                <a:schemeClr val="tx1"/>
              </a:solidFill>
              <a:effectLst>
                <a:outerShdw blurRad="38100" dist="38100" dir="2700000" algn="tl">
                  <a:srgbClr val="000000"/>
                </a:outerShdw>
              </a:effectLst>
              <a:uLnTx/>
              <a:uFillTx/>
              <a:latin typeface="+mn-lt"/>
              <a:ea typeface="+mn-ea"/>
              <a:hlinkClick r:id="" action="ppaction://noaction"/>
            </a:endParaRPr>
          </a:p>
          <a:p>
            <a:pPr marL="742950" marR="0" lvl="1" indent="-285750" algn="l" defTabSz="914400" rtl="0" eaLnBrk="1" fontAlgn="base" latinLnBrk="0" hangingPunct="1">
              <a:lnSpc>
                <a:spcPct val="100000"/>
              </a:lnSpc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SzTx/>
              <a:buFont typeface="Wingdings" panose="05000000000000000000" pitchFamily="2" charset="2"/>
              <a:buChar char="u"/>
              <a:defRPr/>
            </a:pPr>
            <a:endParaRPr kumimoji="0" lang="en-US" altLang="zh-CN" sz="3200" b="1" i="0" u="none" strike="noStrike" kern="0" cap="none" spc="0" normalizeH="0" baseline="0" noProof="0" dirty="0">
              <a:ln>
                <a:noFill/>
              </a:ln>
              <a:solidFill>
                <a:schemeClr val="tx1"/>
              </a:solidFill>
              <a:effectLst>
                <a:outerShdw blurRad="38100" dist="38100" dir="2700000" algn="tl">
                  <a:srgbClr val="000000"/>
                </a:outerShdw>
              </a:effectLst>
              <a:uLnTx/>
              <a:uFillTx/>
              <a:latin typeface="+mn-lt"/>
              <a:ea typeface="+mn-ea"/>
            </a:endParaRPr>
          </a:p>
        </p:txBody>
      </p:sp>
      <p:sp>
        <p:nvSpPr>
          <p:cNvPr id="1542147" name="Rectangle 3"/>
          <p:cNvSpPr>
            <a:spLocks noChangeArrowheads="1"/>
          </p:cNvSpPr>
          <p:nvPr/>
        </p:nvSpPr>
        <p:spPr bwMode="auto">
          <a:xfrm>
            <a:off x="1536700" y="1268413"/>
            <a:ext cx="8229600" cy="692150"/>
          </a:xfrm>
          <a:prstGeom prst="rect">
            <a:avLst/>
          </a:prstGeom>
          <a:noFill/>
          <a:ln>
            <a:noFill/>
          </a:ln>
          <a:effectLst/>
        </p:spPr>
        <p:txBody>
          <a:bodyPr anchor="ctr"/>
          <a:lstStyle/>
          <a:p>
            <a:pPr marL="0" marR="0" lvl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r>
              <a:rPr kumimoji="0" lang="en-US" altLang="zh-CN" sz="4400" b="1" i="0" u="none" strike="noStrike" kern="1200" cap="none" spc="0" normalizeH="0" baseline="0" noProof="0">
                <a:ln>
                  <a:noFill/>
                </a:ln>
                <a:solidFill>
                  <a:schemeClr val="tx2"/>
                </a:solidFill>
                <a:effectLst>
                  <a:outerShdw blurRad="38100" dist="38100" dir="2700000" algn="tl">
                    <a:srgbClr val="000000"/>
                  </a:outerShdw>
                </a:effectLst>
                <a:uLnTx/>
                <a:uFillTx/>
                <a:latin typeface="Tahoma" panose="020B0604030504040204" pitchFamily="34" charset="0"/>
                <a:ea typeface="宋体" panose="02010600030101010101" pitchFamily="2" charset="-122"/>
                <a:cs typeface="+mn-cs"/>
              </a:rPr>
              <a:t>§6.2  </a:t>
            </a:r>
            <a:r>
              <a:rPr kumimoji="0" lang="zh-CN" altLang="en-US" sz="4400" b="1" i="0" u="none" strike="noStrike" kern="1200" cap="none" spc="0" normalizeH="0" baseline="0" noProof="0">
                <a:ln>
                  <a:noFill/>
                </a:ln>
                <a:solidFill>
                  <a:schemeClr val="tx2"/>
                </a:solidFill>
                <a:effectLst>
                  <a:outerShdw blurRad="38100" dist="38100" dir="2700000" algn="tl">
                    <a:srgbClr val="000000"/>
                  </a:outerShdw>
                </a:effectLst>
                <a:uLnTx/>
                <a:uFillTx/>
                <a:latin typeface="Tahoma" panose="020B0604030504040204" pitchFamily="34" charset="0"/>
                <a:ea typeface="宋体" panose="02010600030101010101" pitchFamily="2" charset="-122"/>
                <a:cs typeface="+mn-cs"/>
              </a:rPr>
              <a:t>二维数组</a:t>
            </a:r>
            <a:endParaRPr kumimoji="0" lang="zh-CN" altLang="en-US" sz="4400" b="1" i="0" u="none" strike="noStrike" kern="1200" cap="none" spc="0" normalizeH="0" baseline="0" noProof="0">
              <a:ln>
                <a:noFill/>
              </a:ln>
              <a:solidFill>
                <a:schemeClr val="tx2"/>
              </a:solidFill>
              <a:effectLst>
                <a:outerShdw blurRad="38100" dist="38100" dir="2700000" algn="tl">
                  <a:srgbClr val="000000"/>
                </a:outerShdw>
              </a:effectLst>
              <a:uLnTx/>
              <a:uFillTx/>
              <a:latin typeface="Tahoma" panose="020B0604030504040204" pitchFamily="34" charset="0"/>
              <a:ea typeface="宋体" panose="02010600030101010101" pitchFamily="2" charset="-122"/>
              <a:cs typeface="+mn-cs"/>
            </a:endParaRPr>
          </a:p>
        </p:txBody>
      </p:sp>
    </p:spTree>
  </p:cSld>
  <p:clrMapOvr>
    <a:masterClrMapping/>
  </p:clrMapOvr>
  <p:transition>
    <p:random/>
  </p:transition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8" name="灯片编号占位符 5"/>
          <p:cNvSpPr txBox="1">
            <a:spLocks noGrp="1"/>
          </p:cNvSpPr>
          <p:nvPr>
            <p:ph type="sldNum" sz="quarter" idx="4"/>
          </p:nvPr>
        </p:nvSpPr>
        <p:spPr bwMode="auto"/>
        <p:txBody>
          <a:bodyPr wrap="square" lIns="91440" tIns="45720" rIns="91440" bIns="45720" numCol="1" anchor="b" anchorCtr="0" compatLnSpc="1"/>
          <a:lstStyle>
            <a:lvl1pPr>
              <a:defRPr b="1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1pPr>
            <a:lvl2pPr marL="742950" indent="-285750">
              <a:defRPr b="1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2pPr>
            <a:lvl3pPr marL="1143000" indent="-228600">
              <a:defRPr b="1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3pPr>
            <a:lvl4pPr marL="1600200" indent="-228600">
              <a:defRPr b="1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4pPr>
            <a:lvl5pPr marL="2057400" indent="-228600">
              <a:defRPr b="1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b="1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b="1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b="1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b="1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9pPr>
          </a:lstStyle>
          <a:p>
            <a:pPr marL="0" marR="0" lvl="0" indent="0" algn="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fld id="{A091B7BA-5205-4C89-85E4-F6D4E6A3B76A}" type="slidenum">
              <a:rPr kumimoji="0" lang="en-US" altLang="zh-CN" sz="1200" b="0" i="0" u="none" strike="noStrike" kern="1200" cap="none" spc="0" normalizeH="0" baseline="0" noProof="0" smtClean="0">
                <a:ln>
                  <a:noFill/>
                </a:ln>
                <a:solidFill>
                  <a:schemeClr val="tx1"/>
                </a:solidFill>
                <a:effectLst>
                  <a:outerShdw blurRad="38100" dist="38100" dir="2700000" algn="tl">
                    <a:srgbClr val="000000"/>
                  </a:outerShdw>
                </a:effectLst>
                <a:uLnTx/>
                <a:uFillTx/>
                <a:latin typeface="Tahoma" panose="020B0604030504040204" pitchFamily="34" charset="0"/>
                <a:ea typeface="宋体" panose="02010600030101010101" pitchFamily="2" charset="-122"/>
                <a:cs typeface="+mn-cs"/>
              </a:rPr>
            </a:fld>
            <a:endParaRPr kumimoji="0" lang="en-US" altLang="zh-CN" sz="1200" b="0" i="0" u="none" strike="noStrike" kern="1200" cap="none" spc="0" normalizeH="0" baseline="0" noProof="0">
              <a:ln>
                <a:noFill/>
              </a:ln>
              <a:solidFill>
                <a:schemeClr val="tx1"/>
              </a:solidFill>
              <a:effectLst>
                <a:outerShdw blurRad="38100" dist="38100" dir="2700000" algn="tl">
                  <a:srgbClr val="000000"/>
                </a:outerShdw>
              </a:effectLst>
              <a:uLnTx/>
              <a:uFillTx/>
              <a:latin typeface="Tahoma" panose="020B0604030504040204" pitchFamily="34" charset="0"/>
              <a:ea typeface="宋体" panose="02010600030101010101" pitchFamily="2" charset="-122"/>
              <a:cs typeface="+mn-cs"/>
            </a:endParaRPr>
          </a:p>
        </p:txBody>
      </p:sp>
      <p:sp>
        <p:nvSpPr>
          <p:cNvPr id="1248258" name="Rectangle 2"/>
          <p:cNvSpPr>
            <a:spLocks noGrp="1" noChangeArrowheads="1"/>
          </p:cNvSpPr>
          <p:nvPr>
            <p:ph idx="1"/>
          </p:nvPr>
        </p:nvSpPr>
        <p:spPr>
          <a:xfrm>
            <a:off x="0" y="333375"/>
            <a:ext cx="11595735" cy="4314825"/>
          </a:xfrm>
        </p:spPr>
        <p:txBody>
          <a:bodyPr vert="horz" wrap="square" lIns="91440" tIns="45720" rIns="91440" bIns="45720" numCol="1" anchor="t" anchorCtr="0" compatLnSpc="1"/>
          <a:lstStyle/>
          <a:p>
            <a:pPr marL="342900" marR="0" lvl="0" indent="-342900" algn="l" defTabSz="914400" rtl="0" eaLnBrk="1" fontAlgn="base" latinLnBrk="0" hangingPunct="1">
              <a:lnSpc>
                <a:spcPct val="120000"/>
              </a:lnSpc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80000"/>
              <a:buFont typeface="Wingdings" panose="05000000000000000000" pitchFamily="2" charset="2"/>
              <a:buNone/>
              <a:defRPr/>
            </a:pPr>
            <a:r>
              <a:rPr kumimoji="0" lang="en-US" altLang="zh-CN" sz="3600" b="1" i="0" u="none" strike="noStrike" kern="0" cap="none" spc="0" normalizeH="0" baseline="0" noProof="0" dirty="0">
                <a:ln>
                  <a:noFill/>
                </a:ln>
                <a:solidFill>
                  <a:schemeClr val="tx1"/>
                </a:solidFill>
                <a:effectLst>
                  <a:outerShdw blurRad="38100" dist="38100" dir="2700000" algn="tl">
                    <a:srgbClr val="000000"/>
                  </a:outerShdw>
                </a:effectLst>
                <a:uLnTx/>
                <a:uFillTx/>
                <a:latin typeface="+mn-lt"/>
                <a:ea typeface="+mn-ea"/>
                <a:cs typeface="+mn-cs"/>
              </a:rPr>
              <a:t>   </a:t>
            </a:r>
            <a:r>
              <a:rPr kumimoji="0" lang="zh-CN" altLang="en-US" sz="3600" b="1" i="0" u="none" strike="noStrike" kern="0" cap="none" spc="0" normalizeH="0" baseline="0" noProof="0" dirty="0">
                <a:ln>
                  <a:noFill/>
                </a:ln>
                <a:solidFill>
                  <a:srgbClr val="FFC000"/>
                </a:solidFill>
                <a:effectLst>
                  <a:outerShdw blurRad="38100" dist="38100" dir="2700000" algn="tl">
                    <a:srgbClr val="000000"/>
                  </a:outerShdw>
                </a:effectLst>
                <a:uLnTx/>
                <a:uFillTx/>
                <a:latin typeface="+mn-lt"/>
                <a:ea typeface="+mn-ea"/>
                <a:cs typeface="+mn-cs"/>
              </a:rPr>
              <a:t>教材</a:t>
            </a:r>
            <a:r>
              <a:rPr kumimoji="0" lang="en-US" altLang="zh-CN" sz="3600" b="1" i="0" u="none" strike="noStrike" kern="0" cap="none" spc="0" normalizeH="0" baseline="0" noProof="0" dirty="0">
                <a:ln>
                  <a:noFill/>
                </a:ln>
                <a:solidFill>
                  <a:srgbClr val="FFC000"/>
                </a:solidFill>
                <a:effectLst>
                  <a:outerShdw blurRad="38100" dist="38100" dir="2700000" algn="tl">
                    <a:srgbClr val="000000"/>
                  </a:outerShdw>
                </a:effectLst>
                <a:uLnTx/>
                <a:uFillTx/>
                <a:latin typeface="+mn-lt"/>
                <a:ea typeface="+mn-ea"/>
                <a:cs typeface="+mn-cs"/>
              </a:rPr>
              <a:t>P152</a:t>
            </a:r>
            <a:endParaRPr kumimoji="0" lang="en-US" altLang="zh-CN" sz="3600" b="1" i="0" u="none" strike="noStrike" kern="0" cap="none" spc="0" normalizeH="0" baseline="0" noProof="0" dirty="0">
              <a:ln>
                <a:noFill/>
              </a:ln>
              <a:solidFill>
                <a:srgbClr val="FFC000"/>
              </a:solidFill>
              <a:effectLst>
                <a:outerShdw blurRad="38100" dist="38100" dir="2700000" algn="tl">
                  <a:srgbClr val="000000"/>
                </a:outerShdw>
              </a:effectLst>
              <a:uLnTx/>
              <a:uFillTx/>
              <a:latin typeface="+mn-lt"/>
              <a:ea typeface="+mn-ea"/>
              <a:cs typeface="+mn-cs"/>
            </a:endParaRPr>
          </a:p>
          <a:p>
            <a:pPr marL="342900" marR="0" lvl="0" indent="-342900" algn="l" defTabSz="914400" rtl="0" eaLnBrk="1" fontAlgn="base" latinLnBrk="0" hangingPunct="1">
              <a:lnSpc>
                <a:spcPct val="120000"/>
              </a:lnSpc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80000"/>
              <a:buFont typeface="Wingdings" panose="05000000000000000000" pitchFamily="2" charset="2"/>
              <a:buNone/>
              <a:defRPr/>
            </a:pPr>
            <a:r>
              <a:rPr kumimoji="0" lang="en-US" altLang="zh-CN" sz="3600" b="1" i="0" u="none" strike="noStrike" kern="0" cap="none" spc="0" normalizeH="0" baseline="0" noProof="0" dirty="0">
                <a:ln>
                  <a:noFill/>
                </a:ln>
                <a:solidFill>
                  <a:schemeClr val="tx1"/>
                </a:solidFill>
                <a:effectLst>
                  <a:outerShdw blurRad="38100" dist="38100" dir="2700000" algn="tl">
                    <a:srgbClr val="000000"/>
                  </a:outerShdw>
                </a:effectLst>
                <a:uLnTx/>
                <a:uFillTx/>
                <a:latin typeface="+mn-lt"/>
                <a:ea typeface="+mn-ea"/>
                <a:cs typeface="+mn-cs"/>
              </a:rPr>
              <a:t>【</a:t>
            </a:r>
            <a:r>
              <a:rPr kumimoji="0" lang="zh-CN" altLang="en-US" sz="3600" b="1" i="0" u="none" strike="noStrike" kern="0" cap="none" spc="0" normalizeH="0" baseline="0" noProof="0" dirty="0">
                <a:ln>
                  <a:noFill/>
                </a:ln>
                <a:solidFill>
                  <a:schemeClr val="tx1"/>
                </a:solidFill>
                <a:effectLst>
                  <a:outerShdw blurRad="38100" dist="38100" dir="2700000" algn="tl">
                    <a:srgbClr val="000000"/>
                  </a:outerShdw>
                </a:effectLst>
                <a:uLnTx/>
                <a:uFillTx/>
                <a:latin typeface="+mn-lt"/>
                <a:ea typeface="+mn-ea"/>
                <a:cs typeface="+mn-cs"/>
              </a:rPr>
              <a:t>例</a:t>
            </a:r>
            <a:r>
              <a:rPr kumimoji="0" lang="en-US" altLang="zh-CN" sz="3600" b="1" i="0" u="none" strike="noStrike" kern="0" cap="none" spc="0" normalizeH="0" baseline="0" noProof="0" dirty="0">
                <a:ln>
                  <a:noFill/>
                </a:ln>
                <a:solidFill>
                  <a:schemeClr val="tx1"/>
                </a:solidFill>
                <a:effectLst>
                  <a:outerShdw blurRad="38100" dist="38100" dir="2700000" algn="tl">
                    <a:srgbClr val="000000"/>
                  </a:outerShdw>
                </a:effectLst>
                <a:uLnTx/>
                <a:uFillTx/>
                <a:latin typeface="+mn-lt"/>
                <a:ea typeface="+mn-ea"/>
                <a:cs typeface="+mn-cs"/>
              </a:rPr>
              <a:t>6.2】</a:t>
            </a:r>
            <a:r>
              <a:rPr kumimoji="0" lang="zh-CN" altLang="en-US" sz="3600" b="1" i="0" u="none" strike="noStrike" kern="0" cap="none" spc="0" normalizeH="0" baseline="0" noProof="0" dirty="0">
                <a:ln>
                  <a:noFill/>
                </a:ln>
                <a:solidFill>
                  <a:schemeClr val="tx1"/>
                </a:solidFill>
                <a:effectLst>
                  <a:outerShdw blurRad="38100" dist="38100" dir="2700000" algn="tl">
                    <a:srgbClr val="000000"/>
                  </a:outerShdw>
                </a:effectLst>
                <a:uLnTx/>
                <a:uFillTx/>
                <a:latin typeface="+mn-lt"/>
                <a:ea typeface="+mn-ea"/>
                <a:cs typeface="+mn-cs"/>
              </a:rPr>
              <a:t>为了分析本学期学生的学习情况，需要对本学期所开设的</a:t>
            </a:r>
            <a:r>
              <a:rPr kumimoji="0" lang="zh-CN" altLang="en-US" sz="3600" b="1" i="0" u="none" strike="noStrike" kern="0" cap="none" spc="0" normalizeH="0" baseline="0" noProof="0" dirty="0">
                <a:ln>
                  <a:noFill/>
                </a:ln>
                <a:solidFill>
                  <a:srgbClr val="FFC000"/>
                </a:solidFill>
                <a:effectLst>
                  <a:outerShdw blurRad="38100" dist="38100" dir="2700000" algn="tl">
                    <a:srgbClr val="000000"/>
                  </a:outerShdw>
                </a:effectLst>
                <a:uLnTx/>
                <a:uFillTx/>
                <a:latin typeface="+mn-lt"/>
                <a:ea typeface="+mn-ea"/>
                <a:cs typeface="+mn-cs"/>
              </a:rPr>
              <a:t>所有课程</a:t>
            </a:r>
            <a:r>
              <a:rPr kumimoji="0" lang="zh-CN" altLang="en-US" sz="3600" b="1" i="0" u="none" strike="noStrike" kern="0" cap="none" spc="0" normalizeH="0" baseline="0" noProof="0" dirty="0">
                <a:ln>
                  <a:noFill/>
                </a:ln>
                <a:solidFill>
                  <a:schemeClr val="tx1"/>
                </a:solidFill>
                <a:effectLst>
                  <a:outerShdw blurRad="38100" dist="38100" dir="2700000" algn="tl">
                    <a:srgbClr val="000000"/>
                  </a:outerShdw>
                </a:effectLst>
                <a:uLnTx/>
                <a:uFillTx/>
                <a:latin typeface="+mn-lt"/>
                <a:ea typeface="+mn-ea"/>
                <a:cs typeface="+mn-cs"/>
              </a:rPr>
              <a:t>的成绩</a:t>
            </a:r>
            <a:r>
              <a:rPr kumimoji="0" lang="zh-CN" altLang="en-US" sz="3600" b="1" i="0" u="none" strike="noStrike" kern="0" cap="none" spc="0" normalizeH="0" baseline="0" noProof="0" dirty="0">
                <a:ln>
                  <a:noFill/>
                </a:ln>
                <a:solidFill>
                  <a:srgbClr val="FFC000"/>
                </a:solidFill>
                <a:effectLst>
                  <a:outerShdw blurRad="38100" dist="38100" dir="2700000" algn="tl">
                    <a:srgbClr val="000000"/>
                  </a:outerShdw>
                </a:effectLst>
                <a:uLnTx/>
                <a:uFillTx/>
                <a:latin typeface="+mn-lt"/>
                <a:ea typeface="+mn-ea"/>
                <a:cs typeface="+mn-cs"/>
              </a:rPr>
              <a:t>分别进行统计</a:t>
            </a:r>
            <a:r>
              <a:rPr kumimoji="0" lang="zh-CN" altLang="en-US" sz="3600" b="1" i="0" u="none" strike="noStrike" kern="0" cap="none" spc="0" normalizeH="0" baseline="0" noProof="0" dirty="0">
                <a:ln>
                  <a:noFill/>
                </a:ln>
                <a:solidFill>
                  <a:schemeClr val="tx1"/>
                </a:solidFill>
                <a:effectLst>
                  <a:outerShdw blurRad="38100" dist="38100" dir="2700000" algn="tl">
                    <a:srgbClr val="000000"/>
                  </a:outerShdw>
                </a:effectLst>
                <a:uLnTx/>
                <a:uFillTx/>
                <a:latin typeface="+mn-lt"/>
                <a:ea typeface="+mn-ea"/>
                <a:cs typeface="+mn-cs"/>
              </a:rPr>
              <a:t>。</a:t>
            </a:r>
            <a:endParaRPr kumimoji="0" lang="en-US" altLang="zh-CN" sz="3600" b="1" i="0" u="none" strike="noStrike" kern="0" cap="none" spc="0" normalizeH="0" baseline="0" noProof="0" dirty="0">
              <a:ln>
                <a:noFill/>
              </a:ln>
              <a:solidFill>
                <a:schemeClr val="tx1"/>
              </a:solidFill>
              <a:effectLst>
                <a:outerShdw blurRad="38100" dist="38100" dir="2700000" algn="tl">
                  <a:srgbClr val="000000"/>
                </a:outerShdw>
              </a:effectLst>
              <a:uLnTx/>
              <a:uFillTx/>
              <a:latin typeface="+mn-lt"/>
              <a:ea typeface="+mn-ea"/>
              <a:cs typeface="+mn-cs"/>
            </a:endParaRPr>
          </a:p>
          <a:p>
            <a:pPr marL="342900" marR="0" lvl="0" indent="-342900" algn="l" defTabSz="914400" rtl="0" eaLnBrk="1" fontAlgn="base" latinLnBrk="0" hangingPunct="1">
              <a:lnSpc>
                <a:spcPct val="120000"/>
              </a:lnSpc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80000"/>
              <a:buFont typeface="Wingdings" panose="05000000000000000000" pitchFamily="2" charset="2"/>
              <a:buNone/>
              <a:defRPr/>
            </a:pPr>
            <a:r>
              <a:rPr kumimoji="0" lang="en-US" altLang="zh-CN" sz="3600" b="1" i="0" u="none" strike="noStrike" kern="0" cap="none" spc="0" normalizeH="0" baseline="0" noProof="0" dirty="0">
                <a:ln>
                  <a:noFill/>
                </a:ln>
                <a:solidFill>
                  <a:schemeClr val="tx1"/>
                </a:solidFill>
                <a:effectLst>
                  <a:outerShdw blurRad="38100" dist="38100" dir="2700000" algn="tl">
                    <a:srgbClr val="000000"/>
                  </a:outerShdw>
                </a:effectLst>
                <a:uLnTx/>
                <a:uFillTx/>
                <a:latin typeface="+mn-lt"/>
                <a:ea typeface="+mn-ea"/>
                <a:cs typeface="+mn-cs"/>
              </a:rPr>
              <a:t>   </a:t>
            </a:r>
            <a:r>
              <a:rPr kumimoji="0" lang="zh-CN" altLang="en-US" sz="3600" b="1" i="0" u="none" strike="noStrike" kern="0" cap="none" spc="0" normalizeH="0" baseline="0" noProof="0" dirty="0">
                <a:ln>
                  <a:noFill/>
                </a:ln>
                <a:solidFill>
                  <a:schemeClr val="tx1"/>
                </a:solidFill>
                <a:effectLst>
                  <a:outerShdw blurRad="38100" dist="38100" dir="2700000" algn="tl">
                    <a:srgbClr val="000000"/>
                  </a:outerShdw>
                </a:effectLst>
                <a:uLnTx/>
                <a:uFillTx/>
                <a:latin typeface="+mn-lt"/>
                <a:ea typeface="+mn-ea"/>
                <a:cs typeface="+mn-cs"/>
              </a:rPr>
              <a:t>编程序，输入</a:t>
            </a:r>
            <a:r>
              <a:rPr lang="zh-CN" altLang="en-US" sz="3600" b="1" noProof="0" dirty="0">
                <a:ln>
                  <a:noFill/>
                </a:ln>
                <a:solidFill>
                  <a:srgbClr val="FFC000"/>
                </a:solidFill>
                <a:uLnTx/>
                <a:uFillTx/>
                <a:sym typeface="+mn-ea"/>
              </a:rPr>
              <a:t>某班</a:t>
            </a:r>
            <a:r>
              <a:rPr lang="en-US" altLang="zh-CN" sz="3600" b="1" noProof="0" dirty="0">
                <a:ln>
                  <a:noFill/>
                </a:ln>
                <a:solidFill>
                  <a:srgbClr val="FFC000"/>
                </a:solidFill>
                <a:uLnTx/>
                <a:uFillTx/>
                <a:sym typeface="+mn-ea"/>
              </a:rPr>
              <a:t>5</a:t>
            </a:r>
            <a:r>
              <a:rPr lang="zh-CN" altLang="en-US" sz="3600" b="1" noProof="0" dirty="0">
                <a:ln>
                  <a:noFill/>
                </a:ln>
                <a:solidFill>
                  <a:srgbClr val="FFC000"/>
                </a:solidFill>
                <a:uLnTx/>
                <a:uFillTx/>
                <a:sym typeface="+mn-ea"/>
              </a:rPr>
              <a:t>门课程、</a:t>
            </a:r>
            <a:r>
              <a:rPr kumimoji="0" lang="en-US" altLang="zh-CN" sz="3600" b="1" i="0" u="none" strike="noStrike" kern="0" cap="none" spc="0" normalizeH="0" baseline="0" noProof="0" dirty="0">
                <a:ln>
                  <a:noFill/>
                </a:ln>
                <a:solidFill>
                  <a:srgbClr val="FFC000"/>
                </a:solidFill>
                <a:effectLst>
                  <a:outerShdw blurRad="38100" dist="38100" dir="2700000" algn="tl">
                    <a:srgbClr val="000000"/>
                  </a:outerShdw>
                </a:effectLst>
                <a:uLnTx/>
                <a:uFillTx/>
                <a:latin typeface="+mn-lt"/>
                <a:ea typeface="+mn-ea"/>
                <a:cs typeface="+mn-cs"/>
              </a:rPr>
              <a:t>50</a:t>
            </a:r>
            <a:r>
              <a:rPr kumimoji="0" lang="zh-CN" altLang="en-US" sz="3600" b="1" i="0" u="none" strike="noStrike" kern="0" cap="none" spc="0" normalizeH="0" baseline="0" noProof="0" dirty="0">
                <a:ln>
                  <a:noFill/>
                </a:ln>
                <a:solidFill>
                  <a:srgbClr val="FFC000"/>
                </a:solidFill>
                <a:effectLst>
                  <a:outerShdw blurRad="38100" dist="38100" dir="2700000" algn="tl">
                    <a:srgbClr val="000000"/>
                  </a:outerShdw>
                </a:effectLst>
                <a:uLnTx/>
                <a:uFillTx/>
                <a:latin typeface="+mn-lt"/>
                <a:ea typeface="+mn-ea"/>
                <a:cs typeface="+mn-cs"/>
              </a:rPr>
              <a:t>位学生</a:t>
            </a:r>
            <a:r>
              <a:rPr kumimoji="0" lang="zh-CN" altLang="en-US" sz="3600" b="1" i="0" u="none" strike="noStrike" kern="0" cap="none" spc="0" normalizeH="0" baseline="0" noProof="0" dirty="0">
                <a:ln>
                  <a:noFill/>
                </a:ln>
                <a:effectLst>
                  <a:outerShdw blurRad="38100" dist="38100" dir="2700000" algn="tl">
                    <a:srgbClr val="000000"/>
                  </a:outerShdw>
                </a:effectLst>
                <a:uLnTx/>
                <a:uFillTx/>
                <a:latin typeface="+mn-lt"/>
                <a:ea typeface="+mn-ea"/>
                <a:cs typeface="+mn-cs"/>
              </a:rPr>
              <a:t>的</a:t>
            </a:r>
            <a:r>
              <a:rPr kumimoji="0" lang="zh-CN" altLang="en-US" sz="3600" b="1" i="0" u="none" strike="noStrike" kern="0" cap="none" spc="0" normalizeH="0" baseline="0" noProof="0" dirty="0">
                <a:ln>
                  <a:noFill/>
                </a:ln>
                <a:solidFill>
                  <a:schemeClr val="tx1"/>
                </a:solidFill>
                <a:effectLst>
                  <a:outerShdw blurRad="38100" dist="38100" dir="2700000" algn="tl">
                    <a:srgbClr val="000000"/>
                  </a:outerShdw>
                </a:effectLst>
                <a:uLnTx/>
                <a:uFillTx/>
                <a:latin typeface="+mn-lt"/>
                <a:ea typeface="+mn-ea"/>
                <a:cs typeface="+mn-cs"/>
              </a:rPr>
              <a:t>成绩，然后按</a:t>
            </a:r>
            <a:r>
              <a:rPr kumimoji="0" lang="en-US" altLang="zh-CN" sz="3600" b="1" i="0" u="none" strike="noStrike" kern="0" cap="none" spc="0" normalizeH="0" baseline="0" noProof="0" dirty="0">
                <a:ln>
                  <a:noFill/>
                </a:ln>
                <a:solidFill>
                  <a:schemeClr val="tx1"/>
                </a:solidFill>
                <a:effectLst>
                  <a:outerShdw blurRad="38100" dist="38100" dir="2700000" algn="tl">
                    <a:srgbClr val="000000"/>
                  </a:outerShdw>
                </a:effectLst>
                <a:uLnTx/>
                <a:uFillTx/>
                <a:latin typeface="+mn-lt"/>
                <a:ea typeface="+mn-ea"/>
                <a:cs typeface="+mn-cs"/>
              </a:rPr>
              <a:t>10</a:t>
            </a:r>
            <a:r>
              <a:rPr kumimoji="0" lang="zh-CN" altLang="en-US" sz="3600" b="1" i="0" u="none" strike="noStrike" kern="0" cap="none" spc="0" normalizeH="0" baseline="0" noProof="0" dirty="0">
                <a:ln>
                  <a:noFill/>
                </a:ln>
                <a:solidFill>
                  <a:schemeClr val="tx1"/>
                </a:solidFill>
                <a:effectLst>
                  <a:outerShdw blurRad="38100" dist="38100" dir="2700000" algn="tl">
                    <a:srgbClr val="000000"/>
                  </a:outerShdw>
                </a:effectLst>
                <a:uLnTx/>
                <a:uFillTx/>
                <a:latin typeface="+mn-lt"/>
                <a:ea typeface="+mn-ea"/>
                <a:cs typeface="+mn-cs"/>
              </a:rPr>
              <a:t>分为一段，分别统计各科中每个分数段成绩的学生人数，并输出。</a:t>
            </a:r>
            <a:endParaRPr kumimoji="0" lang="zh-CN" altLang="en-US" sz="3600" b="1" i="0" u="none" strike="noStrike" kern="0" cap="none" spc="0" normalizeH="0" baseline="0" noProof="0" dirty="0">
              <a:ln>
                <a:noFill/>
              </a:ln>
              <a:solidFill>
                <a:schemeClr val="tx1"/>
              </a:solidFill>
              <a:effectLst>
                <a:outerShdw blurRad="38100" dist="38100" dir="2700000" algn="tl">
                  <a:srgbClr val="000000"/>
                </a:outerShdw>
              </a:effectLst>
              <a:uLnTx/>
              <a:uFillTx/>
              <a:latin typeface="+mn-lt"/>
              <a:ea typeface="+mn-ea"/>
              <a:cs typeface="+mn-cs"/>
            </a:endParaRPr>
          </a:p>
        </p:txBody>
      </p:sp>
      <p:sp>
        <p:nvSpPr>
          <p:cNvPr id="44036" name="Rectangle 3"/>
          <p:cNvSpPr/>
          <p:nvPr/>
        </p:nvSpPr>
        <p:spPr>
          <a:xfrm>
            <a:off x="1524000" y="3762375"/>
            <a:ext cx="184150" cy="368300"/>
          </a:xfrm>
          <a:prstGeom prst="rect">
            <a:avLst/>
          </a:prstGeom>
          <a:noFill/>
          <a:ln w="9525">
            <a:noFill/>
          </a:ln>
        </p:spPr>
        <p:txBody>
          <a:bodyPr wrap="none" anchor="ctr" anchorCtr="0">
            <a:spAutoFit/>
          </a:bodyPr>
          <a:lstStyle>
            <a:lvl1pPr marL="342900" indent="-3429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80000"/>
              <a:buFont typeface="Wingdings" panose="05000000000000000000" pitchFamily="2" charset="2"/>
              <a:buChar char="n"/>
              <a:defRPr sz="3200" b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defRPr>
            </a:lvl1pPr>
            <a:lvl2pPr marL="742950" indent="-28575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Char char="–"/>
              <a:defRPr sz="2800">
                <a:solidFill>
                  <a:schemeClr val="tx1"/>
                </a:solidFill>
                <a:effectLst/>
                <a:latin typeface="+mn-lt"/>
                <a:ea typeface="+mn-ea"/>
              </a:defRPr>
            </a:lvl2pPr>
            <a:lvl3pPr marL="11430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Font typeface="Wingdings" panose="05000000000000000000" pitchFamily="2" charset="2"/>
              <a:buChar char="§"/>
              <a:defRPr sz="2400">
                <a:solidFill>
                  <a:schemeClr val="tx1"/>
                </a:solidFill>
                <a:effectLst/>
                <a:latin typeface="+mn-lt"/>
                <a:ea typeface="+mn-ea"/>
              </a:defRPr>
            </a:lvl3pPr>
            <a:lvl4pPr marL="16002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–"/>
              <a:defRPr sz="2000">
                <a:solidFill>
                  <a:schemeClr val="tx1"/>
                </a:solidFill>
                <a:effectLst/>
                <a:latin typeface="+mn-lt"/>
                <a:ea typeface="+mn-ea"/>
              </a:defRPr>
            </a:lvl4pPr>
            <a:lvl5pPr marL="20574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effectLst/>
                <a:latin typeface="+mn-lt"/>
                <a:ea typeface="+mn-ea"/>
              </a:defRPr>
            </a:lvl5pPr>
          </a:lstStyle>
          <a:p>
            <a:pPr marL="0" lvl="0" indent="0" eaLnBrk="1" hangingPunct="1">
              <a:spcBef>
                <a:spcPct val="0"/>
              </a:spcBef>
              <a:buClrTx/>
              <a:buSzTx/>
              <a:buFontTx/>
              <a:buNone/>
            </a:pPr>
            <a:endParaRPr lang="zh-CN" altLang="zh-CN" sz="1800" dirty="0">
              <a:latin typeface="Arial" panose="020B0604020202020204" pitchFamily="34" charset="0"/>
            </a:endParaRPr>
          </a:p>
        </p:txBody>
      </p:sp>
      <p:sp>
        <p:nvSpPr>
          <p:cNvPr id="44037" name="Rectangle 4"/>
          <p:cNvSpPr/>
          <p:nvPr/>
        </p:nvSpPr>
        <p:spPr>
          <a:xfrm>
            <a:off x="1524000" y="1990725"/>
            <a:ext cx="184150" cy="400050"/>
          </a:xfrm>
          <a:prstGeom prst="rect">
            <a:avLst/>
          </a:prstGeom>
          <a:noFill/>
          <a:ln w="9525">
            <a:noFill/>
          </a:ln>
        </p:spPr>
        <p:txBody>
          <a:bodyPr wrap="none" anchor="ctr" anchorCtr="0">
            <a:spAutoFit/>
          </a:bodyPr>
          <a:lstStyle>
            <a:lvl1pPr marL="342900" indent="-3429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80000"/>
              <a:buFont typeface="Wingdings" panose="05000000000000000000" pitchFamily="2" charset="2"/>
              <a:buChar char="n"/>
              <a:defRPr sz="3200" b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defRPr>
            </a:lvl1pPr>
            <a:lvl2pPr marL="742950" indent="-28575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Char char="–"/>
              <a:defRPr sz="2800">
                <a:solidFill>
                  <a:schemeClr val="tx1"/>
                </a:solidFill>
                <a:effectLst/>
                <a:latin typeface="+mn-lt"/>
                <a:ea typeface="+mn-ea"/>
              </a:defRPr>
            </a:lvl2pPr>
            <a:lvl3pPr marL="11430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Font typeface="Wingdings" panose="05000000000000000000" pitchFamily="2" charset="2"/>
              <a:buChar char="§"/>
              <a:defRPr sz="2400">
                <a:solidFill>
                  <a:schemeClr val="tx1"/>
                </a:solidFill>
                <a:effectLst/>
                <a:latin typeface="+mn-lt"/>
                <a:ea typeface="+mn-ea"/>
              </a:defRPr>
            </a:lvl3pPr>
            <a:lvl4pPr marL="16002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–"/>
              <a:defRPr sz="2000">
                <a:solidFill>
                  <a:schemeClr val="tx1"/>
                </a:solidFill>
                <a:effectLst/>
                <a:latin typeface="+mn-lt"/>
                <a:ea typeface="+mn-ea"/>
              </a:defRPr>
            </a:lvl4pPr>
            <a:lvl5pPr marL="20574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effectLst/>
                <a:latin typeface="+mn-lt"/>
                <a:ea typeface="+mn-ea"/>
              </a:defRPr>
            </a:lvl5pPr>
          </a:lstStyle>
          <a:p>
            <a:pPr marL="0" lvl="0" indent="0" eaLnBrk="1" hangingPunct="1">
              <a:spcBef>
                <a:spcPct val="0"/>
              </a:spcBef>
              <a:buClrTx/>
              <a:buSzTx/>
              <a:buFontTx/>
              <a:buNone/>
            </a:pPr>
            <a:endParaRPr lang="zh-CN" altLang="en-US" sz="2000" b="1" dirty="0">
              <a:ea typeface="黑体" panose="02010609060101010101" pitchFamily="49" charset="-122"/>
            </a:endParaRPr>
          </a:p>
        </p:txBody>
      </p:sp>
    </p:spTree>
  </p:cSld>
  <p:clrMapOvr>
    <a:masterClrMapping/>
  </p:clrMapOvr>
  <p:transition>
    <p:random/>
  </p:transition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6" name="灯片编号占位符 5"/>
          <p:cNvSpPr txBox="1">
            <a:spLocks noGrp="1"/>
          </p:cNvSpPr>
          <p:nvPr>
            <p:ph type="sldNum" sz="quarter" idx="4"/>
          </p:nvPr>
        </p:nvSpPr>
        <p:spPr bwMode="auto">
          <a:xfrm>
            <a:off x="11430000" y="6400800"/>
            <a:ext cx="381000" cy="457200"/>
          </a:xfrm>
        </p:spPr>
        <p:txBody>
          <a:bodyPr wrap="square" lIns="91440" tIns="45720" rIns="91440" bIns="45720" numCol="1" anchor="b" anchorCtr="0" compatLnSpc="1"/>
          <a:lstStyle>
            <a:lvl1pPr>
              <a:defRPr b="1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1pPr>
            <a:lvl2pPr marL="742950" indent="-285750">
              <a:defRPr b="1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2pPr>
            <a:lvl3pPr marL="1143000" indent="-228600">
              <a:defRPr b="1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3pPr>
            <a:lvl4pPr marL="1600200" indent="-228600">
              <a:defRPr b="1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4pPr>
            <a:lvl5pPr marL="2057400" indent="-228600">
              <a:defRPr b="1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b="1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b="1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b="1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b="1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9pPr>
          </a:lstStyle>
          <a:p>
            <a:pPr marL="0" marR="0" lvl="0" indent="0" algn="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fld id="{410F2627-7FD2-4A18-865F-75AE6D7C618F}" type="slidenum">
              <a:rPr kumimoji="0" lang="en-US" altLang="zh-CN" sz="1200" b="0" i="0" u="none" strike="noStrike" kern="1200" cap="none" spc="0" normalizeH="0" baseline="0" noProof="0" smtClean="0">
                <a:ln>
                  <a:noFill/>
                </a:ln>
                <a:solidFill>
                  <a:schemeClr val="tx1"/>
                </a:solidFill>
                <a:effectLst>
                  <a:outerShdw blurRad="38100" dist="38100" dir="2700000" algn="tl">
                    <a:srgbClr val="000000"/>
                  </a:outerShdw>
                </a:effectLst>
                <a:uLnTx/>
                <a:uFillTx/>
                <a:latin typeface="Tahoma" panose="020B0604030504040204" pitchFamily="34" charset="0"/>
                <a:ea typeface="宋体" panose="02010600030101010101" pitchFamily="2" charset="-122"/>
                <a:cs typeface="+mn-cs"/>
              </a:rPr>
            </a:fld>
            <a:endParaRPr kumimoji="0" lang="en-US" altLang="zh-CN" sz="1200" b="0" i="0" u="none" strike="noStrike" kern="1200" cap="none" spc="0" normalizeH="0" baseline="0" noProof="0">
              <a:ln>
                <a:noFill/>
              </a:ln>
              <a:solidFill>
                <a:schemeClr val="tx1"/>
              </a:solidFill>
              <a:effectLst>
                <a:outerShdw blurRad="38100" dist="38100" dir="2700000" algn="tl">
                  <a:srgbClr val="000000"/>
                </a:outerShdw>
              </a:effectLst>
              <a:uLnTx/>
              <a:uFillTx/>
              <a:latin typeface="Tahoma" panose="020B0604030504040204" pitchFamily="34" charset="0"/>
              <a:ea typeface="宋体" panose="02010600030101010101" pitchFamily="2" charset="-122"/>
              <a:cs typeface="+mn-cs"/>
            </a:endParaRPr>
          </a:p>
        </p:txBody>
      </p:sp>
      <p:sp>
        <p:nvSpPr>
          <p:cNvPr id="46083" name="AutoShape 6"/>
          <p:cNvSpPr/>
          <p:nvPr/>
        </p:nvSpPr>
        <p:spPr>
          <a:xfrm>
            <a:off x="0" y="0"/>
            <a:ext cx="2590800" cy="457200"/>
          </a:xfrm>
          <a:prstGeom prst="actionButtonBlank">
            <a:avLst/>
          </a:prstGeom>
          <a:noFill/>
          <a:ln w="9525">
            <a:noFill/>
          </a:ln>
        </p:spPr>
        <p:txBody>
          <a:bodyPr wrap="none" anchor="ctr" anchorCtr="0"/>
          <a:lstStyle>
            <a:lvl1pPr marL="342900" indent="-3429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80000"/>
              <a:buFont typeface="Wingdings" panose="05000000000000000000" pitchFamily="2" charset="2"/>
              <a:buChar char="n"/>
              <a:defRPr sz="3200" b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defRPr>
            </a:lvl1pPr>
            <a:lvl2pPr marL="742950" indent="-28575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Char char="–"/>
              <a:defRPr sz="2800">
                <a:solidFill>
                  <a:schemeClr val="tx1"/>
                </a:solidFill>
                <a:effectLst/>
                <a:latin typeface="+mn-lt"/>
                <a:ea typeface="+mn-ea"/>
              </a:defRPr>
            </a:lvl2pPr>
            <a:lvl3pPr marL="11430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Font typeface="Wingdings" panose="05000000000000000000" pitchFamily="2" charset="2"/>
              <a:buChar char="§"/>
              <a:defRPr sz="2400">
                <a:solidFill>
                  <a:schemeClr val="tx1"/>
                </a:solidFill>
                <a:effectLst/>
                <a:latin typeface="+mn-lt"/>
                <a:ea typeface="+mn-ea"/>
              </a:defRPr>
            </a:lvl3pPr>
            <a:lvl4pPr marL="16002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–"/>
              <a:defRPr sz="2000">
                <a:solidFill>
                  <a:schemeClr val="tx1"/>
                </a:solidFill>
                <a:effectLst/>
                <a:latin typeface="+mn-lt"/>
                <a:ea typeface="+mn-ea"/>
              </a:defRPr>
            </a:lvl4pPr>
            <a:lvl5pPr marL="20574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effectLst/>
                <a:latin typeface="+mn-lt"/>
                <a:ea typeface="+mn-ea"/>
              </a:defRPr>
            </a:lvl5pPr>
          </a:lstStyle>
          <a:p>
            <a:pPr marL="0" lvl="0" indent="0" algn="ctr" eaLnBrk="1" hangingPunct="1">
              <a:spcBef>
                <a:spcPct val="0"/>
              </a:spcBef>
              <a:buClrTx/>
              <a:buSzTx/>
              <a:buFontTx/>
              <a:buNone/>
            </a:pPr>
            <a:r>
              <a:rPr lang="zh-CN" altLang="en-US" sz="2400" b="1" dirty="0">
                <a:solidFill>
                  <a:schemeClr val="hlink"/>
                </a:solidFill>
                <a:latin typeface="Monotype Corsiva" pitchFamily="66" charset="0"/>
                <a:ea typeface="华文彩云" pitchFamily="2" charset="-122"/>
                <a:hlinkClick r:id="rId1" action="ppaction://hlinkfile"/>
              </a:rPr>
              <a:t>运行结果演示</a:t>
            </a:r>
            <a:r>
              <a:rPr lang="en-US" altLang="zh-CN" sz="2400" b="1" dirty="0">
                <a:solidFill>
                  <a:schemeClr val="hlink"/>
                </a:solidFill>
                <a:latin typeface="Monotype Corsiva" pitchFamily="66" charset="0"/>
                <a:ea typeface="华文彩云" pitchFamily="2" charset="-122"/>
              </a:rPr>
              <a:t>6.1</a:t>
            </a:r>
            <a:endParaRPr lang="en-US" altLang="zh-CN" sz="2400" b="1" dirty="0">
              <a:solidFill>
                <a:schemeClr val="hlink"/>
              </a:solidFill>
              <a:latin typeface="Monotype Corsiva" pitchFamily="66" charset="0"/>
              <a:ea typeface="华文彩云" pitchFamily="2" charset="-122"/>
            </a:endParaRPr>
          </a:p>
        </p:txBody>
      </p:sp>
      <p:sp>
        <p:nvSpPr>
          <p:cNvPr id="8" name="矩形 7"/>
          <p:cNvSpPr/>
          <p:nvPr/>
        </p:nvSpPr>
        <p:spPr>
          <a:xfrm>
            <a:off x="0" y="733425"/>
            <a:ext cx="5539105" cy="6062345"/>
          </a:xfrm>
          <a:prstGeom prst="rect">
            <a:avLst/>
          </a:prstGeom>
          <a:noFill/>
          <a:ln w="9525">
            <a:noFill/>
          </a:ln>
        </p:spPr>
        <p:txBody>
          <a:bodyPr wrap="square">
            <a:spAutoFit/>
          </a:bodyPr>
          <a:lstStyle>
            <a:lvl1pPr marL="342900" indent="-3429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80000"/>
              <a:buFont typeface="Wingdings" panose="05000000000000000000" pitchFamily="2" charset="2"/>
              <a:buChar char="n"/>
              <a:defRPr sz="3200" b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defRPr>
            </a:lvl1pPr>
            <a:lvl2pPr marL="742950" indent="-28575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Char char="–"/>
              <a:defRPr sz="2800">
                <a:solidFill>
                  <a:schemeClr val="tx1"/>
                </a:solidFill>
                <a:effectLst/>
                <a:latin typeface="+mn-lt"/>
                <a:ea typeface="+mn-ea"/>
              </a:defRPr>
            </a:lvl2pPr>
            <a:lvl3pPr marL="11430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Font typeface="Wingdings" panose="05000000000000000000" pitchFamily="2" charset="2"/>
              <a:buChar char="§"/>
              <a:defRPr sz="2400">
                <a:solidFill>
                  <a:schemeClr val="tx1"/>
                </a:solidFill>
                <a:effectLst/>
                <a:latin typeface="+mn-lt"/>
                <a:ea typeface="+mn-ea"/>
              </a:defRPr>
            </a:lvl3pPr>
            <a:lvl4pPr marL="16002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–"/>
              <a:defRPr sz="2000">
                <a:solidFill>
                  <a:schemeClr val="tx1"/>
                </a:solidFill>
                <a:effectLst/>
                <a:latin typeface="+mn-lt"/>
                <a:ea typeface="+mn-ea"/>
              </a:defRPr>
            </a:lvl4pPr>
            <a:lvl5pPr marL="20574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effectLst/>
                <a:latin typeface="+mn-lt"/>
                <a:ea typeface="+mn-ea"/>
              </a:defRPr>
            </a:lvl5pPr>
          </a:lstStyle>
          <a:p>
            <a:pPr marL="0" lvl="0" indent="0">
              <a:spcBef>
                <a:spcPct val="0"/>
              </a:spcBef>
              <a:buClrTx/>
              <a:buSzTx/>
              <a:buFontTx/>
              <a:buNone/>
            </a:pPr>
            <a:r>
              <a:rPr lang="zh-CN" altLang="en-US" sz="2400" b="1" dirty="0"/>
              <a:t>请依次输入</a:t>
            </a:r>
            <a:r>
              <a:rPr lang="en-US" altLang="zh-CN" sz="2400" b="1" dirty="0">
                <a:sym typeface="+mn-ea"/>
              </a:rPr>
              <a:t>3</a:t>
            </a:r>
            <a:r>
              <a:rPr lang="zh-CN" altLang="en-US" sz="2400" b="1" dirty="0">
                <a:sym typeface="+mn-ea"/>
              </a:rPr>
              <a:t>位同学某门课程</a:t>
            </a:r>
            <a:r>
              <a:rPr lang="zh-CN" altLang="en-US" sz="2400" b="1" dirty="0"/>
              <a:t>的成绩</a:t>
            </a:r>
            <a:r>
              <a:rPr lang="en-US" altLang="zh-CN" sz="2400" b="1" dirty="0"/>
              <a:t>:</a:t>
            </a:r>
            <a:endParaRPr lang="en-US" altLang="zh-CN" sz="2400" b="1" dirty="0"/>
          </a:p>
          <a:p>
            <a:pPr marL="0" lvl="0" indent="0">
              <a:spcBef>
                <a:spcPct val="0"/>
              </a:spcBef>
              <a:buClrTx/>
              <a:buSzTx/>
              <a:buFontTx/>
              <a:buNone/>
            </a:pPr>
            <a:r>
              <a:rPr lang="en-US" altLang="zh-CN" sz="2800" b="1" dirty="0"/>
              <a:t>35 60 90</a:t>
            </a:r>
            <a:endParaRPr lang="en-US" altLang="zh-CN" sz="2800" b="1" dirty="0"/>
          </a:p>
          <a:p>
            <a:pPr marL="0" lvl="0" indent="0">
              <a:spcBef>
                <a:spcPct val="0"/>
              </a:spcBef>
              <a:buClrTx/>
              <a:buSzTx/>
              <a:buFontTx/>
              <a:buNone/>
            </a:pPr>
            <a:r>
              <a:rPr lang="zh-CN" altLang="en-US" sz="2800" b="1" dirty="0"/>
              <a:t>统计结果如下</a:t>
            </a:r>
            <a:r>
              <a:rPr lang="en-US" altLang="zh-CN" sz="2800" b="1" dirty="0"/>
              <a:t>:</a:t>
            </a:r>
            <a:endParaRPr lang="en-US" altLang="zh-CN" sz="2800" b="1" dirty="0"/>
          </a:p>
          <a:p>
            <a:pPr marL="0" lvl="0" indent="0">
              <a:spcBef>
                <a:spcPct val="0"/>
              </a:spcBef>
              <a:buClrTx/>
              <a:buSzTx/>
              <a:buFontTx/>
              <a:buNone/>
            </a:pPr>
            <a:r>
              <a:rPr lang="en-US" altLang="zh-CN" sz="2800" b="1" dirty="0"/>
              <a:t>  0 --   9:     0</a:t>
            </a:r>
            <a:endParaRPr lang="en-US" altLang="zh-CN" sz="2800" b="1" dirty="0"/>
          </a:p>
          <a:p>
            <a:pPr marL="0" lvl="0" indent="0">
              <a:spcBef>
                <a:spcPct val="0"/>
              </a:spcBef>
              <a:buClrTx/>
              <a:buSzTx/>
              <a:buFontTx/>
              <a:buNone/>
            </a:pPr>
            <a:r>
              <a:rPr lang="en-US" altLang="zh-CN" sz="2800" b="1" dirty="0"/>
              <a:t> 10 --  19:     0</a:t>
            </a:r>
            <a:endParaRPr lang="en-US" altLang="zh-CN" sz="2800" b="1" dirty="0"/>
          </a:p>
          <a:p>
            <a:pPr marL="0" lvl="0" indent="0">
              <a:spcBef>
                <a:spcPct val="0"/>
              </a:spcBef>
              <a:buClrTx/>
              <a:buSzTx/>
              <a:buFontTx/>
              <a:buNone/>
            </a:pPr>
            <a:r>
              <a:rPr lang="en-US" altLang="zh-CN" sz="2800" b="1" dirty="0"/>
              <a:t> 20 --  29:     0</a:t>
            </a:r>
            <a:endParaRPr lang="en-US" altLang="zh-CN" sz="2800" b="1" dirty="0"/>
          </a:p>
          <a:p>
            <a:pPr marL="0" lvl="0" indent="0">
              <a:spcBef>
                <a:spcPct val="0"/>
              </a:spcBef>
              <a:buClrTx/>
              <a:buSzTx/>
              <a:buFontTx/>
              <a:buNone/>
            </a:pPr>
            <a:r>
              <a:rPr lang="en-US" altLang="zh-CN" sz="2800" b="1" dirty="0"/>
              <a:t> </a:t>
            </a:r>
            <a:r>
              <a:rPr lang="en-US" altLang="zh-CN" sz="2800" b="1" dirty="0">
                <a:solidFill>
                  <a:srgbClr val="FFFF00"/>
                </a:solidFill>
              </a:rPr>
              <a:t>30 --  39:     1</a:t>
            </a:r>
            <a:endParaRPr lang="en-US" altLang="zh-CN" sz="2800" b="1" dirty="0">
              <a:solidFill>
                <a:srgbClr val="FFFF00"/>
              </a:solidFill>
            </a:endParaRPr>
          </a:p>
          <a:p>
            <a:pPr marL="0" lvl="0" indent="0">
              <a:spcBef>
                <a:spcPct val="0"/>
              </a:spcBef>
              <a:buClrTx/>
              <a:buSzTx/>
              <a:buFontTx/>
              <a:buNone/>
            </a:pPr>
            <a:r>
              <a:rPr lang="en-US" altLang="zh-CN" sz="2800" b="1" dirty="0"/>
              <a:t> 40 --  49:     0</a:t>
            </a:r>
            <a:endParaRPr lang="en-US" altLang="zh-CN" sz="2800" b="1" dirty="0"/>
          </a:p>
          <a:p>
            <a:pPr marL="0" lvl="0" indent="0">
              <a:spcBef>
                <a:spcPct val="0"/>
              </a:spcBef>
              <a:buClrTx/>
              <a:buSzTx/>
              <a:buFontTx/>
              <a:buNone/>
            </a:pPr>
            <a:r>
              <a:rPr lang="en-US" altLang="zh-CN" sz="2800" b="1" dirty="0"/>
              <a:t> 50 --  59:     0</a:t>
            </a:r>
            <a:endParaRPr lang="en-US" altLang="zh-CN" sz="2800" b="1" dirty="0"/>
          </a:p>
          <a:p>
            <a:pPr marL="0" lvl="0" indent="0">
              <a:spcBef>
                <a:spcPct val="0"/>
              </a:spcBef>
              <a:buClrTx/>
              <a:buSzTx/>
              <a:buFontTx/>
              <a:buNone/>
            </a:pPr>
            <a:r>
              <a:rPr lang="en-US" altLang="zh-CN" sz="2800" b="1" dirty="0"/>
              <a:t> </a:t>
            </a:r>
            <a:r>
              <a:rPr lang="en-US" altLang="zh-CN" sz="2800" b="1" dirty="0">
                <a:solidFill>
                  <a:srgbClr val="FFFF00"/>
                </a:solidFill>
              </a:rPr>
              <a:t>60 --  69:     1</a:t>
            </a:r>
            <a:endParaRPr lang="en-US" altLang="zh-CN" sz="2800" b="1" dirty="0">
              <a:solidFill>
                <a:srgbClr val="FFFF00"/>
              </a:solidFill>
            </a:endParaRPr>
          </a:p>
          <a:p>
            <a:pPr marL="0" lvl="0" indent="0">
              <a:spcBef>
                <a:spcPct val="0"/>
              </a:spcBef>
              <a:buClrTx/>
              <a:buSzTx/>
              <a:buFontTx/>
              <a:buNone/>
            </a:pPr>
            <a:r>
              <a:rPr lang="en-US" altLang="zh-CN" sz="2800" b="1" dirty="0"/>
              <a:t> 70 --  79:     0</a:t>
            </a:r>
            <a:endParaRPr lang="en-US" altLang="zh-CN" sz="2800" b="1" dirty="0"/>
          </a:p>
          <a:p>
            <a:pPr marL="0" lvl="0" indent="0">
              <a:spcBef>
                <a:spcPct val="0"/>
              </a:spcBef>
              <a:buClrTx/>
              <a:buSzTx/>
              <a:buFontTx/>
              <a:buNone/>
            </a:pPr>
            <a:r>
              <a:rPr lang="en-US" altLang="zh-CN" sz="2800" b="1" dirty="0"/>
              <a:t> 80 --  89:     0</a:t>
            </a:r>
            <a:endParaRPr lang="en-US" altLang="zh-CN" sz="2800" b="1" dirty="0"/>
          </a:p>
          <a:p>
            <a:pPr marL="0" lvl="0" indent="0">
              <a:spcBef>
                <a:spcPct val="0"/>
              </a:spcBef>
              <a:buClrTx/>
              <a:buSzTx/>
              <a:buFontTx/>
              <a:buNone/>
            </a:pPr>
            <a:r>
              <a:rPr lang="en-US" altLang="zh-CN" sz="2800" b="1" dirty="0">
                <a:solidFill>
                  <a:srgbClr val="FF0000"/>
                </a:solidFill>
              </a:rPr>
              <a:t> </a:t>
            </a:r>
            <a:r>
              <a:rPr lang="en-US" altLang="zh-CN" sz="2800" b="1" dirty="0">
                <a:solidFill>
                  <a:srgbClr val="FFFF00"/>
                </a:solidFill>
              </a:rPr>
              <a:t>90 --  99:     1</a:t>
            </a:r>
            <a:endParaRPr lang="en-US" altLang="zh-CN" sz="2800" b="1" dirty="0">
              <a:solidFill>
                <a:srgbClr val="FFFF00"/>
              </a:solidFill>
            </a:endParaRPr>
          </a:p>
          <a:p>
            <a:pPr marL="0" lvl="0" indent="0">
              <a:spcBef>
                <a:spcPct val="0"/>
              </a:spcBef>
              <a:buClrTx/>
              <a:buSzTx/>
              <a:buFontTx/>
              <a:buNone/>
            </a:pPr>
            <a:r>
              <a:rPr lang="en-US" altLang="zh-CN" sz="2800" b="1" dirty="0"/>
              <a:t>100 -- 109:     0</a:t>
            </a:r>
            <a:endParaRPr lang="zh-CN" altLang="en-US" sz="2800" b="1" dirty="0"/>
          </a:p>
        </p:txBody>
      </p:sp>
      <p:sp>
        <p:nvSpPr>
          <p:cNvPr id="5" name="TextBox 4"/>
          <p:cNvSpPr txBox="1"/>
          <p:nvPr/>
        </p:nvSpPr>
        <p:spPr>
          <a:xfrm>
            <a:off x="0" y="457200"/>
            <a:ext cx="5715000" cy="368300"/>
          </a:xfrm>
          <a:prstGeom prst="rect">
            <a:avLst/>
          </a:prstGeom>
          <a:noFill/>
        </p:spPr>
        <p:txBody>
          <a:bodyPr>
            <a:spAutoFit/>
          </a:bodyPr>
          <a:lstStyle/>
          <a:p>
            <a:pPr marR="0" defTabSz="914400" eaLnBrk="1" hangingPunct="1">
              <a:buClrTx/>
              <a:buSzTx/>
              <a:buFontTx/>
              <a:buNone/>
              <a:defRPr/>
            </a:pPr>
            <a:r>
              <a:rPr kumimoji="0" lang="zh-CN" altLang="en-US" kern="1200" cap="none" spc="0" normalizeH="0" baseline="0" noProof="0" dirty="0">
                <a:solidFill>
                  <a:schemeClr val="tx1">
                    <a:lumMod val="65000"/>
                  </a:schemeClr>
                </a:solidFill>
                <a:latin typeface="+mn-ea"/>
                <a:ea typeface="+mn-ea"/>
                <a:cs typeface="+mn-cs"/>
              </a:rPr>
              <a:t>注：为简化输入，运行时以</a:t>
            </a:r>
            <a:r>
              <a:rPr kumimoji="0" lang="en-US" altLang="zh-CN" kern="1200" cap="none" spc="0" normalizeH="0" baseline="0" noProof="0" dirty="0">
                <a:solidFill>
                  <a:schemeClr val="tx1">
                    <a:lumMod val="65000"/>
                  </a:schemeClr>
                </a:solidFill>
                <a:latin typeface="+mn-ea"/>
                <a:ea typeface="+mn-ea"/>
                <a:cs typeface="+mn-cs"/>
              </a:rPr>
              <a:t>3</a:t>
            </a:r>
            <a:r>
              <a:rPr kumimoji="0" lang="zh-CN" altLang="en-US" kern="1200" cap="none" spc="0" normalizeH="0" baseline="0" noProof="0" dirty="0">
                <a:solidFill>
                  <a:schemeClr val="tx1">
                    <a:lumMod val="65000"/>
                  </a:schemeClr>
                </a:solidFill>
                <a:latin typeface="+mn-ea"/>
                <a:ea typeface="+mn-ea"/>
                <a:cs typeface="+mn-cs"/>
              </a:rPr>
              <a:t>位同学、</a:t>
            </a:r>
            <a:r>
              <a:rPr kumimoji="0" lang="en-US" altLang="zh-CN" kern="1200" cap="none" spc="0" normalizeH="0" baseline="0" noProof="0" dirty="0">
                <a:solidFill>
                  <a:schemeClr val="tx1">
                    <a:lumMod val="65000"/>
                  </a:schemeClr>
                </a:solidFill>
                <a:latin typeface="+mn-ea"/>
                <a:ea typeface="+mn-ea"/>
                <a:cs typeface="+mn-cs"/>
              </a:rPr>
              <a:t>1</a:t>
            </a:r>
            <a:r>
              <a:rPr kumimoji="0" lang="zh-CN" altLang="en-US" kern="1200" cap="none" spc="0" normalizeH="0" baseline="0" noProof="0" dirty="0">
                <a:solidFill>
                  <a:schemeClr val="tx1">
                    <a:lumMod val="65000"/>
                  </a:schemeClr>
                </a:solidFill>
                <a:latin typeface="+mn-ea"/>
                <a:ea typeface="+mn-ea"/>
                <a:cs typeface="+mn-cs"/>
              </a:rPr>
              <a:t>门课程为例</a:t>
            </a:r>
            <a:endParaRPr kumimoji="0" lang="zh-CN" altLang="en-US" kern="1200" cap="none" spc="0" normalizeH="0" baseline="0" noProof="0" dirty="0">
              <a:solidFill>
                <a:schemeClr val="tx1">
                  <a:lumMod val="65000"/>
                </a:schemeClr>
              </a:solidFill>
              <a:latin typeface="+mn-ea"/>
              <a:ea typeface="+mn-ea"/>
              <a:cs typeface="+mn-cs"/>
            </a:endParaRPr>
          </a:p>
        </p:txBody>
      </p:sp>
      <p:sp>
        <p:nvSpPr>
          <p:cNvPr id="46086" name="AutoShape 5"/>
          <p:cNvSpPr/>
          <p:nvPr/>
        </p:nvSpPr>
        <p:spPr>
          <a:xfrm>
            <a:off x="5791200" y="0"/>
            <a:ext cx="2133600" cy="538163"/>
          </a:xfrm>
          <a:prstGeom prst="actionButtonBlank">
            <a:avLst/>
          </a:prstGeom>
          <a:noFill/>
          <a:ln w="9525">
            <a:noFill/>
          </a:ln>
        </p:spPr>
        <p:txBody>
          <a:bodyPr wrap="none" anchor="ctr" anchorCtr="0"/>
          <a:lstStyle>
            <a:lvl1pPr marL="342900" indent="-3429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80000"/>
              <a:buFont typeface="Wingdings" panose="05000000000000000000" pitchFamily="2" charset="2"/>
              <a:buChar char="n"/>
              <a:defRPr sz="3200" b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defRPr>
            </a:lvl1pPr>
            <a:lvl2pPr marL="742950" indent="-28575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Char char="–"/>
              <a:defRPr sz="2800">
                <a:solidFill>
                  <a:schemeClr val="tx1"/>
                </a:solidFill>
                <a:effectLst/>
                <a:latin typeface="+mn-lt"/>
                <a:ea typeface="+mn-ea"/>
              </a:defRPr>
            </a:lvl2pPr>
            <a:lvl3pPr marL="11430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Font typeface="Wingdings" panose="05000000000000000000" pitchFamily="2" charset="2"/>
              <a:buChar char="§"/>
              <a:defRPr sz="2400">
                <a:solidFill>
                  <a:schemeClr val="tx1"/>
                </a:solidFill>
                <a:effectLst/>
                <a:latin typeface="+mn-lt"/>
                <a:ea typeface="+mn-ea"/>
              </a:defRPr>
            </a:lvl3pPr>
            <a:lvl4pPr marL="16002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–"/>
              <a:defRPr sz="2000">
                <a:solidFill>
                  <a:schemeClr val="tx1"/>
                </a:solidFill>
                <a:effectLst/>
                <a:latin typeface="+mn-lt"/>
                <a:ea typeface="+mn-ea"/>
              </a:defRPr>
            </a:lvl4pPr>
            <a:lvl5pPr marL="20574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effectLst/>
                <a:latin typeface="+mn-lt"/>
                <a:ea typeface="+mn-ea"/>
              </a:defRPr>
            </a:lvl5pPr>
          </a:lstStyle>
          <a:p>
            <a:pPr marL="0" lvl="0" indent="0" algn="ctr" eaLnBrk="1" hangingPunct="1">
              <a:spcBef>
                <a:spcPct val="0"/>
              </a:spcBef>
              <a:buClrTx/>
              <a:buSzTx/>
              <a:buFontTx/>
              <a:buNone/>
            </a:pPr>
            <a:r>
              <a:rPr lang="zh-CN" altLang="en-US" sz="2400" b="1" dirty="0">
                <a:solidFill>
                  <a:schemeClr val="hlink"/>
                </a:solidFill>
                <a:latin typeface="Monotype Corsiva" pitchFamily="66" charset="0"/>
                <a:ea typeface="华文彩云" pitchFamily="2" charset="-122"/>
                <a:hlinkClick r:id="rId2" action="ppaction://hlinkfile"/>
              </a:rPr>
              <a:t>运行结果演示</a:t>
            </a:r>
            <a:r>
              <a:rPr lang="en-US" altLang="zh-CN" sz="2400" b="1" dirty="0">
                <a:solidFill>
                  <a:schemeClr val="hlink"/>
                </a:solidFill>
                <a:latin typeface="Monotype Corsiva" pitchFamily="66" charset="0"/>
                <a:ea typeface="华文彩云" pitchFamily="2" charset="-122"/>
              </a:rPr>
              <a:t>6.3</a:t>
            </a:r>
            <a:endParaRPr lang="en-US" altLang="zh-CN" sz="2400" b="1" dirty="0">
              <a:solidFill>
                <a:schemeClr val="hlink"/>
              </a:solidFill>
              <a:latin typeface="Monotype Corsiva" pitchFamily="66" charset="0"/>
              <a:ea typeface="华文彩云" pitchFamily="2" charset="-122"/>
            </a:endParaRPr>
          </a:p>
        </p:txBody>
      </p:sp>
      <p:sp>
        <p:nvSpPr>
          <p:cNvPr id="9" name="TextBox 8"/>
          <p:cNvSpPr txBox="1"/>
          <p:nvPr/>
        </p:nvSpPr>
        <p:spPr>
          <a:xfrm>
            <a:off x="5603875" y="457200"/>
            <a:ext cx="6588125" cy="369888"/>
          </a:xfrm>
          <a:prstGeom prst="rect">
            <a:avLst/>
          </a:prstGeom>
          <a:noFill/>
        </p:spPr>
        <p:txBody>
          <a:bodyPr>
            <a:spAutoFit/>
          </a:bodyPr>
          <a:lstStyle/>
          <a:p>
            <a:pPr marR="0" defTabSz="914400" eaLnBrk="1" hangingPunct="1">
              <a:buClrTx/>
              <a:buSzTx/>
              <a:buFontTx/>
              <a:buNone/>
              <a:defRPr/>
            </a:pPr>
            <a:r>
              <a:rPr kumimoji="0" lang="zh-CN" altLang="en-US" kern="1200" cap="none" spc="0" normalizeH="0" baseline="0" noProof="0" dirty="0">
                <a:solidFill>
                  <a:schemeClr val="tx1">
                    <a:lumMod val="65000"/>
                  </a:schemeClr>
                </a:solidFill>
                <a:latin typeface="+mn-ea"/>
                <a:ea typeface="+mn-ea"/>
                <a:cs typeface="+mn-cs"/>
              </a:rPr>
              <a:t>注：为简化输入，运行时以</a:t>
            </a:r>
            <a:r>
              <a:rPr kumimoji="0" lang="en-US" altLang="zh-CN" kern="1200" cap="none" spc="0" normalizeH="0" baseline="0" noProof="0" dirty="0">
                <a:solidFill>
                  <a:schemeClr val="tx1">
                    <a:lumMod val="65000"/>
                  </a:schemeClr>
                </a:solidFill>
                <a:latin typeface="+mn-ea"/>
                <a:ea typeface="+mn-ea"/>
                <a:cs typeface="+mn-cs"/>
              </a:rPr>
              <a:t>3</a:t>
            </a:r>
            <a:r>
              <a:rPr kumimoji="0" lang="zh-CN" altLang="en-US" kern="1200" cap="none" spc="0" normalizeH="0" baseline="0" noProof="0" dirty="0">
                <a:solidFill>
                  <a:schemeClr val="tx1">
                    <a:lumMod val="65000"/>
                  </a:schemeClr>
                </a:solidFill>
                <a:latin typeface="+mn-ea"/>
                <a:ea typeface="+mn-ea"/>
                <a:cs typeface="+mn-cs"/>
              </a:rPr>
              <a:t>位同学、</a:t>
            </a:r>
            <a:r>
              <a:rPr kumimoji="0" lang="en-US" altLang="zh-CN" kern="1200" cap="none" spc="0" normalizeH="0" baseline="0" noProof="0" dirty="0">
                <a:solidFill>
                  <a:schemeClr val="tx1">
                    <a:lumMod val="65000"/>
                  </a:schemeClr>
                </a:solidFill>
                <a:latin typeface="+mn-ea"/>
                <a:ea typeface="+mn-ea"/>
                <a:cs typeface="+mn-cs"/>
              </a:rPr>
              <a:t>2</a:t>
            </a:r>
            <a:r>
              <a:rPr kumimoji="0" lang="zh-CN" altLang="en-US" kern="1200" cap="none" spc="0" normalizeH="0" baseline="0" noProof="0" dirty="0">
                <a:solidFill>
                  <a:schemeClr val="tx1">
                    <a:lumMod val="65000"/>
                  </a:schemeClr>
                </a:solidFill>
                <a:latin typeface="+mn-ea"/>
                <a:ea typeface="+mn-ea"/>
                <a:cs typeface="+mn-cs"/>
              </a:rPr>
              <a:t>门课程为例</a:t>
            </a:r>
            <a:endParaRPr kumimoji="0" lang="zh-CN" altLang="en-US" kern="1200" cap="none" spc="0" normalizeH="0" baseline="0" noProof="0" dirty="0">
              <a:solidFill>
                <a:schemeClr val="tx1">
                  <a:lumMod val="65000"/>
                </a:schemeClr>
              </a:solidFill>
              <a:latin typeface="+mn-ea"/>
              <a:ea typeface="+mn-ea"/>
              <a:cs typeface="+mn-cs"/>
            </a:endParaRPr>
          </a:p>
        </p:txBody>
      </p:sp>
      <p:sp>
        <p:nvSpPr>
          <p:cNvPr id="10" name="矩形 9"/>
          <p:cNvSpPr/>
          <p:nvPr/>
        </p:nvSpPr>
        <p:spPr>
          <a:xfrm>
            <a:off x="5715000" y="838200"/>
            <a:ext cx="5614988" cy="5913755"/>
          </a:xfrm>
          <a:prstGeom prst="rect">
            <a:avLst/>
          </a:prstGeom>
          <a:noFill/>
          <a:ln w="9525">
            <a:noFill/>
          </a:ln>
        </p:spPr>
        <p:txBody>
          <a:bodyPr>
            <a:spAutoFit/>
          </a:bodyPr>
          <a:lstStyle>
            <a:lvl1pPr marL="342900" indent="-3429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80000"/>
              <a:buFont typeface="Wingdings" panose="05000000000000000000" pitchFamily="2" charset="2"/>
              <a:buChar char="n"/>
              <a:defRPr sz="3200" b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defRPr>
            </a:lvl1pPr>
            <a:lvl2pPr marL="742950" indent="-28575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Char char="–"/>
              <a:defRPr sz="2800">
                <a:solidFill>
                  <a:schemeClr val="tx1"/>
                </a:solidFill>
                <a:effectLst/>
                <a:latin typeface="+mn-lt"/>
                <a:ea typeface="+mn-ea"/>
              </a:defRPr>
            </a:lvl2pPr>
            <a:lvl3pPr marL="11430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Font typeface="Wingdings" panose="05000000000000000000" pitchFamily="2" charset="2"/>
              <a:buChar char="§"/>
              <a:defRPr sz="2400">
                <a:solidFill>
                  <a:schemeClr val="tx1"/>
                </a:solidFill>
                <a:effectLst/>
                <a:latin typeface="+mn-lt"/>
                <a:ea typeface="+mn-ea"/>
              </a:defRPr>
            </a:lvl3pPr>
            <a:lvl4pPr marL="16002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–"/>
              <a:defRPr sz="2000">
                <a:solidFill>
                  <a:schemeClr val="tx1"/>
                </a:solidFill>
                <a:effectLst/>
                <a:latin typeface="+mn-lt"/>
                <a:ea typeface="+mn-ea"/>
              </a:defRPr>
            </a:lvl4pPr>
            <a:lvl5pPr marL="20574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effectLst/>
                <a:latin typeface="+mn-lt"/>
                <a:ea typeface="+mn-ea"/>
              </a:defRPr>
            </a:lvl5pPr>
          </a:lstStyle>
          <a:p>
            <a:pPr marL="0" lvl="0" indent="0">
              <a:spcBef>
                <a:spcPct val="0"/>
              </a:spcBef>
              <a:buClrTx/>
              <a:buSzTx/>
              <a:buFontTx/>
              <a:buNone/>
            </a:pPr>
            <a:r>
              <a:rPr lang="zh-CN" altLang="en-US" sz="2200" b="1" dirty="0"/>
              <a:t>请依次输入</a:t>
            </a:r>
            <a:r>
              <a:rPr lang="en-US" altLang="zh-CN" sz="2200" b="1" dirty="0"/>
              <a:t>【</a:t>
            </a:r>
            <a:r>
              <a:rPr lang="zh-CN" altLang="en-US" sz="2200" b="1" dirty="0"/>
              <a:t>课程</a:t>
            </a:r>
            <a:r>
              <a:rPr lang="en-US" altLang="zh-CN" sz="2200" b="1" dirty="0"/>
              <a:t>1】</a:t>
            </a:r>
            <a:r>
              <a:rPr lang="zh-CN" altLang="en-US" sz="2200" b="1" dirty="0"/>
              <a:t>的</a:t>
            </a:r>
            <a:r>
              <a:rPr lang="en-US" altLang="zh-CN" sz="2200" b="1" dirty="0"/>
              <a:t>3</a:t>
            </a:r>
            <a:r>
              <a:rPr lang="zh-CN" altLang="en-US" sz="2200" b="1" dirty="0"/>
              <a:t>位同学的成绩</a:t>
            </a:r>
            <a:r>
              <a:rPr lang="en-US" altLang="zh-CN" sz="2200" b="1" dirty="0"/>
              <a:t>:</a:t>
            </a:r>
            <a:endParaRPr lang="en-US" altLang="zh-CN" sz="2200" b="1" dirty="0"/>
          </a:p>
          <a:p>
            <a:pPr marL="0" lvl="0" indent="0">
              <a:spcBef>
                <a:spcPct val="0"/>
              </a:spcBef>
              <a:buClrTx/>
              <a:buSzTx/>
              <a:buFontTx/>
              <a:buNone/>
            </a:pPr>
            <a:r>
              <a:rPr lang="en-US" altLang="zh-CN" sz="2200" b="1" dirty="0"/>
              <a:t>89 83 93</a:t>
            </a:r>
            <a:endParaRPr lang="en-US" altLang="zh-CN" sz="2200" b="1" dirty="0"/>
          </a:p>
          <a:p>
            <a:pPr marL="0" lvl="0" indent="0">
              <a:spcBef>
                <a:spcPct val="0"/>
              </a:spcBef>
              <a:buClrTx/>
              <a:buSzTx/>
              <a:buFontTx/>
              <a:buNone/>
            </a:pPr>
            <a:r>
              <a:rPr lang="zh-CN" altLang="en-US" sz="2200" b="1" dirty="0"/>
              <a:t>请依次输入</a:t>
            </a:r>
            <a:r>
              <a:rPr lang="en-US" altLang="zh-CN" sz="2200" b="1" dirty="0"/>
              <a:t>【</a:t>
            </a:r>
            <a:r>
              <a:rPr lang="zh-CN" altLang="en-US" sz="2200" b="1" dirty="0"/>
              <a:t>课程</a:t>
            </a:r>
            <a:r>
              <a:rPr lang="en-US" altLang="zh-CN" sz="2200" b="1" dirty="0"/>
              <a:t>2】</a:t>
            </a:r>
            <a:r>
              <a:rPr lang="zh-CN" altLang="en-US" sz="2200" b="1" dirty="0"/>
              <a:t>的</a:t>
            </a:r>
            <a:r>
              <a:rPr lang="en-US" altLang="zh-CN" sz="2200" b="1" dirty="0"/>
              <a:t>3</a:t>
            </a:r>
            <a:r>
              <a:rPr lang="zh-CN" altLang="en-US" sz="2200" b="1" dirty="0"/>
              <a:t>位同学的成绩</a:t>
            </a:r>
            <a:r>
              <a:rPr lang="en-US" altLang="zh-CN" sz="2200" b="1" dirty="0"/>
              <a:t>:</a:t>
            </a:r>
            <a:endParaRPr lang="en-US" altLang="zh-CN" sz="2200" b="1" dirty="0"/>
          </a:p>
          <a:p>
            <a:pPr marL="0" lvl="0" indent="0">
              <a:spcBef>
                <a:spcPct val="0"/>
              </a:spcBef>
              <a:buClrTx/>
              <a:buSzTx/>
              <a:buFontTx/>
              <a:buNone/>
            </a:pPr>
            <a:r>
              <a:rPr lang="en-US" altLang="zh-CN" sz="2200" b="1" dirty="0"/>
              <a:t>98 76 35</a:t>
            </a:r>
            <a:endParaRPr lang="en-US" altLang="zh-CN" sz="2200" b="1" dirty="0"/>
          </a:p>
          <a:p>
            <a:pPr marL="0" lvl="0" indent="0">
              <a:spcBef>
                <a:spcPct val="0"/>
              </a:spcBef>
              <a:buClrTx/>
              <a:buSzTx/>
              <a:buFontTx/>
              <a:buNone/>
            </a:pPr>
            <a:r>
              <a:rPr lang="zh-CN" altLang="en-US" sz="2200" b="1" dirty="0"/>
              <a:t>统计结果如下</a:t>
            </a:r>
            <a:r>
              <a:rPr lang="en-US" altLang="zh-CN" sz="2200" b="1" dirty="0"/>
              <a:t>:</a:t>
            </a:r>
            <a:endParaRPr lang="en-US" altLang="zh-CN" sz="2200" b="1" dirty="0"/>
          </a:p>
          <a:p>
            <a:pPr marL="0" lvl="0" indent="0">
              <a:spcBef>
                <a:spcPct val="0"/>
              </a:spcBef>
              <a:buClrTx/>
              <a:buSzTx/>
              <a:buFontTx/>
              <a:buNone/>
            </a:pPr>
            <a:r>
              <a:rPr lang="en-US" altLang="zh-CN" sz="2200" b="1" dirty="0"/>
              <a:t>【</a:t>
            </a:r>
            <a:r>
              <a:rPr lang="zh-CN" altLang="en-US" sz="2200" b="1" dirty="0"/>
              <a:t>课程</a:t>
            </a:r>
            <a:r>
              <a:rPr lang="en-US" altLang="zh-CN" sz="2200" b="1" dirty="0"/>
              <a:t>1】:</a:t>
            </a:r>
            <a:endParaRPr lang="en-US" altLang="zh-CN" sz="2200" b="1" dirty="0"/>
          </a:p>
          <a:p>
            <a:pPr marL="0" lvl="0" indent="0">
              <a:spcBef>
                <a:spcPct val="0"/>
              </a:spcBef>
              <a:buClrTx/>
              <a:buSzTx/>
              <a:buFontTx/>
              <a:buNone/>
            </a:pPr>
            <a:r>
              <a:rPr lang="en-US" altLang="zh-CN" sz="2200" b="1" dirty="0"/>
              <a:t>  0 --   9:     0</a:t>
            </a:r>
            <a:endParaRPr lang="en-US" altLang="zh-CN" sz="2200" b="1" dirty="0"/>
          </a:p>
          <a:p>
            <a:pPr marL="0" lvl="0" indent="0">
              <a:spcBef>
                <a:spcPct val="0"/>
              </a:spcBef>
              <a:buClrTx/>
              <a:buSzTx/>
              <a:buFontTx/>
              <a:buNone/>
            </a:pPr>
            <a:r>
              <a:rPr lang="en-US" altLang="zh-CN" sz="2200" b="1" dirty="0"/>
              <a:t> 10 --  19:     0</a:t>
            </a:r>
            <a:endParaRPr lang="en-US" altLang="zh-CN" sz="2200" b="1" dirty="0"/>
          </a:p>
          <a:p>
            <a:pPr marL="0" lvl="0" indent="0">
              <a:spcBef>
                <a:spcPct val="0"/>
              </a:spcBef>
              <a:buClrTx/>
              <a:buSzTx/>
              <a:buFontTx/>
              <a:buNone/>
            </a:pPr>
            <a:r>
              <a:rPr lang="en-US" altLang="zh-CN" sz="2200" b="1" dirty="0"/>
              <a:t> 20 --  29:     0</a:t>
            </a:r>
            <a:endParaRPr lang="en-US" altLang="zh-CN" sz="2200" b="1" dirty="0"/>
          </a:p>
          <a:p>
            <a:pPr marL="0" lvl="0" indent="0">
              <a:spcBef>
                <a:spcPct val="0"/>
              </a:spcBef>
              <a:buClrTx/>
              <a:buSzTx/>
              <a:buFontTx/>
              <a:buNone/>
            </a:pPr>
            <a:r>
              <a:rPr lang="en-US" altLang="zh-CN" sz="2200" b="1" dirty="0"/>
              <a:t> 30 --  39:     0</a:t>
            </a:r>
            <a:endParaRPr lang="en-US" altLang="zh-CN" sz="2200" b="1" dirty="0"/>
          </a:p>
          <a:p>
            <a:pPr marL="0" lvl="0" indent="0">
              <a:spcBef>
                <a:spcPct val="0"/>
              </a:spcBef>
              <a:buClrTx/>
              <a:buSzTx/>
              <a:buFontTx/>
              <a:buNone/>
            </a:pPr>
            <a:r>
              <a:rPr lang="en-US" altLang="zh-CN" sz="2200" b="1" dirty="0"/>
              <a:t> 40 --  49:     0</a:t>
            </a:r>
            <a:endParaRPr lang="en-US" altLang="zh-CN" sz="2200" b="1" dirty="0"/>
          </a:p>
          <a:p>
            <a:pPr marL="0" lvl="0" indent="0">
              <a:spcBef>
                <a:spcPct val="0"/>
              </a:spcBef>
              <a:buClrTx/>
              <a:buSzTx/>
              <a:buFontTx/>
              <a:buNone/>
            </a:pPr>
            <a:r>
              <a:rPr lang="en-US" altLang="zh-CN" sz="2200" b="1" dirty="0"/>
              <a:t> 50 --  59:     0</a:t>
            </a:r>
            <a:endParaRPr lang="en-US" altLang="zh-CN" sz="2200" b="1" dirty="0"/>
          </a:p>
          <a:p>
            <a:pPr marL="0" lvl="0" indent="0">
              <a:spcBef>
                <a:spcPct val="0"/>
              </a:spcBef>
              <a:buClrTx/>
              <a:buSzTx/>
              <a:buFontTx/>
              <a:buNone/>
            </a:pPr>
            <a:r>
              <a:rPr lang="en-US" altLang="zh-CN" sz="2200" b="1" dirty="0"/>
              <a:t> 60 --  69:     0</a:t>
            </a:r>
            <a:endParaRPr lang="en-US" altLang="zh-CN" sz="2200" b="1" dirty="0"/>
          </a:p>
          <a:p>
            <a:pPr marL="0" lvl="0" indent="0">
              <a:spcBef>
                <a:spcPct val="0"/>
              </a:spcBef>
              <a:buClrTx/>
              <a:buSzTx/>
              <a:buFontTx/>
              <a:buNone/>
            </a:pPr>
            <a:r>
              <a:rPr lang="en-US" altLang="zh-CN" sz="2200" b="1" dirty="0"/>
              <a:t> 70 --  79:     0</a:t>
            </a:r>
            <a:endParaRPr lang="en-US" altLang="zh-CN" sz="2200" b="1" dirty="0"/>
          </a:p>
          <a:p>
            <a:pPr marL="0" lvl="0" indent="0">
              <a:spcBef>
                <a:spcPct val="0"/>
              </a:spcBef>
              <a:buClrTx/>
              <a:buSzTx/>
              <a:buFontTx/>
              <a:buNone/>
            </a:pPr>
            <a:r>
              <a:rPr lang="en-US" altLang="zh-CN" sz="2200" b="1" dirty="0"/>
              <a:t> </a:t>
            </a:r>
            <a:r>
              <a:rPr lang="en-US" altLang="zh-CN" sz="2200" b="1" dirty="0">
                <a:solidFill>
                  <a:srgbClr val="FFFF00"/>
                </a:solidFill>
              </a:rPr>
              <a:t>80 --  89:     2</a:t>
            </a:r>
            <a:endParaRPr lang="en-US" altLang="zh-CN" sz="2200" b="1" dirty="0">
              <a:solidFill>
                <a:srgbClr val="FF0000"/>
              </a:solidFill>
            </a:endParaRPr>
          </a:p>
          <a:p>
            <a:pPr marL="0" lvl="0" algn="l">
              <a:buClrTx/>
              <a:buSzTx/>
              <a:buFontTx/>
              <a:buNone/>
            </a:pPr>
            <a:r>
              <a:rPr lang="en-US" altLang="zh-CN" sz="2200" b="1" dirty="0">
                <a:solidFill>
                  <a:srgbClr val="FF0000"/>
                </a:solidFill>
              </a:rPr>
              <a:t> </a:t>
            </a:r>
            <a:r>
              <a:rPr lang="en-US" altLang="zh-CN" sz="2200" b="1" dirty="0">
                <a:solidFill>
                  <a:srgbClr val="FFFF00"/>
                </a:solidFill>
              </a:rPr>
              <a:t>90 --  99:     1</a:t>
            </a:r>
            <a:endParaRPr lang="en-US" altLang="zh-CN" sz="2200" b="1" dirty="0">
              <a:solidFill>
                <a:srgbClr val="FFFF00"/>
              </a:solidFill>
            </a:endParaRPr>
          </a:p>
          <a:p>
            <a:pPr marL="0" lvl="0" indent="0">
              <a:spcBef>
                <a:spcPct val="0"/>
              </a:spcBef>
              <a:buClrTx/>
              <a:buSzTx/>
              <a:buFontTx/>
              <a:buNone/>
            </a:pPr>
            <a:r>
              <a:rPr lang="en-US" altLang="zh-CN" sz="2200" b="1" dirty="0"/>
              <a:t>100 -- 109:     0</a:t>
            </a:r>
            <a:endParaRPr lang="en-US" altLang="zh-CN" sz="2200" b="1" dirty="0"/>
          </a:p>
        </p:txBody>
      </p:sp>
      <p:sp>
        <p:nvSpPr>
          <p:cNvPr id="11" name="矩形 10"/>
          <p:cNvSpPr/>
          <p:nvPr/>
        </p:nvSpPr>
        <p:spPr>
          <a:xfrm>
            <a:off x="8839200" y="2438400"/>
            <a:ext cx="2438400" cy="4288790"/>
          </a:xfrm>
          <a:prstGeom prst="rect">
            <a:avLst/>
          </a:prstGeom>
          <a:noFill/>
          <a:ln w="9525">
            <a:noFill/>
          </a:ln>
        </p:spPr>
        <p:txBody>
          <a:bodyPr>
            <a:spAutoFit/>
          </a:bodyPr>
          <a:lstStyle>
            <a:lvl1pPr marL="342900" indent="-3429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80000"/>
              <a:buFont typeface="Wingdings" panose="05000000000000000000" pitchFamily="2" charset="2"/>
              <a:buChar char="n"/>
              <a:defRPr sz="3200" b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defRPr>
            </a:lvl1pPr>
            <a:lvl2pPr marL="742950" indent="-28575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Char char="–"/>
              <a:defRPr sz="2800">
                <a:solidFill>
                  <a:schemeClr val="tx1"/>
                </a:solidFill>
                <a:effectLst/>
                <a:latin typeface="+mn-lt"/>
                <a:ea typeface="+mn-ea"/>
              </a:defRPr>
            </a:lvl2pPr>
            <a:lvl3pPr marL="11430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Font typeface="Wingdings" panose="05000000000000000000" pitchFamily="2" charset="2"/>
              <a:buChar char="§"/>
              <a:defRPr sz="2400">
                <a:solidFill>
                  <a:schemeClr val="tx1"/>
                </a:solidFill>
                <a:effectLst/>
                <a:latin typeface="+mn-lt"/>
                <a:ea typeface="+mn-ea"/>
              </a:defRPr>
            </a:lvl3pPr>
            <a:lvl4pPr marL="16002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–"/>
              <a:defRPr sz="2000">
                <a:solidFill>
                  <a:schemeClr val="tx1"/>
                </a:solidFill>
                <a:effectLst/>
                <a:latin typeface="+mn-lt"/>
                <a:ea typeface="+mn-ea"/>
              </a:defRPr>
            </a:lvl4pPr>
            <a:lvl5pPr marL="20574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effectLst/>
                <a:latin typeface="+mn-lt"/>
                <a:ea typeface="+mn-ea"/>
              </a:defRPr>
            </a:lvl5pPr>
          </a:lstStyle>
          <a:p>
            <a:pPr marL="0" lvl="0" indent="0">
              <a:spcBef>
                <a:spcPct val="0"/>
              </a:spcBef>
              <a:buClrTx/>
              <a:buSzTx/>
              <a:buFontTx/>
              <a:buNone/>
            </a:pPr>
            <a:r>
              <a:rPr lang="en-US" altLang="zh-CN" sz="2200" b="1" dirty="0"/>
              <a:t>【</a:t>
            </a:r>
            <a:r>
              <a:rPr lang="zh-CN" altLang="en-US" sz="2200" b="1" dirty="0"/>
              <a:t>课程</a:t>
            </a:r>
            <a:r>
              <a:rPr lang="en-US" altLang="zh-CN" sz="2200" b="1" dirty="0"/>
              <a:t>2】:</a:t>
            </a:r>
            <a:endParaRPr lang="en-US" altLang="zh-CN" sz="2200" b="1" dirty="0"/>
          </a:p>
          <a:p>
            <a:pPr marL="0" lvl="0" indent="0">
              <a:spcBef>
                <a:spcPct val="0"/>
              </a:spcBef>
              <a:buClrTx/>
              <a:buSzTx/>
              <a:buFontTx/>
              <a:buNone/>
            </a:pPr>
            <a:r>
              <a:rPr lang="en-US" altLang="zh-CN" sz="2200" b="1" dirty="0"/>
              <a:t>  0 --   9:     0</a:t>
            </a:r>
            <a:endParaRPr lang="en-US" altLang="zh-CN" sz="2200" b="1" dirty="0"/>
          </a:p>
          <a:p>
            <a:pPr marL="0" lvl="0" indent="0">
              <a:spcBef>
                <a:spcPct val="0"/>
              </a:spcBef>
              <a:buClrTx/>
              <a:buSzTx/>
              <a:buFontTx/>
              <a:buNone/>
            </a:pPr>
            <a:r>
              <a:rPr lang="en-US" altLang="zh-CN" sz="2200" b="1" dirty="0"/>
              <a:t> 10 --  19:     0</a:t>
            </a:r>
            <a:endParaRPr lang="en-US" altLang="zh-CN" sz="2200" b="1" dirty="0"/>
          </a:p>
          <a:p>
            <a:pPr marL="0" lvl="0" indent="0">
              <a:spcBef>
                <a:spcPct val="0"/>
              </a:spcBef>
              <a:buClrTx/>
              <a:buSzTx/>
              <a:buFontTx/>
              <a:buNone/>
            </a:pPr>
            <a:r>
              <a:rPr lang="en-US" altLang="zh-CN" sz="2200" b="1" dirty="0"/>
              <a:t> 20 --  29:     0</a:t>
            </a:r>
            <a:endParaRPr lang="en-US" altLang="zh-CN" sz="2200" b="1" dirty="0"/>
          </a:p>
          <a:p>
            <a:pPr marL="0" lvl="0" indent="0">
              <a:spcBef>
                <a:spcPct val="0"/>
              </a:spcBef>
              <a:buClrTx/>
              <a:buSzTx/>
              <a:buFontTx/>
              <a:buNone/>
            </a:pPr>
            <a:r>
              <a:rPr lang="en-US" altLang="zh-CN" sz="2200" b="1" dirty="0">
                <a:solidFill>
                  <a:srgbClr val="FF0000"/>
                </a:solidFill>
              </a:rPr>
              <a:t> </a:t>
            </a:r>
            <a:r>
              <a:rPr lang="en-US" altLang="zh-CN" sz="2200" b="1" dirty="0">
                <a:solidFill>
                  <a:srgbClr val="FFFF00"/>
                </a:solidFill>
              </a:rPr>
              <a:t>30 --  39:     1</a:t>
            </a:r>
            <a:endParaRPr lang="en-US" altLang="zh-CN" sz="2200" b="1" dirty="0">
              <a:solidFill>
                <a:srgbClr val="FFFF00"/>
              </a:solidFill>
            </a:endParaRPr>
          </a:p>
          <a:p>
            <a:pPr marL="0" lvl="0" indent="0">
              <a:spcBef>
                <a:spcPct val="0"/>
              </a:spcBef>
              <a:buClrTx/>
              <a:buSzTx/>
              <a:buFontTx/>
              <a:buNone/>
            </a:pPr>
            <a:r>
              <a:rPr lang="en-US" altLang="zh-CN" sz="2200" b="1" dirty="0"/>
              <a:t> 40 --  49:     0</a:t>
            </a:r>
            <a:endParaRPr lang="en-US" altLang="zh-CN" sz="2200" b="1" dirty="0"/>
          </a:p>
          <a:p>
            <a:pPr marL="0" lvl="0" indent="0">
              <a:spcBef>
                <a:spcPct val="0"/>
              </a:spcBef>
              <a:buClrTx/>
              <a:buSzTx/>
              <a:buFontTx/>
              <a:buNone/>
            </a:pPr>
            <a:r>
              <a:rPr lang="en-US" altLang="zh-CN" sz="2200" b="1" dirty="0"/>
              <a:t> 50 --  59:     0</a:t>
            </a:r>
            <a:endParaRPr lang="en-US" altLang="zh-CN" sz="2200" b="1" dirty="0"/>
          </a:p>
          <a:p>
            <a:pPr marL="0" lvl="0" indent="0">
              <a:spcBef>
                <a:spcPct val="0"/>
              </a:spcBef>
              <a:buClrTx/>
              <a:buSzTx/>
              <a:buFontTx/>
              <a:buNone/>
            </a:pPr>
            <a:r>
              <a:rPr lang="en-US" altLang="zh-CN" sz="2200" b="1" dirty="0"/>
              <a:t> 60 --  69:     0</a:t>
            </a:r>
            <a:endParaRPr lang="en-US" altLang="zh-CN" sz="2200" b="1" dirty="0"/>
          </a:p>
          <a:p>
            <a:pPr marL="0" lvl="0" algn="l">
              <a:buClrTx/>
              <a:buSzTx/>
              <a:buFontTx/>
              <a:buNone/>
            </a:pPr>
            <a:r>
              <a:rPr lang="en-US" altLang="zh-CN" sz="2200" b="1" dirty="0"/>
              <a:t> </a:t>
            </a:r>
            <a:r>
              <a:rPr lang="en-US" altLang="zh-CN" sz="2200" b="1" dirty="0">
                <a:solidFill>
                  <a:srgbClr val="FFFF00"/>
                </a:solidFill>
              </a:rPr>
              <a:t>70 --  79:     1</a:t>
            </a:r>
            <a:endParaRPr lang="en-US" altLang="zh-CN" sz="2200" b="1" dirty="0">
              <a:solidFill>
                <a:srgbClr val="FFFF00"/>
              </a:solidFill>
            </a:endParaRPr>
          </a:p>
          <a:p>
            <a:pPr marL="0" lvl="0" indent="0">
              <a:spcBef>
                <a:spcPct val="0"/>
              </a:spcBef>
              <a:buClrTx/>
              <a:buSzTx/>
              <a:buFontTx/>
              <a:buNone/>
            </a:pPr>
            <a:r>
              <a:rPr lang="en-US" altLang="zh-CN" sz="2200" b="1" dirty="0"/>
              <a:t> 80 --  89:     0</a:t>
            </a:r>
            <a:endParaRPr lang="en-US" altLang="zh-CN" sz="2200" b="1" dirty="0"/>
          </a:p>
          <a:p>
            <a:pPr marL="0" lvl="0" algn="l">
              <a:buClrTx/>
              <a:buSzTx/>
              <a:buFontTx/>
              <a:buNone/>
            </a:pPr>
            <a:r>
              <a:rPr lang="en-US" altLang="zh-CN" sz="2200" b="1" dirty="0"/>
              <a:t> </a:t>
            </a:r>
            <a:r>
              <a:rPr lang="en-US" altLang="zh-CN" sz="2200" b="1" dirty="0">
                <a:solidFill>
                  <a:srgbClr val="FFFF00"/>
                </a:solidFill>
              </a:rPr>
              <a:t>90 --  99:     1</a:t>
            </a:r>
            <a:endParaRPr lang="en-US" altLang="zh-CN" sz="2200" b="1" dirty="0">
              <a:solidFill>
                <a:srgbClr val="FFFF00"/>
              </a:solidFill>
            </a:endParaRPr>
          </a:p>
          <a:p>
            <a:pPr marL="0" lvl="0" indent="0">
              <a:spcBef>
                <a:spcPct val="0"/>
              </a:spcBef>
              <a:buClrTx/>
              <a:buSzTx/>
              <a:buFontTx/>
              <a:buNone/>
            </a:pPr>
            <a:r>
              <a:rPr lang="en-US" altLang="zh-CN" sz="2200" b="1" dirty="0"/>
              <a:t>100 -- 109:     0</a:t>
            </a:r>
            <a:endParaRPr lang="en-US" altLang="zh-CN" sz="2200" b="1" dirty="0"/>
          </a:p>
        </p:txBody>
      </p:sp>
      <p:cxnSp>
        <p:nvCxnSpPr>
          <p:cNvPr id="12" name="连接符: 曲线 13"/>
          <p:cNvCxnSpPr/>
          <p:nvPr/>
        </p:nvCxnSpPr>
        <p:spPr>
          <a:xfrm rot="5400000">
            <a:off x="6553200" y="4038600"/>
            <a:ext cx="3886200" cy="990600"/>
          </a:xfrm>
          <a:prstGeom prst="curvedConnector3">
            <a:avLst>
              <a:gd name="adj1" fmla="val 50000"/>
            </a:avLst>
          </a:prstGeom>
          <a:ln w="19050" cap="flat" cmpd="sng">
            <a:solidFill>
              <a:srgbClr val="FFFF00"/>
            </a:solidFill>
            <a:prstDash val="solid"/>
            <a:headEnd type="none" w="med" len="med"/>
            <a:tailEnd type="none" w="med" len="med"/>
          </a:ln>
        </p:spPr>
      </p:cxnSp>
    </p:spTree>
  </p:cSld>
  <p:clrMapOvr>
    <a:masterClrMapping/>
  </p:clrMapOvr>
  <p:transition>
    <p:random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>
                                            <p:txEl>
                                              <p:charRg st="20" end="29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>
                                            <p:txEl>
                                              <p:charRg st="29" end="49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>
                                            <p:txEl>
                                              <p:charRg st="49" end="58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>
                                            <p:txEl>
                                              <p:charRg st="58" end="6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9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>
                                            <p:txEl>
                                              <p:charRg st="66" end="7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1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>
                                            <p:txEl>
                                              <p:charRg st="73" end="9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3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>
                                            <p:txEl>
                                              <p:charRg st="91" end="109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5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>
                                            <p:txEl>
                                              <p:charRg st="109" end="12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7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>
                                            <p:txEl>
                                              <p:charRg st="127" end="14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9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>
                                            <p:txEl>
                                              <p:charRg st="145" end="16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1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>
                                            <p:txEl>
                                              <p:charRg st="163" end="18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3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>
                                            <p:txEl>
                                              <p:charRg st="181" end="199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5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>
                                            <p:txEl>
                                              <p:charRg st="199" end="21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7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>
                                            <p:txEl>
                                              <p:charRg st="217" end="23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9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>
                                            <p:txEl>
                                              <p:charRg st="235" end="25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41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>
                                            <p:txEl>
                                              <p:charRg st="253" end="27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43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45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8" grpId="0" build="allAtOnce"/>
      <p:bldP spid="11" grpId="0"/>
    </p:bldLst>
  </p:timing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66" name="灯片编号占位符 5"/>
          <p:cNvSpPr txBox="1">
            <a:spLocks noGrp="1"/>
          </p:cNvSpPr>
          <p:nvPr>
            <p:ph type="sldNum" sz="quarter" idx="4"/>
          </p:nvPr>
        </p:nvSpPr>
        <p:spPr bwMode="auto"/>
        <p:txBody>
          <a:bodyPr wrap="square" lIns="91440" tIns="45720" rIns="91440" bIns="45720" numCol="1" anchor="b" anchorCtr="0" compatLnSpc="1"/>
          <a:lstStyle>
            <a:lvl1pPr>
              <a:defRPr b="1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1pPr>
            <a:lvl2pPr marL="742950" indent="-285750">
              <a:defRPr b="1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2pPr>
            <a:lvl3pPr marL="1143000" indent="-228600">
              <a:defRPr b="1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3pPr>
            <a:lvl4pPr marL="1600200" indent="-228600">
              <a:defRPr b="1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4pPr>
            <a:lvl5pPr marL="2057400" indent="-228600">
              <a:defRPr b="1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b="1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b="1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b="1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b="1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9pPr>
          </a:lstStyle>
          <a:p>
            <a:pPr marL="0" marR="0" lvl="0" indent="0" algn="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fld id="{6AD85333-F4A5-45E1-8F31-5BC5ABEE8514}" type="slidenum">
              <a:rPr kumimoji="0" lang="en-US" altLang="zh-CN" sz="1200" b="0" i="0" u="none" strike="noStrike" kern="1200" cap="none" spc="0" normalizeH="0" baseline="0" noProof="0" smtClean="0">
                <a:ln>
                  <a:noFill/>
                </a:ln>
                <a:solidFill>
                  <a:schemeClr val="tx1"/>
                </a:solidFill>
                <a:effectLst>
                  <a:outerShdw blurRad="38100" dist="38100" dir="2700000" algn="tl">
                    <a:srgbClr val="000000"/>
                  </a:outerShdw>
                </a:effectLst>
                <a:uLnTx/>
                <a:uFillTx/>
                <a:latin typeface="Tahoma" panose="020B0604030504040204" pitchFamily="34" charset="0"/>
                <a:ea typeface="宋体" panose="02010600030101010101" pitchFamily="2" charset="-122"/>
                <a:cs typeface="+mn-cs"/>
              </a:rPr>
            </a:fld>
            <a:endParaRPr kumimoji="0" lang="en-US" altLang="zh-CN" sz="1200" b="0" i="0" u="none" strike="noStrike" kern="1200" cap="none" spc="0" normalizeH="0" baseline="0" noProof="0">
              <a:ln>
                <a:noFill/>
              </a:ln>
              <a:solidFill>
                <a:schemeClr val="tx1"/>
              </a:solidFill>
              <a:effectLst>
                <a:outerShdw blurRad="38100" dist="38100" dir="2700000" algn="tl">
                  <a:srgbClr val="000000"/>
                </a:outerShdw>
              </a:effectLst>
              <a:uLnTx/>
              <a:uFillTx/>
              <a:latin typeface="Tahoma" panose="020B0604030504040204" pitchFamily="34" charset="0"/>
              <a:ea typeface="宋体" panose="02010600030101010101" pitchFamily="2" charset="-122"/>
              <a:cs typeface="+mn-cs"/>
            </a:endParaRPr>
          </a:p>
        </p:txBody>
      </p:sp>
      <p:sp>
        <p:nvSpPr>
          <p:cNvPr id="48131" name="Rectangle 2"/>
          <p:cNvSpPr/>
          <p:nvPr/>
        </p:nvSpPr>
        <p:spPr>
          <a:xfrm>
            <a:off x="1524000" y="3762375"/>
            <a:ext cx="184150" cy="368300"/>
          </a:xfrm>
          <a:prstGeom prst="rect">
            <a:avLst/>
          </a:prstGeom>
          <a:noFill/>
          <a:ln w="9525">
            <a:noFill/>
          </a:ln>
        </p:spPr>
        <p:txBody>
          <a:bodyPr wrap="none" anchor="ctr" anchorCtr="0">
            <a:spAutoFit/>
          </a:bodyPr>
          <a:lstStyle>
            <a:lvl1pPr marL="342900" indent="-3429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80000"/>
              <a:buFont typeface="Wingdings" panose="05000000000000000000" pitchFamily="2" charset="2"/>
              <a:buChar char="n"/>
              <a:defRPr sz="3200" b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defRPr>
            </a:lvl1pPr>
            <a:lvl2pPr marL="742950" indent="-28575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Char char="–"/>
              <a:defRPr sz="2800">
                <a:solidFill>
                  <a:schemeClr val="tx1"/>
                </a:solidFill>
                <a:effectLst/>
                <a:latin typeface="+mn-lt"/>
                <a:ea typeface="+mn-ea"/>
              </a:defRPr>
            </a:lvl2pPr>
            <a:lvl3pPr marL="11430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Font typeface="Wingdings" panose="05000000000000000000" pitchFamily="2" charset="2"/>
              <a:buChar char="§"/>
              <a:defRPr sz="2400">
                <a:solidFill>
                  <a:schemeClr val="tx1"/>
                </a:solidFill>
                <a:effectLst/>
                <a:latin typeface="+mn-lt"/>
                <a:ea typeface="+mn-ea"/>
              </a:defRPr>
            </a:lvl3pPr>
            <a:lvl4pPr marL="16002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–"/>
              <a:defRPr sz="2000">
                <a:solidFill>
                  <a:schemeClr val="tx1"/>
                </a:solidFill>
                <a:effectLst/>
                <a:latin typeface="+mn-lt"/>
                <a:ea typeface="+mn-ea"/>
              </a:defRPr>
            </a:lvl4pPr>
            <a:lvl5pPr marL="20574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effectLst/>
                <a:latin typeface="+mn-lt"/>
                <a:ea typeface="+mn-ea"/>
              </a:defRPr>
            </a:lvl5pPr>
          </a:lstStyle>
          <a:p>
            <a:pPr marL="0" lvl="0" indent="0" eaLnBrk="1" hangingPunct="1">
              <a:spcBef>
                <a:spcPct val="0"/>
              </a:spcBef>
              <a:buClrTx/>
              <a:buSzTx/>
              <a:buFontTx/>
              <a:buNone/>
            </a:pPr>
            <a:endParaRPr lang="zh-CN" altLang="zh-CN" sz="1800" dirty="0">
              <a:latin typeface="Arial" panose="020B0604020202020204" pitchFamily="34" charset="0"/>
            </a:endParaRPr>
          </a:p>
        </p:txBody>
      </p:sp>
      <p:sp>
        <p:nvSpPr>
          <p:cNvPr id="48132" name="Rectangle 3"/>
          <p:cNvSpPr/>
          <p:nvPr/>
        </p:nvSpPr>
        <p:spPr>
          <a:xfrm>
            <a:off x="1524000" y="1990725"/>
            <a:ext cx="184150" cy="400050"/>
          </a:xfrm>
          <a:prstGeom prst="rect">
            <a:avLst/>
          </a:prstGeom>
          <a:noFill/>
          <a:ln w="9525">
            <a:noFill/>
          </a:ln>
        </p:spPr>
        <p:txBody>
          <a:bodyPr wrap="none" anchor="ctr" anchorCtr="0">
            <a:spAutoFit/>
          </a:bodyPr>
          <a:lstStyle>
            <a:lvl1pPr marL="342900" indent="-3429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80000"/>
              <a:buFont typeface="Wingdings" panose="05000000000000000000" pitchFamily="2" charset="2"/>
              <a:buChar char="n"/>
              <a:defRPr sz="3200" b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defRPr>
            </a:lvl1pPr>
            <a:lvl2pPr marL="742950" indent="-28575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Char char="–"/>
              <a:defRPr sz="2800">
                <a:solidFill>
                  <a:schemeClr val="tx1"/>
                </a:solidFill>
                <a:effectLst/>
                <a:latin typeface="+mn-lt"/>
                <a:ea typeface="+mn-ea"/>
              </a:defRPr>
            </a:lvl2pPr>
            <a:lvl3pPr marL="11430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Font typeface="Wingdings" panose="05000000000000000000" pitchFamily="2" charset="2"/>
              <a:buChar char="§"/>
              <a:defRPr sz="2400">
                <a:solidFill>
                  <a:schemeClr val="tx1"/>
                </a:solidFill>
                <a:effectLst/>
                <a:latin typeface="+mn-lt"/>
                <a:ea typeface="+mn-ea"/>
              </a:defRPr>
            </a:lvl3pPr>
            <a:lvl4pPr marL="16002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–"/>
              <a:defRPr sz="2000">
                <a:solidFill>
                  <a:schemeClr val="tx1"/>
                </a:solidFill>
                <a:effectLst/>
                <a:latin typeface="+mn-lt"/>
                <a:ea typeface="+mn-ea"/>
              </a:defRPr>
            </a:lvl4pPr>
            <a:lvl5pPr marL="20574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effectLst/>
                <a:latin typeface="+mn-lt"/>
                <a:ea typeface="+mn-ea"/>
              </a:defRPr>
            </a:lvl5pPr>
          </a:lstStyle>
          <a:p>
            <a:pPr marL="0" lvl="0" indent="0" eaLnBrk="1" hangingPunct="1">
              <a:spcBef>
                <a:spcPct val="0"/>
              </a:spcBef>
              <a:buClrTx/>
              <a:buSzTx/>
              <a:buFontTx/>
              <a:buNone/>
            </a:pPr>
            <a:endParaRPr lang="zh-CN" altLang="en-US" sz="2000" b="1" dirty="0">
              <a:ea typeface="黑体" panose="02010609060101010101" pitchFamily="49" charset="-122"/>
            </a:endParaRPr>
          </a:p>
        </p:txBody>
      </p:sp>
      <p:grpSp>
        <p:nvGrpSpPr>
          <p:cNvPr id="48133" name="Group 4"/>
          <p:cNvGrpSpPr/>
          <p:nvPr/>
        </p:nvGrpSpPr>
        <p:grpSpPr>
          <a:xfrm>
            <a:off x="1847850" y="44450"/>
            <a:ext cx="8280400" cy="4956175"/>
            <a:chOff x="204" y="436"/>
            <a:chExt cx="5216" cy="3122"/>
          </a:xfrm>
        </p:grpSpPr>
        <p:sp>
          <p:nvSpPr>
            <p:cNvPr id="48136" name="Rectangle 5"/>
            <p:cNvSpPr/>
            <p:nvPr/>
          </p:nvSpPr>
          <p:spPr>
            <a:xfrm>
              <a:off x="3072" y="744"/>
              <a:ext cx="1720" cy="363"/>
            </a:xfrm>
            <a:prstGeom prst="rect">
              <a:avLst/>
            </a:prstGeom>
            <a:noFill/>
            <a:ln w="38100">
              <a:noFill/>
            </a:ln>
          </p:spPr>
          <p:txBody>
            <a:bodyPr lIns="12700" tIns="12700" rIns="12700" bIns="12700"/>
            <a:lstStyle>
              <a:lvl1pPr marL="342900" indent="-342900" algn="l" rtl="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hlink"/>
                </a:buClr>
                <a:buSzPct val="80000"/>
                <a:buFont typeface="Wingdings" panose="05000000000000000000" pitchFamily="2" charset="2"/>
                <a:buChar char="n"/>
                <a:defRPr sz="3200" b="0">
                  <a:solidFill>
                    <a:schemeClr val="tx1"/>
                  </a:solidFill>
                  <a:effectLst/>
                  <a:latin typeface="+mn-lt"/>
                  <a:ea typeface="+mn-ea"/>
                  <a:cs typeface="+mn-cs"/>
                </a:defRPr>
              </a:lvl1pPr>
              <a:lvl2pPr marL="742950" indent="-285750" algn="l" rtl="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tx1"/>
                </a:buClr>
                <a:buChar char="–"/>
                <a:defRPr sz="2800">
                  <a:solidFill>
                    <a:schemeClr val="tx1"/>
                  </a:solidFill>
                  <a:effectLst/>
                  <a:latin typeface="+mn-lt"/>
                  <a:ea typeface="+mn-ea"/>
                </a:defRPr>
              </a:lvl2pPr>
              <a:lvl3pPr marL="11430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hlink"/>
                </a:buClr>
                <a:buFont typeface="Wingdings" panose="05000000000000000000" pitchFamily="2" charset="2"/>
                <a:buChar char="§"/>
                <a:defRPr sz="2400">
                  <a:solidFill>
                    <a:schemeClr val="tx1"/>
                  </a:solidFill>
                  <a:effectLst/>
                  <a:latin typeface="+mn-lt"/>
                  <a:ea typeface="+mn-ea"/>
                </a:defRPr>
              </a:lvl3pPr>
              <a:lvl4pPr marL="16002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–"/>
                <a:defRPr sz="2000">
                  <a:solidFill>
                    <a:schemeClr val="tx1"/>
                  </a:solidFill>
                  <a:effectLst/>
                  <a:latin typeface="+mn-lt"/>
                  <a:ea typeface="+mn-ea"/>
                </a:defRPr>
              </a:lvl4pPr>
              <a:lvl5pPr marL="20574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hlink"/>
                </a:buClr>
                <a:buFont typeface="Wingdings" panose="05000000000000000000" pitchFamily="2" charset="2"/>
                <a:buChar char="§"/>
                <a:defRPr sz="2000">
                  <a:solidFill>
                    <a:schemeClr val="tx1"/>
                  </a:solidFill>
                  <a:effectLst/>
                  <a:latin typeface="+mn-lt"/>
                  <a:ea typeface="+mn-ea"/>
                </a:defRPr>
              </a:lvl5pPr>
            </a:lstStyle>
            <a:p>
              <a:pPr marL="0" lvl="0" indent="0" algn="ctr" eaLnBrk="1" hangingPunct="1">
                <a:spcBef>
                  <a:spcPct val="0"/>
                </a:spcBef>
                <a:buClrTx/>
                <a:buSzTx/>
                <a:buFontTx/>
                <a:buNone/>
              </a:pPr>
              <a:r>
                <a:rPr lang="zh-CN" altLang="en-US" sz="2000" b="1" dirty="0">
                  <a:solidFill>
                    <a:srgbClr val="FFFF66"/>
                  </a:solidFill>
                  <a:latin typeface="Times New Roman" panose="02020603050405020304" pitchFamily="18" charset="0"/>
                  <a:cs typeface="Times New Roman" panose="02020603050405020304" pitchFamily="18" charset="0"/>
                </a:rPr>
                <a:t>处理第</a:t>
              </a:r>
              <a:r>
                <a:rPr lang="en-US" altLang="zh-CN" sz="2000" b="1" dirty="0">
                  <a:solidFill>
                    <a:srgbClr val="FFFF66"/>
                  </a:solidFill>
                  <a:latin typeface="Times New Roman" panose="02020603050405020304" pitchFamily="18" charset="0"/>
                  <a:cs typeface="Times New Roman" panose="02020603050405020304" pitchFamily="18" charset="0"/>
                </a:rPr>
                <a:t>r</a:t>
              </a:r>
              <a:r>
                <a:rPr lang="zh-CN" altLang="en-US" sz="2000" b="1" dirty="0">
                  <a:solidFill>
                    <a:srgbClr val="FFFF66"/>
                  </a:solidFill>
                  <a:latin typeface="Times New Roman" panose="02020603050405020304" pitchFamily="18" charset="0"/>
                  <a:cs typeface="Times New Roman" panose="02020603050405020304" pitchFamily="18" charset="0"/>
                </a:rPr>
                <a:t>科成绩部分</a:t>
              </a:r>
              <a:endParaRPr lang="zh-CN" altLang="en-US" sz="2000" b="1" dirty="0">
                <a:solidFill>
                  <a:srgbClr val="FFFF66"/>
                </a:solidFill>
                <a:latin typeface="Arial" panose="020B0604020202020204" pitchFamily="34" charset="0"/>
                <a:ea typeface="Times New Roman" panose="02020603050405020304" pitchFamily="18" charset="0"/>
              </a:endParaRPr>
            </a:p>
          </p:txBody>
        </p:sp>
        <p:grpSp>
          <p:nvGrpSpPr>
            <p:cNvPr id="48137" name="Group 6"/>
            <p:cNvGrpSpPr/>
            <p:nvPr/>
          </p:nvGrpSpPr>
          <p:grpSpPr>
            <a:xfrm>
              <a:off x="204" y="740"/>
              <a:ext cx="820" cy="2818"/>
              <a:chOff x="2961" y="8560"/>
              <a:chExt cx="877" cy="2636"/>
            </a:xfrm>
          </p:grpSpPr>
          <p:sp>
            <p:nvSpPr>
              <p:cNvPr id="48189" name="Line 7"/>
              <p:cNvSpPr/>
              <p:nvPr/>
            </p:nvSpPr>
            <p:spPr>
              <a:xfrm>
                <a:off x="3398" y="8847"/>
                <a:ext cx="0" cy="2103"/>
              </a:xfrm>
              <a:prstGeom prst="line">
                <a:avLst/>
              </a:prstGeom>
              <a:ln w="38100" cap="flat" cmpd="sng">
                <a:solidFill>
                  <a:schemeClr val="tx1"/>
                </a:solidFill>
                <a:prstDash val="solid"/>
                <a:headEnd type="none" w="sm" len="sm"/>
                <a:tailEnd type="none" w="sm" len="sm"/>
              </a:ln>
            </p:spPr>
          </p:sp>
          <p:grpSp>
            <p:nvGrpSpPr>
              <p:cNvPr id="48190" name="Group 8"/>
              <p:cNvGrpSpPr/>
              <p:nvPr/>
            </p:nvGrpSpPr>
            <p:grpSpPr>
              <a:xfrm>
                <a:off x="2961" y="8560"/>
                <a:ext cx="877" cy="283"/>
                <a:chOff x="1227" y="9641"/>
                <a:chExt cx="512" cy="470"/>
              </a:xfrm>
            </p:grpSpPr>
            <p:sp>
              <p:nvSpPr>
                <p:cNvPr id="48194" name="Rectangle 9"/>
                <p:cNvSpPr/>
                <p:nvPr/>
              </p:nvSpPr>
              <p:spPr>
                <a:xfrm>
                  <a:off x="1247" y="9661"/>
                  <a:ext cx="466" cy="444"/>
                </a:xfrm>
                <a:prstGeom prst="rect">
                  <a:avLst/>
                </a:prstGeom>
                <a:noFill/>
                <a:ln w="38100">
                  <a:noFill/>
                </a:ln>
              </p:spPr>
              <p:txBody>
                <a:bodyPr lIns="12700" tIns="12700" rIns="12700" bIns="12700"/>
                <a:lstStyle>
                  <a:lvl1pPr marL="342900" indent="-342900" algn="l" rtl="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lr>
                      <a:schemeClr val="hlink"/>
                    </a:buClr>
                    <a:buSzPct val="80000"/>
                    <a:buFont typeface="Wingdings" panose="05000000000000000000" pitchFamily="2" charset="2"/>
                    <a:buChar char="n"/>
                    <a:defRPr sz="3200" b="0">
                      <a:solidFill>
                        <a:schemeClr val="tx1"/>
                      </a:solidFill>
                      <a:effectLst/>
                      <a:latin typeface="+mn-lt"/>
                      <a:ea typeface="+mn-ea"/>
                      <a:cs typeface="+mn-cs"/>
                    </a:defRPr>
                  </a:lvl1pPr>
                  <a:lvl2pPr marL="742950" indent="-285750" algn="l" rtl="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lr>
                      <a:schemeClr val="tx1"/>
                    </a:buClr>
                    <a:buChar char="–"/>
                    <a:defRPr sz="2800">
                      <a:solidFill>
                        <a:schemeClr val="tx1"/>
                      </a:solidFill>
                      <a:effectLst/>
                      <a:latin typeface="+mn-lt"/>
                      <a:ea typeface="+mn-ea"/>
                    </a:defRPr>
                  </a:lvl2pPr>
                  <a:lvl3pPr marL="1143000" indent="-228600" algn="l" rtl="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lr>
                      <a:schemeClr val="hlink"/>
                    </a:buClr>
                    <a:buFont typeface="Wingdings" panose="05000000000000000000" pitchFamily="2" charset="2"/>
                    <a:buChar char="§"/>
                    <a:defRPr sz="2400">
                      <a:solidFill>
                        <a:schemeClr val="tx1"/>
                      </a:solidFill>
                      <a:effectLst/>
                      <a:latin typeface="+mn-lt"/>
                      <a:ea typeface="+mn-ea"/>
                    </a:defRPr>
                  </a:lvl3pPr>
                  <a:lvl4pPr marL="1600200" indent="-228600" algn="l" rtl="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har char="–"/>
                    <a:defRPr sz="2000">
                      <a:solidFill>
                        <a:schemeClr val="tx1"/>
                      </a:solidFill>
                      <a:effectLst/>
                      <a:latin typeface="+mn-lt"/>
                      <a:ea typeface="+mn-ea"/>
                    </a:defRPr>
                  </a:lvl4pPr>
                  <a:lvl5pPr marL="2057400" indent="-228600" algn="l" rtl="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lr>
                      <a:schemeClr val="hlink"/>
                    </a:buClr>
                    <a:buFont typeface="Wingdings" panose="05000000000000000000" pitchFamily="2" charset="2"/>
                    <a:buChar char="§"/>
                    <a:defRPr sz="2000">
                      <a:solidFill>
                        <a:schemeClr val="tx1"/>
                      </a:solidFill>
                      <a:effectLst/>
                      <a:latin typeface="+mn-lt"/>
                      <a:ea typeface="+mn-ea"/>
                    </a:defRPr>
                  </a:lvl5pPr>
                </a:lstStyle>
                <a:p>
                  <a:pPr marL="0" lvl="0" indent="0" algn="ctr" eaLnBrk="1" hangingPunct="1">
                    <a:spcBef>
                      <a:spcPct val="0"/>
                    </a:spcBef>
                    <a:buClrTx/>
                    <a:buSzTx/>
                    <a:buFontTx/>
                    <a:buNone/>
                  </a:pPr>
                  <a:r>
                    <a:rPr lang="zh-CN" altLang="en-US" sz="2000" b="1" dirty="0">
                      <a:latin typeface="Times New Roman" panose="02020603050405020304" pitchFamily="18" charset="0"/>
                      <a:cs typeface="Times New Roman" panose="02020603050405020304" pitchFamily="18" charset="0"/>
                    </a:rPr>
                    <a:t>开始</a:t>
                  </a:r>
                  <a:endParaRPr lang="zh-CN" altLang="en-US" sz="2000" b="1" dirty="0">
                    <a:latin typeface="Arial" panose="020B0604020202020204" pitchFamily="34" charset="0"/>
                    <a:ea typeface="Times New Roman" panose="02020603050405020304" pitchFamily="18" charset="0"/>
                  </a:endParaRPr>
                </a:p>
              </p:txBody>
            </p:sp>
            <p:sp>
              <p:nvSpPr>
                <p:cNvPr id="48195" name="Oval 10"/>
                <p:cNvSpPr/>
                <p:nvPr/>
              </p:nvSpPr>
              <p:spPr>
                <a:xfrm>
                  <a:off x="1227" y="9641"/>
                  <a:ext cx="512" cy="470"/>
                </a:xfrm>
                <a:prstGeom prst="ellipse">
                  <a:avLst/>
                </a:prstGeom>
                <a:noFill/>
                <a:ln w="38100" cap="flat" cmpd="sng">
                  <a:solidFill>
                    <a:schemeClr val="tx1"/>
                  </a:solidFill>
                  <a:prstDash val="solid"/>
                  <a:headEnd type="none" w="med" len="med"/>
                  <a:tailEnd type="none" w="med" len="med"/>
                </a:ln>
              </p:spPr>
              <p:txBody>
                <a:bodyPr/>
                <a:lstStyle>
                  <a:lvl1pPr marL="342900" indent="-342900" algn="l" rtl="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lr>
                      <a:schemeClr val="hlink"/>
                    </a:buClr>
                    <a:buSzPct val="80000"/>
                    <a:buFont typeface="Wingdings" panose="05000000000000000000" pitchFamily="2" charset="2"/>
                    <a:buChar char="n"/>
                    <a:defRPr sz="3200" b="0">
                      <a:solidFill>
                        <a:schemeClr val="tx1"/>
                      </a:solidFill>
                      <a:effectLst/>
                      <a:latin typeface="+mn-lt"/>
                      <a:ea typeface="+mn-ea"/>
                      <a:cs typeface="+mn-cs"/>
                    </a:defRPr>
                  </a:lvl1pPr>
                  <a:lvl2pPr marL="742950" indent="-285750" algn="l" rtl="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lr>
                      <a:schemeClr val="tx1"/>
                    </a:buClr>
                    <a:buChar char="–"/>
                    <a:defRPr sz="2800">
                      <a:solidFill>
                        <a:schemeClr val="tx1"/>
                      </a:solidFill>
                      <a:effectLst/>
                      <a:latin typeface="+mn-lt"/>
                      <a:ea typeface="+mn-ea"/>
                    </a:defRPr>
                  </a:lvl2pPr>
                  <a:lvl3pPr marL="1143000" indent="-228600" algn="l" rtl="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lr>
                      <a:schemeClr val="hlink"/>
                    </a:buClr>
                    <a:buFont typeface="Wingdings" panose="05000000000000000000" pitchFamily="2" charset="2"/>
                    <a:buChar char="§"/>
                    <a:defRPr sz="2400">
                      <a:solidFill>
                        <a:schemeClr val="tx1"/>
                      </a:solidFill>
                      <a:effectLst/>
                      <a:latin typeface="+mn-lt"/>
                      <a:ea typeface="+mn-ea"/>
                    </a:defRPr>
                  </a:lvl3pPr>
                  <a:lvl4pPr marL="1600200" indent="-228600" algn="l" rtl="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har char="–"/>
                    <a:defRPr sz="2000">
                      <a:solidFill>
                        <a:schemeClr val="tx1"/>
                      </a:solidFill>
                      <a:effectLst/>
                      <a:latin typeface="+mn-lt"/>
                      <a:ea typeface="+mn-ea"/>
                    </a:defRPr>
                  </a:lvl4pPr>
                  <a:lvl5pPr marL="2057400" indent="-228600" algn="l" rtl="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lr>
                      <a:schemeClr val="hlink"/>
                    </a:buClr>
                    <a:buFont typeface="Wingdings" panose="05000000000000000000" pitchFamily="2" charset="2"/>
                    <a:buChar char="§"/>
                    <a:defRPr sz="2000">
                      <a:solidFill>
                        <a:schemeClr val="tx1"/>
                      </a:solidFill>
                      <a:effectLst/>
                      <a:latin typeface="+mn-lt"/>
                      <a:ea typeface="+mn-ea"/>
                    </a:defRPr>
                  </a:lvl5pPr>
                </a:lstStyle>
                <a:p>
                  <a:pPr marL="0" lvl="0" indent="0" eaLnBrk="1" hangingPunct="1">
                    <a:spcBef>
                      <a:spcPct val="0"/>
                    </a:spcBef>
                    <a:buClrTx/>
                    <a:buSzTx/>
                    <a:buFontTx/>
                    <a:buNone/>
                  </a:pPr>
                  <a:endParaRPr lang="zh-CN" altLang="en-US" sz="2000" b="1" dirty="0">
                    <a:ea typeface="黑体" panose="02010609060101010101" pitchFamily="49" charset="-122"/>
                  </a:endParaRPr>
                </a:p>
              </p:txBody>
            </p:sp>
          </p:grpSp>
          <p:grpSp>
            <p:nvGrpSpPr>
              <p:cNvPr id="48191" name="Group 11"/>
              <p:cNvGrpSpPr/>
              <p:nvPr/>
            </p:nvGrpSpPr>
            <p:grpSpPr>
              <a:xfrm>
                <a:off x="2974" y="10938"/>
                <a:ext cx="840" cy="258"/>
                <a:chOff x="-1" y="0"/>
                <a:chExt cx="20001" cy="20000"/>
              </a:xfrm>
            </p:grpSpPr>
            <p:sp>
              <p:nvSpPr>
                <p:cNvPr id="48192" name="Rectangle 12"/>
                <p:cNvSpPr/>
                <p:nvPr/>
              </p:nvSpPr>
              <p:spPr>
                <a:xfrm>
                  <a:off x="3883" y="2160"/>
                  <a:ext cx="15007" cy="17840"/>
                </a:xfrm>
                <a:prstGeom prst="rect">
                  <a:avLst/>
                </a:prstGeom>
                <a:noFill/>
                <a:ln w="38100">
                  <a:noFill/>
                </a:ln>
              </p:spPr>
              <p:txBody>
                <a:bodyPr lIns="12700" tIns="12700" rIns="12700" bIns="12700"/>
                <a:lstStyle>
                  <a:lvl1pPr marL="342900" indent="-342900" algn="l" rtl="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lr>
                      <a:schemeClr val="hlink"/>
                    </a:buClr>
                    <a:buSzPct val="80000"/>
                    <a:buFont typeface="Wingdings" panose="05000000000000000000" pitchFamily="2" charset="2"/>
                    <a:buChar char="n"/>
                    <a:defRPr sz="3200" b="0">
                      <a:solidFill>
                        <a:schemeClr val="tx1"/>
                      </a:solidFill>
                      <a:effectLst/>
                      <a:latin typeface="+mn-lt"/>
                      <a:ea typeface="+mn-ea"/>
                      <a:cs typeface="+mn-cs"/>
                    </a:defRPr>
                  </a:lvl1pPr>
                  <a:lvl2pPr marL="742950" indent="-285750" algn="l" rtl="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lr>
                      <a:schemeClr val="tx1"/>
                    </a:buClr>
                    <a:buChar char="–"/>
                    <a:defRPr sz="2800">
                      <a:solidFill>
                        <a:schemeClr val="tx1"/>
                      </a:solidFill>
                      <a:effectLst/>
                      <a:latin typeface="+mn-lt"/>
                      <a:ea typeface="+mn-ea"/>
                    </a:defRPr>
                  </a:lvl2pPr>
                  <a:lvl3pPr marL="1143000" indent="-228600" algn="l" rtl="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lr>
                      <a:schemeClr val="hlink"/>
                    </a:buClr>
                    <a:buFont typeface="Wingdings" panose="05000000000000000000" pitchFamily="2" charset="2"/>
                    <a:buChar char="§"/>
                    <a:defRPr sz="2400">
                      <a:solidFill>
                        <a:schemeClr val="tx1"/>
                      </a:solidFill>
                      <a:effectLst/>
                      <a:latin typeface="+mn-lt"/>
                      <a:ea typeface="+mn-ea"/>
                    </a:defRPr>
                  </a:lvl3pPr>
                  <a:lvl4pPr marL="1600200" indent="-228600" algn="l" rtl="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har char="–"/>
                    <a:defRPr sz="2000">
                      <a:solidFill>
                        <a:schemeClr val="tx1"/>
                      </a:solidFill>
                      <a:effectLst/>
                      <a:latin typeface="+mn-lt"/>
                      <a:ea typeface="+mn-ea"/>
                    </a:defRPr>
                  </a:lvl4pPr>
                  <a:lvl5pPr marL="2057400" indent="-228600" algn="l" rtl="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lr>
                      <a:schemeClr val="hlink"/>
                    </a:buClr>
                    <a:buFont typeface="Wingdings" panose="05000000000000000000" pitchFamily="2" charset="2"/>
                    <a:buChar char="§"/>
                    <a:defRPr sz="2000">
                      <a:solidFill>
                        <a:schemeClr val="tx1"/>
                      </a:solidFill>
                      <a:effectLst/>
                      <a:latin typeface="+mn-lt"/>
                      <a:ea typeface="+mn-ea"/>
                    </a:defRPr>
                  </a:lvl5pPr>
                </a:lstStyle>
                <a:p>
                  <a:pPr marL="0" lvl="0" indent="0" eaLnBrk="1" hangingPunct="1">
                    <a:spcBef>
                      <a:spcPct val="0"/>
                    </a:spcBef>
                    <a:buClrTx/>
                    <a:buSzTx/>
                    <a:buFontTx/>
                    <a:buNone/>
                  </a:pPr>
                  <a:r>
                    <a:rPr lang="zh-CN" altLang="en-US" sz="2000" b="1" dirty="0">
                      <a:latin typeface="Times New Roman" panose="02020603050405020304" pitchFamily="18" charset="0"/>
                      <a:cs typeface="Times New Roman" panose="02020603050405020304" pitchFamily="18" charset="0"/>
                    </a:rPr>
                    <a:t>结束</a:t>
                  </a:r>
                  <a:endParaRPr lang="zh-CN" altLang="en-US" sz="2000" b="1" dirty="0">
                    <a:latin typeface="Arial" panose="020B0604020202020204" pitchFamily="34" charset="0"/>
                    <a:ea typeface="Times New Roman" panose="02020603050405020304" pitchFamily="18" charset="0"/>
                  </a:endParaRPr>
                </a:p>
              </p:txBody>
            </p:sp>
            <p:sp>
              <p:nvSpPr>
                <p:cNvPr id="48193" name="Oval 13"/>
                <p:cNvSpPr/>
                <p:nvPr/>
              </p:nvSpPr>
              <p:spPr>
                <a:xfrm>
                  <a:off x="-1" y="0"/>
                  <a:ext cx="20001" cy="18890"/>
                </a:xfrm>
                <a:prstGeom prst="ellipse">
                  <a:avLst/>
                </a:prstGeom>
                <a:noFill/>
                <a:ln w="38100" cap="flat" cmpd="sng">
                  <a:solidFill>
                    <a:schemeClr val="tx1"/>
                  </a:solidFill>
                  <a:prstDash val="solid"/>
                  <a:headEnd type="none" w="med" len="med"/>
                  <a:tailEnd type="none" w="med" len="med"/>
                </a:ln>
              </p:spPr>
              <p:txBody>
                <a:bodyPr/>
                <a:lstStyle>
                  <a:lvl1pPr marL="342900" indent="-342900" algn="l" rtl="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lr>
                      <a:schemeClr val="hlink"/>
                    </a:buClr>
                    <a:buSzPct val="80000"/>
                    <a:buFont typeface="Wingdings" panose="05000000000000000000" pitchFamily="2" charset="2"/>
                    <a:buChar char="n"/>
                    <a:defRPr sz="3200" b="0">
                      <a:solidFill>
                        <a:schemeClr val="tx1"/>
                      </a:solidFill>
                      <a:effectLst/>
                      <a:latin typeface="+mn-lt"/>
                      <a:ea typeface="+mn-ea"/>
                      <a:cs typeface="+mn-cs"/>
                    </a:defRPr>
                  </a:lvl1pPr>
                  <a:lvl2pPr marL="742950" indent="-285750" algn="l" rtl="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lr>
                      <a:schemeClr val="tx1"/>
                    </a:buClr>
                    <a:buChar char="–"/>
                    <a:defRPr sz="2800">
                      <a:solidFill>
                        <a:schemeClr val="tx1"/>
                      </a:solidFill>
                      <a:effectLst/>
                      <a:latin typeface="+mn-lt"/>
                      <a:ea typeface="+mn-ea"/>
                    </a:defRPr>
                  </a:lvl2pPr>
                  <a:lvl3pPr marL="1143000" indent="-228600" algn="l" rtl="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lr>
                      <a:schemeClr val="hlink"/>
                    </a:buClr>
                    <a:buFont typeface="Wingdings" panose="05000000000000000000" pitchFamily="2" charset="2"/>
                    <a:buChar char="§"/>
                    <a:defRPr sz="2400">
                      <a:solidFill>
                        <a:schemeClr val="tx1"/>
                      </a:solidFill>
                      <a:effectLst/>
                      <a:latin typeface="+mn-lt"/>
                      <a:ea typeface="+mn-ea"/>
                    </a:defRPr>
                  </a:lvl3pPr>
                  <a:lvl4pPr marL="1600200" indent="-228600" algn="l" rtl="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har char="–"/>
                    <a:defRPr sz="2000">
                      <a:solidFill>
                        <a:schemeClr val="tx1"/>
                      </a:solidFill>
                      <a:effectLst/>
                      <a:latin typeface="+mn-lt"/>
                      <a:ea typeface="+mn-ea"/>
                    </a:defRPr>
                  </a:lvl4pPr>
                  <a:lvl5pPr marL="2057400" indent="-228600" algn="l" rtl="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lr>
                      <a:schemeClr val="hlink"/>
                    </a:buClr>
                    <a:buFont typeface="Wingdings" panose="05000000000000000000" pitchFamily="2" charset="2"/>
                    <a:buChar char="§"/>
                    <a:defRPr sz="2000">
                      <a:solidFill>
                        <a:schemeClr val="tx1"/>
                      </a:solidFill>
                      <a:effectLst/>
                      <a:latin typeface="+mn-lt"/>
                      <a:ea typeface="+mn-ea"/>
                    </a:defRPr>
                  </a:lvl5pPr>
                </a:lstStyle>
                <a:p>
                  <a:pPr marL="0" lvl="0" indent="0" eaLnBrk="1" hangingPunct="1">
                    <a:spcBef>
                      <a:spcPct val="0"/>
                    </a:spcBef>
                    <a:buClrTx/>
                    <a:buSzTx/>
                    <a:buFontTx/>
                    <a:buNone/>
                  </a:pPr>
                  <a:endParaRPr lang="zh-CN" altLang="en-US" sz="2000" b="1" dirty="0">
                    <a:ea typeface="黑体" panose="02010609060101010101" pitchFamily="49" charset="-122"/>
                  </a:endParaRPr>
                </a:p>
              </p:txBody>
            </p:sp>
          </p:grpSp>
        </p:grpSp>
        <p:grpSp>
          <p:nvGrpSpPr>
            <p:cNvPr id="48138" name="Group 14"/>
            <p:cNvGrpSpPr/>
            <p:nvPr/>
          </p:nvGrpSpPr>
          <p:grpSpPr>
            <a:xfrm>
              <a:off x="2391" y="2125"/>
              <a:ext cx="1770" cy="278"/>
              <a:chOff x="1801" y="7124"/>
              <a:chExt cx="1893" cy="260"/>
            </a:xfrm>
          </p:grpSpPr>
          <p:grpSp>
            <p:nvGrpSpPr>
              <p:cNvPr id="48185" name="Group 15"/>
              <p:cNvGrpSpPr/>
              <p:nvPr/>
            </p:nvGrpSpPr>
            <p:grpSpPr>
              <a:xfrm>
                <a:off x="1801" y="7124"/>
                <a:ext cx="1687" cy="260"/>
                <a:chOff x="0" y="0"/>
                <a:chExt cx="19991" cy="20000"/>
              </a:xfrm>
            </p:grpSpPr>
            <p:sp>
              <p:nvSpPr>
                <p:cNvPr id="48187" name="Rectangle 16"/>
                <p:cNvSpPr/>
                <p:nvPr/>
              </p:nvSpPr>
              <p:spPr>
                <a:xfrm>
                  <a:off x="0" y="52"/>
                  <a:ext cx="2348" cy="19948"/>
                </a:xfrm>
                <a:prstGeom prst="rect">
                  <a:avLst/>
                </a:prstGeom>
                <a:noFill/>
                <a:ln w="38100" cap="flat" cmpd="sng">
                  <a:solidFill>
                    <a:schemeClr val="tx1"/>
                  </a:solidFill>
                  <a:prstDash val="solid"/>
                  <a:miter/>
                  <a:headEnd type="none" w="med" len="med"/>
                  <a:tailEnd type="none" w="med" len="med"/>
                </a:ln>
              </p:spPr>
              <p:txBody>
                <a:bodyPr/>
                <a:lstStyle>
                  <a:lvl1pPr marL="342900" indent="-342900" algn="l" rtl="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lr>
                      <a:schemeClr val="hlink"/>
                    </a:buClr>
                    <a:buSzPct val="80000"/>
                    <a:buFont typeface="Wingdings" panose="05000000000000000000" pitchFamily="2" charset="2"/>
                    <a:buChar char="n"/>
                    <a:defRPr sz="3200" b="0">
                      <a:solidFill>
                        <a:schemeClr val="tx1"/>
                      </a:solidFill>
                      <a:effectLst/>
                      <a:latin typeface="+mn-lt"/>
                      <a:ea typeface="+mn-ea"/>
                      <a:cs typeface="+mn-cs"/>
                    </a:defRPr>
                  </a:lvl1pPr>
                  <a:lvl2pPr marL="742950" indent="-285750" algn="l" rtl="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lr>
                      <a:schemeClr val="tx1"/>
                    </a:buClr>
                    <a:buChar char="–"/>
                    <a:defRPr sz="2800">
                      <a:solidFill>
                        <a:schemeClr val="tx1"/>
                      </a:solidFill>
                      <a:effectLst/>
                      <a:latin typeface="+mn-lt"/>
                      <a:ea typeface="+mn-ea"/>
                    </a:defRPr>
                  </a:lvl2pPr>
                  <a:lvl3pPr marL="1143000" indent="-228600" algn="l" rtl="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lr>
                      <a:schemeClr val="hlink"/>
                    </a:buClr>
                    <a:buFont typeface="Wingdings" panose="05000000000000000000" pitchFamily="2" charset="2"/>
                    <a:buChar char="§"/>
                    <a:defRPr sz="2400">
                      <a:solidFill>
                        <a:schemeClr val="tx1"/>
                      </a:solidFill>
                      <a:effectLst/>
                      <a:latin typeface="+mn-lt"/>
                      <a:ea typeface="+mn-ea"/>
                    </a:defRPr>
                  </a:lvl3pPr>
                  <a:lvl4pPr marL="1600200" indent="-228600" algn="l" rtl="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har char="–"/>
                    <a:defRPr sz="2000">
                      <a:solidFill>
                        <a:schemeClr val="tx1"/>
                      </a:solidFill>
                      <a:effectLst/>
                      <a:latin typeface="+mn-lt"/>
                      <a:ea typeface="+mn-ea"/>
                    </a:defRPr>
                  </a:lvl4pPr>
                  <a:lvl5pPr marL="2057400" indent="-228600" algn="l" rtl="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lr>
                      <a:schemeClr val="hlink"/>
                    </a:buClr>
                    <a:buFont typeface="Wingdings" panose="05000000000000000000" pitchFamily="2" charset="2"/>
                    <a:buChar char="§"/>
                    <a:defRPr sz="2000">
                      <a:solidFill>
                        <a:schemeClr val="tx1"/>
                      </a:solidFill>
                      <a:effectLst/>
                      <a:latin typeface="+mn-lt"/>
                      <a:ea typeface="+mn-ea"/>
                    </a:defRPr>
                  </a:lvl5pPr>
                </a:lstStyle>
                <a:p>
                  <a:pPr marL="0" lvl="0" indent="0" eaLnBrk="1" hangingPunct="1">
                    <a:spcBef>
                      <a:spcPct val="0"/>
                    </a:spcBef>
                    <a:buClrTx/>
                    <a:buSzTx/>
                    <a:buFontTx/>
                    <a:buNone/>
                  </a:pPr>
                  <a:endParaRPr lang="zh-CN" altLang="en-US" sz="2000" b="1" dirty="0">
                    <a:ea typeface="黑体" panose="02010609060101010101" pitchFamily="49" charset="-122"/>
                  </a:endParaRPr>
                </a:p>
              </p:txBody>
            </p:sp>
            <p:sp>
              <p:nvSpPr>
                <p:cNvPr id="48188" name="Rectangle 17"/>
                <p:cNvSpPr/>
                <p:nvPr/>
              </p:nvSpPr>
              <p:spPr>
                <a:xfrm>
                  <a:off x="2336" y="0"/>
                  <a:ext cx="17655" cy="19948"/>
                </a:xfrm>
                <a:prstGeom prst="rect">
                  <a:avLst/>
                </a:prstGeom>
                <a:noFill/>
                <a:ln w="38100" cap="flat" cmpd="sng">
                  <a:solidFill>
                    <a:schemeClr val="tx1"/>
                  </a:solidFill>
                  <a:prstDash val="solid"/>
                  <a:miter/>
                  <a:headEnd type="none" w="med" len="med"/>
                  <a:tailEnd type="none" w="med" len="med"/>
                </a:ln>
              </p:spPr>
              <p:txBody>
                <a:bodyPr lIns="12700" tIns="12700" rIns="12700" bIns="12700"/>
                <a:lstStyle>
                  <a:lvl1pPr marL="342900" indent="-342900" algn="l" rtl="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lr>
                      <a:schemeClr val="hlink"/>
                    </a:buClr>
                    <a:buSzPct val="80000"/>
                    <a:buFont typeface="Wingdings" panose="05000000000000000000" pitchFamily="2" charset="2"/>
                    <a:buChar char="n"/>
                    <a:defRPr sz="3200" b="0">
                      <a:solidFill>
                        <a:schemeClr val="tx1"/>
                      </a:solidFill>
                      <a:effectLst/>
                      <a:latin typeface="+mn-lt"/>
                      <a:ea typeface="+mn-ea"/>
                      <a:cs typeface="+mn-cs"/>
                    </a:defRPr>
                  </a:lvl1pPr>
                  <a:lvl2pPr marL="742950" indent="-285750" algn="l" rtl="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lr>
                      <a:schemeClr val="tx1"/>
                    </a:buClr>
                    <a:buChar char="–"/>
                    <a:defRPr sz="2800">
                      <a:solidFill>
                        <a:schemeClr val="tx1"/>
                      </a:solidFill>
                      <a:effectLst/>
                      <a:latin typeface="+mn-lt"/>
                      <a:ea typeface="+mn-ea"/>
                    </a:defRPr>
                  </a:lvl2pPr>
                  <a:lvl3pPr marL="1143000" indent="-228600" algn="l" rtl="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lr>
                      <a:schemeClr val="hlink"/>
                    </a:buClr>
                    <a:buFont typeface="Wingdings" panose="05000000000000000000" pitchFamily="2" charset="2"/>
                    <a:buChar char="§"/>
                    <a:defRPr sz="2400">
                      <a:solidFill>
                        <a:schemeClr val="tx1"/>
                      </a:solidFill>
                      <a:effectLst/>
                      <a:latin typeface="+mn-lt"/>
                      <a:ea typeface="+mn-ea"/>
                    </a:defRPr>
                  </a:lvl3pPr>
                  <a:lvl4pPr marL="1600200" indent="-228600" algn="l" rtl="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har char="–"/>
                    <a:defRPr sz="2000">
                      <a:solidFill>
                        <a:schemeClr val="tx1"/>
                      </a:solidFill>
                      <a:effectLst/>
                      <a:latin typeface="+mn-lt"/>
                      <a:ea typeface="+mn-ea"/>
                    </a:defRPr>
                  </a:lvl4pPr>
                  <a:lvl5pPr marL="2057400" indent="-228600" algn="l" rtl="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lr>
                      <a:schemeClr val="hlink"/>
                    </a:buClr>
                    <a:buFont typeface="Wingdings" panose="05000000000000000000" pitchFamily="2" charset="2"/>
                    <a:buChar char="§"/>
                    <a:defRPr sz="2000">
                      <a:solidFill>
                        <a:schemeClr val="tx1"/>
                      </a:solidFill>
                      <a:effectLst/>
                      <a:latin typeface="+mn-lt"/>
                      <a:ea typeface="+mn-ea"/>
                    </a:defRPr>
                  </a:lvl5pPr>
                </a:lstStyle>
                <a:p>
                  <a:pPr marL="0" lvl="0" indent="0" algn="ctr" eaLnBrk="1" hangingPunct="1">
                    <a:spcBef>
                      <a:spcPct val="0"/>
                    </a:spcBef>
                    <a:buClrTx/>
                    <a:buSzTx/>
                    <a:buFontTx/>
                    <a:buNone/>
                  </a:pPr>
                  <a:r>
                    <a:rPr lang="en-US" altLang="zh-CN" sz="2000" b="1" dirty="0">
                      <a:latin typeface="Times New Roman" panose="02020603050405020304" pitchFamily="18" charset="0"/>
                      <a:cs typeface="Times New Roman" panose="02020603050405020304" pitchFamily="18" charset="0"/>
                    </a:rPr>
                    <a:t>for (i=0;i&lt;50;i++)</a:t>
                  </a:r>
                  <a:endParaRPr lang="en-US" altLang="zh-CN" sz="2000" b="1" dirty="0">
                    <a:latin typeface="Arial" panose="020B0604020202020204" pitchFamily="34" charset="0"/>
                    <a:ea typeface="Times New Roman" panose="02020603050405020304" pitchFamily="18" charset="0"/>
                  </a:endParaRPr>
                </a:p>
              </p:txBody>
            </p:sp>
          </p:grpSp>
          <p:sp>
            <p:nvSpPr>
              <p:cNvPr id="48186" name="Line 18"/>
              <p:cNvSpPr/>
              <p:nvPr/>
            </p:nvSpPr>
            <p:spPr>
              <a:xfrm>
                <a:off x="3459" y="7252"/>
                <a:ext cx="235" cy="1"/>
              </a:xfrm>
              <a:prstGeom prst="line">
                <a:avLst/>
              </a:prstGeom>
              <a:ln w="38100" cap="flat" cmpd="sng">
                <a:solidFill>
                  <a:schemeClr val="tx1"/>
                </a:solidFill>
                <a:prstDash val="solid"/>
                <a:headEnd type="none" w="sm" len="sm"/>
                <a:tailEnd type="none" w="sm" len="sm"/>
              </a:ln>
            </p:spPr>
          </p:sp>
        </p:grpSp>
        <p:grpSp>
          <p:nvGrpSpPr>
            <p:cNvPr id="48139" name="Group 19"/>
            <p:cNvGrpSpPr/>
            <p:nvPr/>
          </p:nvGrpSpPr>
          <p:grpSpPr>
            <a:xfrm>
              <a:off x="2379" y="2662"/>
              <a:ext cx="2891" cy="297"/>
              <a:chOff x="3408" y="8458"/>
              <a:chExt cx="3093" cy="278"/>
            </a:xfrm>
          </p:grpSpPr>
          <p:sp>
            <p:nvSpPr>
              <p:cNvPr id="48179" name="Rectangle 20"/>
              <p:cNvSpPr/>
              <p:nvPr/>
            </p:nvSpPr>
            <p:spPr>
              <a:xfrm>
                <a:off x="5301" y="8458"/>
                <a:ext cx="1200" cy="278"/>
              </a:xfrm>
              <a:prstGeom prst="rect">
                <a:avLst/>
              </a:prstGeom>
              <a:noFill/>
              <a:ln w="38100" cap="flat" cmpd="sng">
                <a:solidFill>
                  <a:schemeClr val="tx1"/>
                </a:solidFill>
                <a:prstDash val="solid"/>
                <a:miter/>
                <a:headEnd type="none" w="med" len="med"/>
                <a:tailEnd type="none" w="med" len="med"/>
              </a:ln>
            </p:spPr>
            <p:txBody>
              <a:bodyPr lIns="12700" tIns="12700" rIns="12700" bIns="12700"/>
              <a:lstStyle>
                <a:lvl1pPr marL="342900" indent="-342900" algn="l" rtl="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hlink"/>
                  </a:buClr>
                  <a:buSzPct val="80000"/>
                  <a:buFont typeface="Wingdings" panose="05000000000000000000" pitchFamily="2" charset="2"/>
                  <a:buChar char="n"/>
                  <a:defRPr sz="3200" b="0">
                    <a:solidFill>
                      <a:schemeClr val="tx1"/>
                    </a:solidFill>
                    <a:effectLst/>
                    <a:latin typeface="+mn-lt"/>
                    <a:ea typeface="+mn-ea"/>
                    <a:cs typeface="+mn-cs"/>
                  </a:defRPr>
                </a:lvl1pPr>
                <a:lvl2pPr marL="742950" indent="-285750" algn="l" rtl="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tx1"/>
                  </a:buClr>
                  <a:buChar char="–"/>
                  <a:defRPr sz="2800">
                    <a:solidFill>
                      <a:schemeClr val="tx1"/>
                    </a:solidFill>
                    <a:effectLst/>
                    <a:latin typeface="+mn-lt"/>
                    <a:ea typeface="+mn-ea"/>
                  </a:defRPr>
                </a:lvl2pPr>
                <a:lvl3pPr marL="1143000" indent="-228600" algn="l" rtl="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hlink"/>
                  </a:buClr>
                  <a:buFont typeface="Wingdings" panose="05000000000000000000" pitchFamily="2" charset="2"/>
                  <a:buChar char="§"/>
                  <a:defRPr sz="2400">
                    <a:solidFill>
                      <a:schemeClr val="tx1"/>
                    </a:solidFill>
                    <a:effectLst/>
                    <a:latin typeface="+mn-lt"/>
                    <a:ea typeface="+mn-ea"/>
                  </a:defRPr>
                </a:lvl3pPr>
                <a:lvl4pPr marL="1600200" indent="-228600" algn="l" rtl="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–"/>
                  <a:defRPr sz="2000">
                    <a:solidFill>
                      <a:schemeClr val="tx1"/>
                    </a:solidFill>
                    <a:effectLst/>
                    <a:latin typeface="+mn-lt"/>
                    <a:ea typeface="+mn-ea"/>
                  </a:defRPr>
                </a:lvl4pPr>
                <a:lvl5pPr marL="2057400" indent="-228600" algn="l" rtl="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hlink"/>
                  </a:buClr>
                  <a:buFont typeface="Wingdings" panose="05000000000000000000" pitchFamily="2" charset="2"/>
                  <a:buChar char="§"/>
                  <a:defRPr sz="2000">
                    <a:solidFill>
                      <a:schemeClr val="tx1"/>
                    </a:solidFill>
                    <a:effectLst/>
                    <a:latin typeface="+mn-lt"/>
                    <a:ea typeface="+mn-ea"/>
                  </a:defRPr>
                </a:lvl5pPr>
              </a:lstStyle>
              <a:p>
                <a:pPr marL="0" lvl="0" indent="0" algn="ctr" eaLnBrk="1" hangingPunct="1">
                  <a:spcBef>
                    <a:spcPct val="0"/>
                  </a:spcBef>
                  <a:buClrTx/>
                  <a:buSzTx/>
                  <a:buFontTx/>
                  <a:buNone/>
                </a:pPr>
                <a:r>
                  <a:rPr lang="zh-CN" altLang="en-US" sz="2000" b="1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输出</a:t>
                </a:r>
                <a:r>
                  <a:rPr lang="en-US" altLang="zh-CN" sz="2000" b="1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j</a:t>
                </a:r>
                <a:r>
                  <a:rPr lang="en-US" altLang="zh-CN" sz="2000" b="1" baseline="-30000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ri</a:t>
                </a:r>
                <a:endParaRPr lang="en-US" altLang="zh-CN" sz="2000" b="1" dirty="0">
                  <a:latin typeface="Arial" panose="020B0604020202020204" pitchFamily="34" charset="0"/>
                  <a:ea typeface="Times New Roman" panose="02020603050405020304" pitchFamily="18" charset="0"/>
                </a:endParaRPr>
              </a:p>
            </p:txBody>
          </p:sp>
          <p:grpSp>
            <p:nvGrpSpPr>
              <p:cNvPr id="48180" name="Group 21"/>
              <p:cNvGrpSpPr/>
              <p:nvPr/>
            </p:nvGrpSpPr>
            <p:grpSpPr>
              <a:xfrm>
                <a:off x="3408" y="8458"/>
                <a:ext cx="1893" cy="260"/>
                <a:chOff x="1801" y="7124"/>
                <a:chExt cx="1893" cy="260"/>
              </a:xfrm>
            </p:grpSpPr>
            <p:grpSp>
              <p:nvGrpSpPr>
                <p:cNvPr id="48181" name="Group 22"/>
                <p:cNvGrpSpPr/>
                <p:nvPr/>
              </p:nvGrpSpPr>
              <p:grpSpPr>
                <a:xfrm>
                  <a:off x="1801" y="7124"/>
                  <a:ext cx="1687" cy="260"/>
                  <a:chOff x="0" y="0"/>
                  <a:chExt cx="19991" cy="20000"/>
                </a:xfrm>
              </p:grpSpPr>
              <p:sp>
                <p:nvSpPr>
                  <p:cNvPr id="48183" name="Rectangle 23"/>
                  <p:cNvSpPr/>
                  <p:nvPr/>
                </p:nvSpPr>
                <p:spPr>
                  <a:xfrm>
                    <a:off x="0" y="52"/>
                    <a:ext cx="2348" cy="19948"/>
                  </a:xfrm>
                  <a:prstGeom prst="rect">
                    <a:avLst/>
                  </a:prstGeom>
                  <a:noFill/>
                  <a:ln w="38100" cap="flat" cmpd="sng">
                    <a:solidFill>
                      <a:schemeClr val="tx1"/>
                    </a:solidFill>
                    <a:prstDash val="solid"/>
                    <a:miter/>
                    <a:headEnd type="none" w="med" len="med"/>
                    <a:tailEnd type="none" w="med" len="med"/>
                  </a:ln>
                </p:spPr>
                <p:txBody>
                  <a:bodyPr/>
                  <a:lstStyle>
                    <a:lvl1pPr marL="342900" indent="-342900" algn="l" rtl="0" eaLnBrk="0" fontAlgn="base" hangingPunct="0">
                      <a:spcBef>
                        <a:spcPct val="20000"/>
                      </a:spcBef>
                      <a:spcAft>
                        <a:spcPct val="0"/>
                      </a:spcAft>
                      <a:buClr>
                        <a:schemeClr val="hlink"/>
                      </a:buClr>
                      <a:buSzPct val="80000"/>
                      <a:buFont typeface="Wingdings" panose="05000000000000000000" pitchFamily="2" charset="2"/>
                      <a:buChar char="n"/>
                      <a:defRPr sz="3200" b="0">
                        <a:solidFill>
                          <a:schemeClr val="tx1"/>
                        </a:solidFill>
                        <a:effectLst/>
                        <a:latin typeface="+mn-lt"/>
                        <a:ea typeface="+mn-ea"/>
                        <a:cs typeface="+mn-cs"/>
                      </a:defRPr>
                    </a:lvl1pPr>
                    <a:lvl2pPr marL="742950" indent="-285750" algn="l" rtl="0" eaLnBrk="0" fontAlgn="base" hangingPunct="0">
                      <a:spcBef>
                        <a:spcPct val="20000"/>
                      </a:spcBef>
                      <a:spcAft>
                        <a:spcPct val="0"/>
                      </a:spcAft>
                      <a:buClr>
                        <a:schemeClr val="tx1"/>
                      </a:buClr>
                      <a:buChar char="–"/>
                      <a:defRPr sz="2800">
                        <a:solidFill>
                          <a:schemeClr val="tx1"/>
                        </a:solidFill>
                        <a:effectLst/>
                        <a:latin typeface="+mn-lt"/>
                        <a:ea typeface="+mn-ea"/>
                      </a:defRPr>
                    </a:lvl2pPr>
                    <a:lvl3pPr marL="1143000" indent="-228600" algn="l" rtl="0" eaLnBrk="0" fontAlgn="base" hangingPunct="0">
                      <a:spcBef>
                        <a:spcPct val="20000"/>
                      </a:spcBef>
                      <a:spcAft>
                        <a:spcPct val="0"/>
                      </a:spcAft>
                      <a:buClr>
                        <a:schemeClr val="hlink"/>
                      </a:buClr>
                      <a:buFont typeface="Wingdings" panose="05000000000000000000" pitchFamily="2" charset="2"/>
                      <a:buChar char="§"/>
                      <a:defRPr sz="2400">
                        <a:solidFill>
                          <a:schemeClr val="tx1"/>
                        </a:solidFill>
                        <a:effectLst/>
                        <a:latin typeface="+mn-lt"/>
                        <a:ea typeface="+mn-ea"/>
                      </a:defRPr>
                    </a:lvl3pPr>
                    <a:lvl4pPr marL="1600200" indent="-228600" algn="l" rtl="0" eaLnBrk="0" fontAlgn="base" hangingPunct="0">
                      <a:spcBef>
                        <a:spcPct val="20000"/>
                      </a:spcBef>
                      <a:spcAft>
                        <a:spcPct val="0"/>
                      </a:spcAft>
                      <a:buChar char="–"/>
                      <a:defRPr sz="2000">
                        <a:solidFill>
                          <a:schemeClr val="tx1"/>
                        </a:solidFill>
                        <a:effectLst/>
                        <a:latin typeface="+mn-lt"/>
                        <a:ea typeface="+mn-ea"/>
                      </a:defRPr>
                    </a:lvl4pPr>
                    <a:lvl5pPr marL="2057400" indent="-228600" algn="l" rtl="0" eaLnBrk="0" fontAlgn="base" hangingPunct="0">
                      <a:spcBef>
                        <a:spcPct val="20000"/>
                      </a:spcBef>
                      <a:spcAft>
                        <a:spcPct val="0"/>
                      </a:spcAft>
                      <a:buClr>
                        <a:schemeClr val="hlink"/>
                      </a:buClr>
                      <a:buFont typeface="Wingdings" panose="05000000000000000000" pitchFamily="2" charset="2"/>
                      <a:buChar char="§"/>
                      <a:defRPr sz="2000">
                        <a:solidFill>
                          <a:schemeClr val="tx1"/>
                        </a:solidFill>
                        <a:effectLst/>
                        <a:latin typeface="+mn-lt"/>
                        <a:ea typeface="+mn-ea"/>
                      </a:defRPr>
                    </a:lvl5pPr>
                  </a:lstStyle>
                  <a:p>
                    <a:pPr marL="0" lvl="0" indent="0" eaLnBrk="1" hangingPunct="1">
                      <a:spcBef>
                        <a:spcPct val="0"/>
                      </a:spcBef>
                      <a:buClrTx/>
                      <a:buSzTx/>
                      <a:buFontTx/>
                      <a:buNone/>
                    </a:pPr>
                    <a:endParaRPr lang="zh-CN" altLang="en-US" sz="2000" b="1" dirty="0">
                      <a:ea typeface="黑体" panose="02010609060101010101" pitchFamily="49" charset="-122"/>
                    </a:endParaRPr>
                  </a:p>
                </p:txBody>
              </p:sp>
              <p:sp>
                <p:nvSpPr>
                  <p:cNvPr id="48184" name="Rectangle 24"/>
                  <p:cNvSpPr/>
                  <p:nvPr/>
                </p:nvSpPr>
                <p:spPr>
                  <a:xfrm>
                    <a:off x="2336" y="0"/>
                    <a:ext cx="17655" cy="19948"/>
                  </a:xfrm>
                  <a:prstGeom prst="rect">
                    <a:avLst/>
                  </a:prstGeom>
                  <a:noFill/>
                  <a:ln w="38100" cap="flat" cmpd="sng">
                    <a:solidFill>
                      <a:schemeClr val="tx1"/>
                    </a:solidFill>
                    <a:prstDash val="solid"/>
                    <a:miter/>
                    <a:headEnd type="none" w="med" len="med"/>
                    <a:tailEnd type="none" w="med" len="med"/>
                  </a:ln>
                </p:spPr>
                <p:txBody>
                  <a:bodyPr lIns="12700" tIns="12700" rIns="12700" bIns="12700"/>
                  <a:lstStyle>
                    <a:lvl1pPr marL="342900" indent="-342900" algn="l" rtl="0" eaLnBrk="0" fontAlgn="base" hangingPunct="0">
                      <a:spcBef>
                        <a:spcPct val="20000"/>
                      </a:spcBef>
                      <a:spcAft>
                        <a:spcPct val="0"/>
                      </a:spcAft>
                      <a:buClr>
                        <a:schemeClr val="hlink"/>
                      </a:buClr>
                      <a:buSzPct val="80000"/>
                      <a:buFont typeface="Wingdings" panose="05000000000000000000" pitchFamily="2" charset="2"/>
                      <a:buChar char="n"/>
                      <a:defRPr sz="3200" b="0">
                        <a:solidFill>
                          <a:schemeClr val="tx1"/>
                        </a:solidFill>
                        <a:effectLst/>
                        <a:latin typeface="+mn-lt"/>
                        <a:ea typeface="+mn-ea"/>
                        <a:cs typeface="+mn-cs"/>
                      </a:defRPr>
                    </a:lvl1pPr>
                    <a:lvl2pPr marL="742950" indent="-285750" algn="l" rtl="0" eaLnBrk="0" fontAlgn="base" hangingPunct="0">
                      <a:spcBef>
                        <a:spcPct val="20000"/>
                      </a:spcBef>
                      <a:spcAft>
                        <a:spcPct val="0"/>
                      </a:spcAft>
                      <a:buClr>
                        <a:schemeClr val="tx1"/>
                      </a:buClr>
                      <a:buChar char="–"/>
                      <a:defRPr sz="2800">
                        <a:solidFill>
                          <a:schemeClr val="tx1"/>
                        </a:solidFill>
                        <a:effectLst/>
                        <a:latin typeface="+mn-lt"/>
                        <a:ea typeface="+mn-ea"/>
                      </a:defRPr>
                    </a:lvl2pPr>
                    <a:lvl3pPr marL="1143000" indent="-228600" algn="l" rtl="0" eaLnBrk="0" fontAlgn="base" hangingPunct="0">
                      <a:spcBef>
                        <a:spcPct val="20000"/>
                      </a:spcBef>
                      <a:spcAft>
                        <a:spcPct val="0"/>
                      </a:spcAft>
                      <a:buClr>
                        <a:schemeClr val="hlink"/>
                      </a:buClr>
                      <a:buFont typeface="Wingdings" panose="05000000000000000000" pitchFamily="2" charset="2"/>
                      <a:buChar char="§"/>
                      <a:defRPr sz="2400">
                        <a:solidFill>
                          <a:schemeClr val="tx1"/>
                        </a:solidFill>
                        <a:effectLst/>
                        <a:latin typeface="+mn-lt"/>
                        <a:ea typeface="+mn-ea"/>
                      </a:defRPr>
                    </a:lvl3pPr>
                    <a:lvl4pPr marL="1600200" indent="-228600" algn="l" rtl="0" eaLnBrk="0" fontAlgn="base" hangingPunct="0">
                      <a:spcBef>
                        <a:spcPct val="20000"/>
                      </a:spcBef>
                      <a:spcAft>
                        <a:spcPct val="0"/>
                      </a:spcAft>
                      <a:buChar char="–"/>
                      <a:defRPr sz="2000">
                        <a:solidFill>
                          <a:schemeClr val="tx1"/>
                        </a:solidFill>
                        <a:effectLst/>
                        <a:latin typeface="+mn-lt"/>
                        <a:ea typeface="+mn-ea"/>
                      </a:defRPr>
                    </a:lvl4pPr>
                    <a:lvl5pPr marL="2057400" indent="-228600" algn="l" rtl="0" eaLnBrk="0" fontAlgn="base" hangingPunct="0">
                      <a:spcBef>
                        <a:spcPct val="20000"/>
                      </a:spcBef>
                      <a:spcAft>
                        <a:spcPct val="0"/>
                      </a:spcAft>
                      <a:buClr>
                        <a:schemeClr val="hlink"/>
                      </a:buClr>
                      <a:buFont typeface="Wingdings" panose="05000000000000000000" pitchFamily="2" charset="2"/>
                      <a:buChar char="§"/>
                      <a:defRPr sz="2000">
                        <a:solidFill>
                          <a:schemeClr val="tx1"/>
                        </a:solidFill>
                        <a:effectLst/>
                        <a:latin typeface="+mn-lt"/>
                        <a:ea typeface="+mn-ea"/>
                      </a:defRPr>
                    </a:lvl5pPr>
                  </a:lstStyle>
                  <a:p>
                    <a:pPr marL="0" lvl="0" indent="0" algn="ctr" eaLnBrk="1" hangingPunct="1">
                      <a:spcBef>
                        <a:spcPct val="0"/>
                      </a:spcBef>
                      <a:buClrTx/>
                      <a:buSzTx/>
                      <a:buFontTx/>
                      <a:buNone/>
                    </a:pPr>
                    <a:r>
                      <a:rPr lang="en-US" altLang="zh-CN" sz="2000" b="1" dirty="0">
                        <a:latin typeface="Times New Roman" panose="02020603050405020304" pitchFamily="18" charset="0"/>
                        <a:cs typeface="Times New Roman" panose="02020603050405020304" pitchFamily="18" charset="0"/>
                      </a:rPr>
                      <a:t>for (i=0;i&lt;11;i++)</a:t>
                    </a:r>
                    <a:endParaRPr lang="en-US" altLang="zh-CN" sz="2000" b="1" dirty="0">
                      <a:latin typeface="Arial" panose="020B0604020202020204" pitchFamily="34" charset="0"/>
                      <a:ea typeface="Times New Roman" panose="02020603050405020304" pitchFamily="18" charset="0"/>
                    </a:endParaRPr>
                  </a:p>
                </p:txBody>
              </p:sp>
            </p:grpSp>
            <p:sp>
              <p:nvSpPr>
                <p:cNvPr id="48182" name="Line 25"/>
                <p:cNvSpPr/>
                <p:nvPr/>
              </p:nvSpPr>
              <p:spPr>
                <a:xfrm>
                  <a:off x="3459" y="7252"/>
                  <a:ext cx="235" cy="1"/>
                </a:xfrm>
                <a:prstGeom prst="line">
                  <a:avLst/>
                </a:prstGeom>
                <a:ln w="38100" cap="flat" cmpd="sng">
                  <a:solidFill>
                    <a:schemeClr val="tx1"/>
                  </a:solidFill>
                  <a:prstDash val="solid"/>
                  <a:headEnd type="none" w="sm" len="sm"/>
                  <a:tailEnd type="none" w="sm" len="sm"/>
                </a:ln>
              </p:spPr>
            </p:sp>
          </p:grpSp>
        </p:grpSp>
        <p:grpSp>
          <p:nvGrpSpPr>
            <p:cNvPr id="48140" name="Group 26"/>
            <p:cNvGrpSpPr/>
            <p:nvPr/>
          </p:nvGrpSpPr>
          <p:grpSpPr>
            <a:xfrm>
              <a:off x="2379" y="1094"/>
              <a:ext cx="2547" cy="320"/>
              <a:chOff x="3401" y="6631"/>
              <a:chExt cx="2724" cy="300"/>
            </a:xfrm>
          </p:grpSpPr>
          <p:grpSp>
            <p:nvGrpSpPr>
              <p:cNvPr id="48173" name="Group 27"/>
              <p:cNvGrpSpPr/>
              <p:nvPr/>
            </p:nvGrpSpPr>
            <p:grpSpPr>
              <a:xfrm>
                <a:off x="3401" y="6671"/>
                <a:ext cx="1893" cy="260"/>
                <a:chOff x="1801" y="7124"/>
                <a:chExt cx="1893" cy="260"/>
              </a:xfrm>
            </p:grpSpPr>
            <p:grpSp>
              <p:nvGrpSpPr>
                <p:cNvPr id="48175" name="Group 28"/>
                <p:cNvGrpSpPr/>
                <p:nvPr/>
              </p:nvGrpSpPr>
              <p:grpSpPr>
                <a:xfrm>
                  <a:off x="1801" y="7124"/>
                  <a:ext cx="1687" cy="260"/>
                  <a:chOff x="0" y="0"/>
                  <a:chExt cx="19991" cy="20000"/>
                </a:xfrm>
              </p:grpSpPr>
              <p:sp>
                <p:nvSpPr>
                  <p:cNvPr id="48177" name="Rectangle 29"/>
                  <p:cNvSpPr/>
                  <p:nvPr/>
                </p:nvSpPr>
                <p:spPr>
                  <a:xfrm>
                    <a:off x="0" y="52"/>
                    <a:ext cx="2348" cy="19948"/>
                  </a:xfrm>
                  <a:prstGeom prst="rect">
                    <a:avLst/>
                  </a:prstGeom>
                  <a:noFill/>
                  <a:ln w="38100" cap="flat" cmpd="sng">
                    <a:solidFill>
                      <a:schemeClr val="tx1"/>
                    </a:solidFill>
                    <a:prstDash val="solid"/>
                    <a:miter/>
                    <a:headEnd type="none" w="med" len="med"/>
                    <a:tailEnd type="none" w="med" len="med"/>
                  </a:ln>
                </p:spPr>
                <p:txBody>
                  <a:bodyPr/>
                  <a:lstStyle>
                    <a:lvl1pPr marL="342900" indent="-342900" algn="l" rtl="0" eaLnBrk="0" fontAlgn="base" hangingPunct="0">
                      <a:spcBef>
                        <a:spcPct val="20000"/>
                      </a:spcBef>
                      <a:spcAft>
                        <a:spcPct val="0"/>
                      </a:spcAft>
                      <a:buClr>
                        <a:schemeClr val="hlink"/>
                      </a:buClr>
                      <a:buSzPct val="80000"/>
                      <a:buFont typeface="Wingdings" panose="05000000000000000000" pitchFamily="2" charset="2"/>
                      <a:buChar char="n"/>
                      <a:defRPr sz="3200" b="0">
                        <a:solidFill>
                          <a:schemeClr val="tx1"/>
                        </a:solidFill>
                        <a:effectLst/>
                        <a:latin typeface="+mn-lt"/>
                        <a:ea typeface="+mn-ea"/>
                        <a:cs typeface="+mn-cs"/>
                      </a:defRPr>
                    </a:lvl1pPr>
                    <a:lvl2pPr marL="742950" indent="-285750" algn="l" rtl="0" eaLnBrk="0" fontAlgn="base" hangingPunct="0">
                      <a:spcBef>
                        <a:spcPct val="20000"/>
                      </a:spcBef>
                      <a:spcAft>
                        <a:spcPct val="0"/>
                      </a:spcAft>
                      <a:buClr>
                        <a:schemeClr val="tx1"/>
                      </a:buClr>
                      <a:buChar char="–"/>
                      <a:defRPr sz="2800">
                        <a:solidFill>
                          <a:schemeClr val="tx1"/>
                        </a:solidFill>
                        <a:effectLst/>
                        <a:latin typeface="+mn-lt"/>
                        <a:ea typeface="+mn-ea"/>
                      </a:defRPr>
                    </a:lvl2pPr>
                    <a:lvl3pPr marL="1143000" indent="-228600" algn="l" rtl="0" eaLnBrk="0" fontAlgn="base" hangingPunct="0">
                      <a:spcBef>
                        <a:spcPct val="20000"/>
                      </a:spcBef>
                      <a:spcAft>
                        <a:spcPct val="0"/>
                      </a:spcAft>
                      <a:buClr>
                        <a:schemeClr val="hlink"/>
                      </a:buClr>
                      <a:buFont typeface="Wingdings" panose="05000000000000000000" pitchFamily="2" charset="2"/>
                      <a:buChar char="§"/>
                      <a:defRPr sz="2400">
                        <a:solidFill>
                          <a:schemeClr val="tx1"/>
                        </a:solidFill>
                        <a:effectLst/>
                        <a:latin typeface="+mn-lt"/>
                        <a:ea typeface="+mn-ea"/>
                      </a:defRPr>
                    </a:lvl3pPr>
                    <a:lvl4pPr marL="1600200" indent="-228600" algn="l" rtl="0" eaLnBrk="0" fontAlgn="base" hangingPunct="0">
                      <a:spcBef>
                        <a:spcPct val="20000"/>
                      </a:spcBef>
                      <a:spcAft>
                        <a:spcPct val="0"/>
                      </a:spcAft>
                      <a:buChar char="–"/>
                      <a:defRPr sz="2000">
                        <a:solidFill>
                          <a:schemeClr val="tx1"/>
                        </a:solidFill>
                        <a:effectLst/>
                        <a:latin typeface="+mn-lt"/>
                        <a:ea typeface="+mn-ea"/>
                      </a:defRPr>
                    </a:lvl4pPr>
                    <a:lvl5pPr marL="2057400" indent="-228600" algn="l" rtl="0" eaLnBrk="0" fontAlgn="base" hangingPunct="0">
                      <a:spcBef>
                        <a:spcPct val="20000"/>
                      </a:spcBef>
                      <a:spcAft>
                        <a:spcPct val="0"/>
                      </a:spcAft>
                      <a:buClr>
                        <a:schemeClr val="hlink"/>
                      </a:buClr>
                      <a:buFont typeface="Wingdings" panose="05000000000000000000" pitchFamily="2" charset="2"/>
                      <a:buChar char="§"/>
                      <a:defRPr sz="2000">
                        <a:solidFill>
                          <a:schemeClr val="tx1"/>
                        </a:solidFill>
                        <a:effectLst/>
                        <a:latin typeface="+mn-lt"/>
                        <a:ea typeface="+mn-ea"/>
                      </a:defRPr>
                    </a:lvl5pPr>
                  </a:lstStyle>
                  <a:p>
                    <a:pPr marL="0" lvl="0" indent="0" eaLnBrk="1" hangingPunct="1">
                      <a:spcBef>
                        <a:spcPct val="0"/>
                      </a:spcBef>
                      <a:buClrTx/>
                      <a:buSzTx/>
                      <a:buFontTx/>
                      <a:buNone/>
                    </a:pPr>
                    <a:endParaRPr lang="zh-CN" altLang="en-US" sz="2000" b="1" dirty="0">
                      <a:ea typeface="黑体" panose="02010609060101010101" pitchFamily="49" charset="-122"/>
                    </a:endParaRPr>
                  </a:p>
                </p:txBody>
              </p:sp>
              <p:sp>
                <p:nvSpPr>
                  <p:cNvPr id="48178" name="Rectangle 30"/>
                  <p:cNvSpPr/>
                  <p:nvPr/>
                </p:nvSpPr>
                <p:spPr>
                  <a:xfrm>
                    <a:off x="2336" y="0"/>
                    <a:ext cx="17655" cy="19948"/>
                  </a:xfrm>
                  <a:prstGeom prst="rect">
                    <a:avLst/>
                  </a:prstGeom>
                  <a:noFill/>
                  <a:ln w="38100" cap="flat" cmpd="sng">
                    <a:solidFill>
                      <a:schemeClr val="tx1"/>
                    </a:solidFill>
                    <a:prstDash val="solid"/>
                    <a:miter/>
                    <a:headEnd type="none" w="med" len="med"/>
                    <a:tailEnd type="none" w="med" len="med"/>
                  </a:ln>
                </p:spPr>
                <p:txBody>
                  <a:bodyPr lIns="12700" tIns="12700" rIns="12700" bIns="12700"/>
                  <a:lstStyle>
                    <a:lvl1pPr marL="342900" indent="-342900" algn="l" rtl="0" eaLnBrk="0" fontAlgn="base" hangingPunct="0">
                      <a:spcBef>
                        <a:spcPct val="20000"/>
                      </a:spcBef>
                      <a:spcAft>
                        <a:spcPct val="0"/>
                      </a:spcAft>
                      <a:buClr>
                        <a:schemeClr val="hlink"/>
                      </a:buClr>
                      <a:buSzPct val="80000"/>
                      <a:buFont typeface="Wingdings" panose="05000000000000000000" pitchFamily="2" charset="2"/>
                      <a:buChar char="n"/>
                      <a:defRPr sz="3200" b="0">
                        <a:solidFill>
                          <a:schemeClr val="tx1"/>
                        </a:solidFill>
                        <a:effectLst/>
                        <a:latin typeface="+mn-lt"/>
                        <a:ea typeface="+mn-ea"/>
                        <a:cs typeface="+mn-cs"/>
                      </a:defRPr>
                    </a:lvl1pPr>
                    <a:lvl2pPr marL="742950" indent="-285750" algn="l" rtl="0" eaLnBrk="0" fontAlgn="base" hangingPunct="0">
                      <a:spcBef>
                        <a:spcPct val="20000"/>
                      </a:spcBef>
                      <a:spcAft>
                        <a:spcPct val="0"/>
                      </a:spcAft>
                      <a:buClr>
                        <a:schemeClr val="tx1"/>
                      </a:buClr>
                      <a:buChar char="–"/>
                      <a:defRPr sz="2800">
                        <a:solidFill>
                          <a:schemeClr val="tx1"/>
                        </a:solidFill>
                        <a:effectLst/>
                        <a:latin typeface="+mn-lt"/>
                        <a:ea typeface="+mn-ea"/>
                      </a:defRPr>
                    </a:lvl2pPr>
                    <a:lvl3pPr marL="1143000" indent="-228600" algn="l" rtl="0" eaLnBrk="0" fontAlgn="base" hangingPunct="0">
                      <a:spcBef>
                        <a:spcPct val="20000"/>
                      </a:spcBef>
                      <a:spcAft>
                        <a:spcPct val="0"/>
                      </a:spcAft>
                      <a:buClr>
                        <a:schemeClr val="hlink"/>
                      </a:buClr>
                      <a:buFont typeface="Wingdings" panose="05000000000000000000" pitchFamily="2" charset="2"/>
                      <a:buChar char="§"/>
                      <a:defRPr sz="2400">
                        <a:solidFill>
                          <a:schemeClr val="tx1"/>
                        </a:solidFill>
                        <a:effectLst/>
                        <a:latin typeface="+mn-lt"/>
                        <a:ea typeface="+mn-ea"/>
                      </a:defRPr>
                    </a:lvl3pPr>
                    <a:lvl4pPr marL="1600200" indent="-228600" algn="l" rtl="0" eaLnBrk="0" fontAlgn="base" hangingPunct="0">
                      <a:spcBef>
                        <a:spcPct val="20000"/>
                      </a:spcBef>
                      <a:spcAft>
                        <a:spcPct val="0"/>
                      </a:spcAft>
                      <a:buChar char="–"/>
                      <a:defRPr sz="2000">
                        <a:solidFill>
                          <a:schemeClr val="tx1"/>
                        </a:solidFill>
                        <a:effectLst/>
                        <a:latin typeface="+mn-lt"/>
                        <a:ea typeface="+mn-ea"/>
                      </a:defRPr>
                    </a:lvl4pPr>
                    <a:lvl5pPr marL="2057400" indent="-228600" algn="l" rtl="0" eaLnBrk="0" fontAlgn="base" hangingPunct="0">
                      <a:spcBef>
                        <a:spcPct val="20000"/>
                      </a:spcBef>
                      <a:spcAft>
                        <a:spcPct val="0"/>
                      </a:spcAft>
                      <a:buClr>
                        <a:schemeClr val="hlink"/>
                      </a:buClr>
                      <a:buFont typeface="Wingdings" panose="05000000000000000000" pitchFamily="2" charset="2"/>
                      <a:buChar char="§"/>
                      <a:defRPr sz="2000">
                        <a:solidFill>
                          <a:schemeClr val="tx1"/>
                        </a:solidFill>
                        <a:effectLst/>
                        <a:latin typeface="+mn-lt"/>
                        <a:ea typeface="+mn-ea"/>
                      </a:defRPr>
                    </a:lvl5pPr>
                  </a:lstStyle>
                  <a:p>
                    <a:pPr marL="0" lvl="0" indent="0" algn="ctr" eaLnBrk="1" hangingPunct="1">
                      <a:spcBef>
                        <a:spcPct val="0"/>
                      </a:spcBef>
                      <a:buClrTx/>
                      <a:buSzTx/>
                      <a:buFontTx/>
                      <a:buNone/>
                    </a:pPr>
                    <a:r>
                      <a:rPr lang="en-US" altLang="zh-CN" sz="2000" b="1" dirty="0">
                        <a:latin typeface="Times New Roman" panose="02020603050405020304" pitchFamily="18" charset="0"/>
                        <a:cs typeface="Times New Roman" panose="02020603050405020304" pitchFamily="18" charset="0"/>
                      </a:rPr>
                      <a:t>for (i=0;i&lt;50;i++)</a:t>
                    </a:r>
                    <a:endParaRPr lang="en-US" altLang="zh-CN" sz="2000" b="1" dirty="0">
                      <a:latin typeface="Arial" panose="020B0604020202020204" pitchFamily="34" charset="0"/>
                      <a:ea typeface="Times New Roman" panose="02020603050405020304" pitchFamily="18" charset="0"/>
                    </a:endParaRPr>
                  </a:p>
                </p:txBody>
              </p:sp>
            </p:grpSp>
            <p:sp>
              <p:nvSpPr>
                <p:cNvPr id="48176" name="Line 31"/>
                <p:cNvSpPr/>
                <p:nvPr/>
              </p:nvSpPr>
              <p:spPr>
                <a:xfrm>
                  <a:off x="3459" y="7252"/>
                  <a:ext cx="235" cy="1"/>
                </a:xfrm>
                <a:prstGeom prst="line">
                  <a:avLst/>
                </a:prstGeom>
                <a:ln w="38100" cap="flat" cmpd="sng">
                  <a:solidFill>
                    <a:schemeClr val="tx1"/>
                  </a:solidFill>
                  <a:prstDash val="solid"/>
                  <a:headEnd type="none" w="sm" len="sm"/>
                  <a:tailEnd type="none" w="sm" len="sm"/>
                </a:ln>
              </p:spPr>
            </p:sp>
          </p:grpSp>
          <p:sp>
            <p:nvSpPr>
              <p:cNvPr id="48174" name="Text Box 32"/>
              <p:cNvSpPr txBox="1"/>
              <p:nvPr/>
            </p:nvSpPr>
            <p:spPr>
              <a:xfrm>
                <a:off x="5281" y="6631"/>
                <a:ext cx="889" cy="281"/>
              </a:xfrm>
              <a:prstGeom prst="rect">
                <a:avLst/>
              </a:prstGeom>
              <a:noFill/>
              <a:ln w="38100" cap="flat" cmpd="sng">
                <a:solidFill>
                  <a:schemeClr val="tx1"/>
                </a:solidFill>
                <a:prstDash val="solid"/>
                <a:miter/>
                <a:headEnd type="none" w="med" len="med"/>
                <a:tailEnd type="none" w="med" len="med"/>
              </a:ln>
            </p:spPr>
            <p:txBody>
              <a:bodyPr wrap="none" tIns="0" bIns="0"/>
              <a:lstStyle>
                <a:lvl1pPr marL="342900" indent="-342900" algn="l" rtl="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hlink"/>
                  </a:buClr>
                  <a:buSzPct val="80000"/>
                  <a:buFont typeface="Wingdings" panose="05000000000000000000" pitchFamily="2" charset="2"/>
                  <a:buChar char="n"/>
                  <a:defRPr sz="3200" b="0">
                    <a:solidFill>
                      <a:schemeClr val="tx1"/>
                    </a:solidFill>
                    <a:effectLst/>
                    <a:latin typeface="+mn-lt"/>
                    <a:ea typeface="+mn-ea"/>
                    <a:cs typeface="+mn-cs"/>
                  </a:defRPr>
                </a:lvl1pPr>
                <a:lvl2pPr marL="742950" indent="-285750" algn="l" rtl="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tx1"/>
                  </a:buClr>
                  <a:buChar char="–"/>
                  <a:defRPr sz="2800">
                    <a:solidFill>
                      <a:schemeClr val="tx1"/>
                    </a:solidFill>
                    <a:effectLst/>
                    <a:latin typeface="+mn-lt"/>
                    <a:ea typeface="+mn-ea"/>
                  </a:defRPr>
                </a:lvl2pPr>
                <a:lvl3pPr marL="1143000" indent="-228600" algn="l" rtl="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hlink"/>
                  </a:buClr>
                  <a:buFont typeface="Wingdings" panose="05000000000000000000" pitchFamily="2" charset="2"/>
                  <a:buChar char="§"/>
                  <a:defRPr sz="2400">
                    <a:solidFill>
                      <a:schemeClr val="tx1"/>
                    </a:solidFill>
                    <a:effectLst/>
                    <a:latin typeface="+mn-lt"/>
                    <a:ea typeface="+mn-ea"/>
                  </a:defRPr>
                </a:lvl3pPr>
                <a:lvl4pPr marL="1600200" indent="-228600" algn="l" rtl="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–"/>
                  <a:defRPr sz="2000">
                    <a:solidFill>
                      <a:schemeClr val="tx1"/>
                    </a:solidFill>
                    <a:effectLst/>
                    <a:latin typeface="+mn-lt"/>
                    <a:ea typeface="+mn-ea"/>
                  </a:defRPr>
                </a:lvl4pPr>
                <a:lvl5pPr marL="2057400" indent="-228600" algn="l" rtl="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hlink"/>
                  </a:buClr>
                  <a:buFont typeface="Wingdings" panose="05000000000000000000" pitchFamily="2" charset="2"/>
                  <a:buChar char="§"/>
                  <a:defRPr sz="2000">
                    <a:solidFill>
                      <a:schemeClr val="tx1"/>
                    </a:solidFill>
                    <a:effectLst/>
                    <a:latin typeface="+mn-lt"/>
                    <a:ea typeface="+mn-ea"/>
                  </a:defRPr>
                </a:lvl5pPr>
              </a:lstStyle>
              <a:p>
                <a:pPr marL="0" lvl="0" indent="0" algn="ctr" eaLnBrk="1" hangingPunct="1">
                  <a:spcBef>
                    <a:spcPct val="0"/>
                  </a:spcBef>
                  <a:buClrTx/>
                  <a:buSzTx/>
                  <a:buFontTx/>
                  <a:buNone/>
                </a:pPr>
                <a:r>
                  <a:rPr lang="zh-CN" altLang="en-US" sz="2000" b="1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输入</a:t>
                </a:r>
                <a:r>
                  <a:rPr lang="en-US" altLang="zh-CN" sz="2000" b="1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a</a:t>
                </a:r>
                <a:r>
                  <a:rPr lang="en-US" altLang="zh-CN" sz="2000" b="1" baseline="-30000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ri</a:t>
                </a:r>
                <a:endParaRPr lang="en-US" altLang="zh-CN" sz="2000" b="1" dirty="0">
                  <a:latin typeface="Arial" panose="020B0604020202020204" pitchFamily="34" charset="0"/>
                  <a:ea typeface="Times New Roman" panose="02020603050405020304" pitchFamily="18" charset="0"/>
                </a:endParaRPr>
              </a:p>
            </p:txBody>
          </p:sp>
        </p:grpSp>
        <p:grpSp>
          <p:nvGrpSpPr>
            <p:cNvPr id="48141" name="Group 33"/>
            <p:cNvGrpSpPr/>
            <p:nvPr/>
          </p:nvGrpSpPr>
          <p:grpSpPr>
            <a:xfrm>
              <a:off x="2379" y="1486"/>
              <a:ext cx="2400" cy="321"/>
              <a:chOff x="3401" y="6631"/>
              <a:chExt cx="2724" cy="300"/>
            </a:xfrm>
          </p:grpSpPr>
          <p:grpSp>
            <p:nvGrpSpPr>
              <p:cNvPr id="48167" name="Group 34"/>
              <p:cNvGrpSpPr/>
              <p:nvPr/>
            </p:nvGrpSpPr>
            <p:grpSpPr>
              <a:xfrm>
                <a:off x="3401" y="6671"/>
                <a:ext cx="1893" cy="260"/>
                <a:chOff x="1801" y="7124"/>
                <a:chExt cx="1893" cy="260"/>
              </a:xfrm>
            </p:grpSpPr>
            <p:grpSp>
              <p:nvGrpSpPr>
                <p:cNvPr id="48169" name="Group 35"/>
                <p:cNvGrpSpPr/>
                <p:nvPr/>
              </p:nvGrpSpPr>
              <p:grpSpPr>
                <a:xfrm>
                  <a:off x="1801" y="7124"/>
                  <a:ext cx="1687" cy="260"/>
                  <a:chOff x="0" y="0"/>
                  <a:chExt cx="19991" cy="20000"/>
                </a:xfrm>
              </p:grpSpPr>
              <p:sp>
                <p:nvSpPr>
                  <p:cNvPr id="48171" name="Rectangle 36"/>
                  <p:cNvSpPr/>
                  <p:nvPr/>
                </p:nvSpPr>
                <p:spPr>
                  <a:xfrm>
                    <a:off x="0" y="52"/>
                    <a:ext cx="2348" cy="19948"/>
                  </a:xfrm>
                  <a:prstGeom prst="rect">
                    <a:avLst/>
                  </a:prstGeom>
                  <a:noFill/>
                  <a:ln w="38100" cap="flat" cmpd="sng">
                    <a:solidFill>
                      <a:schemeClr val="tx1"/>
                    </a:solidFill>
                    <a:prstDash val="solid"/>
                    <a:miter/>
                    <a:headEnd type="none" w="med" len="med"/>
                    <a:tailEnd type="none" w="med" len="med"/>
                  </a:ln>
                </p:spPr>
                <p:txBody>
                  <a:bodyPr/>
                  <a:lstStyle>
                    <a:lvl1pPr marL="342900" indent="-342900" algn="l" rtl="0" eaLnBrk="0" fontAlgn="base" hangingPunct="0">
                      <a:spcBef>
                        <a:spcPct val="20000"/>
                      </a:spcBef>
                      <a:spcAft>
                        <a:spcPct val="0"/>
                      </a:spcAft>
                      <a:buClr>
                        <a:schemeClr val="hlink"/>
                      </a:buClr>
                      <a:buSzPct val="80000"/>
                      <a:buFont typeface="Wingdings" panose="05000000000000000000" pitchFamily="2" charset="2"/>
                      <a:buChar char="n"/>
                      <a:defRPr sz="3200" b="0">
                        <a:solidFill>
                          <a:schemeClr val="tx1"/>
                        </a:solidFill>
                        <a:effectLst/>
                        <a:latin typeface="+mn-lt"/>
                        <a:ea typeface="+mn-ea"/>
                        <a:cs typeface="+mn-cs"/>
                      </a:defRPr>
                    </a:lvl1pPr>
                    <a:lvl2pPr marL="742950" indent="-285750" algn="l" rtl="0" eaLnBrk="0" fontAlgn="base" hangingPunct="0">
                      <a:spcBef>
                        <a:spcPct val="20000"/>
                      </a:spcBef>
                      <a:spcAft>
                        <a:spcPct val="0"/>
                      </a:spcAft>
                      <a:buClr>
                        <a:schemeClr val="tx1"/>
                      </a:buClr>
                      <a:buChar char="–"/>
                      <a:defRPr sz="2800">
                        <a:solidFill>
                          <a:schemeClr val="tx1"/>
                        </a:solidFill>
                        <a:effectLst/>
                        <a:latin typeface="+mn-lt"/>
                        <a:ea typeface="+mn-ea"/>
                      </a:defRPr>
                    </a:lvl2pPr>
                    <a:lvl3pPr marL="1143000" indent="-228600" algn="l" rtl="0" eaLnBrk="0" fontAlgn="base" hangingPunct="0">
                      <a:spcBef>
                        <a:spcPct val="20000"/>
                      </a:spcBef>
                      <a:spcAft>
                        <a:spcPct val="0"/>
                      </a:spcAft>
                      <a:buClr>
                        <a:schemeClr val="hlink"/>
                      </a:buClr>
                      <a:buFont typeface="Wingdings" panose="05000000000000000000" pitchFamily="2" charset="2"/>
                      <a:buChar char="§"/>
                      <a:defRPr sz="2400">
                        <a:solidFill>
                          <a:schemeClr val="tx1"/>
                        </a:solidFill>
                        <a:effectLst/>
                        <a:latin typeface="+mn-lt"/>
                        <a:ea typeface="+mn-ea"/>
                      </a:defRPr>
                    </a:lvl3pPr>
                    <a:lvl4pPr marL="1600200" indent="-228600" algn="l" rtl="0" eaLnBrk="0" fontAlgn="base" hangingPunct="0">
                      <a:spcBef>
                        <a:spcPct val="20000"/>
                      </a:spcBef>
                      <a:spcAft>
                        <a:spcPct val="0"/>
                      </a:spcAft>
                      <a:buChar char="–"/>
                      <a:defRPr sz="2000">
                        <a:solidFill>
                          <a:schemeClr val="tx1"/>
                        </a:solidFill>
                        <a:effectLst/>
                        <a:latin typeface="+mn-lt"/>
                        <a:ea typeface="+mn-ea"/>
                      </a:defRPr>
                    </a:lvl4pPr>
                    <a:lvl5pPr marL="2057400" indent="-228600" algn="l" rtl="0" eaLnBrk="0" fontAlgn="base" hangingPunct="0">
                      <a:spcBef>
                        <a:spcPct val="20000"/>
                      </a:spcBef>
                      <a:spcAft>
                        <a:spcPct val="0"/>
                      </a:spcAft>
                      <a:buClr>
                        <a:schemeClr val="hlink"/>
                      </a:buClr>
                      <a:buFont typeface="Wingdings" panose="05000000000000000000" pitchFamily="2" charset="2"/>
                      <a:buChar char="§"/>
                      <a:defRPr sz="2000">
                        <a:solidFill>
                          <a:schemeClr val="tx1"/>
                        </a:solidFill>
                        <a:effectLst/>
                        <a:latin typeface="+mn-lt"/>
                        <a:ea typeface="+mn-ea"/>
                      </a:defRPr>
                    </a:lvl5pPr>
                  </a:lstStyle>
                  <a:p>
                    <a:pPr marL="0" lvl="0" indent="0" eaLnBrk="1" hangingPunct="1">
                      <a:spcBef>
                        <a:spcPct val="0"/>
                      </a:spcBef>
                      <a:buClrTx/>
                      <a:buSzTx/>
                      <a:buFontTx/>
                      <a:buNone/>
                    </a:pPr>
                    <a:endParaRPr lang="zh-CN" altLang="en-US" sz="2000" b="1" dirty="0">
                      <a:ea typeface="黑体" panose="02010609060101010101" pitchFamily="49" charset="-122"/>
                    </a:endParaRPr>
                  </a:p>
                </p:txBody>
              </p:sp>
              <p:sp>
                <p:nvSpPr>
                  <p:cNvPr id="48172" name="Rectangle 37"/>
                  <p:cNvSpPr/>
                  <p:nvPr/>
                </p:nvSpPr>
                <p:spPr>
                  <a:xfrm>
                    <a:off x="2336" y="0"/>
                    <a:ext cx="17655" cy="19948"/>
                  </a:xfrm>
                  <a:prstGeom prst="rect">
                    <a:avLst/>
                  </a:prstGeom>
                  <a:noFill/>
                  <a:ln w="38100" cap="flat" cmpd="sng">
                    <a:solidFill>
                      <a:schemeClr val="tx1"/>
                    </a:solidFill>
                    <a:prstDash val="solid"/>
                    <a:miter/>
                    <a:headEnd type="none" w="med" len="med"/>
                    <a:tailEnd type="none" w="med" len="med"/>
                  </a:ln>
                </p:spPr>
                <p:txBody>
                  <a:bodyPr lIns="12700" tIns="12700" rIns="12700" bIns="12700"/>
                  <a:lstStyle>
                    <a:lvl1pPr marL="342900" indent="-342900" algn="l" rtl="0" eaLnBrk="0" fontAlgn="base" hangingPunct="0">
                      <a:spcBef>
                        <a:spcPct val="20000"/>
                      </a:spcBef>
                      <a:spcAft>
                        <a:spcPct val="0"/>
                      </a:spcAft>
                      <a:buClr>
                        <a:schemeClr val="hlink"/>
                      </a:buClr>
                      <a:buSzPct val="80000"/>
                      <a:buFont typeface="Wingdings" panose="05000000000000000000" pitchFamily="2" charset="2"/>
                      <a:buChar char="n"/>
                      <a:defRPr sz="3200" b="0">
                        <a:solidFill>
                          <a:schemeClr val="tx1"/>
                        </a:solidFill>
                        <a:effectLst/>
                        <a:latin typeface="+mn-lt"/>
                        <a:ea typeface="+mn-ea"/>
                        <a:cs typeface="+mn-cs"/>
                      </a:defRPr>
                    </a:lvl1pPr>
                    <a:lvl2pPr marL="742950" indent="-285750" algn="l" rtl="0" eaLnBrk="0" fontAlgn="base" hangingPunct="0">
                      <a:spcBef>
                        <a:spcPct val="20000"/>
                      </a:spcBef>
                      <a:spcAft>
                        <a:spcPct val="0"/>
                      </a:spcAft>
                      <a:buClr>
                        <a:schemeClr val="tx1"/>
                      </a:buClr>
                      <a:buChar char="–"/>
                      <a:defRPr sz="2800">
                        <a:solidFill>
                          <a:schemeClr val="tx1"/>
                        </a:solidFill>
                        <a:effectLst/>
                        <a:latin typeface="+mn-lt"/>
                        <a:ea typeface="+mn-ea"/>
                      </a:defRPr>
                    </a:lvl2pPr>
                    <a:lvl3pPr marL="1143000" indent="-228600" algn="l" rtl="0" eaLnBrk="0" fontAlgn="base" hangingPunct="0">
                      <a:spcBef>
                        <a:spcPct val="20000"/>
                      </a:spcBef>
                      <a:spcAft>
                        <a:spcPct val="0"/>
                      </a:spcAft>
                      <a:buClr>
                        <a:schemeClr val="hlink"/>
                      </a:buClr>
                      <a:buFont typeface="Wingdings" panose="05000000000000000000" pitchFamily="2" charset="2"/>
                      <a:buChar char="§"/>
                      <a:defRPr sz="2400">
                        <a:solidFill>
                          <a:schemeClr val="tx1"/>
                        </a:solidFill>
                        <a:effectLst/>
                        <a:latin typeface="+mn-lt"/>
                        <a:ea typeface="+mn-ea"/>
                      </a:defRPr>
                    </a:lvl3pPr>
                    <a:lvl4pPr marL="1600200" indent="-228600" algn="l" rtl="0" eaLnBrk="0" fontAlgn="base" hangingPunct="0">
                      <a:spcBef>
                        <a:spcPct val="20000"/>
                      </a:spcBef>
                      <a:spcAft>
                        <a:spcPct val="0"/>
                      </a:spcAft>
                      <a:buChar char="–"/>
                      <a:defRPr sz="2000">
                        <a:solidFill>
                          <a:schemeClr val="tx1"/>
                        </a:solidFill>
                        <a:effectLst/>
                        <a:latin typeface="+mn-lt"/>
                        <a:ea typeface="+mn-ea"/>
                      </a:defRPr>
                    </a:lvl4pPr>
                    <a:lvl5pPr marL="2057400" indent="-228600" algn="l" rtl="0" eaLnBrk="0" fontAlgn="base" hangingPunct="0">
                      <a:spcBef>
                        <a:spcPct val="20000"/>
                      </a:spcBef>
                      <a:spcAft>
                        <a:spcPct val="0"/>
                      </a:spcAft>
                      <a:buClr>
                        <a:schemeClr val="hlink"/>
                      </a:buClr>
                      <a:buFont typeface="Wingdings" panose="05000000000000000000" pitchFamily="2" charset="2"/>
                      <a:buChar char="§"/>
                      <a:defRPr sz="2000">
                        <a:solidFill>
                          <a:schemeClr val="tx1"/>
                        </a:solidFill>
                        <a:effectLst/>
                        <a:latin typeface="+mn-lt"/>
                        <a:ea typeface="+mn-ea"/>
                      </a:defRPr>
                    </a:lvl5pPr>
                  </a:lstStyle>
                  <a:p>
                    <a:pPr marL="0" lvl="0" indent="0" algn="ctr" eaLnBrk="1" hangingPunct="1">
                      <a:spcBef>
                        <a:spcPct val="0"/>
                      </a:spcBef>
                      <a:buClrTx/>
                      <a:buSzTx/>
                      <a:buFontTx/>
                      <a:buNone/>
                    </a:pPr>
                    <a:r>
                      <a:rPr lang="en-US" altLang="zh-CN" sz="2000" b="1" dirty="0">
                        <a:latin typeface="Times New Roman" panose="02020603050405020304" pitchFamily="18" charset="0"/>
                        <a:cs typeface="Times New Roman" panose="02020603050405020304" pitchFamily="18" charset="0"/>
                      </a:rPr>
                      <a:t>for (i=0;i&lt;=10;i++)</a:t>
                    </a:r>
                    <a:endParaRPr lang="en-US" altLang="zh-CN" sz="2000" b="1" dirty="0">
                      <a:latin typeface="Arial" panose="020B0604020202020204" pitchFamily="34" charset="0"/>
                      <a:ea typeface="Times New Roman" panose="02020603050405020304" pitchFamily="18" charset="0"/>
                    </a:endParaRPr>
                  </a:p>
                </p:txBody>
              </p:sp>
            </p:grpSp>
            <p:sp>
              <p:nvSpPr>
                <p:cNvPr id="48170" name="Line 38"/>
                <p:cNvSpPr/>
                <p:nvPr/>
              </p:nvSpPr>
              <p:spPr>
                <a:xfrm>
                  <a:off x="3459" y="7252"/>
                  <a:ext cx="235" cy="1"/>
                </a:xfrm>
                <a:prstGeom prst="line">
                  <a:avLst/>
                </a:prstGeom>
                <a:ln w="38100" cap="flat" cmpd="sng">
                  <a:solidFill>
                    <a:schemeClr val="tx1"/>
                  </a:solidFill>
                  <a:prstDash val="solid"/>
                  <a:headEnd type="none" w="sm" len="sm"/>
                  <a:tailEnd type="none" w="sm" len="sm"/>
                </a:ln>
              </p:spPr>
            </p:sp>
          </p:grpSp>
          <p:sp>
            <p:nvSpPr>
              <p:cNvPr id="48168" name="Text Box 39"/>
              <p:cNvSpPr txBox="1"/>
              <p:nvPr/>
            </p:nvSpPr>
            <p:spPr>
              <a:xfrm>
                <a:off x="5281" y="6631"/>
                <a:ext cx="687" cy="281"/>
              </a:xfrm>
              <a:prstGeom prst="rect">
                <a:avLst/>
              </a:prstGeom>
              <a:noFill/>
              <a:ln w="38100" cap="flat" cmpd="sng">
                <a:solidFill>
                  <a:schemeClr val="tx1"/>
                </a:solidFill>
                <a:prstDash val="solid"/>
                <a:miter/>
                <a:headEnd type="none" w="med" len="med"/>
                <a:tailEnd type="none" w="med" len="med"/>
              </a:ln>
            </p:spPr>
            <p:txBody>
              <a:bodyPr wrap="none" tIns="0" bIns="0"/>
              <a:lstStyle>
                <a:lvl1pPr marL="342900" indent="-342900" algn="l" rtl="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hlink"/>
                  </a:buClr>
                  <a:buSzPct val="80000"/>
                  <a:buFont typeface="Wingdings" panose="05000000000000000000" pitchFamily="2" charset="2"/>
                  <a:buChar char="n"/>
                  <a:defRPr sz="3200" b="0">
                    <a:solidFill>
                      <a:schemeClr val="tx1"/>
                    </a:solidFill>
                    <a:effectLst/>
                    <a:latin typeface="+mn-lt"/>
                    <a:ea typeface="+mn-ea"/>
                    <a:cs typeface="+mn-cs"/>
                  </a:defRPr>
                </a:lvl1pPr>
                <a:lvl2pPr marL="742950" indent="-285750" algn="l" rtl="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tx1"/>
                  </a:buClr>
                  <a:buChar char="–"/>
                  <a:defRPr sz="2800">
                    <a:solidFill>
                      <a:schemeClr val="tx1"/>
                    </a:solidFill>
                    <a:effectLst/>
                    <a:latin typeface="+mn-lt"/>
                    <a:ea typeface="+mn-ea"/>
                  </a:defRPr>
                </a:lvl2pPr>
                <a:lvl3pPr marL="1143000" indent="-228600" algn="l" rtl="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hlink"/>
                  </a:buClr>
                  <a:buFont typeface="Wingdings" panose="05000000000000000000" pitchFamily="2" charset="2"/>
                  <a:buChar char="§"/>
                  <a:defRPr sz="2400">
                    <a:solidFill>
                      <a:schemeClr val="tx1"/>
                    </a:solidFill>
                    <a:effectLst/>
                    <a:latin typeface="+mn-lt"/>
                    <a:ea typeface="+mn-ea"/>
                  </a:defRPr>
                </a:lvl3pPr>
                <a:lvl4pPr marL="1600200" indent="-228600" algn="l" rtl="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–"/>
                  <a:defRPr sz="2000">
                    <a:solidFill>
                      <a:schemeClr val="tx1"/>
                    </a:solidFill>
                    <a:effectLst/>
                    <a:latin typeface="+mn-lt"/>
                    <a:ea typeface="+mn-ea"/>
                  </a:defRPr>
                </a:lvl4pPr>
                <a:lvl5pPr marL="2057400" indent="-228600" algn="l" rtl="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hlink"/>
                  </a:buClr>
                  <a:buFont typeface="Wingdings" panose="05000000000000000000" pitchFamily="2" charset="2"/>
                  <a:buChar char="§"/>
                  <a:defRPr sz="2000">
                    <a:solidFill>
                      <a:schemeClr val="tx1"/>
                    </a:solidFill>
                    <a:effectLst/>
                    <a:latin typeface="+mn-lt"/>
                    <a:ea typeface="+mn-ea"/>
                  </a:defRPr>
                </a:lvl5pPr>
              </a:lstStyle>
              <a:p>
                <a:pPr marL="0" lvl="0" indent="0" algn="ctr" eaLnBrk="1" hangingPunct="1">
                  <a:spcBef>
                    <a:spcPct val="0"/>
                  </a:spcBef>
                  <a:buClrTx/>
                  <a:buSzTx/>
                  <a:buFontTx/>
                  <a:buNone/>
                </a:pPr>
                <a:r>
                  <a:rPr lang="en-US" altLang="zh-CN" sz="2000" b="1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j</a:t>
                </a:r>
                <a:r>
                  <a:rPr lang="en-US" altLang="zh-CN" sz="2000" b="1" baseline="-30000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ri</a:t>
                </a:r>
                <a:r>
                  <a:rPr lang="en-US" altLang="zh-CN" sz="2000" b="1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=0</a:t>
                </a:r>
                <a:endParaRPr lang="en-US" altLang="zh-CN" sz="2000" b="1" dirty="0">
                  <a:latin typeface="Arial" panose="020B0604020202020204" pitchFamily="34" charset="0"/>
                  <a:ea typeface="Times New Roman" panose="02020603050405020304" pitchFamily="18" charset="0"/>
                </a:endParaRPr>
              </a:p>
            </p:txBody>
          </p:sp>
        </p:grpSp>
        <p:grpSp>
          <p:nvGrpSpPr>
            <p:cNvPr id="48142" name="Group 40"/>
            <p:cNvGrpSpPr/>
            <p:nvPr/>
          </p:nvGrpSpPr>
          <p:grpSpPr>
            <a:xfrm>
              <a:off x="4137" y="1892"/>
              <a:ext cx="990" cy="656"/>
              <a:chOff x="5281" y="7418"/>
              <a:chExt cx="1060" cy="613"/>
            </a:xfrm>
          </p:grpSpPr>
          <p:sp>
            <p:nvSpPr>
              <p:cNvPr id="48164" name="Rectangle 41"/>
              <p:cNvSpPr/>
              <p:nvPr/>
            </p:nvSpPr>
            <p:spPr>
              <a:xfrm>
                <a:off x="5281" y="7798"/>
                <a:ext cx="1026" cy="233"/>
              </a:xfrm>
              <a:prstGeom prst="rect">
                <a:avLst/>
              </a:prstGeom>
              <a:noFill/>
              <a:ln w="38100" cap="flat" cmpd="sng">
                <a:solidFill>
                  <a:schemeClr val="tx1"/>
                </a:solidFill>
                <a:prstDash val="solid"/>
                <a:miter/>
                <a:headEnd type="none" w="med" len="med"/>
                <a:tailEnd type="none" w="med" len="med"/>
              </a:ln>
            </p:spPr>
            <p:txBody>
              <a:bodyPr lIns="12700" tIns="0" rIns="12700" bIns="0"/>
              <a:lstStyle>
                <a:lvl1pPr marL="342900" indent="-342900" algn="l" rtl="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hlink"/>
                  </a:buClr>
                  <a:buSzPct val="80000"/>
                  <a:buFont typeface="Wingdings" panose="05000000000000000000" pitchFamily="2" charset="2"/>
                  <a:buChar char="n"/>
                  <a:defRPr sz="3200" b="0">
                    <a:solidFill>
                      <a:schemeClr val="tx1"/>
                    </a:solidFill>
                    <a:effectLst/>
                    <a:latin typeface="+mn-lt"/>
                    <a:ea typeface="+mn-ea"/>
                    <a:cs typeface="+mn-cs"/>
                  </a:defRPr>
                </a:lvl1pPr>
                <a:lvl2pPr marL="742950" indent="-285750" algn="l" rtl="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tx1"/>
                  </a:buClr>
                  <a:buChar char="–"/>
                  <a:defRPr sz="2800">
                    <a:solidFill>
                      <a:schemeClr val="tx1"/>
                    </a:solidFill>
                    <a:effectLst/>
                    <a:latin typeface="+mn-lt"/>
                    <a:ea typeface="+mn-ea"/>
                  </a:defRPr>
                </a:lvl2pPr>
                <a:lvl3pPr marL="1143000" indent="-228600" algn="l" rtl="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hlink"/>
                  </a:buClr>
                  <a:buFont typeface="Wingdings" panose="05000000000000000000" pitchFamily="2" charset="2"/>
                  <a:buChar char="§"/>
                  <a:defRPr sz="2400">
                    <a:solidFill>
                      <a:schemeClr val="tx1"/>
                    </a:solidFill>
                    <a:effectLst/>
                    <a:latin typeface="+mn-lt"/>
                    <a:ea typeface="+mn-ea"/>
                  </a:defRPr>
                </a:lvl3pPr>
                <a:lvl4pPr marL="1600200" indent="-228600" algn="l" rtl="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–"/>
                  <a:defRPr sz="2000">
                    <a:solidFill>
                      <a:schemeClr val="tx1"/>
                    </a:solidFill>
                    <a:effectLst/>
                    <a:latin typeface="+mn-lt"/>
                    <a:ea typeface="+mn-ea"/>
                  </a:defRPr>
                </a:lvl4pPr>
                <a:lvl5pPr marL="2057400" indent="-228600" algn="l" rtl="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hlink"/>
                  </a:buClr>
                  <a:buFont typeface="Wingdings" panose="05000000000000000000" pitchFamily="2" charset="2"/>
                  <a:buChar char="§"/>
                  <a:defRPr sz="2000">
                    <a:solidFill>
                      <a:schemeClr val="tx1"/>
                    </a:solidFill>
                    <a:effectLst/>
                    <a:latin typeface="+mn-lt"/>
                    <a:ea typeface="+mn-ea"/>
                  </a:defRPr>
                </a:lvl5pPr>
              </a:lstStyle>
              <a:p>
                <a:pPr marL="0" lvl="0" indent="0" algn="ctr" eaLnBrk="1" hangingPunct="1">
                  <a:spcBef>
                    <a:spcPct val="0"/>
                  </a:spcBef>
                  <a:buClrTx/>
                  <a:buSzTx/>
                  <a:buFontTx/>
                  <a:buNone/>
                </a:pPr>
                <a:r>
                  <a:rPr lang="en-US" altLang="zh-CN" sz="2000" b="1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j</a:t>
                </a:r>
                <a:r>
                  <a:rPr lang="en-US" altLang="zh-CN" sz="2000" b="1" baseline="-30000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rk</a:t>
                </a:r>
                <a:r>
                  <a:rPr lang="en-US" altLang="zh-CN" sz="2000" b="1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 = j</a:t>
                </a:r>
                <a:r>
                  <a:rPr lang="en-US" altLang="zh-CN" sz="2000" b="1" baseline="-30000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rk</a:t>
                </a:r>
                <a:r>
                  <a:rPr lang="en-US" altLang="zh-CN" sz="2000" b="1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 +1</a:t>
                </a:r>
                <a:endParaRPr lang="en-US" altLang="zh-CN" sz="2000" b="1" dirty="0">
                  <a:latin typeface="Arial" panose="020B0604020202020204" pitchFamily="34" charset="0"/>
                  <a:ea typeface="Times New Roman" panose="02020603050405020304" pitchFamily="18" charset="0"/>
                </a:endParaRPr>
              </a:p>
            </p:txBody>
          </p:sp>
          <p:sp>
            <p:nvSpPr>
              <p:cNvPr id="48165" name="Rectangle 42"/>
              <p:cNvSpPr/>
              <p:nvPr/>
            </p:nvSpPr>
            <p:spPr>
              <a:xfrm>
                <a:off x="5281" y="7418"/>
                <a:ext cx="1060" cy="305"/>
              </a:xfrm>
              <a:prstGeom prst="rect">
                <a:avLst/>
              </a:prstGeom>
              <a:noFill/>
              <a:ln w="38100" cap="flat" cmpd="sng">
                <a:solidFill>
                  <a:schemeClr val="tx1"/>
                </a:solidFill>
                <a:prstDash val="solid"/>
                <a:miter/>
                <a:headEnd type="none" w="med" len="med"/>
                <a:tailEnd type="none" w="med" len="med"/>
              </a:ln>
            </p:spPr>
            <p:txBody>
              <a:bodyPr lIns="12700" tIns="12700" rIns="12700" bIns="12700"/>
              <a:lstStyle>
                <a:lvl1pPr marL="342900" indent="-342900" algn="l" rtl="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hlink"/>
                  </a:buClr>
                  <a:buSzPct val="80000"/>
                  <a:buFont typeface="Wingdings" panose="05000000000000000000" pitchFamily="2" charset="2"/>
                  <a:buChar char="n"/>
                  <a:defRPr sz="3200" b="0">
                    <a:solidFill>
                      <a:schemeClr val="tx1"/>
                    </a:solidFill>
                    <a:effectLst/>
                    <a:latin typeface="+mn-lt"/>
                    <a:ea typeface="+mn-ea"/>
                    <a:cs typeface="+mn-cs"/>
                  </a:defRPr>
                </a:lvl1pPr>
                <a:lvl2pPr marL="742950" indent="-285750" algn="l" rtl="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tx1"/>
                  </a:buClr>
                  <a:buChar char="–"/>
                  <a:defRPr sz="2800">
                    <a:solidFill>
                      <a:schemeClr val="tx1"/>
                    </a:solidFill>
                    <a:effectLst/>
                    <a:latin typeface="+mn-lt"/>
                    <a:ea typeface="+mn-ea"/>
                  </a:defRPr>
                </a:lvl2pPr>
                <a:lvl3pPr marL="1143000" indent="-228600" algn="l" rtl="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hlink"/>
                  </a:buClr>
                  <a:buFont typeface="Wingdings" panose="05000000000000000000" pitchFamily="2" charset="2"/>
                  <a:buChar char="§"/>
                  <a:defRPr sz="2400">
                    <a:solidFill>
                      <a:schemeClr val="tx1"/>
                    </a:solidFill>
                    <a:effectLst/>
                    <a:latin typeface="+mn-lt"/>
                    <a:ea typeface="+mn-ea"/>
                  </a:defRPr>
                </a:lvl3pPr>
                <a:lvl4pPr marL="1600200" indent="-228600" algn="l" rtl="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–"/>
                  <a:defRPr sz="2000">
                    <a:solidFill>
                      <a:schemeClr val="tx1"/>
                    </a:solidFill>
                    <a:effectLst/>
                    <a:latin typeface="+mn-lt"/>
                    <a:ea typeface="+mn-ea"/>
                  </a:defRPr>
                </a:lvl4pPr>
                <a:lvl5pPr marL="2057400" indent="-228600" algn="l" rtl="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hlink"/>
                  </a:buClr>
                  <a:buFont typeface="Wingdings" panose="05000000000000000000" pitchFamily="2" charset="2"/>
                  <a:buChar char="§"/>
                  <a:defRPr sz="2000">
                    <a:solidFill>
                      <a:schemeClr val="tx1"/>
                    </a:solidFill>
                    <a:effectLst/>
                    <a:latin typeface="+mn-lt"/>
                    <a:ea typeface="+mn-ea"/>
                  </a:defRPr>
                </a:lvl5pPr>
              </a:lstStyle>
              <a:p>
                <a:pPr marL="0" lvl="0" indent="0" algn="ctr" eaLnBrk="1" hangingPunct="1">
                  <a:spcBef>
                    <a:spcPct val="0"/>
                  </a:spcBef>
                  <a:buClrTx/>
                  <a:buSzTx/>
                  <a:buFontTx/>
                  <a:buNone/>
                </a:pPr>
                <a:r>
                  <a:rPr lang="en-US" altLang="zh-CN" sz="2000" b="1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k=a</a:t>
                </a:r>
                <a:r>
                  <a:rPr lang="en-US" altLang="zh-CN" sz="2000" b="1" baseline="-30000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ri</a:t>
                </a:r>
                <a:r>
                  <a:rPr lang="en-US" altLang="zh-CN" sz="2000" b="1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/10</a:t>
                </a:r>
                <a:endParaRPr lang="en-US" altLang="zh-CN" sz="2000" b="1" dirty="0">
                  <a:latin typeface="Arial" panose="020B0604020202020204" pitchFamily="34" charset="0"/>
                  <a:ea typeface="Times New Roman" panose="02020603050405020304" pitchFamily="18" charset="0"/>
                </a:endParaRPr>
              </a:p>
            </p:txBody>
          </p:sp>
          <p:sp>
            <p:nvSpPr>
              <p:cNvPr id="48166" name="Line 43"/>
              <p:cNvSpPr/>
              <p:nvPr/>
            </p:nvSpPr>
            <p:spPr>
              <a:xfrm>
                <a:off x="5281" y="7538"/>
                <a:ext cx="0" cy="458"/>
              </a:xfrm>
              <a:prstGeom prst="line">
                <a:avLst/>
              </a:prstGeom>
              <a:ln w="38100" cap="flat" cmpd="sng">
                <a:solidFill>
                  <a:schemeClr val="tx1"/>
                </a:solidFill>
                <a:prstDash val="solid"/>
                <a:headEnd type="none" w="sm" len="sm"/>
                <a:tailEnd type="none" w="sm" len="sm"/>
              </a:ln>
            </p:spPr>
          </p:sp>
        </p:grpSp>
        <p:grpSp>
          <p:nvGrpSpPr>
            <p:cNvPr id="48143" name="Group 44"/>
            <p:cNvGrpSpPr/>
            <p:nvPr/>
          </p:nvGrpSpPr>
          <p:grpSpPr>
            <a:xfrm>
              <a:off x="603" y="2104"/>
              <a:ext cx="1770" cy="278"/>
              <a:chOff x="1801" y="7124"/>
              <a:chExt cx="1893" cy="260"/>
            </a:xfrm>
          </p:grpSpPr>
          <p:grpSp>
            <p:nvGrpSpPr>
              <p:cNvPr id="48160" name="Group 45"/>
              <p:cNvGrpSpPr/>
              <p:nvPr/>
            </p:nvGrpSpPr>
            <p:grpSpPr>
              <a:xfrm>
                <a:off x="1801" y="7124"/>
                <a:ext cx="1687" cy="260"/>
                <a:chOff x="0" y="0"/>
                <a:chExt cx="19991" cy="20000"/>
              </a:xfrm>
            </p:grpSpPr>
            <p:sp>
              <p:nvSpPr>
                <p:cNvPr id="48162" name="Rectangle 46"/>
                <p:cNvSpPr/>
                <p:nvPr/>
              </p:nvSpPr>
              <p:spPr>
                <a:xfrm>
                  <a:off x="0" y="52"/>
                  <a:ext cx="2348" cy="19948"/>
                </a:xfrm>
                <a:prstGeom prst="rect">
                  <a:avLst/>
                </a:prstGeom>
                <a:noFill/>
                <a:ln w="38100" cap="flat" cmpd="sng">
                  <a:solidFill>
                    <a:schemeClr val="tx1"/>
                  </a:solidFill>
                  <a:prstDash val="solid"/>
                  <a:miter/>
                  <a:headEnd type="none" w="med" len="med"/>
                  <a:tailEnd type="none" w="med" len="med"/>
                </a:ln>
              </p:spPr>
              <p:txBody>
                <a:bodyPr/>
                <a:lstStyle>
                  <a:lvl1pPr marL="342900" indent="-342900" algn="l" rtl="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lr>
                      <a:schemeClr val="hlink"/>
                    </a:buClr>
                    <a:buSzPct val="80000"/>
                    <a:buFont typeface="Wingdings" panose="05000000000000000000" pitchFamily="2" charset="2"/>
                    <a:buChar char="n"/>
                    <a:defRPr sz="3200" b="0">
                      <a:solidFill>
                        <a:schemeClr val="tx1"/>
                      </a:solidFill>
                      <a:effectLst/>
                      <a:latin typeface="+mn-lt"/>
                      <a:ea typeface="+mn-ea"/>
                      <a:cs typeface="+mn-cs"/>
                    </a:defRPr>
                  </a:lvl1pPr>
                  <a:lvl2pPr marL="742950" indent="-285750" algn="l" rtl="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lr>
                      <a:schemeClr val="tx1"/>
                    </a:buClr>
                    <a:buChar char="–"/>
                    <a:defRPr sz="2800">
                      <a:solidFill>
                        <a:schemeClr val="tx1"/>
                      </a:solidFill>
                      <a:effectLst/>
                      <a:latin typeface="+mn-lt"/>
                      <a:ea typeface="+mn-ea"/>
                    </a:defRPr>
                  </a:lvl2pPr>
                  <a:lvl3pPr marL="1143000" indent="-228600" algn="l" rtl="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lr>
                      <a:schemeClr val="hlink"/>
                    </a:buClr>
                    <a:buFont typeface="Wingdings" panose="05000000000000000000" pitchFamily="2" charset="2"/>
                    <a:buChar char="§"/>
                    <a:defRPr sz="2400">
                      <a:solidFill>
                        <a:schemeClr val="tx1"/>
                      </a:solidFill>
                      <a:effectLst/>
                      <a:latin typeface="+mn-lt"/>
                      <a:ea typeface="+mn-ea"/>
                    </a:defRPr>
                  </a:lvl3pPr>
                  <a:lvl4pPr marL="1600200" indent="-228600" algn="l" rtl="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har char="–"/>
                    <a:defRPr sz="2000">
                      <a:solidFill>
                        <a:schemeClr val="tx1"/>
                      </a:solidFill>
                      <a:effectLst/>
                      <a:latin typeface="+mn-lt"/>
                      <a:ea typeface="+mn-ea"/>
                    </a:defRPr>
                  </a:lvl4pPr>
                  <a:lvl5pPr marL="2057400" indent="-228600" algn="l" rtl="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lr>
                      <a:schemeClr val="hlink"/>
                    </a:buClr>
                    <a:buFont typeface="Wingdings" panose="05000000000000000000" pitchFamily="2" charset="2"/>
                    <a:buChar char="§"/>
                    <a:defRPr sz="2000">
                      <a:solidFill>
                        <a:schemeClr val="tx1"/>
                      </a:solidFill>
                      <a:effectLst/>
                      <a:latin typeface="+mn-lt"/>
                      <a:ea typeface="+mn-ea"/>
                    </a:defRPr>
                  </a:lvl5pPr>
                </a:lstStyle>
                <a:p>
                  <a:pPr marL="0" lvl="0" indent="0" eaLnBrk="1" hangingPunct="1">
                    <a:spcBef>
                      <a:spcPct val="0"/>
                    </a:spcBef>
                    <a:buClrTx/>
                    <a:buSzTx/>
                    <a:buFontTx/>
                    <a:buNone/>
                  </a:pPr>
                  <a:endParaRPr lang="zh-CN" altLang="en-US" sz="2000" b="1" dirty="0">
                    <a:ea typeface="黑体" panose="02010609060101010101" pitchFamily="49" charset="-122"/>
                  </a:endParaRPr>
                </a:p>
              </p:txBody>
            </p:sp>
            <p:sp>
              <p:nvSpPr>
                <p:cNvPr id="48163" name="Rectangle 47"/>
                <p:cNvSpPr/>
                <p:nvPr/>
              </p:nvSpPr>
              <p:spPr>
                <a:xfrm>
                  <a:off x="2336" y="0"/>
                  <a:ext cx="17655" cy="19948"/>
                </a:xfrm>
                <a:prstGeom prst="rect">
                  <a:avLst/>
                </a:prstGeom>
                <a:noFill/>
                <a:ln w="38100" cap="flat" cmpd="sng">
                  <a:solidFill>
                    <a:schemeClr val="tx1"/>
                  </a:solidFill>
                  <a:prstDash val="solid"/>
                  <a:miter/>
                  <a:headEnd type="none" w="med" len="med"/>
                  <a:tailEnd type="none" w="med" len="med"/>
                </a:ln>
              </p:spPr>
              <p:txBody>
                <a:bodyPr lIns="12700" tIns="12700" rIns="12700" bIns="12700"/>
                <a:lstStyle>
                  <a:lvl1pPr marL="342900" indent="-342900" algn="l" rtl="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lr>
                      <a:schemeClr val="hlink"/>
                    </a:buClr>
                    <a:buSzPct val="80000"/>
                    <a:buFont typeface="Wingdings" panose="05000000000000000000" pitchFamily="2" charset="2"/>
                    <a:buChar char="n"/>
                    <a:defRPr sz="3200" b="0">
                      <a:solidFill>
                        <a:schemeClr val="tx1"/>
                      </a:solidFill>
                      <a:effectLst/>
                      <a:latin typeface="+mn-lt"/>
                      <a:ea typeface="+mn-ea"/>
                      <a:cs typeface="+mn-cs"/>
                    </a:defRPr>
                  </a:lvl1pPr>
                  <a:lvl2pPr marL="742950" indent="-285750" algn="l" rtl="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lr>
                      <a:schemeClr val="tx1"/>
                    </a:buClr>
                    <a:buChar char="–"/>
                    <a:defRPr sz="2800">
                      <a:solidFill>
                        <a:schemeClr val="tx1"/>
                      </a:solidFill>
                      <a:effectLst/>
                      <a:latin typeface="+mn-lt"/>
                      <a:ea typeface="+mn-ea"/>
                    </a:defRPr>
                  </a:lvl2pPr>
                  <a:lvl3pPr marL="1143000" indent="-228600" algn="l" rtl="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lr>
                      <a:schemeClr val="hlink"/>
                    </a:buClr>
                    <a:buFont typeface="Wingdings" panose="05000000000000000000" pitchFamily="2" charset="2"/>
                    <a:buChar char="§"/>
                    <a:defRPr sz="2400">
                      <a:solidFill>
                        <a:schemeClr val="tx1"/>
                      </a:solidFill>
                      <a:effectLst/>
                      <a:latin typeface="+mn-lt"/>
                      <a:ea typeface="+mn-ea"/>
                    </a:defRPr>
                  </a:lvl3pPr>
                  <a:lvl4pPr marL="1600200" indent="-228600" algn="l" rtl="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har char="–"/>
                    <a:defRPr sz="2000">
                      <a:solidFill>
                        <a:schemeClr val="tx1"/>
                      </a:solidFill>
                      <a:effectLst/>
                      <a:latin typeface="+mn-lt"/>
                      <a:ea typeface="+mn-ea"/>
                    </a:defRPr>
                  </a:lvl4pPr>
                  <a:lvl5pPr marL="2057400" indent="-228600" algn="l" rtl="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lr>
                      <a:schemeClr val="hlink"/>
                    </a:buClr>
                    <a:buFont typeface="Wingdings" panose="05000000000000000000" pitchFamily="2" charset="2"/>
                    <a:buChar char="§"/>
                    <a:defRPr sz="2000">
                      <a:solidFill>
                        <a:schemeClr val="tx1"/>
                      </a:solidFill>
                      <a:effectLst/>
                      <a:latin typeface="+mn-lt"/>
                      <a:ea typeface="+mn-ea"/>
                    </a:defRPr>
                  </a:lvl5pPr>
                </a:lstStyle>
                <a:p>
                  <a:pPr marL="0" lvl="0" indent="0" algn="ctr" eaLnBrk="1" hangingPunct="1">
                    <a:spcBef>
                      <a:spcPct val="0"/>
                    </a:spcBef>
                    <a:buClrTx/>
                    <a:buSzTx/>
                    <a:buFontTx/>
                    <a:buNone/>
                  </a:pPr>
                  <a:r>
                    <a:rPr lang="en-US" altLang="zh-CN" sz="2000" b="1" dirty="0">
                      <a:latin typeface="Times New Roman" panose="02020603050405020304" pitchFamily="18" charset="0"/>
                      <a:cs typeface="Times New Roman" panose="02020603050405020304" pitchFamily="18" charset="0"/>
                    </a:rPr>
                    <a:t>for (r=0;r&lt;5;r++)</a:t>
                  </a:r>
                  <a:endParaRPr lang="en-US" altLang="zh-CN" sz="2000" b="1" dirty="0">
                    <a:latin typeface="Arial" panose="020B0604020202020204" pitchFamily="34" charset="0"/>
                    <a:ea typeface="Times New Roman" panose="02020603050405020304" pitchFamily="18" charset="0"/>
                  </a:endParaRPr>
                </a:p>
              </p:txBody>
            </p:sp>
          </p:grpSp>
          <p:sp>
            <p:nvSpPr>
              <p:cNvPr id="48161" name="Line 48"/>
              <p:cNvSpPr/>
              <p:nvPr/>
            </p:nvSpPr>
            <p:spPr>
              <a:xfrm>
                <a:off x="3459" y="7252"/>
                <a:ext cx="235" cy="1"/>
              </a:xfrm>
              <a:prstGeom prst="line">
                <a:avLst/>
              </a:prstGeom>
              <a:ln w="38100" cap="flat" cmpd="sng">
                <a:solidFill>
                  <a:schemeClr val="tx1"/>
                </a:solidFill>
                <a:prstDash val="solid"/>
                <a:headEnd type="none" w="sm" len="sm"/>
                <a:tailEnd type="none" w="sm" len="sm"/>
              </a:ln>
            </p:spPr>
          </p:sp>
        </p:grpSp>
        <p:grpSp>
          <p:nvGrpSpPr>
            <p:cNvPr id="48144" name="Group 49"/>
            <p:cNvGrpSpPr/>
            <p:nvPr/>
          </p:nvGrpSpPr>
          <p:grpSpPr>
            <a:xfrm>
              <a:off x="603" y="1142"/>
              <a:ext cx="1770" cy="278"/>
              <a:chOff x="1801" y="7124"/>
              <a:chExt cx="1893" cy="260"/>
            </a:xfrm>
          </p:grpSpPr>
          <p:grpSp>
            <p:nvGrpSpPr>
              <p:cNvPr id="48156" name="Group 50"/>
              <p:cNvGrpSpPr/>
              <p:nvPr/>
            </p:nvGrpSpPr>
            <p:grpSpPr>
              <a:xfrm>
                <a:off x="1801" y="7124"/>
                <a:ext cx="1687" cy="260"/>
                <a:chOff x="0" y="0"/>
                <a:chExt cx="19991" cy="20000"/>
              </a:xfrm>
            </p:grpSpPr>
            <p:sp>
              <p:nvSpPr>
                <p:cNvPr id="48158" name="Rectangle 51"/>
                <p:cNvSpPr/>
                <p:nvPr/>
              </p:nvSpPr>
              <p:spPr>
                <a:xfrm>
                  <a:off x="0" y="52"/>
                  <a:ext cx="2348" cy="19948"/>
                </a:xfrm>
                <a:prstGeom prst="rect">
                  <a:avLst/>
                </a:prstGeom>
                <a:noFill/>
                <a:ln w="38100" cap="flat" cmpd="sng">
                  <a:solidFill>
                    <a:schemeClr val="tx1"/>
                  </a:solidFill>
                  <a:prstDash val="solid"/>
                  <a:miter/>
                  <a:headEnd type="none" w="med" len="med"/>
                  <a:tailEnd type="none" w="med" len="med"/>
                </a:ln>
              </p:spPr>
              <p:txBody>
                <a:bodyPr/>
                <a:lstStyle>
                  <a:lvl1pPr marL="342900" indent="-342900" algn="l" rtl="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lr>
                      <a:schemeClr val="hlink"/>
                    </a:buClr>
                    <a:buSzPct val="80000"/>
                    <a:buFont typeface="Wingdings" panose="05000000000000000000" pitchFamily="2" charset="2"/>
                    <a:buChar char="n"/>
                    <a:defRPr sz="3200" b="0">
                      <a:solidFill>
                        <a:schemeClr val="tx1"/>
                      </a:solidFill>
                      <a:effectLst/>
                      <a:latin typeface="+mn-lt"/>
                      <a:ea typeface="+mn-ea"/>
                      <a:cs typeface="+mn-cs"/>
                    </a:defRPr>
                  </a:lvl1pPr>
                  <a:lvl2pPr marL="742950" indent="-285750" algn="l" rtl="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lr>
                      <a:schemeClr val="tx1"/>
                    </a:buClr>
                    <a:buChar char="–"/>
                    <a:defRPr sz="2800">
                      <a:solidFill>
                        <a:schemeClr val="tx1"/>
                      </a:solidFill>
                      <a:effectLst/>
                      <a:latin typeface="+mn-lt"/>
                      <a:ea typeface="+mn-ea"/>
                    </a:defRPr>
                  </a:lvl2pPr>
                  <a:lvl3pPr marL="1143000" indent="-228600" algn="l" rtl="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lr>
                      <a:schemeClr val="hlink"/>
                    </a:buClr>
                    <a:buFont typeface="Wingdings" panose="05000000000000000000" pitchFamily="2" charset="2"/>
                    <a:buChar char="§"/>
                    <a:defRPr sz="2400">
                      <a:solidFill>
                        <a:schemeClr val="tx1"/>
                      </a:solidFill>
                      <a:effectLst/>
                      <a:latin typeface="+mn-lt"/>
                      <a:ea typeface="+mn-ea"/>
                    </a:defRPr>
                  </a:lvl3pPr>
                  <a:lvl4pPr marL="1600200" indent="-228600" algn="l" rtl="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har char="–"/>
                    <a:defRPr sz="2000">
                      <a:solidFill>
                        <a:schemeClr val="tx1"/>
                      </a:solidFill>
                      <a:effectLst/>
                      <a:latin typeface="+mn-lt"/>
                      <a:ea typeface="+mn-ea"/>
                    </a:defRPr>
                  </a:lvl4pPr>
                  <a:lvl5pPr marL="2057400" indent="-228600" algn="l" rtl="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lr>
                      <a:schemeClr val="hlink"/>
                    </a:buClr>
                    <a:buFont typeface="Wingdings" panose="05000000000000000000" pitchFamily="2" charset="2"/>
                    <a:buChar char="§"/>
                    <a:defRPr sz="2000">
                      <a:solidFill>
                        <a:schemeClr val="tx1"/>
                      </a:solidFill>
                      <a:effectLst/>
                      <a:latin typeface="+mn-lt"/>
                      <a:ea typeface="+mn-ea"/>
                    </a:defRPr>
                  </a:lvl5pPr>
                </a:lstStyle>
                <a:p>
                  <a:pPr marL="0" lvl="0" indent="0" eaLnBrk="1" hangingPunct="1">
                    <a:spcBef>
                      <a:spcPct val="0"/>
                    </a:spcBef>
                    <a:buClrTx/>
                    <a:buSzTx/>
                    <a:buFontTx/>
                    <a:buNone/>
                  </a:pPr>
                  <a:endParaRPr lang="zh-CN" altLang="en-US" sz="2000" b="1" dirty="0">
                    <a:ea typeface="黑体" panose="02010609060101010101" pitchFamily="49" charset="-122"/>
                  </a:endParaRPr>
                </a:p>
              </p:txBody>
            </p:sp>
            <p:sp>
              <p:nvSpPr>
                <p:cNvPr id="48159" name="Rectangle 52"/>
                <p:cNvSpPr/>
                <p:nvPr/>
              </p:nvSpPr>
              <p:spPr>
                <a:xfrm>
                  <a:off x="2336" y="0"/>
                  <a:ext cx="17655" cy="19948"/>
                </a:xfrm>
                <a:prstGeom prst="rect">
                  <a:avLst/>
                </a:prstGeom>
                <a:noFill/>
                <a:ln w="38100" cap="flat" cmpd="sng">
                  <a:solidFill>
                    <a:schemeClr val="tx1"/>
                  </a:solidFill>
                  <a:prstDash val="solid"/>
                  <a:miter/>
                  <a:headEnd type="none" w="med" len="med"/>
                  <a:tailEnd type="none" w="med" len="med"/>
                </a:ln>
              </p:spPr>
              <p:txBody>
                <a:bodyPr lIns="12700" tIns="12700" rIns="12700" bIns="12700"/>
                <a:lstStyle>
                  <a:lvl1pPr marL="342900" indent="-342900" algn="l" rtl="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lr>
                      <a:schemeClr val="hlink"/>
                    </a:buClr>
                    <a:buSzPct val="80000"/>
                    <a:buFont typeface="Wingdings" panose="05000000000000000000" pitchFamily="2" charset="2"/>
                    <a:buChar char="n"/>
                    <a:defRPr sz="3200" b="0">
                      <a:solidFill>
                        <a:schemeClr val="tx1"/>
                      </a:solidFill>
                      <a:effectLst/>
                      <a:latin typeface="+mn-lt"/>
                      <a:ea typeface="+mn-ea"/>
                      <a:cs typeface="+mn-cs"/>
                    </a:defRPr>
                  </a:lvl1pPr>
                  <a:lvl2pPr marL="742950" indent="-285750" algn="l" rtl="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lr>
                      <a:schemeClr val="tx1"/>
                    </a:buClr>
                    <a:buChar char="–"/>
                    <a:defRPr sz="2800">
                      <a:solidFill>
                        <a:schemeClr val="tx1"/>
                      </a:solidFill>
                      <a:effectLst/>
                      <a:latin typeface="+mn-lt"/>
                      <a:ea typeface="+mn-ea"/>
                    </a:defRPr>
                  </a:lvl2pPr>
                  <a:lvl3pPr marL="1143000" indent="-228600" algn="l" rtl="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lr>
                      <a:schemeClr val="hlink"/>
                    </a:buClr>
                    <a:buFont typeface="Wingdings" panose="05000000000000000000" pitchFamily="2" charset="2"/>
                    <a:buChar char="§"/>
                    <a:defRPr sz="2400">
                      <a:solidFill>
                        <a:schemeClr val="tx1"/>
                      </a:solidFill>
                      <a:effectLst/>
                      <a:latin typeface="+mn-lt"/>
                      <a:ea typeface="+mn-ea"/>
                    </a:defRPr>
                  </a:lvl3pPr>
                  <a:lvl4pPr marL="1600200" indent="-228600" algn="l" rtl="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har char="–"/>
                    <a:defRPr sz="2000">
                      <a:solidFill>
                        <a:schemeClr val="tx1"/>
                      </a:solidFill>
                      <a:effectLst/>
                      <a:latin typeface="+mn-lt"/>
                      <a:ea typeface="+mn-ea"/>
                    </a:defRPr>
                  </a:lvl4pPr>
                  <a:lvl5pPr marL="2057400" indent="-228600" algn="l" rtl="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lr>
                      <a:schemeClr val="hlink"/>
                    </a:buClr>
                    <a:buFont typeface="Wingdings" panose="05000000000000000000" pitchFamily="2" charset="2"/>
                    <a:buChar char="§"/>
                    <a:defRPr sz="2000">
                      <a:solidFill>
                        <a:schemeClr val="tx1"/>
                      </a:solidFill>
                      <a:effectLst/>
                      <a:latin typeface="+mn-lt"/>
                      <a:ea typeface="+mn-ea"/>
                    </a:defRPr>
                  </a:lvl5pPr>
                </a:lstStyle>
                <a:p>
                  <a:pPr marL="0" lvl="0" indent="0" algn="ctr" eaLnBrk="1" hangingPunct="1">
                    <a:spcBef>
                      <a:spcPct val="0"/>
                    </a:spcBef>
                    <a:buClrTx/>
                    <a:buSzTx/>
                    <a:buFontTx/>
                    <a:buNone/>
                  </a:pPr>
                  <a:r>
                    <a:rPr lang="en-US" altLang="zh-CN" sz="2000" b="1" dirty="0">
                      <a:latin typeface="Times New Roman" panose="02020603050405020304" pitchFamily="18" charset="0"/>
                      <a:cs typeface="Times New Roman" panose="02020603050405020304" pitchFamily="18" charset="0"/>
                    </a:rPr>
                    <a:t>for (r=0;r&lt;5;r++)</a:t>
                  </a:r>
                  <a:endParaRPr lang="en-US" altLang="zh-CN" sz="2000" b="1" dirty="0">
                    <a:latin typeface="Arial" panose="020B0604020202020204" pitchFamily="34" charset="0"/>
                    <a:ea typeface="Times New Roman" panose="02020603050405020304" pitchFamily="18" charset="0"/>
                  </a:endParaRPr>
                </a:p>
              </p:txBody>
            </p:sp>
          </p:grpSp>
          <p:sp>
            <p:nvSpPr>
              <p:cNvPr id="48157" name="Line 53"/>
              <p:cNvSpPr/>
              <p:nvPr/>
            </p:nvSpPr>
            <p:spPr>
              <a:xfrm>
                <a:off x="3459" y="7252"/>
                <a:ext cx="235" cy="1"/>
              </a:xfrm>
              <a:prstGeom prst="line">
                <a:avLst/>
              </a:prstGeom>
              <a:ln w="38100" cap="flat" cmpd="sng">
                <a:solidFill>
                  <a:schemeClr val="tx1"/>
                </a:solidFill>
                <a:prstDash val="solid"/>
                <a:headEnd type="none" w="sm" len="sm"/>
                <a:tailEnd type="none" w="sm" len="sm"/>
              </a:ln>
            </p:spPr>
          </p:sp>
        </p:grpSp>
        <p:grpSp>
          <p:nvGrpSpPr>
            <p:cNvPr id="48145" name="Group 54"/>
            <p:cNvGrpSpPr/>
            <p:nvPr/>
          </p:nvGrpSpPr>
          <p:grpSpPr>
            <a:xfrm>
              <a:off x="603" y="2660"/>
              <a:ext cx="1770" cy="278"/>
              <a:chOff x="1801" y="7124"/>
              <a:chExt cx="1893" cy="260"/>
            </a:xfrm>
          </p:grpSpPr>
          <p:grpSp>
            <p:nvGrpSpPr>
              <p:cNvPr id="48152" name="Group 55"/>
              <p:cNvGrpSpPr/>
              <p:nvPr/>
            </p:nvGrpSpPr>
            <p:grpSpPr>
              <a:xfrm>
                <a:off x="1801" y="7124"/>
                <a:ext cx="1687" cy="260"/>
                <a:chOff x="0" y="0"/>
                <a:chExt cx="19991" cy="20000"/>
              </a:xfrm>
            </p:grpSpPr>
            <p:sp>
              <p:nvSpPr>
                <p:cNvPr id="48154" name="Rectangle 56"/>
                <p:cNvSpPr/>
                <p:nvPr/>
              </p:nvSpPr>
              <p:spPr>
                <a:xfrm>
                  <a:off x="0" y="52"/>
                  <a:ext cx="2348" cy="19948"/>
                </a:xfrm>
                <a:prstGeom prst="rect">
                  <a:avLst/>
                </a:prstGeom>
                <a:noFill/>
                <a:ln w="38100" cap="flat" cmpd="sng">
                  <a:solidFill>
                    <a:schemeClr val="tx1"/>
                  </a:solidFill>
                  <a:prstDash val="solid"/>
                  <a:miter/>
                  <a:headEnd type="none" w="med" len="med"/>
                  <a:tailEnd type="none" w="med" len="med"/>
                </a:ln>
              </p:spPr>
              <p:txBody>
                <a:bodyPr/>
                <a:lstStyle>
                  <a:lvl1pPr marL="342900" indent="-342900" algn="l" rtl="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lr>
                      <a:schemeClr val="hlink"/>
                    </a:buClr>
                    <a:buSzPct val="80000"/>
                    <a:buFont typeface="Wingdings" panose="05000000000000000000" pitchFamily="2" charset="2"/>
                    <a:buChar char="n"/>
                    <a:defRPr sz="3200" b="0">
                      <a:solidFill>
                        <a:schemeClr val="tx1"/>
                      </a:solidFill>
                      <a:effectLst/>
                      <a:latin typeface="+mn-lt"/>
                      <a:ea typeface="+mn-ea"/>
                      <a:cs typeface="+mn-cs"/>
                    </a:defRPr>
                  </a:lvl1pPr>
                  <a:lvl2pPr marL="742950" indent="-285750" algn="l" rtl="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lr>
                      <a:schemeClr val="tx1"/>
                    </a:buClr>
                    <a:buChar char="–"/>
                    <a:defRPr sz="2800">
                      <a:solidFill>
                        <a:schemeClr val="tx1"/>
                      </a:solidFill>
                      <a:effectLst/>
                      <a:latin typeface="+mn-lt"/>
                      <a:ea typeface="+mn-ea"/>
                    </a:defRPr>
                  </a:lvl2pPr>
                  <a:lvl3pPr marL="1143000" indent="-228600" algn="l" rtl="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lr>
                      <a:schemeClr val="hlink"/>
                    </a:buClr>
                    <a:buFont typeface="Wingdings" panose="05000000000000000000" pitchFamily="2" charset="2"/>
                    <a:buChar char="§"/>
                    <a:defRPr sz="2400">
                      <a:solidFill>
                        <a:schemeClr val="tx1"/>
                      </a:solidFill>
                      <a:effectLst/>
                      <a:latin typeface="+mn-lt"/>
                      <a:ea typeface="+mn-ea"/>
                    </a:defRPr>
                  </a:lvl3pPr>
                  <a:lvl4pPr marL="1600200" indent="-228600" algn="l" rtl="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har char="–"/>
                    <a:defRPr sz="2000">
                      <a:solidFill>
                        <a:schemeClr val="tx1"/>
                      </a:solidFill>
                      <a:effectLst/>
                      <a:latin typeface="+mn-lt"/>
                      <a:ea typeface="+mn-ea"/>
                    </a:defRPr>
                  </a:lvl4pPr>
                  <a:lvl5pPr marL="2057400" indent="-228600" algn="l" rtl="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lr>
                      <a:schemeClr val="hlink"/>
                    </a:buClr>
                    <a:buFont typeface="Wingdings" panose="05000000000000000000" pitchFamily="2" charset="2"/>
                    <a:buChar char="§"/>
                    <a:defRPr sz="2000">
                      <a:solidFill>
                        <a:schemeClr val="tx1"/>
                      </a:solidFill>
                      <a:effectLst/>
                      <a:latin typeface="+mn-lt"/>
                      <a:ea typeface="+mn-ea"/>
                    </a:defRPr>
                  </a:lvl5pPr>
                </a:lstStyle>
                <a:p>
                  <a:pPr marL="0" lvl="0" indent="0" eaLnBrk="1" hangingPunct="1">
                    <a:spcBef>
                      <a:spcPct val="0"/>
                    </a:spcBef>
                    <a:buClrTx/>
                    <a:buSzTx/>
                    <a:buFontTx/>
                    <a:buNone/>
                  </a:pPr>
                  <a:endParaRPr lang="zh-CN" altLang="en-US" sz="2000" b="1" dirty="0">
                    <a:ea typeface="黑体" panose="02010609060101010101" pitchFamily="49" charset="-122"/>
                  </a:endParaRPr>
                </a:p>
              </p:txBody>
            </p:sp>
            <p:sp>
              <p:nvSpPr>
                <p:cNvPr id="48155" name="Rectangle 57"/>
                <p:cNvSpPr/>
                <p:nvPr/>
              </p:nvSpPr>
              <p:spPr>
                <a:xfrm>
                  <a:off x="2336" y="0"/>
                  <a:ext cx="17655" cy="19948"/>
                </a:xfrm>
                <a:prstGeom prst="rect">
                  <a:avLst/>
                </a:prstGeom>
                <a:noFill/>
                <a:ln w="38100" cap="flat" cmpd="sng">
                  <a:solidFill>
                    <a:schemeClr val="tx1"/>
                  </a:solidFill>
                  <a:prstDash val="solid"/>
                  <a:miter/>
                  <a:headEnd type="none" w="med" len="med"/>
                  <a:tailEnd type="none" w="med" len="med"/>
                </a:ln>
              </p:spPr>
              <p:txBody>
                <a:bodyPr lIns="12700" tIns="12700" rIns="12700" bIns="12700"/>
                <a:lstStyle>
                  <a:lvl1pPr marL="342900" indent="-342900" algn="l" rtl="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lr>
                      <a:schemeClr val="hlink"/>
                    </a:buClr>
                    <a:buSzPct val="80000"/>
                    <a:buFont typeface="Wingdings" panose="05000000000000000000" pitchFamily="2" charset="2"/>
                    <a:buChar char="n"/>
                    <a:defRPr sz="3200" b="0">
                      <a:solidFill>
                        <a:schemeClr val="tx1"/>
                      </a:solidFill>
                      <a:effectLst/>
                      <a:latin typeface="+mn-lt"/>
                      <a:ea typeface="+mn-ea"/>
                      <a:cs typeface="+mn-cs"/>
                    </a:defRPr>
                  </a:lvl1pPr>
                  <a:lvl2pPr marL="742950" indent="-285750" algn="l" rtl="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lr>
                      <a:schemeClr val="tx1"/>
                    </a:buClr>
                    <a:buChar char="–"/>
                    <a:defRPr sz="2800">
                      <a:solidFill>
                        <a:schemeClr val="tx1"/>
                      </a:solidFill>
                      <a:effectLst/>
                      <a:latin typeface="+mn-lt"/>
                      <a:ea typeface="+mn-ea"/>
                    </a:defRPr>
                  </a:lvl2pPr>
                  <a:lvl3pPr marL="1143000" indent="-228600" algn="l" rtl="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lr>
                      <a:schemeClr val="hlink"/>
                    </a:buClr>
                    <a:buFont typeface="Wingdings" panose="05000000000000000000" pitchFamily="2" charset="2"/>
                    <a:buChar char="§"/>
                    <a:defRPr sz="2400">
                      <a:solidFill>
                        <a:schemeClr val="tx1"/>
                      </a:solidFill>
                      <a:effectLst/>
                      <a:latin typeface="+mn-lt"/>
                      <a:ea typeface="+mn-ea"/>
                    </a:defRPr>
                  </a:lvl3pPr>
                  <a:lvl4pPr marL="1600200" indent="-228600" algn="l" rtl="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har char="–"/>
                    <a:defRPr sz="2000">
                      <a:solidFill>
                        <a:schemeClr val="tx1"/>
                      </a:solidFill>
                      <a:effectLst/>
                      <a:latin typeface="+mn-lt"/>
                      <a:ea typeface="+mn-ea"/>
                    </a:defRPr>
                  </a:lvl4pPr>
                  <a:lvl5pPr marL="2057400" indent="-228600" algn="l" rtl="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lr>
                      <a:schemeClr val="hlink"/>
                    </a:buClr>
                    <a:buFont typeface="Wingdings" panose="05000000000000000000" pitchFamily="2" charset="2"/>
                    <a:buChar char="§"/>
                    <a:defRPr sz="2000">
                      <a:solidFill>
                        <a:schemeClr val="tx1"/>
                      </a:solidFill>
                      <a:effectLst/>
                      <a:latin typeface="+mn-lt"/>
                      <a:ea typeface="+mn-ea"/>
                    </a:defRPr>
                  </a:lvl5pPr>
                </a:lstStyle>
                <a:p>
                  <a:pPr marL="0" lvl="0" indent="0" algn="ctr" eaLnBrk="1" hangingPunct="1">
                    <a:spcBef>
                      <a:spcPct val="0"/>
                    </a:spcBef>
                    <a:buClrTx/>
                    <a:buSzTx/>
                    <a:buFontTx/>
                    <a:buNone/>
                  </a:pPr>
                  <a:r>
                    <a:rPr lang="en-US" altLang="zh-CN" sz="2000" b="1" dirty="0">
                      <a:latin typeface="Times New Roman" panose="02020603050405020304" pitchFamily="18" charset="0"/>
                      <a:cs typeface="Times New Roman" panose="02020603050405020304" pitchFamily="18" charset="0"/>
                    </a:rPr>
                    <a:t>for (r=0;r&lt;5;r++)</a:t>
                  </a:r>
                  <a:endParaRPr lang="en-US" altLang="zh-CN" sz="2000" b="1" dirty="0">
                    <a:latin typeface="Arial" panose="020B0604020202020204" pitchFamily="34" charset="0"/>
                    <a:ea typeface="Times New Roman" panose="02020603050405020304" pitchFamily="18" charset="0"/>
                  </a:endParaRPr>
                </a:p>
              </p:txBody>
            </p:sp>
          </p:grpSp>
          <p:sp>
            <p:nvSpPr>
              <p:cNvPr id="48153" name="Line 58"/>
              <p:cNvSpPr/>
              <p:nvPr/>
            </p:nvSpPr>
            <p:spPr>
              <a:xfrm>
                <a:off x="3459" y="7252"/>
                <a:ext cx="235" cy="1"/>
              </a:xfrm>
              <a:prstGeom prst="line">
                <a:avLst/>
              </a:prstGeom>
              <a:ln w="38100" cap="flat" cmpd="sng">
                <a:solidFill>
                  <a:schemeClr val="tx1"/>
                </a:solidFill>
                <a:prstDash val="solid"/>
                <a:headEnd type="none" w="sm" len="sm"/>
                <a:tailEnd type="none" w="sm" len="sm"/>
              </a:ln>
            </p:spPr>
          </p:sp>
        </p:grpSp>
        <p:grpSp>
          <p:nvGrpSpPr>
            <p:cNvPr id="48146" name="Group 59"/>
            <p:cNvGrpSpPr/>
            <p:nvPr/>
          </p:nvGrpSpPr>
          <p:grpSpPr>
            <a:xfrm>
              <a:off x="597" y="1505"/>
              <a:ext cx="1769" cy="278"/>
              <a:chOff x="1801" y="7124"/>
              <a:chExt cx="1893" cy="260"/>
            </a:xfrm>
          </p:grpSpPr>
          <p:grpSp>
            <p:nvGrpSpPr>
              <p:cNvPr id="48148" name="Group 60"/>
              <p:cNvGrpSpPr/>
              <p:nvPr/>
            </p:nvGrpSpPr>
            <p:grpSpPr>
              <a:xfrm>
                <a:off x="1801" y="7124"/>
                <a:ext cx="1687" cy="260"/>
                <a:chOff x="0" y="0"/>
                <a:chExt cx="19991" cy="20000"/>
              </a:xfrm>
            </p:grpSpPr>
            <p:sp>
              <p:nvSpPr>
                <p:cNvPr id="48150" name="Rectangle 61"/>
                <p:cNvSpPr/>
                <p:nvPr/>
              </p:nvSpPr>
              <p:spPr>
                <a:xfrm>
                  <a:off x="0" y="52"/>
                  <a:ext cx="2348" cy="19948"/>
                </a:xfrm>
                <a:prstGeom prst="rect">
                  <a:avLst/>
                </a:prstGeom>
                <a:noFill/>
                <a:ln w="38100" cap="flat" cmpd="sng">
                  <a:solidFill>
                    <a:schemeClr val="tx1"/>
                  </a:solidFill>
                  <a:prstDash val="solid"/>
                  <a:miter/>
                  <a:headEnd type="none" w="med" len="med"/>
                  <a:tailEnd type="none" w="med" len="med"/>
                </a:ln>
              </p:spPr>
              <p:txBody>
                <a:bodyPr/>
                <a:lstStyle>
                  <a:lvl1pPr marL="342900" indent="-342900" algn="l" rtl="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lr>
                      <a:schemeClr val="hlink"/>
                    </a:buClr>
                    <a:buSzPct val="80000"/>
                    <a:buFont typeface="Wingdings" panose="05000000000000000000" pitchFamily="2" charset="2"/>
                    <a:buChar char="n"/>
                    <a:defRPr sz="3200" b="0">
                      <a:solidFill>
                        <a:schemeClr val="tx1"/>
                      </a:solidFill>
                      <a:effectLst/>
                      <a:latin typeface="+mn-lt"/>
                      <a:ea typeface="+mn-ea"/>
                      <a:cs typeface="+mn-cs"/>
                    </a:defRPr>
                  </a:lvl1pPr>
                  <a:lvl2pPr marL="742950" indent="-285750" algn="l" rtl="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lr>
                      <a:schemeClr val="tx1"/>
                    </a:buClr>
                    <a:buChar char="–"/>
                    <a:defRPr sz="2800">
                      <a:solidFill>
                        <a:schemeClr val="tx1"/>
                      </a:solidFill>
                      <a:effectLst/>
                      <a:latin typeface="+mn-lt"/>
                      <a:ea typeface="+mn-ea"/>
                    </a:defRPr>
                  </a:lvl2pPr>
                  <a:lvl3pPr marL="1143000" indent="-228600" algn="l" rtl="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lr>
                      <a:schemeClr val="hlink"/>
                    </a:buClr>
                    <a:buFont typeface="Wingdings" panose="05000000000000000000" pitchFamily="2" charset="2"/>
                    <a:buChar char="§"/>
                    <a:defRPr sz="2400">
                      <a:solidFill>
                        <a:schemeClr val="tx1"/>
                      </a:solidFill>
                      <a:effectLst/>
                      <a:latin typeface="+mn-lt"/>
                      <a:ea typeface="+mn-ea"/>
                    </a:defRPr>
                  </a:lvl3pPr>
                  <a:lvl4pPr marL="1600200" indent="-228600" algn="l" rtl="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har char="–"/>
                    <a:defRPr sz="2000">
                      <a:solidFill>
                        <a:schemeClr val="tx1"/>
                      </a:solidFill>
                      <a:effectLst/>
                      <a:latin typeface="+mn-lt"/>
                      <a:ea typeface="+mn-ea"/>
                    </a:defRPr>
                  </a:lvl4pPr>
                  <a:lvl5pPr marL="2057400" indent="-228600" algn="l" rtl="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lr>
                      <a:schemeClr val="hlink"/>
                    </a:buClr>
                    <a:buFont typeface="Wingdings" panose="05000000000000000000" pitchFamily="2" charset="2"/>
                    <a:buChar char="§"/>
                    <a:defRPr sz="2000">
                      <a:solidFill>
                        <a:schemeClr val="tx1"/>
                      </a:solidFill>
                      <a:effectLst/>
                      <a:latin typeface="+mn-lt"/>
                      <a:ea typeface="+mn-ea"/>
                    </a:defRPr>
                  </a:lvl5pPr>
                </a:lstStyle>
                <a:p>
                  <a:pPr marL="0" lvl="0" indent="0" eaLnBrk="1" hangingPunct="1">
                    <a:spcBef>
                      <a:spcPct val="0"/>
                    </a:spcBef>
                    <a:buClrTx/>
                    <a:buSzTx/>
                    <a:buFontTx/>
                    <a:buNone/>
                  </a:pPr>
                  <a:endParaRPr lang="zh-CN" altLang="en-US" sz="2000" b="1" dirty="0">
                    <a:ea typeface="黑体" panose="02010609060101010101" pitchFamily="49" charset="-122"/>
                  </a:endParaRPr>
                </a:p>
              </p:txBody>
            </p:sp>
            <p:sp>
              <p:nvSpPr>
                <p:cNvPr id="48151" name="Rectangle 62"/>
                <p:cNvSpPr/>
                <p:nvPr/>
              </p:nvSpPr>
              <p:spPr>
                <a:xfrm>
                  <a:off x="2336" y="0"/>
                  <a:ext cx="17655" cy="19948"/>
                </a:xfrm>
                <a:prstGeom prst="rect">
                  <a:avLst/>
                </a:prstGeom>
                <a:noFill/>
                <a:ln w="38100" cap="flat" cmpd="sng">
                  <a:solidFill>
                    <a:schemeClr val="tx1"/>
                  </a:solidFill>
                  <a:prstDash val="solid"/>
                  <a:miter/>
                  <a:headEnd type="none" w="med" len="med"/>
                  <a:tailEnd type="none" w="med" len="med"/>
                </a:ln>
              </p:spPr>
              <p:txBody>
                <a:bodyPr lIns="12700" tIns="12700" rIns="12700" bIns="12700"/>
                <a:lstStyle>
                  <a:lvl1pPr marL="342900" indent="-342900" algn="l" rtl="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lr>
                      <a:schemeClr val="hlink"/>
                    </a:buClr>
                    <a:buSzPct val="80000"/>
                    <a:buFont typeface="Wingdings" panose="05000000000000000000" pitchFamily="2" charset="2"/>
                    <a:buChar char="n"/>
                    <a:defRPr sz="3200" b="0">
                      <a:solidFill>
                        <a:schemeClr val="tx1"/>
                      </a:solidFill>
                      <a:effectLst/>
                      <a:latin typeface="+mn-lt"/>
                      <a:ea typeface="+mn-ea"/>
                      <a:cs typeface="+mn-cs"/>
                    </a:defRPr>
                  </a:lvl1pPr>
                  <a:lvl2pPr marL="742950" indent="-285750" algn="l" rtl="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lr>
                      <a:schemeClr val="tx1"/>
                    </a:buClr>
                    <a:buChar char="–"/>
                    <a:defRPr sz="2800">
                      <a:solidFill>
                        <a:schemeClr val="tx1"/>
                      </a:solidFill>
                      <a:effectLst/>
                      <a:latin typeface="+mn-lt"/>
                      <a:ea typeface="+mn-ea"/>
                    </a:defRPr>
                  </a:lvl2pPr>
                  <a:lvl3pPr marL="1143000" indent="-228600" algn="l" rtl="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lr>
                      <a:schemeClr val="hlink"/>
                    </a:buClr>
                    <a:buFont typeface="Wingdings" panose="05000000000000000000" pitchFamily="2" charset="2"/>
                    <a:buChar char="§"/>
                    <a:defRPr sz="2400">
                      <a:solidFill>
                        <a:schemeClr val="tx1"/>
                      </a:solidFill>
                      <a:effectLst/>
                      <a:latin typeface="+mn-lt"/>
                      <a:ea typeface="+mn-ea"/>
                    </a:defRPr>
                  </a:lvl3pPr>
                  <a:lvl4pPr marL="1600200" indent="-228600" algn="l" rtl="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har char="–"/>
                    <a:defRPr sz="2000">
                      <a:solidFill>
                        <a:schemeClr val="tx1"/>
                      </a:solidFill>
                      <a:effectLst/>
                      <a:latin typeface="+mn-lt"/>
                      <a:ea typeface="+mn-ea"/>
                    </a:defRPr>
                  </a:lvl4pPr>
                  <a:lvl5pPr marL="2057400" indent="-228600" algn="l" rtl="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lr>
                      <a:schemeClr val="hlink"/>
                    </a:buClr>
                    <a:buFont typeface="Wingdings" panose="05000000000000000000" pitchFamily="2" charset="2"/>
                    <a:buChar char="§"/>
                    <a:defRPr sz="2000">
                      <a:solidFill>
                        <a:schemeClr val="tx1"/>
                      </a:solidFill>
                      <a:effectLst/>
                      <a:latin typeface="+mn-lt"/>
                      <a:ea typeface="+mn-ea"/>
                    </a:defRPr>
                  </a:lvl5pPr>
                </a:lstStyle>
                <a:p>
                  <a:pPr marL="0" lvl="0" indent="0" algn="ctr" eaLnBrk="1" hangingPunct="1">
                    <a:spcBef>
                      <a:spcPct val="0"/>
                    </a:spcBef>
                    <a:buClrTx/>
                    <a:buSzTx/>
                    <a:buFontTx/>
                    <a:buNone/>
                  </a:pPr>
                  <a:r>
                    <a:rPr lang="en-US" altLang="zh-CN" sz="2000" b="1" dirty="0">
                      <a:latin typeface="Times New Roman" panose="02020603050405020304" pitchFamily="18" charset="0"/>
                      <a:cs typeface="Times New Roman" panose="02020603050405020304" pitchFamily="18" charset="0"/>
                    </a:rPr>
                    <a:t>for (r=0;r&lt;5;r++)</a:t>
                  </a:r>
                  <a:endParaRPr lang="en-US" altLang="zh-CN" sz="2000" b="1" dirty="0">
                    <a:latin typeface="Arial" panose="020B0604020202020204" pitchFamily="34" charset="0"/>
                    <a:ea typeface="Times New Roman" panose="02020603050405020304" pitchFamily="18" charset="0"/>
                  </a:endParaRPr>
                </a:p>
              </p:txBody>
            </p:sp>
          </p:grpSp>
          <p:sp>
            <p:nvSpPr>
              <p:cNvPr id="48149" name="Line 63"/>
              <p:cNvSpPr/>
              <p:nvPr/>
            </p:nvSpPr>
            <p:spPr>
              <a:xfrm>
                <a:off x="3459" y="7252"/>
                <a:ext cx="235" cy="1"/>
              </a:xfrm>
              <a:prstGeom prst="line">
                <a:avLst/>
              </a:prstGeom>
              <a:ln w="38100" cap="flat" cmpd="sng">
                <a:solidFill>
                  <a:schemeClr val="tx1"/>
                </a:solidFill>
                <a:prstDash val="solid"/>
                <a:headEnd type="none" w="sm" len="sm"/>
                <a:tailEnd type="none" w="sm" len="sm"/>
              </a:ln>
            </p:spPr>
          </p:sp>
        </p:grpSp>
        <p:sp>
          <p:nvSpPr>
            <p:cNvPr id="48147" name="Oval 64"/>
            <p:cNvSpPr/>
            <p:nvPr/>
          </p:nvSpPr>
          <p:spPr>
            <a:xfrm>
              <a:off x="2298" y="436"/>
              <a:ext cx="3122" cy="3079"/>
            </a:xfrm>
            <a:prstGeom prst="ellipse">
              <a:avLst/>
            </a:prstGeom>
            <a:noFill/>
            <a:ln w="38100" cap="flat" cmpd="sng">
              <a:solidFill>
                <a:schemeClr val="tx1"/>
              </a:solidFill>
              <a:prstDash val="dash"/>
              <a:headEnd type="none" w="med" len="med"/>
              <a:tailEnd type="none" w="med" len="med"/>
            </a:ln>
          </p:spPr>
          <p:txBody>
            <a:bodyPr/>
            <a:lstStyle>
              <a:lvl1pPr marL="342900" indent="-342900" algn="l" rtl="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hlink"/>
                </a:buClr>
                <a:buSzPct val="80000"/>
                <a:buFont typeface="Wingdings" panose="05000000000000000000" pitchFamily="2" charset="2"/>
                <a:buChar char="n"/>
                <a:defRPr sz="3200" b="0">
                  <a:solidFill>
                    <a:schemeClr val="tx1"/>
                  </a:solidFill>
                  <a:effectLst/>
                  <a:latin typeface="+mn-lt"/>
                  <a:ea typeface="+mn-ea"/>
                  <a:cs typeface="+mn-cs"/>
                </a:defRPr>
              </a:lvl1pPr>
              <a:lvl2pPr marL="742950" indent="-285750" algn="l" rtl="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tx1"/>
                </a:buClr>
                <a:buChar char="–"/>
                <a:defRPr sz="2800">
                  <a:solidFill>
                    <a:schemeClr val="tx1"/>
                  </a:solidFill>
                  <a:effectLst/>
                  <a:latin typeface="+mn-lt"/>
                  <a:ea typeface="+mn-ea"/>
                </a:defRPr>
              </a:lvl2pPr>
              <a:lvl3pPr marL="11430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hlink"/>
                </a:buClr>
                <a:buFont typeface="Wingdings" panose="05000000000000000000" pitchFamily="2" charset="2"/>
                <a:buChar char="§"/>
                <a:defRPr sz="2400">
                  <a:solidFill>
                    <a:schemeClr val="tx1"/>
                  </a:solidFill>
                  <a:effectLst/>
                  <a:latin typeface="+mn-lt"/>
                  <a:ea typeface="+mn-ea"/>
                </a:defRPr>
              </a:lvl3pPr>
              <a:lvl4pPr marL="16002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–"/>
                <a:defRPr sz="2000">
                  <a:solidFill>
                    <a:schemeClr val="tx1"/>
                  </a:solidFill>
                  <a:effectLst/>
                  <a:latin typeface="+mn-lt"/>
                  <a:ea typeface="+mn-ea"/>
                </a:defRPr>
              </a:lvl4pPr>
              <a:lvl5pPr marL="20574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hlink"/>
                </a:buClr>
                <a:buFont typeface="Wingdings" panose="05000000000000000000" pitchFamily="2" charset="2"/>
                <a:buChar char="§"/>
                <a:defRPr sz="2000">
                  <a:solidFill>
                    <a:schemeClr val="tx1"/>
                  </a:solidFill>
                  <a:effectLst/>
                  <a:latin typeface="+mn-lt"/>
                  <a:ea typeface="+mn-ea"/>
                </a:defRPr>
              </a:lvl5pPr>
            </a:lstStyle>
            <a:p>
              <a:pPr marL="0" lvl="0" indent="0" eaLnBrk="1" hangingPunct="1">
                <a:spcBef>
                  <a:spcPct val="0"/>
                </a:spcBef>
                <a:buClrTx/>
                <a:buSzTx/>
                <a:buFontTx/>
                <a:buNone/>
              </a:pPr>
              <a:endParaRPr lang="zh-CN" altLang="en-US" sz="2000" b="1" dirty="0">
                <a:ea typeface="黑体" panose="02010609060101010101" pitchFamily="49" charset="-122"/>
              </a:endParaRPr>
            </a:p>
          </p:txBody>
        </p:sp>
      </p:grpSp>
      <p:sp>
        <p:nvSpPr>
          <p:cNvPr id="48134" name="Text Box 5"/>
          <p:cNvSpPr txBox="1"/>
          <p:nvPr/>
        </p:nvSpPr>
        <p:spPr>
          <a:xfrm>
            <a:off x="1522413" y="5040313"/>
            <a:ext cx="8280400" cy="1223962"/>
          </a:xfrm>
          <a:prstGeom prst="rect">
            <a:avLst/>
          </a:prstGeom>
          <a:noFill/>
          <a:ln w="9525">
            <a:noFill/>
          </a:ln>
        </p:spPr>
        <p:txBody>
          <a:bodyPr>
            <a:spAutoFit/>
          </a:bodyPr>
          <a:lstStyle>
            <a:lvl1pPr marL="342900" indent="-3429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80000"/>
              <a:buFont typeface="Wingdings" panose="05000000000000000000" pitchFamily="2" charset="2"/>
              <a:buChar char="n"/>
              <a:defRPr sz="3200" b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defRPr>
            </a:lvl1pPr>
            <a:lvl2pPr marL="742950" indent="-28575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Char char="–"/>
              <a:defRPr sz="2800">
                <a:solidFill>
                  <a:schemeClr val="tx1"/>
                </a:solidFill>
                <a:effectLst/>
                <a:latin typeface="+mn-lt"/>
                <a:ea typeface="+mn-ea"/>
              </a:defRPr>
            </a:lvl2pPr>
            <a:lvl3pPr marL="11430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Font typeface="Wingdings" panose="05000000000000000000" pitchFamily="2" charset="2"/>
              <a:buChar char="§"/>
              <a:defRPr sz="2400">
                <a:solidFill>
                  <a:schemeClr val="tx1"/>
                </a:solidFill>
                <a:effectLst/>
                <a:latin typeface="+mn-lt"/>
                <a:ea typeface="+mn-ea"/>
              </a:defRPr>
            </a:lvl3pPr>
            <a:lvl4pPr marL="16002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–"/>
              <a:defRPr sz="2000">
                <a:solidFill>
                  <a:schemeClr val="tx1"/>
                </a:solidFill>
                <a:effectLst/>
                <a:latin typeface="+mn-lt"/>
                <a:ea typeface="+mn-ea"/>
              </a:defRPr>
            </a:lvl4pPr>
            <a:lvl5pPr marL="20574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effectLst/>
                <a:latin typeface="+mn-lt"/>
                <a:ea typeface="+mn-ea"/>
              </a:defRPr>
            </a:lvl5pPr>
          </a:lstStyle>
          <a:p>
            <a:pPr marL="742950" lvl="0" indent="-285750" eaLnBrk="1" hangingPunct="1">
              <a:lnSpc>
                <a:spcPct val="90000"/>
              </a:lnSpc>
              <a:spcBef>
                <a:spcPct val="50000"/>
              </a:spcBef>
              <a:buClr>
                <a:schemeClr val="tx1"/>
              </a:buClr>
              <a:buSzTx/>
              <a:buFont typeface="Wingdings" panose="05000000000000000000" pitchFamily="2" charset="2"/>
              <a:buChar char="u"/>
            </a:pPr>
            <a:r>
              <a:rPr lang="zh-CN" altLang="en-US" b="1" dirty="0">
                <a:solidFill>
                  <a:srgbClr val="FFFF00"/>
                </a:solidFill>
                <a:latin typeface="Arial" panose="020B0604020202020204" pitchFamily="34" charset="0"/>
              </a:rPr>
              <a:t>如何存储</a:t>
            </a:r>
            <a:r>
              <a:rPr lang="en-US" altLang="zh-CN" b="1" dirty="0">
                <a:solidFill>
                  <a:srgbClr val="FFFF00"/>
                </a:solidFill>
                <a:latin typeface="Arial" panose="020B0604020202020204" pitchFamily="34" charset="0"/>
              </a:rPr>
              <a:t>5</a:t>
            </a:r>
            <a:r>
              <a:rPr lang="zh-CN" altLang="en-US" b="1" dirty="0">
                <a:solidFill>
                  <a:srgbClr val="FFFF00"/>
                </a:solidFill>
                <a:latin typeface="Arial" panose="020B0604020202020204" pitchFamily="34" charset="0"/>
              </a:rPr>
              <a:t>门课程</a:t>
            </a:r>
            <a:r>
              <a:rPr lang="en-US" altLang="zh-CN" b="1" dirty="0">
                <a:solidFill>
                  <a:srgbClr val="FFFF00"/>
                </a:solidFill>
                <a:latin typeface="Arial" panose="020B0604020202020204" pitchFamily="34" charset="0"/>
              </a:rPr>
              <a:t>50</a:t>
            </a:r>
            <a:r>
              <a:rPr lang="zh-CN" altLang="en-US" b="1" dirty="0">
                <a:solidFill>
                  <a:srgbClr val="FFFF00"/>
                </a:solidFill>
                <a:latin typeface="Arial" panose="020B0604020202020204" pitchFamily="34" charset="0"/>
              </a:rPr>
              <a:t>名学生的成绩？</a:t>
            </a:r>
            <a:endParaRPr lang="en-US" altLang="zh-CN" b="1" dirty="0">
              <a:solidFill>
                <a:srgbClr val="FFFF00"/>
              </a:solidFill>
              <a:latin typeface="Arial" panose="020B0604020202020204" pitchFamily="34" charset="0"/>
            </a:endParaRPr>
          </a:p>
          <a:p>
            <a:pPr marL="742950" lvl="0" indent="-285750" eaLnBrk="1" hangingPunct="1">
              <a:lnSpc>
                <a:spcPct val="90000"/>
              </a:lnSpc>
              <a:spcBef>
                <a:spcPct val="50000"/>
              </a:spcBef>
              <a:buClr>
                <a:schemeClr val="tx1"/>
              </a:buClr>
              <a:buSzTx/>
              <a:buFont typeface="Wingdings" panose="05000000000000000000" pitchFamily="2" charset="2"/>
              <a:buChar char="u"/>
            </a:pPr>
            <a:r>
              <a:rPr lang="zh-CN" altLang="en-US" b="1" dirty="0">
                <a:solidFill>
                  <a:srgbClr val="FFFF00"/>
                </a:solidFill>
                <a:latin typeface="Arial" panose="020B0604020202020204" pitchFamily="34" charset="0"/>
              </a:rPr>
              <a:t>如何存储</a:t>
            </a:r>
            <a:r>
              <a:rPr lang="en-US" altLang="zh-CN" b="1" dirty="0">
                <a:solidFill>
                  <a:srgbClr val="FFFF00"/>
                </a:solidFill>
                <a:latin typeface="Arial" panose="020B0604020202020204" pitchFamily="34" charset="0"/>
              </a:rPr>
              <a:t>5</a:t>
            </a:r>
            <a:r>
              <a:rPr lang="zh-CN" altLang="en-US" b="1" dirty="0">
                <a:solidFill>
                  <a:srgbClr val="FFFF00"/>
                </a:solidFill>
                <a:latin typeface="Arial" panose="020B0604020202020204" pitchFamily="34" charset="0"/>
              </a:rPr>
              <a:t>门课程计数器？</a:t>
            </a:r>
            <a:endParaRPr lang="zh-CN" altLang="en-US" b="1" dirty="0">
              <a:solidFill>
                <a:srgbClr val="FFFF00"/>
              </a:solidFill>
              <a:latin typeface="Arial" panose="020B0604020202020204" pitchFamily="34" charset="0"/>
            </a:endParaRPr>
          </a:p>
        </p:txBody>
      </p:sp>
      <p:sp>
        <p:nvSpPr>
          <p:cNvPr id="68" name="Rectangle 6"/>
          <p:cNvSpPr>
            <a:spLocks noChangeArrowheads="1"/>
          </p:cNvSpPr>
          <p:nvPr/>
        </p:nvSpPr>
        <p:spPr bwMode="auto">
          <a:xfrm>
            <a:off x="1633538" y="6297613"/>
            <a:ext cx="4029075" cy="476250"/>
          </a:xfrm>
          <a:prstGeom prst="rect">
            <a:avLst/>
          </a:prstGeom>
          <a:noFill/>
          <a:ln>
            <a:noFill/>
          </a:ln>
          <a:effectLst/>
        </p:spPr>
        <p:txBody>
          <a:bodyPr wrap="none">
            <a:spAutoFit/>
          </a:bodyPr>
          <a:lstStyle/>
          <a:p>
            <a:pPr marL="742950" marR="0" lvl="0" indent="-285750" algn="l" defTabSz="914400" rtl="0" eaLnBrk="1" fontAlgn="base" latinLnBrk="0" hangingPunct="1">
              <a:lnSpc>
                <a:spcPct val="90000"/>
              </a:lnSpc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SzTx/>
              <a:buFontTx/>
              <a:buNone/>
              <a:defRPr/>
            </a:pPr>
            <a:r>
              <a:rPr kumimoji="0" lang="en-US" altLang="zh-CN" sz="2800" b="1" i="0" u="none" strike="noStrike" kern="1200" cap="none" spc="0" normalizeH="0" baseline="0" noProof="0" dirty="0" err="1">
                <a:ln>
                  <a:noFill/>
                </a:ln>
                <a:solidFill>
                  <a:schemeClr val="tx1"/>
                </a:solidFill>
                <a:effectLst>
                  <a:outerShdw blurRad="38100" dist="38100" dir="2700000" algn="tl">
                    <a:srgbClr val="000000"/>
                  </a:outerShdw>
                </a:effectLst>
                <a:uLnTx/>
                <a:uFillTx/>
                <a:latin typeface="Arial" panose="020B0604020202020204" pitchFamily="34" charset="0"/>
                <a:ea typeface="宋体" panose="02010600030101010101" pitchFamily="2" charset="-122"/>
                <a:cs typeface="+mn-cs"/>
              </a:rPr>
              <a:t>int</a:t>
            </a:r>
            <a:r>
              <a:rPr kumimoji="0" lang="en-US" altLang="zh-CN" sz="2800" b="1" i="0" u="none" strike="noStrike" kern="1200" cap="none" spc="0" normalizeH="0" baseline="0" noProof="0" dirty="0">
                <a:ln>
                  <a:noFill/>
                </a:ln>
                <a:solidFill>
                  <a:schemeClr val="tx1"/>
                </a:solidFill>
                <a:effectLst>
                  <a:outerShdw blurRad="38100" dist="38100" dir="2700000" algn="tl">
                    <a:srgbClr val="000000"/>
                  </a:outerShdw>
                </a:effectLst>
                <a:uLnTx/>
                <a:uFillTx/>
                <a:latin typeface="Arial" panose="020B0604020202020204" pitchFamily="34" charset="0"/>
                <a:ea typeface="宋体" panose="02010600030101010101" pitchFamily="2" charset="-122"/>
                <a:cs typeface="+mn-cs"/>
              </a:rPr>
              <a:t>  </a:t>
            </a:r>
            <a:r>
              <a:rPr kumimoji="0" lang="en-US" altLang="zh-CN" sz="2800" b="1" i="0" u="none" strike="noStrike" kern="1200" cap="none" spc="0" normalizeH="0" baseline="0" noProof="0" dirty="0">
                <a:ln>
                  <a:noFill/>
                </a:ln>
                <a:solidFill>
                  <a:schemeClr val="hlink"/>
                </a:solidFill>
                <a:effectLst>
                  <a:outerShdw blurRad="38100" dist="38100" dir="2700000" algn="tl">
                    <a:srgbClr val="000000"/>
                  </a:outerShdw>
                </a:effectLst>
                <a:uLnTx/>
                <a:uFillTx/>
                <a:latin typeface="Arial" panose="020B0604020202020204" pitchFamily="34" charset="0"/>
                <a:ea typeface="宋体" panose="02010600030101010101" pitchFamily="2" charset="-122"/>
                <a:cs typeface="+mn-cs"/>
              </a:rPr>
              <a:t>a[5][50],j[5][11]</a:t>
            </a:r>
            <a:r>
              <a:rPr kumimoji="0" lang="en-US" altLang="zh-CN" sz="2800" b="1" i="0" u="none" strike="noStrike" kern="1200" cap="none" spc="0" normalizeH="0" baseline="0" noProof="0" dirty="0">
                <a:ln>
                  <a:noFill/>
                </a:ln>
                <a:solidFill>
                  <a:schemeClr val="tx1"/>
                </a:solidFill>
                <a:effectLst>
                  <a:outerShdw blurRad="38100" dist="38100" dir="2700000" algn="tl">
                    <a:srgbClr val="000000"/>
                  </a:outerShdw>
                </a:effectLst>
                <a:uLnTx/>
                <a:uFillTx/>
                <a:latin typeface="Arial" panose="020B0604020202020204" pitchFamily="34" charset="0"/>
                <a:ea typeface="宋体" panose="02010600030101010101" pitchFamily="2" charset="-122"/>
                <a:cs typeface="+mn-cs"/>
              </a:rPr>
              <a:t> ;</a:t>
            </a:r>
            <a:endParaRPr kumimoji="0" lang="en-US" altLang="zh-CN" sz="2800" b="1" i="0" u="none" strike="noStrike" kern="1200" cap="none" spc="0" normalizeH="0" baseline="0" noProof="0" dirty="0">
              <a:ln>
                <a:noFill/>
              </a:ln>
              <a:solidFill>
                <a:schemeClr val="tx1"/>
              </a:solidFill>
              <a:effectLst>
                <a:outerShdw blurRad="38100" dist="38100" dir="2700000" algn="tl">
                  <a:srgbClr val="000000"/>
                </a:outerShdw>
              </a:effectLst>
              <a:uLnTx/>
              <a:uFillTx/>
              <a:latin typeface="Arial" panose="020B0604020202020204" pitchFamily="34" charset="0"/>
              <a:ea typeface="宋体" panose="02010600030101010101" pitchFamily="2" charset="-122"/>
              <a:cs typeface="+mn-cs"/>
            </a:endParaRPr>
          </a:p>
        </p:txBody>
      </p:sp>
    </p:spTree>
  </p:cSld>
  <p:clrMapOvr>
    <a:masterClrMapping/>
  </p:clrMapOvr>
  <p:transition>
    <p:random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3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7" dur="500"/>
                                        <p:tgtEl>
                                          <p:spTgt spid="6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68" grpId="0" bldLvl="0" animBg="1"/>
    </p:bldLst>
  </p:timing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4" name="灯片编号占位符 5"/>
          <p:cNvSpPr txBox="1">
            <a:spLocks noGrp="1"/>
          </p:cNvSpPr>
          <p:nvPr>
            <p:ph type="sldNum" sz="quarter" idx="4"/>
          </p:nvPr>
        </p:nvSpPr>
        <p:spPr bwMode="auto"/>
        <p:txBody>
          <a:bodyPr wrap="square" lIns="91440" tIns="45720" rIns="91440" bIns="45720" numCol="1" anchor="b" anchorCtr="0" compatLnSpc="1"/>
          <a:lstStyle>
            <a:lvl1pPr>
              <a:defRPr b="1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1pPr>
            <a:lvl2pPr marL="742950" indent="-285750">
              <a:defRPr b="1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2pPr>
            <a:lvl3pPr marL="1143000" indent="-228600">
              <a:defRPr b="1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3pPr>
            <a:lvl4pPr marL="1600200" indent="-228600">
              <a:defRPr b="1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4pPr>
            <a:lvl5pPr marL="2057400" indent="-228600">
              <a:defRPr b="1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b="1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b="1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b="1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b="1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9pPr>
          </a:lstStyle>
          <a:p>
            <a:pPr marL="0" marR="0" lvl="0" indent="0" algn="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fld id="{CEA13262-C199-4F37-A82A-2BDF833542FB}" type="slidenum">
              <a:rPr kumimoji="0" lang="en-US" altLang="zh-CN" sz="1200" b="0" i="0" u="none" strike="noStrike" kern="1200" cap="none" spc="0" normalizeH="0" baseline="0" noProof="0" smtClean="0">
                <a:ln>
                  <a:noFill/>
                </a:ln>
                <a:solidFill>
                  <a:schemeClr val="tx1"/>
                </a:solidFill>
                <a:effectLst>
                  <a:outerShdw blurRad="38100" dist="38100" dir="2700000" algn="tl">
                    <a:srgbClr val="000000"/>
                  </a:outerShdw>
                </a:effectLst>
                <a:uLnTx/>
                <a:uFillTx/>
                <a:latin typeface="Tahoma" panose="020B0604030504040204" pitchFamily="34" charset="0"/>
                <a:ea typeface="宋体" panose="02010600030101010101" pitchFamily="2" charset="-122"/>
                <a:cs typeface="+mn-cs"/>
              </a:rPr>
            </a:fld>
            <a:endParaRPr kumimoji="0" lang="en-US" altLang="zh-CN" sz="1200" b="0" i="0" u="none" strike="noStrike" kern="1200" cap="none" spc="0" normalizeH="0" baseline="0" noProof="0">
              <a:ln>
                <a:noFill/>
              </a:ln>
              <a:solidFill>
                <a:schemeClr val="tx1"/>
              </a:solidFill>
              <a:effectLst>
                <a:outerShdw blurRad="38100" dist="38100" dir="2700000" algn="tl">
                  <a:srgbClr val="000000"/>
                </a:outerShdw>
              </a:effectLst>
              <a:uLnTx/>
              <a:uFillTx/>
              <a:latin typeface="Tahoma" panose="020B0604030504040204" pitchFamily="34" charset="0"/>
              <a:ea typeface="宋体" panose="02010600030101010101" pitchFamily="2" charset="-122"/>
              <a:cs typeface="+mn-cs"/>
            </a:endParaRPr>
          </a:p>
        </p:txBody>
      </p:sp>
      <p:sp>
        <p:nvSpPr>
          <p:cNvPr id="1252354" name="Rectangle 2"/>
          <p:cNvSpPr>
            <a:spLocks noGrp="1" noChangeArrowheads="1"/>
          </p:cNvSpPr>
          <p:nvPr>
            <p:ph idx="1"/>
          </p:nvPr>
        </p:nvSpPr>
        <p:spPr>
          <a:xfrm>
            <a:off x="1524000" y="0"/>
            <a:ext cx="9144000" cy="6858000"/>
          </a:xfrm>
        </p:spPr>
        <p:txBody>
          <a:bodyPr vert="horz" wrap="square" lIns="91440" tIns="45720" rIns="91440" bIns="45720" numCol="1" anchor="t" anchorCtr="0" compatLnSpc="1"/>
          <a:lstStyle/>
          <a:p>
            <a:pPr marL="342900" marR="0" lvl="0" indent="-342900" algn="l" defTabSz="914400" rtl="0" eaLnBrk="1" fontAlgn="base" latinLnBrk="0" hangingPunct="1">
              <a:lnSpc>
                <a:spcPct val="100000"/>
              </a:lnSpc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80000"/>
              <a:buFont typeface="Wingdings" panose="05000000000000000000" pitchFamily="2" charset="2"/>
              <a:buNone/>
              <a:defRPr/>
            </a:pPr>
            <a:r>
              <a:rPr kumimoji="0" lang="en-US" altLang="zh-CN" sz="3200" b="1" i="0" u="none" strike="noStrike" kern="0" cap="none" spc="0" normalizeH="0" baseline="0" noProof="0" dirty="0">
                <a:ln>
                  <a:noFill/>
                </a:ln>
                <a:solidFill>
                  <a:schemeClr val="tx1"/>
                </a:solidFill>
                <a:effectLst>
                  <a:outerShdw blurRad="38100" dist="38100" dir="2700000" algn="tl">
                    <a:srgbClr val="000000"/>
                  </a:outerShdw>
                </a:effectLst>
                <a:uLnTx/>
                <a:uFillTx/>
                <a:latin typeface="+mn-lt"/>
                <a:ea typeface="+mn-ea"/>
                <a:cs typeface="+mn-cs"/>
              </a:rPr>
              <a:t>#include&lt;</a:t>
            </a:r>
            <a:r>
              <a:rPr kumimoji="0" lang="en-US" altLang="zh-CN" sz="3200" b="1" i="0" u="none" strike="noStrike" kern="0" cap="none" spc="0" normalizeH="0" baseline="0" noProof="0" dirty="0" err="1">
                <a:ln>
                  <a:noFill/>
                </a:ln>
                <a:solidFill>
                  <a:schemeClr val="tx1"/>
                </a:solidFill>
                <a:effectLst>
                  <a:outerShdw blurRad="38100" dist="38100" dir="2700000" algn="tl">
                    <a:srgbClr val="000000"/>
                  </a:outerShdw>
                </a:effectLst>
                <a:uLnTx/>
                <a:uFillTx/>
                <a:latin typeface="+mn-lt"/>
                <a:ea typeface="+mn-ea"/>
                <a:cs typeface="+mn-cs"/>
              </a:rPr>
              <a:t>stdio.h</a:t>
            </a:r>
            <a:r>
              <a:rPr kumimoji="0" lang="en-US" altLang="zh-CN" sz="3200" b="1" i="0" u="none" strike="noStrike" kern="0" cap="none" spc="0" normalizeH="0" baseline="0" noProof="0" dirty="0">
                <a:ln>
                  <a:noFill/>
                </a:ln>
                <a:solidFill>
                  <a:schemeClr val="tx1"/>
                </a:solidFill>
                <a:effectLst>
                  <a:outerShdw blurRad="38100" dist="38100" dir="2700000" algn="tl">
                    <a:srgbClr val="000000"/>
                  </a:outerShdw>
                </a:effectLst>
                <a:uLnTx/>
                <a:uFillTx/>
                <a:latin typeface="+mn-lt"/>
                <a:ea typeface="+mn-ea"/>
                <a:cs typeface="+mn-cs"/>
              </a:rPr>
              <a:t>&gt;</a:t>
            </a:r>
            <a:endParaRPr kumimoji="0" lang="en-US" altLang="zh-CN" sz="3200" b="1" i="0" u="none" strike="noStrike" kern="0" cap="none" spc="0" normalizeH="0" baseline="0" noProof="0" dirty="0">
              <a:ln>
                <a:noFill/>
              </a:ln>
              <a:solidFill>
                <a:schemeClr val="tx1"/>
              </a:solidFill>
              <a:effectLst>
                <a:outerShdw blurRad="38100" dist="38100" dir="2700000" algn="tl">
                  <a:srgbClr val="000000"/>
                </a:outerShdw>
              </a:effectLst>
              <a:uLnTx/>
              <a:uFillTx/>
              <a:latin typeface="+mn-lt"/>
              <a:ea typeface="+mn-ea"/>
              <a:cs typeface="+mn-cs"/>
            </a:endParaRPr>
          </a:p>
          <a:p>
            <a:pPr marL="342900" marR="0" lvl="0" indent="-342900" algn="l" defTabSz="914400" rtl="0" eaLnBrk="1" fontAlgn="base" latinLnBrk="0" hangingPunct="1">
              <a:lnSpc>
                <a:spcPct val="100000"/>
              </a:lnSpc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80000"/>
              <a:buFont typeface="Wingdings" panose="05000000000000000000" pitchFamily="2" charset="2"/>
              <a:buNone/>
              <a:defRPr/>
            </a:pPr>
            <a:r>
              <a:rPr kumimoji="0" lang="en-US" altLang="zh-CN" sz="3200" b="1" i="0" u="none" strike="noStrike" kern="0" cap="none" spc="0" normalizeH="0" baseline="0" noProof="0" dirty="0" err="1">
                <a:ln>
                  <a:noFill/>
                </a:ln>
                <a:solidFill>
                  <a:schemeClr val="tx1"/>
                </a:solidFill>
                <a:effectLst>
                  <a:outerShdw blurRad="38100" dist="38100" dir="2700000" algn="tl">
                    <a:srgbClr val="000000"/>
                  </a:outerShdw>
                </a:effectLst>
                <a:uLnTx/>
                <a:uFillTx/>
                <a:latin typeface="+mn-lt"/>
                <a:ea typeface="+mn-ea"/>
                <a:cs typeface="+mn-cs"/>
              </a:rPr>
              <a:t>int</a:t>
            </a:r>
            <a:r>
              <a:rPr kumimoji="0" lang="en-US" altLang="zh-CN" sz="3200" b="1" i="0" u="none" strike="noStrike" kern="0" cap="none" spc="0" normalizeH="0" baseline="0" noProof="0" dirty="0">
                <a:ln>
                  <a:noFill/>
                </a:ln>
                <a:solidFill>
                  <a:schemeClr val="tx1"/>
                </a:solidFill>
                <a:effectLst>
                  <a:outerShdw blurRad="38100" dist="38100" dir="2700000" algn="tl">
                    <a:srgbClr val="000000"/>
                  </a:outerShdw>
                </a:effectLst>
                <a:uLnTx/>
                <a:uFillTx/>
                <a:latin typeface="+mn-lt"/>
                <a:ea typeface="+mn-ea"/>
                <a:cs typeface="+mn-cs"/>
              </a:rPr>
              <a:t> main () {</a:t>
            </a:r>
            <a:endParaRPr kumimoji="0" lang="en-US" altLang="zh-CN" sz="3200" b="1" i="0" u="none" strike="noStrike" kern="0" cap="none" spc="0" normalizeH="0" baseline="0" noProof="0" dirty="0">
              <a:ln>
                <a:noFill/>
              </a:ln>
              <a:solidFill>
                <a:schemeClr val="tx1"/>
              </a:solidFill>
              <a:effectLst>
                <a:outerShdw blurRad="38100" dist="38100" dir="2700000" algn="tl">
                  <a:srgbClr val="000000"/>
                </a:outerShdw>
              </a:effectLst>
              <a:uLnTx/>
              <a:uFillTx/>
              <a:latin typeface="+mn-lt"/>
              <a:ea typeface="+mn-ea"/>
              <a:cs typeface="+mn-cs"/>
            </a:endParaRPr>
          </a:p>
          <a:p>
            <a:pPr marL="342900" marR="0" lvl="0" indent="-342900" algn="l" defTabSz="914400" rtl="0" eaLnBrk="1" fontAlgn="base" latinLnBrk="0" hangingPunct="1">
              <a:lnSpc>
                <a:spcPct val="100000"/>
              </a:lnSpc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80000"/>
              <a:buFont typeface="Wingdings" panose="05000000000000000000" pitchFamily="2" charset="2"/>
              <a:buNone/>
              <a:defRPr/>
            </a:pPr>
            <a:r>
              <a:rPr kumimoji="0" lang="en-US" altLang="zh-CN" sz="3200" b="1" i="0" u="none" strike="noStrike" kern="0" cap="none" spc="0" normalizeH="0" baseline="0" noProof="0" dirty="0">
                <a:ln>
                  <a:noFill/>
                </a:ln>
                <a:solidFill>
                  <a:schemeClr val="tx1"/>
                </a:solidFill>
                <a:effectLst>
                  <a:outerShdw blurRad="38100" dist="38100" dir="2700000" algn="tl">
                    <a:srgbClr val="000000"/>
                  </a:outerShdw>
                </a:effectLst>
                <a:uLnTx/>
                <a:uFillTx/>
                <a:latin typeface="+mn-lt"/>
                <a:ea typeface="+mn-ea"/>
                <a:cs typeface="+mn-cs"/>
              </a:rPr>
              <a:t>   	</a:t>
            </a:r>
            <a:r>
              <a:rPr kumimoji="0" lang="en-US" altLang="zh-CN" sz="3200" b="1" i="0" u="none" strike="noStrike" kern="0" cap="none" spc="0" normalizeH="0" baseline="0" noProof="0" dirty="0" err="1">
                <a:ln>
                  <a:noFill/>
                </a:ln>
                <a:solidFill>
                  <a:schemeClr val="tx1"/>
                </a:solidFill>
                <a:effectLst>
                  <a:outerShdw blurRad="38100" dist="38100" dir="2700000" algn="tl">
                    <a:srgbClr val="000000"/>
                  </a:outerShdw>
                </a:effectLst>
                <a:uLnTx/>
                <a:uFillTx/>
                <a:latin typeface="+mn-lt"/>
                <a:ea typeface="+mn-ea"/>
                <a:cs typeface="+mn-cs"/>
              </a:rPr>
              <a:t>int</a:t>
            </a:r>
            <a:r>
              <a:rPr kumimoji="0" lang="en-US" altLang="zh-CN" sz="3200" b="1" i="0" u="none" strike="noStrike" kern="0" cap="none" spc="0" normalizeH="0" baseline="0" noProof="0" dirty="0">
                <a:ln>
                  <a:noFill/>
                </a:ln>
                <a:solidFill>
                  <a:schemeClr val="tx1"/>
                </a:solidFill>
                <a:effectLst>
                  <a:outerShdw blurRad="38100" dist="38100" dir="2700000" algn="tl">
                    <a:srgbClr val="000000"/>
                  </a:outerShdw>
                </a:effectLst>
                <a:uLnTx/>
                <a:uFillTx/>
                <a:latin typeface="+mn-lt"/>
                <a:ea typeface="+mn-ea"/>
                <a:cs typeface="+mn-cs"/>
              </a:rPr>
              <a:t> </a:t>
            </a:r>
            <a:r>
              <a:rPr kumimoji="0" lang="en-US" altLang="zh-CN" sz="3200" b="1" i="0" u="none" strike="noStrike" kern="0" cap="none" spc="0" normalizeH="0" baseline="0" noProof="0" dirty="0" err="1">
                <a:ln>
                  <a:noFill/>
                </a:ln>
                <a:solidFill>
                  <a:schemeClr val="tx1"/>
                </a:solidFill>
                <a:effectLst>
                  <a:outerShdw blurRad="38100" dist="38100" dir="2700000" algn="tl">
                    <a:srgbClr val="000000"/>
                  </a:outerShdw>
                </a:effectLst>
                <a:uLnTx/>
                <a:uFillTx/>
                <a:latin typeface="+mn-lt"/>
                <a:ea typeface="+mn-ea"/>
                <a:cs typeface="+mn-cs"/>
              </a:rPr>
              <a:t>r,i,k</a:t>
            </a:r>
            <a:r>
              <a:rPr kumimoji="0" lang="en-US" altLang="zh-CN" sz="3200" b="1" i="0" u="none" strike="noStrike" kern="0" cap="none" spc="0" normalizeH="0" baseline="0" noProof="0" dirty="0">
                <a:ln>
                  <a:noFill/>
                </a:ln>
                <a:solidFill>
                  <a:schemeClr val="tx1"/>
                </a:solidFill>
                <a:effectLst>
                  <a:outerShdw blurRad="38100" dist="38100" dir="2700000" algn="tl">
                    <a:srgbClr val="000000"/>
                  </a:outerShdw>
                </a:effectLst>
                <a:uLnTx/>
                <a:uFillTx/>
                <a:latin typeface="+mn-lt"/>
                <a:ea typeface="+mn-ea"/>
                <a:cs typeface="+mn-cs"/>
              </a:rPr>
              <a:t>, </a:t>
            </a:r>
            <a:r>
              <a:rPr kumimoji="0" lang="en-US" altLang="zh-CN" sz="3200" b="1" i="0" u="none" strike="noStrike" kern="0" cap="none" spc="0" normalizeH="0" baseline="0" noProof="0" dirty="0">
                <a:ln>
                  <a:noFill/>
                </a:ln>
                <a:solidFill>
                  <a:schemeClr val="hlink"/>
                </a:solidFill>
                <a:effectLst>
                  <a:outerShdw blurRad="38100" dist="38100" dir="2700000" algn="tl">
                    <a:srgbClr val="000000"/>
                  </a:outerShdw>
                </a:effectLst>
                <a:uLnTx/>
                <a:uFillTx/>
                <a:latin typeface="+mn-lt"/>
                <a:ea typeface="+mn-ea"/>
                <a:cs typeface="+mn-cs"/>
              </a:rPr>
              <a:t>a[5][50],j[5][11]</a:t>
            </a:r>
            <a:r>
              <a:rPr kumimoji="0" lang="en-US" altLang="zh-CN" sz="3200" b="1" i="0" u="none" strike="noStrike" kern="0" cap="none" spc="0" normalizeH="0" baseline="0" noProof="0" dirty="0">
                <a:ln>
                  <a:noFill/>
                </a:ln>
                <a:solidFill>
                  <a:schemeClr val="tx1"/>
                </a:solidFill>
                <a:effectLst>
                  <a:outerShdw blurRad="38100" dist="38100" dir="2700000" algn="tl">
                    <a:srgbClr val="000000"/>
                  </a:outerShdw>
                </a:effectLst>
                <a:uLnTx/>
                <a:uFillTx/>
                <a:latin typeface="+mn-lt"/>
                <a:ea typeface="+mn-ea"/>
                <a:cs typeface="+mn-cs"/>
              </a:rPr>
              <a:t> ; </a:t>
            </a:r>
            <a:endParaRPr kumimoji="0" lang="en-US" altLang="zh-CN" sz="3200" b="1" i="0" u="none" strike="noStrike" kern="0" cap="none" spc="0" normalizeH="0" baseline="0" noProof="0" dirty="0">
              <a:ln>
                <a:noFill/>
              </a:ln>
              <a:solidFill>
                <a:schemeClr val="tx1"/>
              </a:solidFill>
              <a:effectLst>
                <a:outerShdw blurRad="38100" dist="38100" dir="2700000" algn="tl">
                  <a:srgbClr val="000000"/>
                </a:outerShdw>
              </a:effectLst>
              <a:uLnTx/>
              <a:uFillTx/>
              <a:latin typeface="+mn-lt"/>
              <a:ea typeface="+mn-ea"/>
              <a:cs typeface="+mn-cs"/>
            </a:endParaRPr>
          </a:p>
          <a:p>
            <a:pPr marL="342900" marR="0" lvl="0" indent="-342900" algn="l" defTabSz="914400" rtl="0" eaLnBrk="1" fontAlgn="base" latinLnBrk="0" hangingPunct="1">
              <a:lnSpc>
                <a:spcPct val="100000"/>
              </a:lnSpc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80000"/>
              <a:buFont typeface="Wingdings" panose="05000000000000000000" pitchFamily="2" charset="2"/>
              <a:buNone/>
              <a:defRPr/>
            </a:pPr>
            <a:r>
              <a:rPr kumimoji="0" lang="en-US" altLang="zh-CN" sz="3200" b="1" i="0" u="none" strike="noStrike" kern="0" cap="none" spc="0" normalizeH="0" baseline="0" noProof="0" dirty="0">
                <a:ln>
                  <a:noFill/>
                </a:ln>
                <a:solidFill>
                  <a:schemeClr val="tx1"/>
                </a:solidFill>
                <a:effectLst>
                  <a:outerShdw blurRad="38100" dist="38100" dir="2700000" algn="tl">
                    <a:srgbClr val="000000"/>
                  </a:outerShdw>
                </a:effectLst>
                <a:uLnTx/>
                <a:uFillTx/>
                <a:latin typeface="+mn-lt"/>
                <a:ea typeface="+mn-ea"/>
                <a:cs typeface="+mn-cs"/>
              </a:rPr>
              <a:t>		</a:t>
            </a:r>
            <a:r>
              <a:rPr kumimoji="0" lang="en-US" altLang="zh-CN" sz="3200" b="1" i="0" u="none" strike="noStrike" kern="0" cap="none" spc="0" normalizeH="0" baseline="0" noProof="0" dirty="0">
                <a:ln>
                  <a:noFill/>
                </a:ln>
                <a:solidFill>
                  <a:srgbClr val="FFFF00"/>
                </a:solidFill>
                <a:effectLst>
                  <a:outerShdw blurRad="38100" dist="38100" dir="2700000" algn="tl">
                    <a:srgbClr val="000000"/>
                  </a:outerShdw>
                </a:effectLst>
                <a:uLnTx/>
                <a:uFillTx/>
                <a:latin typeface="+mn-lt"/>
                <a:ea typeface="+mn-ea"/>
                <a:cs typeface="+mn-cs"/>
              </a:rPr>
              <a:t>for ( r=0 ; r&lt;5 ; r++ ) </a:t>
            </a:r>
            <a:r>
              <a:rPr kumimoji="0" lang="en-US" altLang="zh-CN" sz="2000" b="1" i="0" u="none" strike="noStrike" kern="0" cap="none" spc="0" normalizeH="0" baseline="0" noProof="0" dirty="0">
                <a:ln>
                  <a:noFill/>
                </a:ln>
                <a:solidFill>
                  <a:schemeClr val="tx1"/>
                </a:solidFill>
                <a:effectLst>
                  <a:outerShdw blurRad="38100" dist="38100" dir="2700000" algn="tl">
                    <a:srgbClr val="000000"/>
                  </a:outerShdw>
                </a:effectLst>
                <a:uLnTx/>
                <a:uFillTx/>
                <a:latin typeface="+mn-lt"/>
                <a:ea typeface="+mn-ea"/>
                <a:cs typeface="+mn-cs"/>
              </a:rPr>
              <a:t>// </a:t>
            </a:r>
            <a:r>
              <a:rPr kumimoji="0" lang="zh-CN" altLang="en-US" sz="2000" b="1" i="0" u="none" strike="noStrike" kern="0" cap="none" spc="0" normalizeH="0" baseline="0" noProof="0" dirty="0">
                <a:ln>
                  <a:noFill/>
                </a:ln>
                <a:solidFill>
                  <a:schemeClr val="tx1"/>
                </a:solidFill>
                <a:effectLst>
                  <a:outerShdw blurRad="38100" dist="38100" dir="2700000" algn="tl">
                    <a:srgbClr val="000000"/>
                  </a:outerShdw>
                </a:effectLst>
                <a:uLnTx/>
                <a:uFillTx/>
                <a:latin typeface="+mn-lt"/>
                <a:ea typeface="+mn-ea"/>
                <a:cs typeface="+mn-cs"/>
              </a:rPr>
              <a:t>输入</a:t>
            </a:r>
            <a:endParaRPr kumimoji="0" lang="zh-CN" altLang="en-US" sz="2000" b="1" i="0" u="none" strike="noStrike" kern="0" cap="none" spc="0" normalizeH="0" baseline="0" noProof="0" dirty="0">
              <a:ln>
                <a:noFill/>
              </a:ln>
              <a:solidFill>
                <a:schemeClr val="tx1"/>
              </a:solidFill>
              <a:effectLst>
                <a:outerShdw blurRad="38100" dist="38100" dir="2700000" algn="tl">
                  <a:srgbClr val="000000"/>
                </a:outerShdw>
              </a:effectLst>
              <a:uLnTx/>
              <a:uFillTx/>
              <a:latin typeface="+mn-lt"/>
              <a:ea typeface="+mn-ea"/>
              <a:cs typeface="+mn-cs"/>
            </a:endParaRPr>
          </a:p>
          <a:p>
            <a:pPr marL="342900" marR="0" lvl="0" indent="-342900" algn="l" defTabSz="914400" rtl="0" eaLnBrk="1" fontAlgn="base" latinLnBrk="0" hangingPunct="1">
              <a:lnSpc>
                <a:spcPct val="100000"/>
              </a:lnSpc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80000"/>
              <a:buFont typeface="Wingdings" panose="05000000000000000000" pitchFamily="2" charset="2"/>
              <a:buNone/>
              <a:defRPr/>
            </a:pPr>
            <a:r>
              <a:rPr kumimoji="0" lang="zh-CN" altLang="en-US" sz="3200" b="1" i="0" u="none" strike="noStrike" kern="0" cap="none" spc="0" normalizeH="0" baseline="0" noProof="0" dirty="0">
                <a:ln>
                  <a:noFill/>
                </a:ln>
                <a:solidFill>
                  <a:schemeClr val="tx1"/>
                </a:solidFill>
                <a:effectLst>
                  <a:outerShdw blurRad="38100" dist="38100" dir="2700000" algn="tl">
                    <a:srgbClr val="000000"/>
                  </a:outerShdw>
                </a:effectLst>
                <a:uLnTx/>
                <a:uFillTx/>
                <a:latin typeface="+mn-lt"/>
                <a:ea typeface="+mn-ea"/>
                <a:cs typeface="+mn-cs"/>
              </a:rPr>
              <a:t>		</a:t>
            </a:r>
            <a:r>
              <a:rPr kumimoji="0" lang="en-US" altLang="zh-CN" sz="2000" b="1" i="0" u="none" strike="noStrike" kern="0" cap="none" spc="0" normalizeH="0" baseline="0" noProof="0" dirty="0">
                <a:ln>
                  <a:noFill/>
                </a:ln>
                <a:solidFill>
                  <a:schemeClr val="tx1"/>
                </a:solidFill>
                <a:effectLst>
                  <a:outerShdw blurRad="38100" dist="38100" dir="2700000" algn="tl">
                    <a:srgbClr val="000000"/>
                  </a:outerShdw>
                </a:effectLst>
                <a:uLnTx/>
                <a:uFillTx/>
                <a:latin typeface="+mn-lt"/>
                <a:ea typeface="+mn-ea"/>
                <a:cs typeface="+mn-cs"/>
              </a:rPr>
              <a:t>{</a:t>
            </a:r>
            <a:r>
              <a:rPr kumimoji="0" lang="en-US" altLang="zh-CN" sz="2000" b="1" i="0" u="none" strike="noStrike" kern="0" cap="none" spc="0" normalizeH="0" baseline="0" noProof="0" dirty="0" err="1">
                <a:ln>
                  <a:noFill/>
                </a:ln>
                <a:solidFill>
                  <a:schemeClr val="tx1"/>
                </a:solidFill>
                <a:effectLst>
                  <a:outerShdw blurRad="38100" dist="38100" dir="2700000" algn="tl">
                    <a:srgbClr val="000000"/>
                  </a:outerShdw>
                </a:effectLst>
                <a:uLnTx/>
                <a:uFillTx/>
                <a:latin typeface="+mn-lt"/>
                <a:ea typeface="+mn-ea"/>
                <a:cs typeface="+mn-cs"/>
              </a:rPr>
              <a:t>printf</a:t>
            </a:r>
            <a:r>
              <a:rPr kumimoji="0" lang="en-US" altLang="zh-CN" sz="2000" b="1" i="0" u="none" strike="noStrike" kern="0" cap="none" spc="0" normalizeH="0" baseline="0" noProof="0" dirty="0">
                <a:ln>
                  <a:noFill/>
                </a:ln>
                <a:solidFill>
                  <a:schemeClr val="tx1"/>
                </a:solidFill>
                <a:effectLst>
                  <a:outerShdw blurRad="38100" dist="38100" dir="2700000" algn="tl">
                    <a:srgbClr val="000000"/>
                  </a:outerShdw>
                </a:effectLst>
                <a:uLnTx/>
                <a:uFillTx/>
                <a:latin typeface="+mn-lt"/>
                <a:ea typeface="+mn-ea"/>
                <a:cs typeface="+mn-cs"/>
              </a:rPr>
              <a:t>(“</a:t>
            </a:r>
            <a:r>
              <a:rPr kumimoji="0" lang="zh-CN" altLang="en-US" sz="2000" b="1" i="0" u="none" strike="noStrike" kern="0" cap="none" spc="0" normalizeH="0" baseline="0" noProof="0" dirty="0">
                <a:ln>
                  <a:noFill/>
                </a:ln>
                <a:solidFill>
                  <a:schemeClr val="tx1"/>
                </a:solidFill>
                <a:effectLst>
                  <a:outerShdw blurRad="38100" dist="38100" dir="2700000" algn="tl">
                    <a:srgbClr val="000000"/>
                  </a:outerShdw>
                </a:effectLst>
                <a:uLnTx/>
                <a:uFillTx/>
                <a:latin typeface="+mn-lt"/>
                <a:ea typeface="+mn-ea"/>
                <a:cs typeface="+mn-cs"/>
              </a:rPr>
              <a:t>请依次</a:t>
            </a:r>
            <a:r>
              <a:rPr kumimoji="0" lang="zh-CN" altLang="en-US" sz="1800" b="1" i="0" u="none" strike="noStrike" kern="0" cap="none" spc="0" normalizeH="0" baseline="0" noProof="0" dirty="0">
                <a:ln>
                  <a:noFill/>
                </a:ln>
                <a:solidFill>
                  <a:schemeClr val="tx1"/>
                </a:solidFill>
                <a:effectLst>
                  <a:outerShdw blurRad="38100" dist="38100" dir="2700000" algn="tl">
                    <a:srgbClr val="000000"/>
                  </a:outerShdw>
                </a:effectLst>
                <a:uLnTx/>
                <a:uFillTx/>
                <a:latin typeface="+mn-lt"/>
                <a:ea typeface="+mn-ea"/>
                <a:cs typeface="+mn-cs"/>
              </a:rPr>
              <a:t>输入</a:t>
            </a:r>
            <a:r>
              <a:rPr kumimoji="0" lang="en-US" altLang="zh-CN" sz="1800" b="1" i="0" u="none" strike="noStrike" kern="0" cap="none" spc="0" normalizeH="0" baseline="0" noProof="0" dirty="0">
                <a:ln>
                  <a:noFill/>
                </a:ln>
                <a:solidFill>
                  <a:srgbClr val="00FF00"/>
                </a:solidFill>
                <a:effectLst>
                  <a:outerShdw blurRad="38100" dist="38100" dir="2700000" algn="tl">
                    <a:srgbClr val="000000"/>
                  </a:outerShdw>
                </a:effectLst>
                <a:uLnTx/>
                <a:uFillTx/>
                <a:latin typeface="+mn-lt"/>
                <a:ea typeface="+mn-ea"/>
                <a:cs typeface="+mn-cs"/>
              </a:rPr>
              <a:t>【</a:t>
            </a:r>
            <a:r>
              <a:rPr kumimoji="0" lang="zh-CN" altLang="en-US" sz="1800" b="1" i="0" u="none" strike="noStrike" kern="0" cap="none" spc="0" normalizeH="0" baseline="0" noProof="0" dirty="0">
                <a:ln>
                  <a:noFill/>
                </a:ln>
                <a:solidFill>
                  <a:srgbClr val="00FF00"/>
                </a:solidFill>
                <a:effectLst>
                  <a:outerShdw blurRad="38100" dist="38100" dir="2700000" algn="tl">
                    <a:srgbClr val="000000"/>
                  </a:outerShdw>
                </a:effectLst>
                <a:uLnTx/>
                <a:uFillTx/>
                <a:latin typeface="+mn-lt"/>
                <a:ea typeface="+mn-ea"/>
                <a:cs typeface="+mn-cs"/>
              </a:rPr>
              <a:t>课程</a:t>
            </a:r>
            <a:r>
              <a:rPr kumimoji="0" lang="en-US" altLang="zh-CN" sz="1800" b="1" i="0" u="none" strike="noStrike" kern="0" cap="none" spc="0" normalizeH="0" baseline="0" noProof="0" dirty="0">
                <a:ln>
                  <a:noFill/>
                </a:ln>
                <a:solidFill>
                  <a:srgbClr val="00FF00"/>
                </a:solidFill>
                <a:effectLst>
                  <a:outerShdw blurRad="38100" dist="38100" dir="2700000" algn="tl">
                    <a:srgbClr val="000000"/>
                  </a:outerShdw>
                </a:effectLst>
                <a:uLnTx/>
                <a:uFillTx/>
                <a:latin typeface="+mn-lt"/>
                <a:ea typeface="+mn-ea"/>
                <a:cs typeface="+mn-cs"/>
              </a:rPr>
              <a:t>%d】</a:t>
            </a:r>
            <a:r>
              <a:rPr kumimoji="0" lang="zh-CN" altLang="en-US" sz="1800" b="1" i="0" u="none" strike="noStrike" kern="0" cap="none" spc="0" normalizeH="0" baseline="0" noProof="0" dirty="0">
                <a:ln>
                  <a:noFill/>
                </a:ln>
                <a:solidFill>
                  <a:schemeClr val="tx1"/>
                </a:solidFill>
                <a:effectLst>
                  <a:outerShdw blurRad="38100" dist="38100" dir="2700000" algn="tl">
                    <a:srgbClr val="000000"/>
                  </a:outerShdw>
                </a:effectLst>
                <a:uLnTx/>
                <a:uFillTx/>
                <a:latin typeface="+mn-lt"/>
                <a:ea typeface="+mn-ea"/>
                <a:cs typeface="+mn-cs"/>
              </a:rPr>
              <a:t>的</a:t>
            </a:r>
            <a:r>
              <a:rPr kumimoji="0" lang="en-US" altLang="zh-CN" sz="1800" b="1" i="0" u="none" strike="noStrike" kern="0" cap="none" spc="0" normalizeH="0" baseline="0" noProof="0" dirty="0">
                <a:ln>
                  <a:noFill/>
                </a:ln>
                <a:solidFill>
                  <a:schemeClr val="accent2">
                    <a:lumMod val="60000"/>
                    <a:lumOff val="40000"/>
                  </a:schemeClr>
                </a:solidFill>
                <a:effectLst>
                  <a:outerShdw blurRad="38100" dist="38100" dir="2700000" algn="tl">
                    <a:srgbClr val="000000"/>
                  </a:outerShdw>
                </a:effectLst>
                <a:uLnTx/>
                <a:uFillTx/>
                <a:latin typeface="+mn-lt"/>
                <a:ea typeface="+mn-ea"/>
                <a:cs typeface="+mn-cs"/>
              </a:rPr>
              <a:t>%d</a:t>
            </a:r>
            <a:r>
              <a:rPr kumimoji="0" lang="zh-CN" altLang="en-US" sz="1800" b="1" i="0" u="none" strike="noStrike" kern="0" cap="none" spc="0" normalizeH="0" baseline="0" noProof="0" dirty="0">
                <a:ln>
                  <a:noFill/>
                </a:ln>
                <a:solidFill>
                  <a:schemeClr val="tx1"/>
                </a:solidFill>
                <a:effectLst>
                  <a:outerShdw blurRad="38100" dist="38100" dir="2700000" algn="tl">
                    <a:srgbClr val="000000"/>
                  </a:outerShdw>
                </a:effectLst>
                <a:uLnTx/>
                <a:uFillTx/>
                <a:latin typeface="+mn-lt"/>
                <a:ea typeface="+mn-ea"/>
                <a:cs typeface="+mn-cs"/>
              </a:rPr>
              <a:t>位同学的成绩</a:t>
            </a:r>
            <a:r>
              <a:rPr kumimoji="0" lang="en-US" altLang="zh-CN" sz="1800" b="1" i="0" u="none" strike="noStrike" kern="0" cap="none" spc="0" normalizeH="0" baseline="0" noProof="0" dirty="0">
                <a:ln>
                  <a:noFill/>
                </a:ln>
                <a:solidFill>
                  <a:schemeClr val="tx1"/>
                </a:solidFill>
                <a:effectLst>
                  <a:outerShdw blurRad="38100" dist="38100" dir="2700000" algn="tl">
                    <a:srgbClr val="000000"/>
                  </a:outerShdw>
                </a:effectLst>
                <a:uLnTx/>
                <a:uFillTx/>
                <a:latin typeface="+mn-lt"/>
                <a:ea typeface="+mn-ea"/>
                <a:cs typeface="+mn-cs"/>
              </a:rPr>
              <a:t>:\n",r+1,50); </a:t>
            </a:r>
            <a:endParaRPr kumimoji="0" lang="en-US" altLang="zh-CN" sz="1800" b="1" i="0" u="none" strike="noStrike" kern="0" cap="none" spc="0" normalizeH="0" baseline="0" noProof="0" dirty="0">
              <a:ln>
                <a:noFill/>
              </a:ln>
              <a:solidFill>
                <a:schemeClr val="tx1"/>
              </a:solidFill>
              <a:effectLst>
                <a:outerShdw blurRad="38100" dist="38100" dir="2700000" algn="tl">
                  <a:srgbClr val="000000"/>
                </a:outerShdw>
              </a:effectLst>
              <a:uLnTx/>
              <a:uFillTx/>
              <a:latin typeface="+mn-lt"/>
              <a:ea typeface="+mn-ea"/>
              <a:cs typeface="+mn-cs"/>
            </a:endParaRPr>
          </a:p>
          <a:p>
            <a:pPr marL="342900" marR="0" lvl="0" indent="-342900" algn="l" defTabSz="914400" rtl="0" eaLnBrk="1" fontAlgn="base" latinLnBrk="0" hangingPunct="1">
              <a:lnSpc>
                <a:spcPct val="100000"/>
              </a:lnSpc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80000"/>
              <a:buFont typeface="Wingdings" panose="05000000000000000000" pitchFamily="2" charset="2"/>
              <a:buNone/>
              <a:defRPr/>
            </a:pPr>
            <a:r>
              <a:rPr kumimoji="0" lang="en-US" altLang="zh-CN" sz="3200" b="1" i="0" u="none" strike="noStrike" kern="0" cap="none" spc="0" normalizeH="0" baseline="0" noProof="0" dirty="0">
                <a:ln>
                  <a:noFill/>
                </a:ln>
                <a:solidFill>
                  <a:schemeClr val="tx1"/>
                </a:solidFill>
                <a:effectLst>
                  <a:outerShdw blurRad="38100" dist="38100" dir="2700000" algn="tl">
                    <a:srgbClr val="000000"/>
                  </a:outerShdw>
                </a:effectLst>
                <a:uLnTx/>
                <a:uFillTx/>
                <a:latin typeface="+mn-lt"/>
                <a:ea typeface="+mn-ea"/>
                <a:cs typeface="+mn-cs"/>
              </a:rPr>
              <a:t>   		for ( i=0 ; i&lt;50 ; i++ ) </a:t>
            </a:r>
            <a:endParaRPr kumimoji="0" lang="en-US" altLang="zh-CN" sz="3200" b="1" i="0" u="none" strike="noStrike" kern="0" cap="none" spc="0" normalizeH="0" baseline="0" noProof="0" dirty="0">
              <a:ln>
                <a:noFill/>
              </a:ln>
              <a:solidFill>
                <a:schemeClr val="tx1"/>
              </a:solidFill>
              <a:effectLst>
                <a:outerShdw blurRad="38100" dist="38100" dir="2700000" algn="tl">
                  <a:srgbClr val="000000"/>
                </a:outerShdw>
              </a:effectLst>
              <a:uLnTx/>
              <a:uFillTx/>
              <a:latin typeface="+mn-lt"/>
              <a:ea typeface="+mn-ea"/>
              <a:cs typeface="+mn-cs"/>
            </a:endParaRPr>
          </a:p>
          <a:p>
            <a:pPr marL="342900" marR="0" lvl="0" indent="-342900" algn="l" defTabSz="914400" rtl="0" eaLnBrk="1" fontAlgn="base" latinLnBrk="0" hangingPunct="1">
              <a:lnSpc>
                <a:spcPct val="100000"/>
              </a:lnSpc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80000"/>
              <a:buFont typeface="Wingdings" panose="05000000000000000000" pitchFamily="2" charset="2"/>
              <a:buNone/>
              <a:defRPr/>
            </a:pPr>
            <a:r>
              <a:rPr kumimoji="0" lang="en-US" altLang="zh-CN" sz="3200" b="1" i="0" u="none" strike="noStrike" kern="0" cap="none" spc="0" normalizeH="0" baseline="0" noProof="0" dirty="0">
                <a:ln>
                  <a:noFill/>
                </a:ln>
                <a:solidFill>
                  <a:schemeClr val="tx1"/>
                </a:solidFill>
                <a:effectLst>
                  <a:outerShdw blurRad="38100" dist="38100" dir="2700000" algn="tl">
                    <a:srgbClr val="000000"/>
                  </a:outerShdw>
                </a:effectLst>
                <a:uLnTx/>
                <a:uFillTx/>
                <a:latin typeface="+mn-lt"/>
                <a:ea typeface="+mn-ea"/>
                <a:cs typeface="+mn-cs"/>
              </a:rPr>
              <a:t>				</a:t>
            </a:r>
            <a:r>
              <a:rPr kumimoji="0" lang="en-US" altLang="zh-CN" sz="3200" b="1" i="0" u="none" strike="noStrike" kern="0" cap="none" spc="0" normalizeH="0" baseline="0" noProof="0" dirty="0" err="1">
                <a:ln>
                  <a:noFill/>
                </a:ln>
                <a:solidFill>
                  <a:schemeClr val="tx1"/>
                </a:solidFill>
                <a:effectLst>
                  <a:outerShdw blurRad="38100" dist="38100" dir="2700000" algn="tl">
                    <a:srgbClr val="000000"/>
                  </a:outerShdw>
                </a:effectLst>
                <a:uLnTx/>
                <a:uFillTx/>
                <a:latin typeface="+mn-lt"/>
                <a:ea typeface="+mn-ea"/>
                <a:cs typeface="+mn-cs"/>
              </a:rPr>
              <a:t>scanf</a:t>
            </a:r>
            <a:r>
              <a:rPr kumimoji="0" lang="en-US" altLang="zh-CN" sz="3200" b="1" i="0" u="none" strike="noStrike" kern="0" cap="none" spc="0" normalizeH="0" baseline="0" noProof="0" dirty="0">
                <a:ln>
                  <a:noFill/>
                </a:ln>
                <a:solidFill>
                  <a:schemeClr val="tx1"/>
                </a:solidFill>
                <a:effectLst>
                  <a:outerShdw blurRad="38100" dist="38100" dir="2700000" algn="tl">
                    <a:srgbClr val="000000"/>
                  </a:outerShdw>
                </a:effectLst>
                <a:uLnTx/>
                <a:uFillTx/>
                <a:latin typeface="+mn-lt"/>
                <a:ea typeface="+mn-ea"/>
                <a:cs typeface="+mn-cs"/>
              </a:rPr>
              <a:t>("%d", </a:t>
            </a:r>
            <a:r>
              <a:rPr kumimoji="0" lang="en-US" altLang="zh-CN" sz="3200" b="1" i="0" u="none" strike="noStrike" kern="0" cap="none" spc="0" normalizeH="0" baseline="0" noProof="0" dirty="0">
                <a:ln>
                  <a:noFill/>
                </a:ln>
                <a:solidFill>
                  <a:schemeClr val="hlink"/>
                </a:solidFill>
                <a:effectLst>
                  <a:outerShdw blurRad="38100" dist="38100" dir="2700000" algn="tl">
                    <a:srgbClr val="000000"/>
                  </a:outerShdw>
                </a:effectLst>
                <a:uLnTx/>
                <a:uFillTx/>
                <a:latin typeface="+mn-lt"/>
                <a:ea typeface="+mn-ea"/>
                <a:cs typeface="+mn-cs"/>
              </a:rPr>
              <a:t>&amp;a[</a:t>
            </a:r>
            <a:r>
              <a:rPr kumimoji="0" lang="en-US" altLang="zh-CN" sz="3200" b="1" i="0" u="none" strike="noStrike" kern="0" cap="none" spc="0" normalizeH="0" baseline="0" noProof="0" dirty="0">
                <a:ln>
                  <a:noFill/>
                </a:ln>
                <a:solidFill>
                  <a:srgbClr val="FFFF00"/>
                </a:solidFill>
                <a:effectLst>
                  <a:outerShdw blurRad="38100" dist="38100" dir="2700000" algn="tl">
                    <a:srgbClr val="000000"/>
                  </a:outerShdw>
                </a:effectLst>
                <a:uLnTx/>
                <a:uFillTx/>
                <a:latin typeface="+mn-lt"/>
                <a:ea typeface="+mn-ea"/>
                <a:cs typeface="+mn-cs"/>
              </a:rPr>
              <a:t>r</a:t>
            </a:r>
            <a:r>
              <a:rPr kumimoji="0" lang="en-US" altLang="zh-CN" sz="3200" b="1" i="0" u="none" strike="noStrike" kern="0" cap="none" spc="0" normalizeH="0" baseline="0" noProof="0" dirty="0">
                <a:ln>
                  <a:noFill/>
                </a:ln>
                <a:solidFill>
                  <a:schemeClr val="hlink"/>
                </a:solidFill>
                <a:effectLst>
                  <a:outerShdw blurRad="38100" dist="38100" dir="2700000" algn="tl">
                    <a:srgbClr val="000000"/>
                  </a:outerShdw>
                </a:effectLst>
                <a:uLnTx/>
                <a:uFillTx/>
                <a:latin typeface="+mn-lt"/>
                <a:ea typeface="+mn-ea"/>
                <a:cs typeface="+mn-cs"/>
              </a:rPr>
              <a:t>][</a:t>
            </a:r>
            <a:r>
              <a:rPr kumimoji="0" lang="en-US" altLang="zh-CN" sz="3200" b="1" i="0" u="none" strike="noStrike" kern="0" cap="none" spc="0" normalizeH="0" baseline="0" noProof="0" dirty="0" err="1">
                <a:ln>
                  <a:noFill/>
                </a:ln>
                <a:solidFill>
                  <a:schemeClr val="tx1"/>
                </a:solidFill>
                <a:effectLst>
                  <a:outerShdw blurRad="38100" dist="38100" dir="2700000" algn="tl">
                    <a:srgbClr val="000000"/>
                  </a:outerShdw>
                </a:effectLst>
                <a:uLnTx/>
                <a:uFillTx/>
                <a:latin typeface="+mn-lt"/>
                <a:ea typeface="+mn-ea"/>
                <a:cs typeface="+mn-cs"/>
              </a:rPr>
              <a:t>i</a:t>
            </a:r>
            <a:r>
              <a:rPr kumimoji="0" lang="en-US" altLang="zh-CN" sz="3200" b="1" i="0" u="none" strike="noStrike" kern="0" cap="none" spc="0" normalizeH="0" baseline="0" noProof="0" dirty="0">
                <a:ln>
                  <a:noFill/>
                </a:ln>
                <a:solidFill>
                  <a:schemeClr val="hlink"/>
                </a:solidFill>
                <a:effectLst>
                  <a:outerShdw blurRad="38100" dist="38100" dir="2700000" algn="tl">
                    <a:srgbClr val="000000"/>
                  </a:outerShdw>
                </a:effectLst>
                <a:uLnTx/>
                <a:uFillTx/>
                <a:latin typeface="+mn-lt"/>
                <a:ea typeface="+mn-ea"/>
                <a:cs typeface="+mn-cs"/>
              </a:rPr>
              <a:t>]</a:t>
            </a:r>
            <a:r>
              <a:rPr kumimoji="0" lang="en-US" altLang="zh-CN" sz="3200" b="1" i="0" u="none" strike="noStrike" kern="0" cap="none" spc="0" normalizeH="0" baseline="0" noProof="0" dirty="0">
                <a:ln>
                  <a:noFill/>
                </a:ln>
                <a:solidFill>
                  <a:schemeClr val="tx1"/>
                </a:solidFill>
                <a:effectLst>
                  <a:outerShdw blurRad="38100" dist="38100" dir="2700000" algn="tl">
                    <a:srgbClr val="000000"/>
                  </a:outerShdw>
                </a:effectLst>
                <a:uLnTx/>
                <a:uFillTx/>
                <a:latin typeface="+mn-lt"/>
                <a:ea typeface="+mn-ea"/>
                <a:cs typeface="+mn-cs"/>
              </a:rPr>
              <a:t>);</a:t>
            </a:r>
            <a:endParaRPr kumimoji="0" lang="en-US" altLang="zh-CN" sz="3200" b="1" i="0" u="none" strike="noStrike" kern="0" cap="none" spc="0" normalizeH="0" baseline="0" noProof="0" dirty="0">
              <a:ln>
                <a:noFill/>
              </a:ln>
              <a:solidFill>
                <a:schemeClr val="tx1"/>
              </a:solidFill>
              <a:effectLst>
                <a:outerShdw blurRad="38100" dist="38100" dir="2700000" algn="tl">
                  <a:srgbClr val="000000"/>
                </a:outerShdw>
              </a:effectLst>
              <a:uLnTx/>
              <a:uFillTx/>
              <a:latin typeface="+mn-lt"/>
              <a:ea typeface="+mn-ea"/>
              <a:cs typeface="+mn-cs"/>
            </a:endParaRPr>
          </a:p>
          <a:p>
            <a:pPr marL="342900" marR="0" lvl="0" indent="-342900" algn="l" defTabSz="914400" rtl="0" eaLnBrk="1" fontAlgn="base" latinLnBrk="0" hangingPunct="1">
              <a:lnSpc>
                <a:spcPct val="100000"/>
              </a:lnSpc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80000"/>
              <a:buFont typeface="Wingdings" panose="05000000000000000000" pitchFamily="2" charset="2"/>
              <a:buNone/>
              <a:defRPr/>
            </a:pPr>
            <a:r>
              <a:rPr kumimoji="0" lang="en-US" altLang="zh-CN" sz="3200" b="1" i="0" u="none" strike="noStrike" kern="0" cap="none" spc="0" normalizeH="0" baseline="0" noProof="0" dirty="0">
                <a:ln>
                  <a:noFill/>
                </a:ln>
                <a:solidFill>
                  <a:schemeClr val="tx1"/>
                </a:solidFill>
                <a:effectLst>
                  <a:outerShdw blurRad="38100" dist="38100" dir="2700000" algn="tl">
                    <a:srgbClr val="000000"/>
                  </a:outerShdw>
                </a:effectLst>
                <a:uLnTx/>
                <a:uFillTx/>
                <a:latin typeface="+mn-lt"/>
                <a:ea typeface="+mn-ea"/>
                <a:cs typeface="+mn-cs"/>
              </a:rPr>
              <a:t>		}</a:t>
            </a:r>
            <a:endParaRPr kumimoji="0" lang="en-US" altLang="zh-CN" sz="3200" b="1" i="0" u="none" strike="noStrike" kern="0" cap="none" spc="0" normalizeH="0" baseline="0" noProof="0" dirty="0">
              <a:ln>
                <a:noFill/>
              </a:ln>
              <a:solidFill>
                <a:schemeClr val="tx1"/>
              </a:solidFill>
              <a:effectLst>
                <a:outerShdw blurRad="38100" dist="38100" dir="2700000" algn="tl">
                  <a:srgbClr val="000000"/>
                </a:outerShdw>
              </a:effectLst>
              <a:uLnTx/>
              <a:uFillTx/>
              <a:latin typeface="+mn-lt"/>
              <a:ea typeface="+mn-ea"/>
              <a:cs typeface="+mn-cs"/>
            </a:endParaRPr>
          </a:p>
          <a:p>
            <a:pPr marL="342900" marR="0" lvl="0" indent="-342900" algn="l" defTabSz="914400" rtl="0" eaLnBrk="1" fontAlgn="base" latinLnBrk="0" hangingPunct="1">
              <a:lnSpc>
                <a:spcPct val="100000"/>
              </a:lnSpc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80000"/>
              <a:buFont typeface="Wingdings" panose="05000000000000000000" pitchFamily="2" charset="2"/>
              <a:buNone/>
              <a:defRPr/>
            </a:pPr>
            <a:r>
              <a:rPr kumimoji="0" lang="en-US" altLang="zh-CN" sz="3200" b="1" i="0" u="none" strike="noStrike" kern="0" cap="none" spc="0" normalizeH="0" baseline="0" noProof="0" dirty="0">
                <a:ln>
                  <a:noFill/>
                </a:ln>
                <a:solidFill>
                  <a:srgbClr val="FF00FF"/>
                </a:solidFill>
                <a:effectLst>
                  <a:outerShdw blurRad="38100" dist="38100" dir="2700000" algn="tl">
                    <a:srgbClr val="000000"/>
                  </a:outerShdw>
                </a:effectLst>
                <a:uLnTx/>
                <a:uFillTx/>
                <a:latin typeface="+mn-lt"/>
                <a:ea typeface="+mn-ea"/>
                <a:cs typeface="+mn-cs"/>
              </a:rPr>
              <a:t>    	</a:t>
            </a:r>
            <a:r>
              <a:rPr kumimoji="0" lang="en-US" altLang="zh-CN" sz="3200" b="1" i="0" u="none" strike="noStrike" kern="0" cap="none" spc="0" normalizeH="0" baseline="0" noProof="0" dirty="0">
                <a:ln>
                  <a:noFill/>
                </a:ln>
                <a:solidFill>
                  <a:srgbClr val="FFFF00"/>
                </a:solidFill>
                <a:effectLst>
                  <a:outerShdw blurRad="38100" dist="38100" dir="2700000" algn="tl">
                    <a:srgbClr val="000000"/>
                  </a:outerShdw>
                </a:effectLst>
                <a:uLnTx/>
                <a:uFillTx/>
                <a:latin typeface="+mn-lt"/>
                <a:ea typeface="+mn-ea"/>
                <a:cs typeface="+mn-cs"/>
              </a:rPr>
              <a:t>for ( r=0 ; r&lt;5 ; r++ )	</a:t>
            </a:r>
            <a:r>
              <a:rPr kumimoji="0" lang="en-US" altLang="zh-CN" sz="2000" b="1" i="0" u="none" strike="noStrike" kern="0" cap="none" spc="0" normalizeH="0" baseline="0" noProof="0" dirty="0">
                <a:ln>
                  <a:noFill/>
                </a:ln>
                <a:solidFill>
                  <a:schemeClr val="tx1"/>
                </a:solidFill>
                <a:effectLst>
                  <a:outerShdw blurRad="38100" dist="38100" dir="2700000" algn="tl">
                    <a:srgbClr val="000000"/>
                  </a:outerShdw>
                </a:effectLst>
                <a:uLnTx/>
                <a:uFillTx/>
                <a:latin typeface="+mn-lt"/>
                <a:ea typeface="+mn-ea"/>
                <a:cs typeface="+mn-cs"/>
              </a:rPr>
              <a:t>//</a:t>
            </a:r>
            <a:r>
              <a:rPr kumimoji="0" lang="zh-CN" altLang="en-US" sz="2000" b="1" i="0" u="none" strike="noStrike" kern="0" cap="none" spc="0" normalizeH="0" baseline="0" noProof="0" dirty="0">
                <a:ln>
                  <a:noFill/>
                </a:ln>
                <a:solidFill>
                  <a:schemeClr val="tx1"/>
                </a:solidFill>
                <a:effectLst>
                  <a:outerShdw blurRad="38100" dist="38100" dir="2700000" algn="tl">
                    <a:srgbClr val="000000"/>
                  </a:outerShdw>
                </a:effectLst>
                <a:uLnTx/>
                <a:uFillTx/>
                <a:latin typeface="+mn-lt"/>
                <a:ea typeface="+mn-ea"/>
                <a:cs typeface="+mn-cs"/>
              </a:rPr>
              <a:t>计数器清</a:t>
            </a:r>
            <a:r>
              <a:rPr kumimoji="0" lang="en-US" altLang="zh-CN" sz="2000" b="1" i="0" u="none" strike="noStrike" kern="0" cap="none" spc="0" normalizeH="0" baseline="0" noProof="0" dirty="0">
                <a:ln>
                  <a:noFill/>
                </a:ln>
                <a:solidFill>
                  <a:schemeClr val="tx1"/>
                </a:solidFill>
                <a:effectLst>
                  <a:outerShdw blurRad="38100" dist="38100" dir="2700000" algn="tl">
                    <a:srgbClr val="000000"/>
                  </a:outerShdw>
                </a:effectLst>
                <a:uLnTx/>
                <a:uFillTx/>
                <a:latin typeface="+mn-lt"/>
                <a:ea typeface="+mn-ea"/>
                <a:cs typeface="+mn-cs"/>
              </a:rPr>
              <a:t>0</a:t>
            </a:r>
            <a:endParaRPr kumimoji="0" lang="en-US" altLang="zh-CN" sz="2000" b="1" i="0" u="none" strike="noStrike" kern="0" cap="none" spc="0" normalizeH="0" baseline="0" noProof="0" dirty="0">
              <a:ln>
                <a:noFill/>
              </a:ln>
              <a:solidFill>
                <a:schemeClr val="tx1"/>
              </a:solidFill>
              <a:effectLst>
                <a:outerShdw blurRad="38100" dist="38100" dir="2700000" algn="tl">
                  <a:srgbClr val="000000"/>
                </a:outerShdw>
              </a:effectLst>
              <a:uLnTx/>
              <a:uFillTx/>
              <a:latin typeface="+mn-lt"/>
              <a:ea typeface="+mn-ea"/>
              <a:cs typeface="+mn-cs"/>
            </a:endParaRPr>
          </a:p>
          <a:p>
            <a:pPr marL="342900" marR="0" lvl="0" indent="-342900" algn="l" defTabSz="914400" rtl="0" eaLnBrk="1" fontAlgn="base" latinLnBrk="0" hangingPunct="1">
              <a:lnSpc>
                <a:spcPct val="100000"/>
              </a:lnSpc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80000"/>
              <a:buFont typeface="Wingdings" panose="05000000000000000000" pitchFamily="2" charset="2"/>
              <a:buNone/>
              <a:defRPr/>
            </a:pPr>
            <a:r>
              <a:rPr kumimoji="0" lang="en-US" altLang="zh-CN" sz="3200" b="1" i="0" u="none" strike="noStrike" kern="0" cap="none" spc="0" normalizeH="0" baseline="0" noProof="0" dirty="0">
                <a:ln>
                  <a:noFill/>
                </a:ln>
                <a:solidFill>
                  <a:schemeClr val="tx1"/>
                </a:solidFill>
                <a:effectLst>
                  <a:outerShdw blurRad="38100" dist="38100" dir="2700000" algn="tl">
                    <a:srgbClr val="000000"/>
                  </a:outerShdw>
                </a:effectLst>
                <a:uLnTx/>
                <a:uFillTx/>
                <a:latin typeface="+mn-lt"/>
                <a:ea typeface="+mn-ea"/>
                <a:cs typeface="+mn-cs"/>
              </a:rPr>
              <a:t>   		for ( i=0 ; i&lt;11 ; i++ ) </a:t>
            </a:r>
            <a:endParaRPr kumimoji="0" lang="en-US" altLang="zh-CN" sz="3200" b="1" i="0" u="none" strike="noStrike" kern="0" cap="none" spc="0" normalizeH="0" baseline="0" noProof="0" dirty="0">
              <a:ln>
                <a:noFill/>
              </a:ln>
              <a:solidFill>
                <a:schemeClr val="tx1"/>
              </a:solidFill>
              <a:effectLst>
                <a:outerShdw blurRad="38100" dist="38100" dir="2700000" algn="tl">
                  <a:srgbClr val="000000"/>
                </a:outerShdw>
              </a:effectLst>
              <a:uLnTx/>
              <a:uFillTx/>
              <a:latin typeface="+mn-lt"/>
              <a:ea typeface="+mn-ea"/>
              <a:cs typeface="+mn-cs"/>
            </a:endParaRPr>
          </a:p>
          <a:p>
            <a:pPr marL="342900" marR="0" lvl="0" indent="-342900" algn="l" defTabSz="914400" rtl="0" eaLnBrk="1" fontAlgn="base" latinLnBrk="0" hangingPunct="1">
              <a:lnSpc>
                <a:spcPct val="100000"/>
              </a:lnSpc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80000"/>
              <a:buFont typeface="Wingdings" panose="05000000000000000000" pitchFamily="2" charset="2"/>
              <a:buNone/>
              <a:defRPr/>
            </a:pPr>
            <a:r>
              <a:rPr kumimoji="0" lang="en-US" altLang="zh-CN" sz="3200" b="1" i="0" u="none" strike="noStrike" kern="0" cap="none" spc="0" normalizeH="0" baseline="0" noProof="0" dirty="0">
                <a:ln>
                  <a:noFill/>
                </a:ln>
                <a:solidFill>
                  <a:schemeClr val="tx1"/>
                </a:solidFill>
                <a:effectLst>
                  <a:outerShdw blurRad="38100" dist="38100" dir="2700000" algn="tl">
                    <a:srgbClr val="000000"/>
                  </a:outerShdw>
                </a:effectLst>
                <a:uLnTx/>
                <a:uFillTx/>
                <a:latin typeface="+mn-lt"/>
                <a:ea typeface="+mn-ea"/>
                <a:cs typeface="+mn-cs"/>
              </a:rPr>
              <a:t>     			</a:t>
            </a:r>
            <a:r>
              <a:rPr kumimoji="0" lang="en-US" altLang="zh-CN" sz="3200" b="1" i="0" u="none" strike="noStrike" kern="0" cap="none" spc="0" normalizeH="0" baseline="0" noProof="0" dirty="0">
                <a:ln>
                  <a:noFill/>
                </a:ln>
                <a:solidFill>
                  <a:schemeClr val="hlink"/>
                </a:solidFill>
                <a:effectLst>
                  <a:outerShdw blurRad="38100" dist="38100" dir="2700000" algn="tl">
                    <a:srgbClr val="000000"/>
                  </a:outerShdw>
                </a:effectLst>
                <a:uLnTx/>
                <a:uFillTx/>
                <a:latin typeface="+mn-lt"/>
                <a:ea typeface="+mn-ea"/>
                <a:cs typeface="+mn-cs"/>
              </a:rPr>
              <a:t>j[</a:t>
            </a:r>
            <a:r>
              <a:rPr kumimoji="0" lang="en-US" altLang="zh-CN" sz="3200" b="1" i="0" u="none" strike="noStrike" kern="0" cap="none" spc="0" normalizeH="0" baseline="0" noProof="0" dirty="0">
                <a:ln>
                  <a:noFill/>
                </a:ln>
                <a:solidFill>
                  <a:srgbClr val="FFFF00"/>
                </a:solidFill>
                <a:effectLst>
                  <a:outerShdw blurRad="38100" dist="38100" dir="2700000" algn="tl">
                    <a:srgbClr val="000000"/>
                  </a:outerShdw>
                </a:effectLst>
                <a:uLnTx/>
                <a:uFillTx/>
                <a:latin typeface="+mn-lt"/>
                <a:ea typeface="+mn-ea"/>
                <a:cs typeface="+mn-cs"/>
              </a:rPr>
              <a:t>r</a:t>
            </a:r>
            <a:r>
              <a:rPr kumimoji="0" lang="en-US" altLang="zh-CN" sz="3200" b="1" i="0" u="none" strike="noStrike" kern="0" cap="none" spc="0" normalizeH="0" baseline="0" noProof="0" dirty="0">
                <a:ln>
                  <a:noFill/>
                </a:ln>
                <a:solidFill>
                  <a:schemeClr val="hlink"/>
                </a:solidFill>
                <a:effectLst>
                  <a:outerShdw blurRad="38100" dist="38100" dir="2700000" algn="tl">
                    <a:srgbClr val="000000"/>
                  </a:outerShdw>
                </a:effectLst>
                <a:uLnTx/>
                <a:uFillTx/>
                <a:latin typeface="+mn-lt"/>
                <a:ea typeface="+mn-ea"/>
                <a:cs typeface="+mn-cs"/>
              </a:rPr>
              <a:t>][</a:t>
            </a:r>
            <a:r>
              <a:rPr kumimoji="0" lang="en-US" altLang="zh-CN" sz="3200" b="1" i="0" u="none" strike="noStrike" kern="0" cap="none" spc="0" normalizeH="0" baseline="0" noProof="0" dirty="0">
                <a:ln>
                  <a:noFill/>
                </a:ln>
                <a:solidFill>
                  <a:schemeClr val="tx1"/>
                </a:solidFill>
                <a:effectLst>
                  <a:outerShdw blurRad="38100" dist="38100" dir="2700000" algn="tl">
                    <a:srgbClr val="000000"/>
                  </a:outerShdw>
                </a:effectLst>
                <a:uLnTx/>
                <a:uFillTx/>
                <a:latin typeface="+mn-lt"/>
                <a:ea typeface="+mn-ea"/>
                <a:cs typeface="+mn-cs"/>
              </a:rPr>
              <a:t>i</a:t>
            </a:r>
            <a:r>
              <a:rPr kumimoji="0" lang="en-US" altLang="zh-CN" sz="3200" b="1" i="0" u="none" strike="noStrike" kern="0" cap="none" spc="0" normalizeH="0" baseline="0" noProof="0" dirty="0">
                <a:ln>
                  <a:noFill/>
                </a:ln>
                <a:solidFill>
                  <a:schemeClr val="hlink"/>
                </a:solidFill>
                <a:effectLst>
                  <a:outerShdw blurRad="38100" dist="38100" dir="2700000" algn="tl">
                    <a:srgbClr val="000000"/>
                  </a:outerShdw>
                </a:effectLst>
                <a:uLnTx/>
                <a:uFillTx/>
                <a:latin typeface="+mn-lt"/>
                <a:ea typeface="+mn-ea"/>
                <a:cs typeface="+mn-cs"/>
              </a:rPr>
              <a:t>]</a:t>
            </a:r>
            <a:r>
              <a:rPr kumimoji="0" lang="en-US" altLang="zh-CN" sz="3200" b="1" i="0" u="none" strike="noStrike" kern="0" cap="none" spc="0" normalizeH="0" baseline="0" noProof="0" dirty="0">
                <a:ln>
                  <a:noFill/>
                </a:ln>
                <a:solidFill>
                  <a:schemeClr val="tx1"/>
                </a:solidFill>
                <a:effectLst>
                  <a:outerShdw blurRad="38100" dist="38100" dir="2700000" algn="tl">
                    <a:srgbClr val="000000"/>
                  </a:outerShdw>
                </a:effectLst>
                <a:uLnTx/>
                <a:uFillTx/>
                <a:latin typeface="+mn-lt"/>
                <a:ea typeface="+mn-ea"/>
                <a:cs typeface="+mn-cs"/>
              </a:rPr>
              <a:t> =0 ;    </a:t>
            </a:r>
            <a:endParaRPr kumimoji="0" lang="en-US" altLang="zh-CN" sz="3200" b="1" i="0" u="none" strike="noStrike" kern="0" cap="none" spc="0" normalizeH="0" baseline="0" noProof="0" dirty="0">
              <a:ln>
                <a:noFill/>
              </a:ln>
              <a:solidFill>
                <a:schemeClr val="tx1"/>
              </a:solidFill>
              <a:effectLst>
                <a:outerShdw blurRad="38100" dist="38100" dir="2700000" algn="tl">
                  <a:srgbClr val="000000"/>
                </a:outerShdw>
              </a:effectLst>
              <a:uLnTx/>
              <a:uFillTx/>
              <a:latin typeface="+mn-lt"/>
              <a:ea typeface="+mn-ea"/>
              <a:cs typeface="+mn-cs"/>
            </a:endParaRPr>
          </a:p>
        </p:txBody>
      </p:sp>
      <p:sp>
        <p:nvSpPr>
          <p:cNvPr id="2" name="矩形 1"/>
          <p:cNvSpPr/>
          <p:nvPr/>
        </p:nvSpPr>
        <p:spPr>
          <a:xfrm>
            <a:off x="7315200" y="3429000"/>
            <a:ext cx="1295400" cy="762000"/>
          </a:xfrm>
          <a:prstGeom prst="rect">
            <a:avLst/>
          </a:prstGeom>
          <a:noFill/>
          <a:ln w="50800" cmpd="sng">
            <a:solidFill>
              <a:schemeClr val="tx1"/>
            </a:solidFill>
            <a:prstDash val="sysDot"/>
          </a:ln>
        </p:spPr>
        <p:txBody>
          <a:bodyPr wrap="square" lIns="0" rIns="0">
            <a:noAutofit/>
          </a:bodyPr>
          <a:p>
            <a:pPr eaLnBrk="1" hangingPunct="1">
              <a:buNone/>
            </a:pPr>
            <a:endParaRPr lang="zh-CN" altLang="en-US" sz="3200" dirty="0">
              <a:latin typeface="Arial" panose="020B0604020202020204" pitchFamily="34" charset="0"/>
            </a:endParaRPr>
          </a:p>
        </p:txBody>
      </p:sp>
    </p:spTree>
  </p:cSld>
  <p:clrMapOvr>
    <a:masterClrMapping/>
  </p:clrMapOvr>
  <p:transition>
    <p:random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3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52354">
                                            <p:txEl>
                                              <p:charRg st="100" end="14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7" dur="500"/>
                                        <p:tgtEl>
                                          <p:spTgt spid="1252354">
                                            <p:txEl>
                                              <p:charRg st="100" end="146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presetID="3" presetClass="entr" presetSubtype="1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52354">
                                            <p:txEl>
                                              <p:charRg st="146" end="17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10" dur="500"/>
                                        <p:tgtEl>
                                          <p:spTgt spid="1252354">
                                            <p:txEl>
                                              <p:charRg st="146" end="177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1" presetID="3" presetClass="entr" presetSubtype="1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52354">
                                            <p:txEl>
                                              <p:charRg st="177" end="20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13" dur="500"/>
                                        <p:tgtEl>
                                          <p:spTgt spid="1252354">
                                            <p:txEl>
                                              <p:charRg st="177" end="204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4" presetID="3" presetClass="entr" presetSubtype="1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52354">
                                            <p:txEl>
                                              <p:charRg st="204" end="208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16" dur="500"/>
                                        <p:tgtEl>
                                          <p:spTgt spid="1252354">
                                            <p:txEl>
                                              <p:charRg st="204" end="208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7" presetID="3" presetClass="entr" presetSubtype="1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52354">
                                            <p:txEl>
                                              <p:charRg st="68" end="10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19" dur="500"/>
                                        <p:tgtEl>
                                          <p:spTgt spid="1252354">
                                            <p:txEl>
                                              <p:charRg st="68" end="10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0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2" fill="hold">
                      <p:stCondLst>
                        <p:cond delay="indefinite"/>
                      </p:stCondLst>
                      <p:childTnLst>
                        <p:par>
                          <p:cTn id="23" fill="hold">
                            <p:stCondLst>
                              <p:cond delay="0"/>
                            </p:stCondLst>
                            <p:childTnLst>
                              <p:par>
                                <p:cTn id="24" presetID="3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52354">
                                            <p:txEl>
                                              <p:charRg st="245" end="27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26" dur="500"/>
                                        <p:tgtEl>
                                          <p:spTgt spid="1252354">
                                            <p:txEl>
                                              <p:charRg st="245" end="276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7" presetID="3" presetClass="entr" presetSubtype="1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52354">
                                            <p:txEl>
                                              <p:charRg st="276" end="30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29" dur="500"/>
                                        <p:tgtEl>
                                          <p:spTgt spid="1252354">
                                            <p:txEl>
                                              <p:charRg st="276" end="30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0" presetID="3" presetClass="entr" presetSubtype="1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52354">
                                            <p:txEl>
                                              <p:charRg st="208" end="24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32" dur="500"/>
                                        <p:tgtEl>
                                          <p:spTgt spid="1252354">
                                            <p:txEl>
                                              <p:charRg st="208" end="245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" grpId="0" animBg="1"/>
      <p:bldP spid="2" grpId="1" animBg="1"/>
    </p:bldLst>
  </p:timing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6" name="灯片编号占位符 5"/>
          <p:cNvSpPr txBox="1">
            <a:spLocks noGrp="1"/>
          </p:cNvSpPr>
          <p:nvPr>
            <p:ph type="sldNum" sz="quarter" idx="4"/>
          </p:nvPr>
        </p:nvSpPr>
        <p:spPr bwMode="auto"/>
        <p:txBody>
          <a:bodyPr wrap="square" lIns="91440" tIns="45720" rIns="91440" bIns="45720" numCol="1" anchor="b" anchorCtr="0" compatLnSpc="1"/>
          <a:lstStyle>
            <a:lvl1pPr>
              <a:defRPr b="1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1pPr>
            <a:lvl2pPr marL="742950" indent="-285750">
              <a:defRPr b="1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2pPr>
            <a:lvl3pPr marL="1143000" indent="-228600">
              <a:defRPr b="1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3pPr>
            <a:lvl4pPr marL="1600200" indent="-228600">
              <a:defRPr b="1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4pPr>
            <a:lvl5pPr marL="2057400" indent="-228600">
              <a:defRPr b="1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b="1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b="1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b="1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b="1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9pPr>
          </a:lstStyle>
          <a:p>
            <a:pPr marL="0" marR="0" lvl="0" indent="0" algn="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fld id="{5631F341-D775-47AD-AB37-F16409C49BE1}" type="slidenum">
              <a:rPr kumimoji="0" lang="en-US" altLang="zh-CN" sz="1200" b="0" i="0" u="none" strike="noStrike" kern="1200" cap="none" spc="0" normalizeH="0" baseline="0" noProof="0" smtClean="0">
                <a:ln>
                  <a:noFill/>
                </a:ln>
                <a:solidFill>
                  <a:schemeClr val="tx1"/>
                </a:solidFill>
                <a:effectLst>
                  <a:outerShdw blurRad="38100" dist="38100" dir="2700000" algn="tl">
                    <a:srgbClr val="000000"/>
                  </a:outerShdw>
                </a:effectLst>
                <a:uLnTx/>
                <a:uFillTx/>
                <a:latin typeface="Tahoma" panose="020B0604030504040204" pitchFamily="34" charset="0"/>
                <a:ea typeface="宋体" panose="02010600030101010101" pitchFamily="2" charset="-122"/>
                <a:cs typeface="+mn-cs"/>
              </a:rPr>
            </a:fld>
            <a:endParaRPr kumimoji="0" lang="en-US" altLang="zh-CN" sz="1200" b="0" i="0" u="none" strike="noStrike" kern="1200" cap="none" spc="0" normalizeH="0" baseline="0" noProof="0">
              <a:ln>
                <a:noFill/>
              </a:ln>
              <a:solidFill>
                <a:schemeClr val="tx1"/>
              </a:solidFill>
              <a:effectLst>
                <a:outerShdw blurRad="38100" dist="38100" dir="2700000" algn="tl">
                  <a:srgbClr val="000000"/>
                </a:outerShdw>
              </a:effectLst>
              <a:uLnTx/>
              <a:uFillTx/>
              <a:latin typeface="Tahoma" panose="020B0604030504040204" pitchFamily="34" charset="0"/>
              <a:ea typeface="宋体" panose="02010600030101010101" pitchFamily="2" charset="-122"/>
              <a:cs typeface="+mn-cs"/>
            </a:endParaRPr>
          </a:p>
        </p:txBody>
      </p:sp>
      <p:sp>
        <p:nvSpPr>
          <p:cNvPr id="1546242" name="Rectangle 2"/>
          <p:cNvSpPr>
            <a:spLocks noGrp="1" noChangeArrowheads="1"/>
          </p:cNvSpPr>
          <p:nvPr>
            <p:ph idx="1"/>
          </p:nvPr>
        </p:nvSpPr>
        <p:spPr>
          <a:xfrm>
            <a:off x="527050" y="68263"/>
            <a:ext cx="10293350" cy="6721475"/>
          </a:xfrm>
        </p:spPr>
        <p:txBody>
          <a:bodyPr vert="horz" wrap="square" lIns="91440" tIns="45720" rIns="91440" bIns="45720" numCol="1" anchor="t" anchorCtr="0" compatLnSpc="1"/>
          <a:lstStyle/>
          <a:p>
            <a:pPr marL="342900" marR="0" lvl="0" indent="-342900" algn="l" defTabSz="914400" rtl="0" eaLnBrk="1" fontAlgn="base" latinLnBrk="0" hangingPunct="1">
              <a:lnSpc>
                <a:spcPct val="80000"/>
              </a:lnSpc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80000"/>
              <a:buFont typeface="Wingdings" panose="05000000000000000000" pitchFamily="2" charset="2"/>
              <a:buNone/>
              <a:defRPr/>
            </a:pPr>
            <a:r>
              <a:rPr kumimoji="0" lang="en-US" altLang="zh-CN" sz="3200" b="1" i="0" u="none" strike="noStrike" kern="0" cap="none" spc="0" normalizeH="0" baseline="0" noProof="0" dirty="0">
                <a:ln>
                  <a:noFill/>
                </a:ln>
                <a:solidFill>
                  <a:srgbClr val="FF00FF"/>
                </a:solidFill>
                <a:effectLst>
                  <a:outerShdw blurRad="38100" dist="38100" dir="2700000" algn="tl">
                    <a:srgbClr val="000000"/>
                  </a:outerShdw>
                </a:effectLst>
                <a:uLnTx/>
                <a:uFillTx/>
                <a:latin typeface="+mn-lt"/>
                <a:ea typeface="+mn-ea"/>
                <a:cs typeface="+mn-cs"/>
              </a:rPr>
              <a:t>		</a:t>
            </a:r>
            <a:r>
              <a:rPr kumimoji="0" lang="en-US" altLang="zh-CN" sz="3200" b="1" i="0" u="none" strike="noStrike" kern="0" cap="none" spc="0" normalizeH="0" baseline="0" noProof="0" dirty="0">
                <a:ln>
                  <a:noFill/>
                </a:ln>
                <a:solidFill>
                  <a:srgbClr val="FFFF00"/>
                </a:solidFill>
                <a:effectLst>
                  <a:outerShdw blurRad="38100" dist="38100" dir="2700000" algn="tl">
                    <a:srgbClr val="000000"/>
                  </a:outerShdw>
                </a:effectLst>
                <a:uLnTx/>
                <a:uFillTx/>
                <a:latin typeface="+mn-lt"/>
                <a:ea typeface="+mn-ea"/>
                <a:cs typeface="+mn-cs"/>
              </a:rPr>
              <a:t>for ( r=0 ; r&lt;5 ; r++ )</a:t>
            </a:r>
            <a:r>
              <a:rPr kumimoji="0" lang="en-US" altLang="zh-CN" sz="2000" b="1" i="0" u="none" strike="noStrike" kern="0" cap="none" spc="0" normalizeH="0" baseline="0" noProof="0" dirty="0">
                <a:ln>
                  <a:noFill/>
                </a:ln>
                <a:solidFill>
                  <a:schemeClr val="tx1"/>
                </a:solidFill>
                <a:effectLst>
                  <a:outerShdw blurRad="38100" dist="38100" dir="2700000" algn="tl">
                    <a:srgbClr val="000000"/>
                  </a:outerShdw>
                </a:effectLst>
                <a:uLnTx/>
                <a:uFillTx/>
                <a:latin typeface="+mn-lt"/>
                <a:ea typeface="+mn-ea"/>
                <a:cs typeface="+mn-cs"/>
              </a:rPr>
              <a:t>//</a:t>
            </a:r>
            <a:r>
              <a:rPr kumimoji="0" lang="zh-CN" altLang="en-US" sz="2000" b="1" i="0" u="none" strike="noStrike" kern="0" cap="none" spc="0" normalizeH="0" baseline="0" noProof="0" dirty="0">
                <a:ln>
                  <a:noFill/>
                </a:ln>
                <a:solidFill>
                  <a:schemeClr val="tx1"/>
                </a:solidFill>
                <a:effectLst>
                  <a:outerShdw blurRad="38100" dist="38100" dir="2700000" algn="tl">
                    <a:srgbClr val="000000"/>
                  </a:outerShdw>
                </a:effectLst>
                <a:uLnTx/>
                <a:uFillTx/>
                <a:latin typeface="+mn-lt"/>
                <a:ea typeface="+mn-ea"/>
                <a:cs typeface="+mn-cs"/>
              </a:rPr>
              <a:t>统计</a:t>
            </a:r>
            <a:endParaRPr kumimoji="0" lang="zh-CN" altLang="en-US" sz="2000" b="1" i="0" u="none" strike="noStrike" kern="0" cap="none" spc="0" normalizeH="0" baseline="0" noProof="0" dirty="0">
              <a:ln>
                <a:noFill/>
              </a:ln>
              <a:solidFill>
                <a:schemeClr val="tx1"/>
              </a:solidFill>
              <a:effectLst>
                <a:outerShdw blurRad="38100" dist="38100" dir="2700000" algn="tl">
                  <a:srgbClr val="000000"/>
                </a:outerShdw>
              </a:effectLst>
              <a:uLnTx/>
              <a:uFillTx/>
              <a:latin typeface="+mn-lt"/>
              <a:ea typeface="+mn-ea"/>
              <a:cs typeface="+mn-cs"/>
            </a:endParaRPr>
          </a:p>
          <a:p>
            <a:pPr marL="342900" marR="0" lvl="0" indent="-342900" algn="l" defTabSz="914400" rtl="0" eaLnBrk="1" fontAlgn="base" latinLnBrk="0" hangingPunct="1">
              <a:lnSpc>
                <a:spcPct val="80000"/>
              </a:lnSpc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80000"/>
              <a:buFont typeface="Wingdings" panose="05000000000000000000" pitchFamily="2" charset="2"/>
              <a:buNone/>
              <a:defRPr/>
            </a:pPr>
            <a:r>
              <a:rPr kumimoji="0" lang="zh-CN" altLang="en-US" sz="3200" b="1" i="0" u="none" strike="noStrike" kern="0" cap="none" spc="0" normalizeH="0" baseline="0" noProof="0" dirty="0">
                <a:ln>
                  <a:noFill/>
                </a:ln>
                <a:solidFill>
                  <a:schemeClr val="tx1"/>
                </a:solidFill>
                <a:effectLst>
                  <a:outerShdw blurRad="38100" dist="38100" dir="2700000" algn="tl">
                    <a:srgbClr val="000000"/>
                  </a:outerShdw>
                </a:effectLst>
                <a:uLnTx/>
                <a:uFillTx/>
                <a:latin typeface="+mn-lt"/>
                <a:ea typeface="+mn-ea"/>
                <a:cs typeface="+mn-cs"/>
              </a:rPr>
              <a:t>   	</a:t>
            </a:r>
            <a:r>
              <a:rPr kumimoji="0" lang="en-US" altLang="zh-CN" sz="3200" b="1" i="0" u="none" strike="noStrike" kern="0" cap="none" spc="0" normalizeH="0" baseline="0" noProof="0" dirty="0">
                <a:ln>
                  <a:noFill/>
                </a:ln>
                <a:solidFill>
                  <a:schemeClr val="tx1"/>
                </a:solidFill>
                <a:effectLst>
                  <a:outerShdw blurRad="38100" dist="38100" dir="2700000" algn="tl">
                    <a:srgbClr val="000000"/>
                  </a:outerShdw>
                </a:effectLst>
                <a:uLnTx/>
                <a:uFillTx/>
                <a:latin typeface="+mn-lt"/>
                <a:ea typeface="+mn-ea"/>
                <a:cs typeface="+mn-cs"/>
              </a:rPr>
              <a:t>	for (</a:t>
            </a:r>
            <a:r>
              <a:rPr kumimoji="0" lang="en-US" altLang="zh-CN" sz="3200" b="1" i="0" u="none" strike="noStrike" kern="0" cap="none" spc="0" normalizeH="0" baseline="0" noProof="0" dirty="0" err="1">
                <a:ln>
                  <a:noFill/>
                </a:ln>
                <a:solidFill>
                  <a:schemeClr val="tx1"/>
                </a:solidFill>
                <a:effectLst>
                  <a:outerShdw blurRad="38100" dist="38100" dir="2700000" algn="tl">
                    <a:srgbClr val="000000"/>
                  </a:outerShdw>
                </a:effectLst>
                <a:uLnTx/>
                <a:uFillTx/>
                <a:latin typeface="+mn-lt"/>
                <a:ea typeface="+mn-ea"/>
                <a:cs typeface="+mn-cs"/>
              </a:rPr>
              <a:t>i</a:t>
            </a:r>
            <a:r>
              <a:rPr kumimoji="0" lang="en-US" altLang="zh-CN" sz="3200" b="1" i="0" u="none" strike="noStrike" kern="0" cap="none" spc="0" normalizeH="0" baseline="0" noProof="0" dirty="0">
                <a:ln>
                  <a:noFill/>
                </a:ln>
                <a:solidFill>
                  <a:schemeClr val="tx1"/>
                </a:solidFill>
                <a:effectLst>
                  <a:outerShdw blurRad="38100" dist="38100" dir="2700000" algn="tl">
                    <a:srgbClr val="000000"/>
                  </a:outerShdw>
                </a:effectLst>
                <a:uLnTx/>
                <a:uFillTx/>
                <a:latin typeface="+mn-lt"/>
                <a:ea typeface="+mn-ea"/>
                <a:cs typeface="+mn-cs"/>
              </a:rPr>
              <a:t>=0 ; </a:t>
            </a:r>
            <a:r>
              <a:rPr kumimoji="0" lang="en-US" altLang="zh-CN" sz="3200" b="1" i="0" u="none" strike="noStrike" kern="0" cap="none" spc="0" normalizeH="0" baseline="0" noProof="0" dirty="0" err="1">
                <a:ln>
                  <a:noFill/>
                </a:ln>
                <a:solidFill>
                  <a:schemeClr val="tx1"/>
                </a:solidFill>
                <a:effectLst>
                  <a:outerShdw blurRad="38100" dist="38100" dir="2700000" algn="tl">
                    <a:srgbClr val="000000"/>
                  </a:outerShdw>
                </a:effectLst>
                <a:uLnTx/>
                <a:uFillTx/>
                <a:latin typeface="+mn-lt"/>
                <a:ea typeface="+mn-ea"/>
                <a:cs typeface="+mn-cs"/>
              </a:rPr>
              <a:t>i</a:t>
            </a:r>
            <a:r>
              <a:rPr kumimoji="0" lang="en-US" altLang="zh-CN" sz="3200" b="1" i="0" u="none" strike="noStrike" kern="0" cap="none" spc="0" normalizeH="0" baseline="0" noProof="0" dirty="0">
                <a:ln>
                  <a:noFill/>
                </a:ln>
                <a:solidFill>
                  <a:schemeClr val="tx1"/>
                </a:solidFill>
                <a:effectLst>
                  <a:outerShdw blurRad="38100" dist="38100" dir="2700000" algn="tl">
                    <a:srgbClr val="000000"/>
                  </a:outerShdw>
                </a:effectLst>
                <a:uLnTx/>
                <a:uFillTx/>
                <a:latin typeface="+mn-lt"/>
                <a:ea typeface="+mn-ea"/>
                <a:cs typeface="+mn-cs"/>
              </a:rPr>
              <a:t>&lt;50 ; </a:t>
            </a:r>
            <a:r>
              <a:rPr kumimoji="0" lang="en-US" altLang="zh-CN" sz="3200" b="1" i="0" u="none" strike="noStrike" kern="0" cap="none" spc="0" normalizeH="0" baseline="0" noProof="0" dirty="0" err="1">
                <a:ln>
                  <a:noFill/>
                </a:ln>
                <a:solidFill>
                  <a:schemeClr val="tx1"/>
                </a:solidFill>
                <a:effectLst>
                  <a:outerShdw blurRad="38100" dist="38100" dir="2700000" algn="tl">
                    <a:srgbClr val="000000"/>
                  </a:outerShdw>
                </a:effectLst>
                <a:uLnTx/>
                <a:uFillTx/>
                <a:latin typeface="+mn-lt"/>
                <a:ea typeface="+mn-ea"/>
                <a:cs typeface="+mn-cs"/>
              </a:rPr>
              <a:t>i</a:t>
            </a:r>
            <a:r>
              <a:rPr kumimoji="0" lang="en-US" altLang="zh-CN" sz="3200" b="1" i="0" u="none" strike="noStrike" kern="0" cap="none" spc="0" normalizeH="0" baseline="0" noProof="0" dirty="0">
                <a:ln>
                  <a:noFill/>
                </a:ln>
                <a:solidFill>
                  <a:schemeClr val="tx1"/>
                </a:solidFill>
                <a:effectLst>
                  <a:outerShdw blurRad="38100" dist="38100" dir="2700000" algn="tl">
                    <a:srgbClr val="000000"/>
                  </a:outerShdw>
                </a:effectLst>
                <a:uLnTx/>
                <a:uFillTx/>
                <a:latin typeface="+mn-lt"/>
                <a:ea typeface="+mn-ea"/>
                <a:cs typeface="+mn-cs"/>
              </a:rPr>
              <a:t>++ ) </a:t>
            </a:r>
            <a:endParaRPr kumimoji="0" lang="en-US" altLang="zh-CN" sz="3200" b="1" i="0" u="none" strike="noStrike" kern="0" cap="none" spc="0" normalizeH="0" baseline="0" noProof="0" dirty="0">
              <a:ln>
                <a:noFill/>
              </a:ln>
              <a:solidFill>
                <a:schemeClr val="tx1"/>
              </a:solidFill>
              <a:effectLst>
                <a:outerShdw blurRad="38100" dist="38100" dir="2700000" algn="tl">
                  <a:srgbClr val="000000"/>
                </a:outerShdw>
              </a:effectLst>
              <a:uLnTx/>
              <a:uFillTx/>
              <a:latin typeface="+mn-lt"/>
              <a:ea typeface="+mn-ea"/>
              <a:cs typeface="+mn-cs"/>
            </a:endParaRPr>
          </a:p>
          <a:p>
            <a:pPr marL="342900" marR="0" lvl="0" indent="-342900" algn="l" defTabSz="914400" rtl="0" eaLnBrk="1" fontAlgn="base" latinLnBrk="0" hangingPunct="1">
              <a:lnSpc>
                <a:spcPct val="80000"/>
              </a:lnSpc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80000"/>
              <a:buFont typeface="Wingdings" panose="05000000000000000000" pitchFamily="2" charset="2"/>
              <a:buNone/>
              <a:defRPr/>
            </a:pPr>
            <a:r>
              <a:rPr kumimoji="0" lang="en-US" altLang="zh-CN" sz="3200" b="1" i="0" u="none" strike="noStrike" kern="0" cap="none" spc="0" normalizeH="0" baseline="0" noProof="0" dirty="0">
                <a:ln>
                  <a:noFill/>
                </a:ln>
                <a:solidFill>
                  <a:schemeClr val="tx1"/>
                </a:solidFill>
                <a:effectLst>
                  <a:outerShdw blurRad="38100" dist="38100" dir="2700000" algn="tl">
                    <a:srgbClr val="000000"/>
                  </a:outerShdw>
                </a:effectLst>
                <a:uLnTx/>
                <a:uFillTx/>
                <a:latin typeface="+mn-lt"/>
                <a:ea typeface="+mn-ea"/>
                <a:cs typeface="+mn-cs"/>
              </a:rPr>
              <a:t>			{       </a:t>
            </a:r>
            <a:r>
              <a:rPr kumimoji="0" lang="en-US" altLang="zh-CN" sz="3200" b="1" i="0" u="none" strike="noStrike" kern="0" cap="none" spc="0" normalizeH="0" baseline="0" noProof="0" dirty="0">
                <a:ln>
                  <a:noFill/>
                </a:ln>
                <a:solidFill>
                  <a:srgbClr val="FFFF00"/>
                </a:solidFill>
                <a:effectLst>
                  <a:outerShdw blurRad="38100" dist="38100" dir="2700000" algn="tl">
                    <a:srgbClr val="000000"/>
                  </a:outerShdw>
                </a:effectLst>
                <a:uLnTx/>
                <a:uFillTx/>
                <a:latin typeface="+mn-lt"/>
                <a:ea typeface="+mn-ea"/>
                <a:cs typeface="+mn-cs"/>
              </a:rPr>
              <a:t>k</a:t>
            </a:r>
            <a:r>
              <a:rPr kumimoji="0" lang="en-US" altLang="zh-CN" sz="3200" b="1" i="0" u="none" strike="noStrike" kern="0" cap="none" spc="0" normalizeH="0" baseline="0" noProof="0" dirty="0">
                <a:ln>
                  <a:noFill/>
                </a:ln>
                <a:solidFill>
                  <a:schemeClr val="tx1"/>
                </a:solidFill>
                <a:effectLst>
                  <a:outerShdw blurRad="38100" dist="38100" dir="2700000" algn="tl">
                    <a:srgbClr val="000000"/>
                  </a:outerShdw>
                </a:effectLst>
                <a:uLnTx/>
                <a:uFillTx/>
                <a:latin typeface="+mn-lt"/>
                <a:ea typeface="+mn-ea"/>
                <a:cs typeface="+mn-cs"/>
              </a:rPr>
              <a:t>= </a:t>
            </a:r>
            <a:r>
              <a:rPr kumimoji="0" lang="en-US" altLang="zh-CN" sz="3200" b="1" i="0" u="none" strike="noStrike" kern="0" cap="none" spc="0" normalizeH="0" baseline="0" noProof="0" dirty="0">
                <a:ln>
                  <a:noFill/>
                </a:ln>
                <a:solidFill>
                  <a:srgbClr val="FFFF00"/>
                </a:solidFill>
                <a:effectLst>
                  <a:outerShdw blurRad="38100" dist="38100" dir="2700000" algn="tl">
                    <a:srgbClr val="000000"/>
                  </a:outerShdw>
                </a:effectLst>
                <a:uLnTx/>
                <a:uFillTx/>
                <a:latin typeface="+mn-lt"/>
                <a:ea typeface="+mn-ea"/>
                <a:cs typeface="+mn-cs"/>
              </a:rPr>
              <a:t>a[r][</a:t>
            </a:r>
            <a:r>
              <a:rPr kumimoji="0" lang="en-US" altLang="zh-CN" sz="3200" b="1" i="0" u="none" strike="noStrike" kern="0" cap="none" spc="0" normalizeH="0" baseline="0" noProof="0" dirty="0" err="1">
                <a:ln>
                  <a:noFill/>
                </a:ln>
                <a:solidFill>
                  <a:srgbClr val="FFFF00"/>
                </a:solidFill>
                <a:effectLst>
                  <a:outerShdw blurRad="38100" dist="38100" dir="2700000" algn="tl">
                    <a:srgbClr val="000000"/>
                  </a:outerShdw>
                </a:effectLst>
                <a:uLnTx/>
                <a:uFillTx/>
                <a:latin typeface="+mn-lt"/>
                <a:ea typeface="+mn-ea"/>
                <a:cs typeface="+mn-cs"/>
              </a:rPr>
              <a:t>i</a:t>
            </a:r>
            <a:r>
              <a:rPr kumimoji="0" lang="en-US" altLang="zh-CN" sz="3200" b="1" i="0" u="none" strike="noStrike" kern="0" cap="none" spc="0" normalizeH="0" baseline="0" noProof="0" dirty="0">
                <a:ln>
                  <a:noFill/>
                </a:ln>
                <a:solidFill>
                  <a:srgbClr val="FFFF00"/>
                </a:solidFill>
                <a:effectLst>
                  <a:outerShdw blurRad="38100" dist="38100" dir="2700000" algn="tl">
                    <a:srgbClr val="000000"/>
                  </a:outerShdw>
                </a:effectLst>
                <a:uLnTx/>
                <a:uFillTx/>
                <a:latin typeface="+mn-lt"/>
                <a:ea typeface="+mn-ea"/>
                <a:cs typeface="+mn-cs"/>
              </a:rPr>
              <a:t>]</a:t>
            </a:r>
            <a:r>
              <a:rPr kumimoji="0" lang="en-US" altLang="zh-CN" sz="3200" b="1" i="0" u="none" strike="noStrike" kern="0" cap="none" spc="0" normalizeH="0" baseline="0" noProof="0" dirty="0">
                <a:ln>
                  <a:noFill/>
                </a:ln>
                <a:solidFill>
                  <a:schemeClr val="tx1"/>
                </a:solidFill>
                <a:effectLst>
                  <a:outerShdw blurRad="38100" dist="38100" dir="2700000" algn="tl">
                    <a:srgbClr val="000000"/>
                  </a:outerShdw>
                </a:effectLst>
                <a:uLnTx/>
                <a:uFillTx/>
                <a:latin typeface="+mn-lt"/>
                <a:ea typeface="+mn-ea"/>
                <a:cs typeface="+mn-cs"/>
              </a:rPr>
              <a:t> /10;</a:t>
            </a:r>
            <a:endParaRPr kumimoji="0" lang="en-US" altLang="zh-CN" sz="3200" b="1" i="0" u="none" strike="noStrike" kern="0" cap="none" spc="0" normalizeH="0" baseline="0" noProof="0" dirty="0">
              <a:ln>
                <a:noFill/>
              </a:ln>
              <a:solidFill>
                <a:schemeClr val="tx1"/>
              </a:solidFill>
              <a:effectLst>
                <a:outerShdw blurRad="38100" dist="38100" dir="2700000" algn="tl">
                  <a:srgbClr val="000000"/>
                </a:outerShdw>
              </a:effectLst>
              <a:uLnTx/>
              <a:uFillTx/>
              <a:latin typeface="+mn-lt"/>
              <a:ea typeface="+mn-ea"/>
              <a:cs typeface="+mn-cs"/>
            </a:endParaRPr>
          </a:p>
          <a:p>
            <a:pPr marL="342900" marR="0" lvl="0" indent="-342900" algn="l" defTabSz="914400" rtl="0" eaLnBrk="1" fontAlgn="base" latinLnBrk="0" hangingPunct="1">
              <a:lnSpc>
                <a:spcPct val="80000"/>
              </a:lnSpc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80000"/>
              <a:buFont typeface="Wingdings" panose="05000000000000000000" pitchFamily="2" charset="2"/>
              <a:buNone/>
              <a:defRPr/>
            </a:pPr>
            <a:r>
              <a:rPr kumimoji="0" lang="en-US" altLang="zh-CN" sz="3200" b="1" i="0" u="none" strike="noStrike" kern="0" cap="none" spc="0" normalizeH="0" baseline="0" noProof="0" dirty="0">
                <a:ln>
                  <a:noFill/>
                </a:ln>
                <a:solidFill>
                  <a:schemeClr val="tx1"/>
                </a:solidFill>
                <a:effectLst>
                  <a:outerShdw blurRad="38100" dist="38100" dir="2700000" algn="tl">
                    <a:srgbClr val="000000"/>
                  </a:outerShdw>
                </a:effectLst>
                <a:uLnTx/>
                <a:uFillTx/>
                <a:latin typeface="+mn-lt"/>
                <a:ea typeface="+mn-ea"/>
                <a:cs typeface="+mn-cs"/>
              </a:rPr>
              <a:t>                 	 </a:t>
            </a:r>
            <a:r>
              <a:rPr kumimoji="0" lang="en-US" altLang="zh-CN" sz="3200" b="1" i="0" u="none" strike="noStrike" kern="0" cap="none" spc="0" normalizeH="0" baseline="0" noProof="0" dirty="0">
                <a:ln>
                  <a:noFill/>
                </a:ln>
                <a:solidFill>
                  <a:srgbClr val="FFFF00"/>
                </a:solidFill>
                <a:effectLst>
                  <a:outerShdw blurRad="38100" dist="38100" dir="2700000" algn="tl">
                    <a:srgbClr val="000000"/>
                  </a:outerShdw>
                </a:effectLst>
                <a:uLnTx/>
                <a:uFillTx/>
                <a:latin typeface="+mn-lt"/>
                <a:ea typeface="+mn-ea"/>
                <a:cs typeface="+mn-cs"/>
              </a:rPr>
              <a:t>j[r</a:t>
            </a:r>
            <a:r>
              <a:rPr kumimoji="0" lang="en-US" altLang="zh-CN" sz="3200" b="1" i="0" u="none" strike="noStrike" kern="0" cap="none" spc="0" normalizeH="0" baseline="0" noProof="0" dirty="0">
                <a:ln>
                  <a:noFill/>
                </a:ln>
                <a:solidFill>
                  <a:srgbClr val="FFFF00"/>
                </a:solidFill>
                <a:effectLst>
                  <a:outerShdw blurRad="38100" dist="38100" dir="2700000" algn="tl">
                    <a:srgbClr val="000000"/>
                  </a:outerShdw>
                </a:effectLst>
                <a:uLnTx/>
                <a:uFillTx/>
                <a:latin typeface="+mn-lt"/>
                <a:ea typeface="+mn-ea"/>
                <a:cs typeface="+mn-cs"/>
              </a:rPr>
              <a:t>][k]</a:t>
            </a:r>
            <a:r>
              <a:rPr kumimoji="0" lang="en-US" altLang="zh-CN" sz="3200" b="1" i="0" u="none" strike="noStrike" kern="0" cap="none" spc="0" normalizeH="0" baseline="0" noProof="0" dirty="0">
                <a:ln>
                  <a:noFill/>
                </a:ln>
                <a:solidFill>
                  <a:schemeClr val="tx1"/>
                </a:solidFill>
                <a:effectLst>
                  <a:outerShdw blurRad="38100" dist="38100" dir="2700000" algn="tl">
                    <a:srgbClr val="000000"/>
                  </a:outerShdw>
                </a:effectLst>
                <a:uLnTx/>
                <a:uFillTx/>
                <a:latin typeface="+mn-lt"/>
                <a:ea typeface="+mn-ea"/>
                <a:cs typeface="+mn-cs"/>
              </a:rPr>
              <a:t> ++ ;</a:t>
            </a:r>
            <a:endParaRPr kumimoji="0" lang="en-US" altLang="zh-CN" sz="3200" b="1" i="0" u="none" strike="noStrike" kern="0" cap="none" spc="0" normalizeH="0" baseline="0" noProof="0" dirty="0">
              <a:ln>
                <a:noFill/>
              </a:ln>
              <a:solidFill>
                <a:schemeClr val="tx1"/>
              </a:solidFill>
              <a:effectLst>
                <a:outerShdw blurRad="38100" dist="38100" dir="2700000" algn="tl">
                  <a:srgbClr val="000000"/>
                </a:outerShdw>
              </a:effectLst>
              <a:uLnTx/>
              <a:uFillTx/>
              <a:latin typeface="+mn-lt"/>
              <a:ea typeface="+mn-ea"/>
              <a:cs typeface="+mn-cs"/>
            </a:endParaRPr>
          </a:p>
          <a:p>
            <a:pPr marL="342900" marR="0" lvl="0" indent="-342900" algn="l" defTabSz="914400" rtl="0" eaLnBrk="1" fontAlgn="base" latinLnBrk="0" hangingPunct="1">
              <a:lnSpc>
                <a:spcPct val="80000"/>
              </a:lnSpc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80000"/>
              <a:buFont typeface="Wingdings" panose="05000000000000000000" pitchFamily="2" charset="2"/>
              <a:buNone/>
              <a:defRPr/>
            </a:pPr>
            <a:r>
              <a:rPr kumimoji="0" lang="en-US" altLang="zh-CN" sz="3200" b="1" i="0" u="none" strike="noStrike" kern="0" cap="none" spc="0" normalizeH="0" baseline="0" noProof="0" dirty="0">
                <a:ln>
                  <a:noFill/>
                </a:ln>
                <a:solidFill>
                  <a:schemeClr val="tx1"/>
                </a:solidFill>
                <a:effectLst>
                  <a:outerShdw blurRad="38100" dist="38100" dir="2700000" algn="tl">
                    <a:srgbClr val="000000"/>
                  </a:outerShdw>
                </a:effectLst>
                <a:uLnTx/>
                <a:uFillTx/>
                <a:latin typeface="+mn-lt"/>
                <a:ea typeface="+mn-ea"/>
                <a:cs typeface="+mn-cs"/>
              </a:rPr>
              <a:t>			}</a:t>
            </a:r>
            <a:endParaRPr kumimoji="0" lang="en-US" altLang="zh-CN" sz="3200" b="1" i="0" u="none" strike="noStrike" kern="0" cap="none" spc="0" normalizeH="0" baseline="0" noProof="0" dirty="0">
              <a:ln>
                <a:noFill/>
              </a:ln>
              <a:solidFill>
                <a:schemeClr val="tx1"/>
              </a:solidFill>
              <a:effectLst>
                <a:outerShdw blurRad="38100" dist="38100" dir="2700000" algn="tl">
                  <a:srgbClr val="000000"/>
                </a:outerShdw>
              </a:effectLst>
              <a:uLnTx/>
              <a:uFillTx/>
              <a:latin typeface="+mn-lt"/>
              <a:ea typeface="+mn-ea"/>
              <a:cs typeface="+mn-cs"/>
            </a:endParaRPr>
          </a:p>
          <a:p>
            <a:pPr marL="342900" marR="0" lvl="0" indent="-342900" algn="l" defTabSz="914400" rtl="0" eaLnBrk="1" fontAlgn="base" latinLnBrk="0" hangingPunct="1">
              <a:lnSpc>
                <a:spcPct val="80000"/>
              </a:lnSpc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80000"/>
              <a:buFont typeface="Wingdings" panose="05000000000000000000" pitchFamily="2" charset="2"/>
              <a:buNone/>
              <a:defRPr/>
            </a:pPr>
            <a:r>
              <a:rPr kumimoji="0" lang="en-US" altLang="zh-CN" sz="3200" b="1" i="0" u="none" strike="noStrike" kern="0" cap="none" spc="0" normalizeH="0" baseline="0" noProof="0" dirty="0">
                <a:ln>
                  <a:noFill/>
                </a:ln>
                <a:solidFill>
                  <a:schemeClr val="tx1"/>
                </a:solidFill>
                <a:effectLst>
                  <a:outerShdw blurRad="38100" dist="38100" dir="2700000" algn="tl">
                    <a:srgbClr val="000000"/>
                  </a:outerShdw>
                </a:effectLst>
                <a:uLnTx/>
                <a:uFillTx/>
                <a:latin typeface="+mn-lt"/>
                <a:ea typeface="+mn-ea"/>
                <a:cs typeface="+mn-cs"/>
              </a:rPr>
              <a:t>    	</a:t>
            </a:r>
            <a:r>
              <a:rPr kumimoji="0" lang="en-US" altLang="zh-CN" sz="3200" b="1" i="0" u="none" strike="noStrike" kern="0" cap="none" spc="0" normalizeH="0" baseline="0" noProof="0" dirty="0" err="1">
                <a:ln>
                  <a:noFill/>
                </a:ln>
                <a:solidFill>
                  <a:schemeClr val="tx1"/>
                </a:solidFill>
                <a:effectLst>
                  <a:outerShdw blurRad="38100" dist="38100" dir="2700000" algn="tl">
                    <a:srgbClr val="000000"/>
                  </a:outerShdw>
                </a:effectLst>
                <a:uLnTx/>
                <a:uFillTx/>
                <a:latin typeface="+mn-lt"/>
                <a:ea typeface="+mn-ea"/>
                <a:cs typeface="+mn-cs"/>
              </a:rPr>
              <a:t>printf</a:t>
            </a:r>
            <a:r>
              <a:rPr kumimoji="0" lang="en-US" altLang="zh-CN" sz="3200" b="1" i="0" u="none" strike="noStrike" kern="0" cap="none" spc="0" normalizeH="0" baseline="0" noProof="0" dirty="0">
                <a:ln>
                  <a:noFill/>
                </a:ln>
                <a:solidFill>
                  <a:schemeClr val="tx1"/>
                </a:solidFill>
                <a:effectLst>
                  <a:outerShdw blurRad="38100" dist="38100" dir="2700000" algn="tl">
                    <a:srgbClr val="000000"/>
                  </a:outerShdw>
                </a:effectLst>
                <a:uLnTx/>
                <a:uFillTx/>
                <a:latin typeface="+mn-lt"/>
                <a:ea typeface="+mn-ea"/>
                <a:cs typeface="+mn-cs"/>
              </a:rPr>
              <a:t> ("</a:t>
            </a:r>
            <a:r>
              <a:rPr kumimoji="0" lang="zh-CN" altLang="en-US" sz="3200" b="1" i="0" u="none" strike="noStrike" kern="0" cap="none" spc="0" normalizeH="0" baseline="0" noProof="0" dirty="0">
                <a:ln>
                  <a:noFill/>
                </a:ln>
                <a:solidFill>
                  <a:schemeClr val="tx1"/>
                </a:solidFill>
                <a:effectLst>
                  <a:outerShdw blurRad="38100" dist="38100" dir="2700000" algn="tl">
                    <a:srgbClr val="000000"/>
                  </a:outerShdw>
                </a:effectLst>
                <a:uLnTx/>
                <a:uFillTx/>
                <a:latin typeface="+mn-lt"/>
                <a:ea typeface="+mn-ea"/>
                <a:cs typeface="+mn-cs"/>
              </a:rPr>
              <a:t>统计结果如下</a:t>
            </a:r>
            <a:r>
              <a:rPr kumimoji="0" lang="en-US" altLang="zh-CN" sz="3200" b="1" i="0" u="none" strike="noStrike" kern="0" cap="none" spc="0" normalizeH="0" baseline="0" noProof="0" dirty="0">
                <a:ln>
                  <a:noFill/>
                </a:ln>
                <a:solidFill>
                  <a:schemeClr val="tx1"/>
                </a:solidFill>
                <a:effectLst>
                  <a:outerShdw blurRad="38100" dist="38100" dir="2700000" algn="tl">
                    <a:srgbClr val="000000"/>
                  </a:outerShdw>
                </a:effectLst>
                <a:uLnTx/>
                <a:uFillTx/>
                <a:latin typeface="+mn-lt"/>
                <a:ea typeface="+mn-ea"/>
                <a:cs typeface="+mn-cs"/>
              </a:rPr>
              <a:t>:\n");// </a:t>
            </a:r>
            <a:r>
              <a:rPr kumimoji="0" lang="zh-CN" altLang="en-US" sz="3200" b="1" i="0" u="none" strike="noStrike" kern="0" cap="none" spc="0" normalizeH="0" baseline="0" noProof="0" dirty="0">
                <a:ln>
                  <a:noFill/>
                </a:ln>
                <a:solidFill>
                  <a:schemeClr val="tx1"/>
                </a:solidFill>
                <a:effectLst>
                  <a:outerShdw blurRad="38100" dist="38100" dir="2700000" algn="tl">
                    <a:srgbClr val="000000"/>
                  </a:outerShdw>
                </a:effectLst>
                <a:uLnTx/>
                <a:uFillTx/>
                <a:latin typeface="+mn-lt"/>
                <a:ea typeface="+mn-ea"/>
                <a:cs typeface="+mn-cs"/>
              </a:rPr>
              <a:t>输出</a:t>
            </a:r>
            <a:endParaRPr kumimoji="0" lang="zh-CN" altLang="en-US" sz="3200" b="1" i="0" u="none" strike="noStrike" kern="0" cap="none" spc="0" normalizeH="0" baseline="0" noProof="0" dirty="0">
              <a:ln>
                <a:noFill/>
              </a:ln>
              <a:solidFill>
                <a:schemeClr val="tx1"/>
              </a:solidFill>
              <a:effectLst>
                <a:outerShdw blurRad="38100" dist="38100" dir="2700000" algn="tl">
                  <a:srgbClr val="000000"/>
                </a:outerShdw>
              </a:effectLst>
              <a:uLnTx/>
              <a:uFillTx/>
              <a:latin typeface="+mn-lt"/>
              <a:ea typeface="+mn-ea"/>
              <a:cs typeface="+mn-cs"/>
            </a:endParaRPr>
          </a:p>
          <a:p>
            <a:pPr marL="342900" marR="0" lvl="0" indent="-342900" algn="l" defTabSz="914400" rtl="0" eaLnBrk="1" fontAlgn="base" latinLnBrk="0" hangingPunct="1">
              <a:lnSpc>
                <a:spcPct val="80000"/>
              </a:lnSpc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80000"/>
              <a:buFont typeface="Wingdings" panose="05000000000000000000" pitchFamily="2" charset="2"/>
              <a:buNone/>
              <a:defRPr/>
            </a:pPr>
            <a:r>
              <a:rPr kumimoji="0" lang="zh-CN" altLang="en-US" sz="3200" b="1" i="0" u="none" strike="noStrike" kern="0" cap="none" spc="0" normalizeH="0" baseline="0" noProof="0" dirty="0">
                <a:ln>
                  <a:noFill/>
                </a:ln>
                <a:solidFill>
                  <a:srgbClr val="FF0000"/>
                </a:solidFill>
                <a:effectLst>
                  <a:outerShdw blurRad="38100" dist="38100" dir="2700000" algn="tl">
                    <a:srgbClr val="000000"/>
                  </a:outerShdw>
                </a:effectLst>
                <a:uLnTx/>
                <a:uFillTx/>
                <a:latin typeface="+mn-lt"/>
                <a:ea typeface="+mn-ea"/>
                <a:cs typeface="+mn-cs"/>
              </a:rPr>
              <a:t>    </a:t>
            </a:r>
            <a:r>
              <a:rPr kumimoji="0" lang="en-US" altLang="zh-CN" sz="3200" b="1" i="0" u="none" strike="noStrike" kern="0" cap="none" spc="0" normalizeH="0" baseline="0" noProof="0" dirty="0">
                <a:ln>
                  <a:noFill/>
                </a:ln>
                <a:solidFill>
                  <a:srgbClr val="FF0000"/>
                </a:solidFill>
                <a:effectLst>
                  <a:outerShdw blurRad="38100" dist="38100" dir="2700000" algn="tl">
                    <a:srgbClr val="000000"/>
                  </a:outerShdw>
                </a:effectLst>
                <a:uLnTx/>
                <a:uFillTx/>
                <a:latin typeface="+mn-lt"/>
                <a:ea typeface="+mn-ea"/>
                <a:cs typeface="+mn-cs"/>
              </a:rPr>
              <a:t>	</a:t>
            </a:r>
            <a:r>
              <a:rPr kumimoji="0" lang="en-US" altLang="zh-CN" sz="3200" b="1" i="0" u="none" strike="noStrike" kern="0" cap="none" spc="0" normalizeH="0" baseline="0" noProof="0" dirty="0">
                <a:ln>
                  <a:noFill/>
                </a:ln>
                <a:solidFill>
                  <a:srgbClr val="FFFF00"/>
                </a:solidFill>
                <a:effectLst>
                  <a:outerShdw blurRad="38100" dist="38100" dir="2700000" algn="tl">
                    <a:srgbClr val="000000"/>
                  </a:outerShdw>
                </a:effectLst>
                <a:uLnTx/>
                <a:uFillTx/>
                <a:latin typeface="+mn-lt"/>
                <a:ea typeface="+mn-ea"/>
                <a:cs typeface="+mn-cs"/>
              </a:rPr>
              <a:t>for ( r=0 ; r&lt;5 ; r++ ) </a:t>
            </a:r>
            <a:endParaRPr kumimoji="0" lang="en-US" altLang="zh-CN" sz="3200" b="1" i="0" u="none" strike="noStrike" kern="0" cap="none" spc="0" normalizeH="0" baseline="0" noProof="0" dirty="0">
              <a:ln>
                <a:noFill/>
              </a:ln>
              <a:solidFill>
                <a:srgbClr val="FFFF00"/>
              </a:solidFill>
              <a:effectLst>
                <a:outerShdw blurRad="38100" dist="38100" dir="2700000" algn="tl">
                  <a:srgbClr val="000000"/>
                </a:outerShdw>
              </a:effectLst>
              <a:uLnTx/>
              <a:uFillTx/>
              <a:latin typeface="+mn-lt"/>
              <a:ea typeface="+mn-ea"/>
              <a:cs typeface="+mn-cs"/>
            </a:endParaRPr>
          </a:p>
          <a:p>
            <a:pPr marL="342900" marR="0" lvl="0" indent="-342900" algn="l" defTabSz="914400" rtl="0" eaLnBrk="1" fontAlgn="base" latinLnBrk="0" hangingPunct="1">
              <a:lnSpc>
                <a:spcPct val="100000"/>
              </a:lnSpc>
              <a:spcBef>
                <a:spcPts val="0"/>
              </a:spcBef>
              <a:spcAft>
                <a:spcPct val="0"/>
              </a:spcAft>
              <a:buClr>
                <a:schemeClr val="hlink"/>
              </a:buClr>
              <a:buSzPct val="80000"/>
              <a:buFont typeface="Wingdings" panose="05000000000000000000" pitchFamily="2" charset="2"/>
              <a:buNone/>
              <a:defRPr/>
            </a:pPr>
            <a:r>
              <a:rPr kumimoji="0" lang="en-US" altLang="zh-CN" sz="3200" b="1" i="0" u="none" strike="noStrike" kern="0" cap="none" spc="0" normalizeH="0" baseline="0" noProof="0" dirty="0">
                <a:ln>
                  <a:noFill/>
                </a:ln>
                <a:solidFill>
                  <a:schemeClr val="tx1"/>
                </a:solidFill>
                <a:effectLst>
                  <a:outerShdw blurRad="38100" dist="38100" dir="2700000" algn="tl">
                    <a:srgbClr val="000000"/>
                  </a:outerShdw>
                </a:effectLst>
                <a:uLnTx/>
                <a:uFillTx/>
                <a:latin typeface="+mn-lt"/>
                <a:ea typeface="+mn-ea"/>
                <a:cs typeface="+mn-cs"/>
              </a:rPr>
              <a:t>		{	</a:t>
            </a:r>
            <a:endParaRPr kumimoji="0" lang="en-US" altLang="zh-CN" sz="3200" b="1" i="0" u="none" strike="noStrike" kern="0" cap="none" spc="0" normalizeH="0" baseline="0" noProof="0" dirty="0">
              <a:ln>
                <a:noFill/>
              </a:ln>
              <a:solidFill>
                <a:schemeClr val="tx1"/>
              </a:solidFill>
              <a:effectLst>
                <a:outerShdw blurRad="38100" dist="38100" dir="2700000" algn="tl">
                  <a:srgbClr val="000000"/>
                </a:outerShdw>
              </a:effectLst>
              <a:uLnTx/>
              <a:uFillTx/>
              <a:latin typeface="+mn-lt"/>
              <a:ea typeface="+mn-ea"/>
              <a:cs typeface="+mn-cs"/>
            </a:endParaRPr>
          </a:p>
          <a:p>
            <a:pPr marL="342900" marR="0" lvl="0" indent="-342900" algn="l" defTabSz="914400" rtl="0" eaLnBrk="1" fontAlgn="base" latinLnBrk="0" hangingPunct="1">
              <a:lnSpc>
                <a:spcPct val="100000"/>
              </a:lnSpc>
              <a:spcBef>
                <a:spcPts val="0"/>
              </a:spcBef>
              <a:spcAft>
                <a:spcPct val="0"/>
              </a:spcAft>
              <a:buClr>
                <a:schemeClr val="hlink"/>
              </a:buClr>
              <a:buSzPct val="80000"/>
              <a:buFont typeface="Wingdings" panose="05000000000000000000" pitchFamily="2" charset="2"/>
              <a:buNone/>
              <a:defRPr/>
            </a:pPr>
            <a:r>
              <a:rPr kumimoji="0" lang="en-US" altLang="zh-CN" sz="3200" b="1" i="0" u="none" strike="noStrike" kern="0" cap="none" spc="0" normalizeH="0" baseline="0" noProof="0" dirty="0">
                <a:ln>
                  <a:noFill/>
                </a:ln>
                <a:solidFill>
                  <a:schemeClr val="tx1"/>
                </a:solidFill>
                <a:effectLst>
                  <a:outerShdw blurRad="38100" dist="38100" dir="2700000" algn="tl">
                    <a:srgbClr val="000000"/>
                  </a:outerShdw>
                </a:effectLst>
                <a:uLnTx/>
                <a:uFillTx/>
                <a:latin typeface="+mn-lt"/>
                <a:ea typeface="+mn-ea"/>
                <a:cs typeface="+mn-cs"/>
              </a:rPr>
              <a:t>			</a:t>
            </a:r>
            <a:r>
              <a:rPr kumimoji="0" lang="en-US" altLang="zh-CN" sz="3200" b="1" i="0" u="none" strike="noStrike" kern="0" cap="none" spc="0" normalizeH="0" baseline="0" noProof="0" dirty="0" err="1">
                <a:ln>
                  <a:noFill/>
                </a:ln>
                <a:solidFill>
                  <a:schemeClr val="tx1"/>
                </a:solidFill>
                <a:effectLst>
                  <a:outerShdw blurRad="38100" dist="38100" dir="2700000" algn="tl">
                    <a:srgbClr val="000000"/>
                  </a:outerShdw>
                </a:effectLst>
                <a:uLnTx/>
                <a:uFillTx/>
                <a:latin typeface="+mn-lt"/>
                <a:ea typeface="+mn-ea"/>
                <a:cs typeface="+mn-cs"/>
              </a:rPr>
              <a:t>printf</a:t>
            </a:r>
            <a:r>
              <a:rPr kumimoji="0" lang="en-US" altLang="zh-CN" sz="3200" b="1" i="0" u="none" strike="noStrike" kern="0" cap="none" spc="0" normalizeH="0" baseline="0" noProof="0" dirty="0">
                <a:ln>
                  <a:noFill/>
                </a:ln>
                <a:solidFill>
                  <a:schemeClr val="tx1"/>
                </a:solidFill>
                <a:effectLst>
                  <a:outerShdw blurRad="38100" dist="38100" dir="2700000" algn="tl">
                    <a:srgbClr val="000000"/>
                  </a:outerShdw>
                </a:effectLst>
                <a:uLnTx/>
                <a:uFillTx/>
                <a:latin typeface="+mn-lt"/>
                <a:ea typeface="+mn-ea"/>
                <a:cs typeface="+mn-cs"/>
              </a:rPr>
              <a:t>(“\n【</a:t>
            </a:r>
            <a:r>
              <a:rPr kumimoji="0" lang="zh-CN" altLang="en-US" sz="3200" b="1" i="0" u="none" strike="noStrike" kern="0" cap="none" spc="0" normalizeH="0" baseline="0" noProof="0" dirty="0">
                <a:ln>
                  <a:noFill/>
                </a:ln>
                <a:solidFill>
                  <a:schemeClr val="accent2">
                    <a:lumMod val="60000"/>
                    <a:lumOff val="40000"/>
                  </a:schemeClr>
                </a:solidFill>
                <a:effectLst>
                  <a:outerShdw blurRad="38100" dist="38100" dir="2700000" algn="tl">
                    <a:srgbClr val="000000"/>
                  </a:outerShdw>
                </a:effectLst>
                <a:uLnTx/>
                <a:uFillTx/>
                <a:latin typeface="+mn-lt"/>
                <a:ea typeface="+mn-ea"/>
                <a:cs typeface="+mn-cs"/>
              </a:rPr>
              <a:t>课程</a:t>
            </a:r>
            <a:r>
              <a:rPr kumimoji="0" lang="en-US" altLang="zh-CN" sz="3200" b="1" i="0" u="none" strike="noStrike" kern="0" cap="none" spc="0" normalizeH="0" baseline="0" noProof="0" dirty="0">
                <a:ln>
                  <a:noFill/>
                </a:ln>
                <a:solidFill>
                  <a:schemeClr val="accent2">
                    <a:lumMod val="60000"/>
                    <a:lumOff val="40000"/>
                  </a:schemeClr>
                </a:solidFill>
                <a:effectLst>
                  <a:outerShdw blurRad="38100" dist="38100" dir="2700000" algn="tl">
                    <a:srgbClr val="000000"/>
                  </a:outerShdw>
                </a:effectLst>
                <a:uLnTx/>
                <a:uFillTx/>
                <a:latin typeface="+mn-lt"/>
                <a:ea typeface="+mn-ea"/>
                <a:cs typeface="+mn-cs"/>
              </a:rPr>
              <a:t>%d</a:t>
            </a:r>
            <a:r>
              <a:rPr kumimoji="0" lang="en-US" altLang="zh-CN" sz="3200" b="1" i="0" u="none" strike="noStrike" kern="0" cap="none" spc="0" normalizeH="0" baseline="0" noProof="0" dirty="0">
                <a:ln>
                  <a:noFill/>
                </a:ln>
                <a:solidFill>
                  <a:schemeClr val="tx1"/>
                </a:solidFill>
                <a:effectLst>
                  <a:outerShdw blurRad="38100" dist="38100" dir="2700000" algn="tl">
                    <a:srgbClr val="000000"/>
                  </a:outerShdw>
                </a:effectLst>
                <a:uLnTx/>
                <a:uFillTx/>
                <a:latin typeface="+mn-lt"/>
                <a:ea typeface="+mn-ea"/>
                <a:cs typeface="+mn-cs"/>
              </a:rPr>
              <a:t>】:\n",</a:t>
            </a:r>
            <a:r>
              <a:rPr kumimoji="0" lang="en-US" altLang="zh-CN" sz="3200" b="1" i="0" u="none" strike="noStrike" kern="0" cap="none" spc="0" normalizeH="0" baseline="0" noProof="0" dirty="0">
                <a:ln>
                  <a:noFill/>
                </a:ln>
                <a:solidFill>
                  <a:schemeClr val="accent2">
                    <a:lumMod val="60000"/>
                    <a:lumOff val="40000"/>
                  </a:schemeClr>
                </a:solidFill>
                <a:effectLst>
                  <a:outerShdw blurRad="38100" dist="38100" dir="2700000" algn="tl">
                    <a:srgbClr val="000000"/>
                  </a:outerShdw>
                </a:effectLst>
                <a:uLnTx/>
                <a:uFillTx/>
                <a:latin typeface="+mn-lt"/>
                <a:ea typeface="+mn-ea"/>
                <a:cs typeface="+mn-cs"/>
              </a:rPr>
              <a:t>r+1</a:t>
            </a:r>
            <a:r>
              <a:rPr kumimoji="0" lang="en-US" altLang="zh-CN" sz="3200" b="1" i="0" u="none" strike="noStrike" kern="0" cap="none" spc="0" normalizeH="0" baseline="0" noProof="0" dirty="0">
                <a:ln>
                  <a:noFill/>
                </a:ln>
                <a:solidFill>
                  <a:schemeClr val="tx1"/>
                </a:solidFill>
                <a:effectLst>
                  <a:outerShdw blurRad="38100" dist="38100" dir="2700000" algn="tl">
                    <a:srgbClr val="000000"/>
                  </a:outerShdw>
                </a:effectLst>
                <a:uLnTx/>
                <a:uFillTx/>
                <a:latin typeface="+mn-lt"/>
                <a:ea typeface="+mn-ea"/>
                <a:cs typeface="+mn-cs"/>
              </a:rPr>
              <a:t>);				</a:t>
            </a:r>
            <a:r>
              <a:rPr kumimoji="0" lang="en-US" altLang="zh-CN" sz="3200" b="1" i="0" u="none" strike="noStrike" kern="0" cap="none" spc="0" normalizeH="0" baseline="0" noProof="0" dirty="0">
                <a:ln>
                  <a:noFill/>
                </a:ln>
                <a:solidFill>
                  <a:schemeClr val="accent2">
                    <a:lumMod val="60000"/>
                    <a:lumOff val="40000"/>
                  </a:schemeClr>
                </a:solidFill>
                <a:effectLst>
                  <a:outerShdw blurRad="38100" dist="38100" dir="2700000" algn="tl">
                    <a:srgbClr val="000000"/>
                  </a:outerShdw>
                </a:effectLst>
                <a:uLnTx/>
                <a:uFillTx/>
                <a:latin typeface="+mn-lt"/>
                <a:ea typeface="+mn-ea"/>
                <a:cs typeface="+mn-cs"/>
              </a:rPr>
              <a:t>for ( i=0 ; i&lt;11 ; i++ )</a:t>
            </a:r>
            <a:endParaRPr kumimoji="0" lang="en-US" altLang="zh-CN" sz="3200" b="1" i="0" u="none" strike="noStrike" kern="0" cap="none" spc="0" normalizeH="0" baseline="0" noProof="0" dirty="0">
              <a:ln>
                <a:noFill/>
              </a:ln>
              <a:solidFill>
                <a:schemeClr val="accent2">
                  <a:lumMod val="60000"/>
                  <a:lumOff val="40000"/>
                </a:schemeClr>
              </a:solidFill>
              <a:effectLst>
                <a:outerShdw blurRad="38100" dist="38100" dir="2700000" algn="tl">
                  <a:srgbClr val="000000"/>
                </a:outerShdw>
              </a:effectLst>
              <a:uLnTx/>
              <a:uFillTx/>
              <a:latin typeface="+mn-lt"/>
              <a:ea typeface="+mn-ea"/>
              <a:cs typeface="+mn-cs"/>
            </a:endParaRPr>
          </a:p>
          <a:p>
            <a:pPr marL="342900" marR="0" lvl="0" indent="-342900" algn="l" defTabSz="914400" rtl="0" eaLnBrk="1" fontAlgn="base" latinLnBrk="0" hangingPunct="1">
              <a:lnSpc>
                <a:spcPct val="100000"/>
              </a:lnSpc>
              <a:spcBef>
                <a:spcPts val="0"/>
              </a:spcBef>
              <a:spcAft>
                <a:spcPct val="0"/>
              </a:spcAft>
              <a:buClr>
                <a:schemeClr val="hlink"/>
              </a:buClr>
              <a:buSzPct val="80000"/>
              <a:buFont typeface="Wingdings" panose="05000000000000000000" pitchFamily="2" charset="2"/>
              <a:buNone/>
              <a:defRPr/>
            </a:pPr>
            <a:r>
              <a:rPr kumimoji="0" lang="en-US" altLang="zh-CN" sz="3200" b="1" i="0" u="none" strike="noStrike" kern="0" cap="none" spc="0" normalizeH="0" baseline="0" noProof="0" dirty="0">
                <a:ln>
                  <a:noFill/>
                </a:ln>
                <a:solidFill>
                  <a:schemeClr val="tx1"/>
                </a:solidFill>
                <a:effectLst>
                  <a:outerShdw blurRad="38100" dist="38100" dir="2700000" algn="tl">
                    <a:srgbClr val="000000"/>
                  </a:outerShdw>
                </a:effectLst>
                <a:uLnTx/>
                <a:uFillTx/>
                <a:latin typeface="+mn-lt"/>
                <a:ea typeface="+mn-ea"/>
                <a:cs typeface="+mn-cs"/>
              </a:rPr>
              <a:t>				</a:t>
            </a:r>
            <a:r>
              <a:rPr kumimoji="0" lang="en-US" altLang="zh-CN" sz="3200" b="1" i="0" u="none" strike="noStrike" kern="0" cap="none" spc="0" normalizeH="0" baseline="0" noProof="0" dirty="0" err="1">
                <a:ln>
                  <a:noFill/>
                </a:ln>
                <a:solidFill>
                  <a:schemeClr val="tx1"/>
                </a:solidFill>
                <a:effectLst>
                  <a:outerShdw blurRad="38100" dist="38100" dir="2700000" algn="tl">
                    <a:srgbClr val="000000"/>
                  </a:outerShdw>
                </a:effectLst>
                <a:uLnTx/>
                <a:uFillTx/>
                <a:latin typeface="+mn-lt"/>
                <a:ea typeface="+mn-ea"/>
                <a:cs typeface="+mn-cs"/>
              </a:rPr>
              <a:t>printf</a:t>
            </a:r>
            <a:r>
              <a:rPr kumimoji="0" lang="en-US" altLang="zh-CN" sz="3200" b="1" i="0" u="none" strike="noStrike" kern="0" cap="none" spc="0" normalizeH="0" baseline="0" noProof="0" dirty="0">
                <a:ln>
                  <a:noFill/>
                </a:ln>
                <a:solidFill>
                  <a:schemeClr val="tx1"/>
                </a:solidFill>
                <a:effectLst>
                  <a:outerShdw blurRad="38100" dist="38100" dir="2700000" algn="tl">
                    <a:srgbClr val="000000"/>
                  </a:outerShdw>
                </a:effectLst>
                <a:uLnTx/>
                <a:uFillTx/>
                <a:latin typeface="+mn-lt"/>
                <a:ea typeface="+mn-ea"/>
                <a:cs typeface="+mn-cs"/>
              </a:rPr>
              <a:t>( </a:t>
            </a:r>
            <a:r>
              <a:rPr kumimoji="0" lang="en-US" altLang="zh-CN" sz="1400" b="1" i="0" u="none" strike="noStrike" kern="0" cap="none" spc="0" normalizeH="0" baseline="0" noProof="0" dirty="0">
                <a:ln>
                  <a:noFill/>
                </a:ln>
                <a:solidFill>
                  <a:schemeClr val="tx1"/>
                </a:solidFill>
                <a:effectLst>
                  <a:outerShdw blurRad="38100" dist="38100" dir="2700000" algn="tl">
                    <a:srgbClr val="000000"/>
                  </a:outerShdw>
                </a:effectLst>
                <a:uLnTx/>
                <a:uFillTx/>
                <a:latin typeface="+mn-lt"/>
                <a:ea typeface="+mn-ea"/>
                <a:cs typeface="+mn-cs"/>
              </a:rPr>
              <a:t>"%3d -- %3d: </a:t>
            </a:r>
            <a:r>
              <a:rPr kumimoji="0" lang="en-US" altLang="zh-CN" sz="1400" b="1" i="0" u="none" strike="noStrike" kern="0" cap="none" spc="0" normalizeH="0" baseline="0" noProof="0" dirty="0">
                <a:ln>
                  <a:noFill/>
                </a:ln>
                <a:solidFill>
                  <a:srgbClr val="FFFF00"/>
                </a:solidFill>
                <a:effectLst>
                  <a:outerShdw blurRad="38100" dist="38100" dir="2700000" algn="tl">
                    <a:srgbClr val="000000"/>
                  </a:outerShdw>
                </a:effectLst>
                <a:uLnTx/>
                <a:uFillTx/>
                <a:latin typeface="+mn-lt"/>
                <a:ea typeface="+mn-ea"/>
                <a:cs typeface="+mn-cs"/>
              </a:rPr>
              <a:t>%6d</a:t>
            </a:r>
            <a:r>
              <a:rPr kumimoji="0" lang="en-US" altLang="zh-CN" sz="1400" b="1" i="0" u="none" strike="noStrike" kern="0" cap="none" spc="0" normalizeH="0" baseline="0" noProof="0" dirty="0">
                <a:ln>
                  <a:noFill/>
                </a:ln>
                <a:solidFill>
                  <a:schemeClr val="tx1"/>
                </a:solidFill>
                <a:effectLst>
                  <a:outerShdw blurRad="38100" dist="38100" dir="2700000" algn="tl">
                    <a:srgbClr val="000000"/>
                  </a:outerShdw>
                </a:effectLst>
                <a:uLnTx/>
                <a:uFillTx/>
                <a:latin typeface="+mn-lt"/>
                <a:ea typeface="+mn-ea"/>
                <a:cs typeface="+mn-cs"/>
              </a:rPr>
              <a:t>\n",</a:t>
            </a:r>
            <a:r>
              <a:rPr kumimoji="0" lang="en-US" altLang="zh-CN" sz="1400" b="1" i="0" u="none" strike="noStrike" kern="0" cap="none" spc="0" normalizeH="0" baseline="0" noProof="0" dirty="0" err="1">
                <a:ln>
                  <a:noFill/>
                </a:ln>
                <a:solidFill>
                  <a:schemeClr val="tx1"/>
                </a:solidFill>
                <a:effectLst>
                  <a:outerShdw blurRad="38100" dist="38100" dir="2700000" algn="tl">
                    <a:srgbClr val="000000"/>
                  </a:outerShdw>
                </a:effectLst>
                <a:uLnTx/>
                <a:uFillTx/>
                <a:latin typeface="+mn-lt"/>
                <a:ea typeface="+mn-ea"/>
                <a:cs typeface="+mn-cs"/>
              </a:rPr>
              <a:t>i</a:t>
            </a:r>
            <a:r>
              <a:rPr kumimoji="0" lang="en-US" altLang="zh-CN" sz="1400" b="1" i="0" u="none" strike="noStrike" kern="0" cap="none" spc="0" normalizeH="0" baseline="0" noProof="0" dirty="0">
                <a:ln>
                  <a:noFill/>
                </a:ln>
                <a:solidFill>
                  <a:schemeClr val="tx1"/>
                </a:solidFill>
                <a:effectLst>
                  <a:outerShdw blurRad="38100" dist="38100" dir="2700000" algn="tl">
                    <a:srgbClr val="000000"/>
                  </a:outerShdw>
                </a:effectLst>
                <a:uLnTx/>
                <a:uFillTx/>
                <a:latin typeface="+mn-lt"/>
                <a:ea typeface="+mn-ea"/>
                <a:cs typeface="+mn-cs"/>
              </a:rPr>
              <a:t>*10,(i+1)*10-1</a:t>
            </a:r>
            <a:r>
              <a:rPr kumimoji="0" lang="en-US" altLang="zh-CN" sz="3200" b="1" i="0" u="none" strike="noStrike" kern="0" cap="none" spc="0" normalizeH="0" baseline="0" noProof="0" dirty="0">
                <a:ln>
                  <a:noFill/>
                </a:ln>
                <a:solidFill>
                  <a:srgbClr val="FFFF00"/>
                </a:solidFill>
                <a:effectLst>
                  <a:outerShdw blurRad="38100" dist="38100" dir="2700000" algn="tl">
                    <a:srgbClr val="000000"/>
                  </a:outerShdw>
                </a:effectLst>
                <a:uLnTx/>
                <a:uFillTx/>
                <a:latin typeface="+mn-lt"/>
                <a:ea typeface="+mn-ea"/>
                <a:cs typeface="+mn-cs"/>
              </a:rPr>
              <a:t>, j[r][</a:t>
            </a:r>
            <a:r>
              <a:rPr kumimoji="0" lang="en-US" altLang="zh-CN" sz="3200" b="1" i="0" u="none" strike="noStrike" kern="0" cap="none" spc="0" normalizeH="0" baseline="0" noProof="0" dirty="0" err="1">
                <a:ln>
                  <a:noFill/>
                </a:ln>
                <a:solidFill>
                  <a:srgbClr val="FFFF00"/>
                </a:solidFill>
                <a:effectLst>
                  <a:outerShdw blurRad="38100" dist="38100" dir="2700000" algn="tl">
                    <a:srgbClr val="000000"/>
                  </a:outerShdw>
                </a:effectLst>
                <a:uLnTx/>
                <a:uFillTx/>
                <a:latin typeface="+mn-lt"/>
                <a:ea typeface="+mn-ea"/>
                <a:cs typeface="+mn-cs"/>
              </a:rPr>
              <a:t>i</a:t>
            </a:r>
            <a:r>
              <a:rPr kumimoji="0" lang="en-US" altLang="zh-CN" sz="3200" b="1" i="0" u="none" strike="noStrike" kern="0" cap="none" spc="0" normalizeH="0" baseline="0" noProof="0" dirty="0">
                <a:ln>
                  <a:noFill/>
                </a:ln>
                <a:solidFill>
                  <a:srgbClr val="FFFF00"/>
                </a:solidFill>
                <a:effectLst>
                  <a:outerShdw blurRad="38100" dist="38100" dir="2700000" algn="tl">
                    <a:srgbClr val="000000"/>
                  </a:outerShdw>
                </a:effectLst>
                <a:uLnTx/>
                <a:uFillTx/>
                <a:latin typeface="+mn-lt"/>
                <a:ea typeface="+mn-ea"/>
                <a:cs typeface="+mn-cs"/>
              </a:rPr>
              <a:t>] </a:t>
            </a:r>
            <a:r>
              <a:rPr kumimoji="0" lang="en-US" altLang="zh-CN" sz="3200" b="1" i="0" u="none" strike="noStrike" kern="0" cap="none" spc="0" normalizeH="0" baseline="0" noProof="0" dirty="0">
                <a:ln>
                  <a:noFill/>
                </a:ln>
                <a:solidFill>
                  <a:schemeClr val="tx1"/>
                </a:solidFill>
                <a:effectLst>
                  <a:outerShdw blurRad="38100" dist="38100" dir="2700000" algn="tl">
                    <a:srgbClr val="000000"/>
                  </a:outerShdw>
                </a:effectLst>
                <a:uLnTx/>
                <a:uFillTx/>
                <a:latin typeface="+mn-lt"/>
                <a:ea typeface="+mn-ea"/>
                <a:cs typeface="+mn-cs"/>
              </a:rPr>
              <a:t>);</a:t>
            </a:r>
            <a:endParaRPr kumimoji="0" lang="en-US" altLang="zh-CN" sz="3200" b="1" i="0" u="none" strike="noStrike" kern="0" cap="none" spc="0" normalizeH="0" baseline="0" noProof="0" dirty="0">
              <a:ln>
                <a:noFill/>
              </a:ln>
              <a:solidFill>
                <a:schemeClr val="tx1"/>
              </a:solidFill>
              <a:effectLst>
                <a:outerShdw blurRad="38100" dist="38100" dir="2700000" algn="tl">
                  <a:srgbClr val="000000"/>
                </a:outerShdw>
              </a:effectLst>
              <a:uLnTx/>
              <a:uFillTx/>
              <a:latin typeface="+mn-lt"/>
              <a:ea typeface="+mn-ea"/>
              <a:cs typeface="+mn-cs"/>
            </a:endParaRPr>
          </a:p>
          <a:p>
            <a:pPr marL="342900" marR="0" lvl="0" indent="-342900" algn="l" defTabSz="914400" rtl="0" eaLnBrk="1" fontAlgn="base" latinLnBrk="0" hangingPunct="1">
              <a:lnSpc>
                <a:spcPct val="80000"/>
              </a:lnSpc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80000"/>
              <a:buFont typeface="Wingdings" panose="05000000000000000000" pitchFamily="2" charset="2"/>
              <a:buNone/>
              <a:defRPr/>
            </a:pPr>
            <a:r>
              <a:rPr kumimoji="0" lang="en-US" altLang="zh-CN" sz="3200" b="1" i="0" u="none" strike="noStrike" kern="0" cap="none" spc="0" normalizeH="0" baseline="0" noProof="0" dirty="0">
                <a:ln>
                  <a:noFill/>
                </a:ln>
                <a:solidFill>
                  <a:schemeClr val="tx1"/>
                </a:solidFill>
                <a:effectLst>
                  <a:outerShdw blurRad="38100" dist="38100" dir="2700000" algn="tl">
                    <a:srgbClr val="000000"/>
                  </a:outerShdw>
                </a:effectLst>
                <a:uLnTx/>
                <a:uFillTx/>
                <a:latin typeface="+mn-lt"/>
                <a:ea typeface="+mn-ea"/>
                <a:cs typeface="+mn-cs"/>
              </a:rPr>
              <a:t>		}</a:t>
            </a:r>
            <a:endParaRPr kumimoji="0" lang="en-US" altLang="zh-CN" sz="3200" b="1" i="0" u="none" strike="noStrike" kern="0" cap="none" spc="0" normalizeH="0" baseline="0" noProof="0" dirty="0">
              <a:ln>
                <a:noFill/>
              </a:ln>
              <a:solidFill>
                <a:schemeClr val="tx1"/>
              </a:solidFill>
              <a:effectLst>
                <a:outerShdw blurRad="38100" dist="38100" dir="2700000" algn="tl">
                  <a:srgbClr val="000000"/>
                </a:outerShdw>
              </a:effectLst>
              <a:uLnTx/>
              <a:uFillTx/>
              <a:latin typeface="+mn-lt"/>
              <a:ea typeface="+mn-ea"/>
              <a:cs typeface="+mn-cs"/>
            </a:endParaRPr>
          </a:p>
          <a:p>
            <a:pPr marL="342900" marR="0" lvl="0" indent="-342900" algn="l" defTabSz="914400" rtl="0" eaLnBrk="1" fontAlgn="base" latinLnBrk="0" hangingPunct="1">
              <a:lnSpc>
                <a:spcPct val="80000"/>
              </a:lnSpc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80000"/>
              <a:buFont typeface="Wingdings" panose="05000000000000000000" pitchFamily="2" charset="2"/>
              <a:buNone/>
              <a:defRPr/>
            </a:pPr>
            <a:r>
              <a:rPr kumimoji="0" lang="en-US" altLang="zh-CN" sz="3200" b="1" i="0" u="none" strike="noStrike" kern="0" cap="none" spc="0" normalizeH="0" baseline="0" noProof="0" dirty="0">
                <a:ln>
                  <a:noFill/>
                </a:ln>
                <a:solidFill>
                  <a:schemeClr val="tx1"/>
                </a:solidFill>
                <a:effectLst>
                  <a:outerShdw blurRad="38100" dist="38100" dir="2700000" algn="tl">
                    <a:srgbClr val="000000"/>
                  </a:outerShdw>
                </a:effectLst>
                <a:uLnTx/>
                <a:uFillTx/>
                <a:latin typeface="+mn-lt"/>
                <a:ea typeface="+mn-ea"/>
                <a:cs typeface="+mn-cs"/>
              </a:rPr>
              <a:t>	</a:t>
            </a:r>
            <a:r>
              <a:rPr kumimoji="0" lang="en-US" altLang="zh-CN" sz="2000" b="1" i="0" u="none" strike="noStrike" kern="0" cap="none" spc="0" normalizeH="0" baseline="0" noProof="0" dirty="0">
                <a:ln>
                  <a:noFill/>
                </a:ln>
                <a:solidFill>
                  <a:schemeClr val="tx1"/>
                </a:solidFill>
                <a:effectLst>
                  <a:outerShdw blurRad="38100" dist="38100" dir="2700000" algn="tl">
                    <a:srgbClr val="000000"/>
                  </a:outerShdw>
                </a:effectLst>
                <a:uLnTx/>
                <a:uFillTx/>
                <a:latin typeface="+mn-lt"/>
                <a:ea typeface="+mn-ea"/>
                <a:cs typeface="+mn-cs"/>
              </a:rPr>
              <a:t>return 0;</a:t>
            </a:r>
            <a:endParaRPr kumimoji="0" lang="en-US" altLang="zh-CN" sz="2000" b="1" i="0" u="none" strike="noStrike" kern="0" cap="none" spc="0" normalizeH="0" baseline="0" noProof="0" dirty="0">
              <a:ln>
                <a:noFill/>
              </a:ln>
              <a:solidFill>
                <a:schemeClr val="tx1"/>
              </a:solidFill>
              <a:effectLst>
                <a:outerShdw blurRad="38100" dist="38100" dir="2700000" algn="tl">
                  <a:srgbClr val="000000"/>
                </a:outerShdw>
              </a:effectLst>
              <a:uLnTx/>
              <a:uFillTx/>
              <a:latin typeface="+mn-lt"/>
              <a:ea typeface="+mn-ea"/>
              <a:cs typeface="+mn-cs"/>
            </a:endParaRPr>
          </a:p>
          <a:p>
            <a:pPr marL="342900" marR="0" lvl="0" indent="-342900" algn="l" defTabSz="914400" rtl="0" eaLnBrk="1" fontAlgn="base" latinLnBrk="0" hangingPunct="1">
              <a:lnSpc>
                <a:spcPct val="80000"/>
              </a:lnSpc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80000"/>
              <a:buFont typeface="Wingdings" panose="05000000000000000000" pitchFamily="2" charset="2"/>
              <a:buNone/>
              <a:defRPr/>
            </a:pPr>
            <a:r>
              <a:rPr kumimoji="0" lang="en-US" altLang="zh-CN" sz="3200" b="1" i="0" u="none" strike="noStrike" kern="0" cap="none" spc="0" normalizeH="0" baseline="0" noProof="0" dirty="0">
                <a:ln>
                  <a:noFill/>
                </a:ln>
                <a:solidFill>
                  <a:schemeClr val="tx1"/>
                </a:solidFill>
                <a:effectLst>
                  <a:outerShdw blurRad="38100" dist="38100" dir="2700000" algn="tl">
                    <a:srgbClr val="000000"/>
                  </a:outerShdw>
                </a:effectLst>
                <a:uLnTx/>
                <a:uFillTx/>
                <a:latin typeface="+mn-lt"/>
                <a:ea typeface="+mn-ea"/>
                <a:cs typeface="+mn-cs"/>
              </a:rPr>
              <a:t>}</a:t>
            </a:r>
            <a:endParaRPr kumimoji="0" lang="en-US" altLang="zh-CN" sz="3200" b="1" i="0" u="none" strike="noStrike" kern="0" cap="none" spc="0" normalizeH="0" baseline="0" noProof="0" dirty="0">
              <a:ln>
                <a:noFill/>
              </a:ln>
              <a:solidFill>
                <a:schemeClr val="tx1"/>
              </a:solidFill>
              <a:effectLst>
                <a:outerShdw blurRad="38100" dist="38100" dir="2700000" algn="tl">
                  <a:srgbClr val="000000"/>
                </a:outerShdw>
              </a:effectLst>
              <a:uLnTx/>
              <a:uFillTx/>
              <a:latin typeface="+mn-lt"/>
              <a:ea typeface="+mn-ea"/>
              <a:cs typeface="+mn-cs"/>
            </a:endParaRPr>
          </a:p>
        </p:txBody>
      </p:sp>
    </p:spTree>
  </p:cSld>
  <p:clrMapOvr>
    <a:masterClrMapping/>
  </p:clrMapOvr>
  <p:transition>
    <p:random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3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46242">
                                            <p:txEl>
                                              <p:charRg st="124" end="15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7" dur="500"/>
                                        <p:tgtEl>
                                          <p:spTgt spid="1546242">
                                            <p:txEl>
                                              <p:charRg st="124" end="156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presetID="3" presetClass="entr" presetSubtype="1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46242">
                                            <p:txEl>
                                              <p:charRg st="156" end="18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10" dur="500"/>
                                        <p:tgtEl>
                                          <p:spTgt spid="1546242">
                                            <p:txEl>
                                              <p:charRg st="156" end="186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1" presetID="3" presetClass="entr" presetSubtype="1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46242">
                                            <p:txEl>
                                              <p:charRg st="186" end="19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13" dur="500"/>
                                        <p:tgtEl>
                                          <p:spTgt spid="1546242">
                                            <p:txEl>
                                              <p:charRg st="186" end="19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4" presetID="3" presetClass="entr" presetSubtype="1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46242">
                                            <p:txEl>
                                              <p:charRg st="309" end="31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16" dur="500"/>
                                        <p:tgtEl>
                                          <p:spTgt spid="1546242">
                                            <p:txEl>
                                              <p:charRg st="309" end="31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7" presetID="3" presetClass="entr" presetSubtype="1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46242">
                                            <p:txEl>
                                              <p:charRg st="191" end="249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19" dur="500"/>
                                        <p:tgtEl>
                                          <p:spTgt spid="1546242">
                                            <p:txEl>
                                              <p:charRg st="191" end="249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0" presetID="3" presetClass="entr" presetSubtype="1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46242">
                                            <p:txEl>
                                              <p:charRg st="249" end="309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22" dur="500"/>
                                        <p:tgtEl>
                                          <p:spTgt spid="1546242">
                                            <p:txEl>
                                              <p:charRg st="249" end="309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4" name="灯片编号占位符 5"/>
          <p:cNvSpPr txBox="1">
            <a:spLocks noGrp="1"/>
          </p:cNvSpPr>
          <p:nvPr>
            <p:ph type="sldNum" sz="quarter" idx="4"/>
          </p:nvPr>
        </p:nvSpPr>
        <p:spPr bwMode="auto"/>
        <p:txBody>
          <a:bodyPr wrap="square" lIns="91440" tIns="45720" rIns="91440" bIns="45720" numCol="1" anchor="b" anchorCtr="0" compatLnSpc="1"/>
          <a:lstStyle>
            <a:lvl1pPr>
              <a:defRPr b="1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1pPr>
            <a:lvl2pPr marL="742950" indent="-285750">
              <a:defRPr b="1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2pPr>
            <a:lvl3pPr marL="1143000" indent="-228600">
              <a:defRPr b="1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3pPr>
            <a:lvl4pPr marL="1600200" indent="-228600">
              <a:defRPr b="1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4pPr>
            <a:lvl5pPr marL="2057400" indent="-228600">
              <a:defRPr b="1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b="1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b="1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b="1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b="1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9pPr>
          </a:lstStyle>
          <a:p>
            <a:pPr marL="0" marR="0" lvl="0" indent="0" algn="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fld id="{17900892-9B66-46D8-99C1-0FBA6ED2E0BE}" type="slidenum">
              <a:rPr kumimoji="0" lang="en-US" altLang="zh-CN" sz="1200" b="0" i="0" u="none" strike="noStrike" kern="1200" cap="none" spc="0" normalizeH="0" baseline="0" noProof="0" smtClean="0">
                <a:ln>
                  <a:noFill/>
                </a:ln>
                <a:solidFill>
                  <a:schemeClr val="tx1"/>
                </a:solidFill>
                <a:effectLst>
                  <a:outerShdw blurRad="38100" dist="38100" dir="2700000" algn="tl">
                    <a:srgbClr val="000000"/>
                  </a:outerShdw>
                </a:effectLst>
                <a:uLnTx/>
                <a:uFillTx/>
                <a:latin typeface="Tahoma" panose="020B0604030504040204" pitchFamily="34" charset="0"/>
                <a:ea typeface="宋体" panose="02010600030101010101" pitchFamily="2" charset="-122"/>
                <a:cs typeface="+mn-cs"/>
              </a:rPr>
            </a:fld>
            <a:endParaRPr kumimoji="0" lang="en-US" altLang="zh-CN" sz="1200" b="0" i="0" u="none" strike="noStrike" kern="1200" cap="none" spc="0" normalizeH="0" baseline="0" noProof="0">
              <a:ln>
                <a:noFill/>
              </a:ln>
              <a:solidFill>
                <a:schemeClr val="tx1"/>
              </a:solidFill>
              <a:effectLst>
                <a:outerShdw blurRad="38100" dist="38100" dir="2700000" algn="tl">
                  <a:srgbClr val="000000"/>
                </a:outerShdw>
              </a:effectLst>
              <a:uLnTx/>
              <a:uFillTx/>
              <a:latin typeface="Tahoma" panose="020B0604030504040204" pitchFamily="34" charset="0"/>
              <a:ea typeface="宋体" panose="02010600030101010101" pitchFamily="2" charset="-122"/>
              <a:cs typeface="+mn-cs"/>
            </a:endParaRPr>
          </a:p>
        </p:txBody>
      </p:sp>
      <p:sp>
        <p:nvSpPr>
          <p:cNvPr id="1061890" name="Rectangle 2"/>
          <p:cNvSpPr>
            <a:spLocks noGrp="1" noChangeArrowheads="1"/>
          </p:cNvSpPr>
          <p:nvPr>
            <p:ph idx="1"/>
          </p:nvPr>
        </p:nvSpPr>
        <p:spPr>
          <a:xfrm>
            <a:off x="76200" y="146050"/>
            <a:ext cx="9601200" cy="5797550"/>
          </a:xfrm>
        </p:spPr>
        <p:txBody>
          <a:bodyPr vert="horz" wrap="square" lIns="91440" tIns="45720" rIns="91440" bIns="45720" numCol="1" anchor="t" anchorCtr="0" compatLnSpc="1"/>
          <a:lstStyle/>
          <a:p>
            <a:pPr marL="342900" marR="0" lvl="0" indent="-342900" algn="l" defTabSz="914400" rtl="0" eaLnBrk="1" fontAlgn="base" latinLnBrk="0" hangingPunct="1">
              <a:lnSpc>
                <a:spcPct val="100000"/>
              </a:lnSpc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80000"/>
              <a:buFont typeface="Wingdings" panose="05000000000000000000" pitchFamily="2" charset="2"/>
              <a:buNone/>
              <a:defRPr/>
            </a:pPr>
            <a:r>
              <a:rPr kumimoji="0" lang="en-US" altLang="zh-CN" sz="3600" b="1" i="0" u="none" strike="noStrike" kern="0" cap="none" spc="0" normalizeH="0" baseline="0" noProof="0" dirty="0">
                <a:ln>
                  <a:noFill/>
                </a:ln>
                <a:solidFill>
                  <a:srgbClr val="FF00FF"/>
                </a:solidFill>
                <a:effectLst>
                  <a:outerShdw blurRad="38100" dist="38100" dir="2700000" algn="tl">
                    <a:srgbClr val="000000"/>
                  </a:outerShdw>
                </a:effectLst>
                <a:uLnTx/>
                <a:uFillTx/>
                <a:latin typeface="Arial" panose="020B0604020202020204" pitchFamily="34" charset="0"/>
                <a:ea typeface="+mn-ea"/>
                <a:cs typeface="+mn-cs"/>
              </a:rPr>
              <a:t>(1)</a:t>
            </a:r>
            <a:r>
              <a:rPr kumimoji="0" lang="zh-CN" altLang="en-US" sz="3600" b="1" i="0" u="none" strike="noStrike" kern="0" cap="none" spc="0" normalizeH="0" baseline="0" noProof="0" dirty="0">
                <a:ln>
                  <a:noFill/>
                </a:ln>
                <a:solidFill>
                  <a:srgbClr val="FF00FF"/>
                </a:solidFill>
                <a:effectLst>
                  <a:outerShdw blurRad="38100" dist="38100" dir="2700000" algn="tl">
                    <a:srgbClr val="000000"/>
                  </a:outerShdw>
                </a:effectLst>
                <a:uLnTx/>
                <a:uFillTx/>
                <a:latin typeface="Arial" panose="020B0604020202020204" pitchFamily="34" charset="0"/>
                <a:ea typeface="+mn-ea"/>
                <a:cs typeface="+mn-cs"/>
              </a:rPr>
              <a:t>二维数组定义</a:t>
            </a:r>
            <a:endParaRPr kumimoji="0" lang="en-US" altLang="zh-CN" sz="3600" b="1" i="0" u="none" strike="noStrike" kern="0" cap="none" spc="0" normalizeH="0" baseline="0" noProof="0" dirty="0">
              <a:ln>
                <a:noFill/>
              </a:ln>
              <a:solidFill>
                <a:srgbClr val="FF00FF"/>
              </a:solidFill>
              <a:effectLst>
                <a:outerShdw blurRad="38100" dist="38100" dir="2700000" algn="tl">
                  <a:srgbClr val="000000"/>
                </a:outerShdw>
              </a:effectLst>
              <a:uLnTx/>
              <a:uFillTx/>
              <a:latin typeface="Arial" panose="020B0604020202020204" pitchFamily="34" charset="0"/>
              <a:ea typeface="+mn-ea"/>
              <a:cs typeface="+mn-cs"/>
            </a:endParaRPr>
          </a:p>
          <a:p>
            <a:pPr marL="342900" marR="0" lvl="0" indent="-342900" algn="l" defTabSz="914400" rtl="0" eaLnBrk="1" fontAlgn="base" latinLnBrk="0" hangingPunct="1">
              <a:lnSpc>
                <a:spcPct val="100000"/>
              </a:lnSpc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80000"/>
              <a:buFont typeface="Wingdings" panose="05000000000000000000" pitchFamily="2" charset="2"/>
              <a:buNone/>
              <a:defRPr/>
            </a:pPr>
            <a:r>
              <a:rPr kumimoji="0" lang="zh-CN" altLang="en-US" sz="3600" b="1" i="0" u="none" strike="noStrike" kern="0" cap="none" spc="0" normalizeH="0" baseline="0" noProof="0" dirty="0">
                <a:ln>
                  <a:noFill/>
                </a:ln>
                <a:solidFill>
                  <a:schemeClr val="tx1"/>
                </a:solidFill>
                <a:effectLst>
                  <a:outerShdw blurRad="38100" dist="38100" dir="2700000" algn="tl">
                    <a:srgbClr val="000000"/>
                  </a:outerShdw>
                </a:effectLst>
                <a:uLnTx/>
                <a:uFillTx/>
                <a:latin typeface="Arial" panose="020B0604020202020204" pitchFamily="34" charset="0"/>
                <a:ea typeface="+mn-ea"/>
                <a:cs typeface="+mn-cs"/>
              </a:rPr>
              <a:t>二维数组声明符形式：</a:t>
            </a:r>
            <a:endParaRPr kumimoji="0" lang="zh-CN" altLang="en-US" sz="3600" b="1" i="0" u="none" strike="noStrike" kern="0" cap="none" spc="0" normalizeH="0" baseline="0" noProof="0" dirty="0">
              <a:ln>
                <a:noFill/>
              </a:ln>
              <a:solidFill>
                <a:schemeClr val="tx1"/>
              </a:solidFill>
              <a:effectLst>
                <a:outerShdw blurRad="38100" dist="38100" dir="2700000" algn="tl">
                  <a:srgbClr val="000000"/>
                </a:outerShdw>
              </a:effectLst>
              <a:uLnTx/>
              <a:uFillTx/>
              <a:latin typeface="Arial" panose="020B0604020202020204" pitchFamily="34" charset="0"/>
              <a:ea typeface="+mn-ea"/>
              <a:cs typeface="+mn-cs"/>
            </a:endParaRPr>
          </a:p>
          <a:p>
            <a:pPr marL="342900" marR="0" lvl="0" indent="-342900" algn="ctr" defTabSz="914400" rtl="0" eaLnBrk="1" fontAlgn="base" latinLnBrk="0" hangingPunct="1">
              <a:lnSpc>
                <a:spcPct val="100000"/>
              </a:lnSpc>
              <a:spcBef>
                <a:spcPct val="45000"/>
              </a:spcBef>
              <a:spcAft>
                <a:spcPct val="45000"/>
              </a:spcAft>
              <a:buClr>
                <a:schemeClr val="hlink"/>
              </a:buClr>
              <a:buSzPct val="80000"/>
              <a:buFont typeface="Wingdings" panose="05000000000000000000" pitchFamily="2" charset="2"/>
              <a:buNone/>
              <a:defRPr/>
            </a:pPr>
            <a:r>
              <a:rPr kumimoji="0" lang="zh-CN" altLang="en-US" sz="3600" b="1" i="0" u="none" strike="noStrike" kern="0" cap="none" spc="0" normalizeH="0" baseline="0" noProof="0" dirty="0">
                <a:ln>
                  <a:noFill/>
                </a:ln>
                <a:solidFill>
                  <a:schemeClr val="tx1"/>
                </a:solidFill>
                <a:effectLst>
                  <a:outerShdw blurRad="38100" dist="38100" dir="2700000" algn="tl">
                    <a:srgbClr val="000000"/>
                  </a:outerShdw>
                </a:effectLst>
                <a:uLnTx/>
                <a:uFillTx/>
                <a:latin typeface="Arial" panose="020B0604020202020204" pitchFamily="34" charset="0"/>
                <a:ea typeface="+mn-ea"/>
                <a:cs typeface="+mn-cs"/>
              </a:rPr>
              <a:t>	 </a:t>
            </a:r>
            <a:r>
              <a:rPr kumimoji="0" lang="zh-CN" altLang="en-US" sz="3200" b="1" i="0" u="none" strike="noStrike" kern="0" cap="none" spc="0" normalizeH="0" baseline="0" noProof="0" dirty="0">
                <a:ln>
                  <a:noFill/>
                </a:ln>
                <a:solidFill>
                  <a:schemeClr val="tx1"/>
                </a:solidFill>
                <a:effectLst>
                  <a:outerShdw blurRad="38100" dist="38100" dir="2700000" algn="tl">
                    <a:srgbClr val="000000"/>
                  </a:outerShdw>
                </a:effectLst>
                <a:uLnTx/>
                <a:uFillTx/>
                <a:latin typeface="Arial" panose="020B0604020202020204" pitchFamily="34" charset="0"/>
                <a:ea typeface="+mn-ea"/>
                <a:cs typeface="+mn-cs"/>
              </a:rPr>
              <a:t>＜标识符＞ </a:t>
            </a:r>
            <a:r>
              <a:rPr kumimoji="0" lang="en-US" altLang="zh-CN" sz="3200" b="1" i="0" u="none" strike="noStrike" kern="0" cap="none" spc="0" normalizeH="0" baseline="0" noProof="0" dirty="0">
                <a:ln>
                  <a:noFill/>
                </a:ln>
                <a:solidFill>
                  <a:schemeClr val="tx1"/>
                </a:solidFill>
                <a:effectLst>
                  <a:outerShdw blurRad="38100" dist="38100" dir="2700000" algn="tl">
                    <a:srgbClr val="000000"/>
                  </a:outerShdw>
                </a:effectLst>
                <a:uLnTx/>
                <a:uFillTx/>
                <a:latin typeface="Arial" panose="020B0604020202020204" pitchFamily="34" charset="0"/>
                <a:ea typeface="+mn-ea"/>
                <a:cs typeface="+mn-cs"/>
              </a:rPr>
              <a:t>[  </a:t>
            </a:r>
            <a:r>
              <a:rPr kumimoji="0" lang="zh-CN" altLang="en-US" sz="3200" b="1" i="0" u="none" strike="noStrike" kern="0" cap="none" spc="0" normalizeH="0" baseline="0" noProof="0" dirty="0">
                <a:ln>
                  <a:noFill/>
                </a:ln>
                <a:solidFill>
                  <a:schemeClr val="tx1"/>
                </a:solidFill>
                <a:effectLst>
                  <a:outerShdw blurRad="38100" dist="38100" dir="2700000" algn="tl">
                    <a:srgbClr val="000000"/>
                  </a:outerShdw>
                </a:effectLst>
                <a:uLnTx/>
                <a:uFillTx/>
                <a:latin typeface="Arial" panose="020B0604020202020204" pitchFamily="34" charset="0"/>
                <a:ea typeface="+mn-ea"/>
                <a:cs typeface="+mn-cs"/>
              </a:rPr>
              <a:t>＜表达式＞ </a:t>
            </a:r>
            <a:r>
              <a:rPr kumimoji="0" lang="en-US" altLang="zh-CN" sz="3200" b="1" i="0" u="none" strike="noStrike" kern="0" cap="none" spc="0" normalizeH="0" baseline="0" noProof="0" dirty="0">
                <a:ln>
                  <a:noFill/>
                </a:ln>
                <a:solidFill>
                  <a:schemeClr val="tx1"/>
                </a:solidFill>
                <a:effectLst>
                  <a:outerShdw blurRad="38100" dist="38100" dir="2700000" algn="tl">
                    <a:srgbClr val="000000"/>
                  </a:outerShdw>
                </a:effectLst>
                <a:uLnTx/>
                <a:uFillTx/>
                <a:latin typeface="Arial" panose="020B0604020202020204" pitchFamily="34" charset="0"/>
                <a:ea typeface="+mn-ea"/>
                <a:cs typeface="+mn-cs"/>
              </a:rPr>
              <a:t>] [ </a:t>
            </a:r>
            <a:r>
              <a:rPr kumimoji="0" lang="zh-CN" altLang="en-US" sz="3200" b="1" i="0" u="none" strike="noStrike" kern="0" cap="none" spc="0" normalizeH="0" baseline="0" noProof="0" dirty="0">
                <a:ln>
                  <a:noFill/>
                </a:ln>
                <a:solidFill>
                  <a:schemeClr val="tx1"/>
                </a:solidFill>
                <a:effectLst>
                  <a:outerShdw blurRad="38100" dist="38100" dir="2700000" algn="tl">
                    <a:srgbClr val="000000"/>
                  </a:outerShdw>
                </a:effectLst>
                <a:uLnTx/>
                <a:uFillTx/>
                <a:latin typeface="Arial" panose="020B0604020202020204" pitchFamily="34" charset="0"/>
                <a:ea typeface="+mn-ea"/>
                <a:cs typeface="+mn-cs"/>
              </a:rPr>
              <a:t>＜表达式＞ </a:t>
            </a:r>
            <a:r>
              <a:rPr kumimoji="0" lang="en-US" altLang="zh-CN" sz="3200" b="1" i="0" u="none" strike="noStrike" kern="0" cap="none" spc="0" normalizeH="0" baseline="0" noProof="0" dirty="0">
                <a:ln>
                  <a:noFill/>
                </a:ln>
                <a:solidFill>
                  <a:schemeClr val="tx1"/>
                </a:solidFill>
                <a:effectLst>
                  <a:outerShdw blurRad="38100" dist="38100" dir="2700000" algn="tl">
                    <a:srgbClr val="000000"/>
                  </a:outerShdw>
                </a:effectLst>
                <a:uLnTx/>
                <a:uFillTx/>
                <a:latin typeface="Arial" panose="020B0604020202020204" pitchFamily="34" charset="0"/>
                <a:ea typeface="+mn-ea"/>
                <a:cs typeface="+mn-cs"/>
              </a:rPr>
              <a:t>]</a:t>
            </a:r>
            <a:endParaRPr kumimoji="0" lang="en-US" altLang="zh-CN" sz="3200" b="1" i="0" u="none" strike="noStrike" kern="0" cap="none" spc="0" normalizeH="0" baseline="0" noProof="0" dirty="0">
              <a:ln>
                <a:noFill/>
              </a:ln>
              <a:solidFill>
                <a:schemeClr val="tx1"/>
              </a:solidFill>
              <a:effectLst>
                <a:outerShdw blurRad="38100" dist="38100" dir="2700000" algn="tl">
                  <a:srgbClr val="000000"/>
                </a:outerShdw>
              </a:effectLst>
              <a:uLnTx/>
              <a:uFillTx/>
              <a:latin typeface="Arial" panose="020B0604020202020204" pitchFamily="34" charset="0"/>
              <a:ea typeface="+mn-ea"/>
              <a:cs typeface="+mn-cs"/>
            </a:endParaRPr>
          </a:p>
          <a:p>
            <a:pPr marL="342900" marR="0" lvl="0" indent="-342900" algn="l" defTabSz="914400" rtl="0" eaLnBrk="1" fontAlgn="base" latinLnBrk="0" hangingPunct="1">
              <a:lnSpc>
                <a:spcPct val="100000"/>
              </a:lnSpc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80000"/>
              <a:buFont typeface="Wingdings" panose="05000000000000000000" pitchFamily="2" charset="2"/>
              <a:buChar char="n"/>
              <a:defRPr/>
            </a:pPr>
            <a:r>
              <a:rPr kumimoji="0" lang="zh-CN" altLang="en-US" sz="3600" b="1" i="0" u="none" strike="noStrike" kern="0" cap="none" spc="0" normalizeH="0" baseline="0" noProof="0" dirty="0">
                <a:ln>
                  <a:noFill/>
                </a:ln>
                <a:solidFill>
                  <a:schemeClr val="tx1"/>
                </a:solidFill>
                <a:effectLst>
                  <a:outerShdw blurRad="38100" dist="38100" dir="2700000" algn="tl">
                    <a:srgbClr val="000000"/>
                  </a:outerShdw>
                </a:effectLst>
                <a:uLnTx/>
                <a:uFillTx/>
                <a:latin typeface="Arial" panose="020B0604020202020204" pitchFamily="34" charset="0"/>
                <a:ea typeface="+mn-ea"/>
                <a:cs typeface="+mn-cs"/>
              </a:rPr>
              <a:t>例	</a:t>
            </a:r>
            <a:r>
              <a:rPr kumimoji="0" lang="en-US" altLang="zh-CN" sz="3600" b="1" i="0" u="none" strike="noStrike" kern="0" cap="none" spc="0" normalizeH="0" baseline="0" noProof="0" dirty="0">
                <a:ln>
                  <a:noFill/>
                </a:ln>
                <a:solidFill>
                  <a:srgbClr val="FFFF00"/>
                </a:solidFill>
                <a:effectLst>
                  <a:outerShdw blurRad="38100" dist="38100" dir="2700000" algn="tl">
                    <a:srgbClr val="000000"/>
                  </a:outerShdw>
                </a:effectLst>
                <a:uLnTx/>
                <a:uFillTx/>
                <a:latin typeface="Arial" panose="020B0604020202020204" pitchFamily="34" charset="0"/>
                <a:ea typeface="+mn-ea"/>
                <a:cs typeface="+mn-cs"/>
              </a:rPr>
              <a:t>int  a[3][4];</a:t>
            </a:r>
            <a:r>
              <a:rPr kumimoji="0" lang="en-US" altLang="zh-CN" sz="4000" b="1" i="0" u="none" strike="noStrike" kern="0" cap="none" spc="0" normalizeH="0" baseline="0" noProof="0" dirty="0">
                <a:ln>
                  <a:noFill/>
                </a:ln>
                <a:solidFill>
                  <a:srgbClr val="FFFF00"/>
                </a:solidFill>
                <a:effectLst>
                  <a:outerShdw blurRad="38100" dist="38100" dir="2700000" algn="tl">
                    <a:srgbClr val="000000"/>
                  </a:outerShdw>
                </a:effectLst>
                <a:uLnTx/>
                <a:uFillTx/>
                <a:latin typeface="Arial" panose="020B0604020202020204" pitchFamily="34" charset="0"/>
                <a:ea typeface="+mn-ea"/>
                <a:cs typeface="+mn-cs"/>
              </a:rPr>
              <a:t> </a:t>
            </a:r>
            <a:endParaRPr kumimoji="0" lang="en-US" altLang="zh-CN" sz="4000" b="1" i="0" u="none" strike="noStrike" kern="0" cap="none" spc="0" normalizeH="0" baseline="0" noProof="0" dirty="0">
              <a:ln>
                <a:noFill/>
              </a:ln>
              <a:solidFill>
                <a:srgbClr val="FFFF00"/>
              </a:solidFill>
              <a:effectLst>
                <a:outerShdw blurRad="38100" dist="38100" dir="2700000" algn="tl">
                  <a:srgbClr val="000000"/>
                </a:outerShdw>
              </a:effectLst>
              <a:uLnTx/>
              <a:uFillTx/>
              <a:latin typeface="Arial" panose="020B0604020202020204" pitchFamily="34" charset="0"/>
              <a:ea typeface="+mn-ea"/>
              <a:cs typeface="+mn-cs"/>
            </a:endParaRPr>
          </a:p>
          <a:p>
            <a:pPr marL="342900" marR="0" lvl="0" indent="-342900" algn="just" defTabSz="914400" rtl="0" eaLnBrk="1" fontAlgn="base" latinLnBrk="0" hangingPunct="1">
              <a:lnSpc>
                <a:spcPct val="100000"/>
              </a:lnSpc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80000"/>
              <a:buFont typeface="Wingdings" panose="05000000000000000000" pitchFamily="2" charset="2"/>
              <a:buNone/>
              <a:defRPr/>
            </a:pPr>
            <a:r>
              <a:rPr kumimoji="0" lang="zh-CN" altLang="en-US" sz="3600" b="1" i="0" u="none" strike="noStrike" kern="0" cap="none" spc="0" normalizeH="0" baseline="0" noProof="0" dirty="0">
                <a:ln>
                  <a:noFill/>
                </a:ln>
                <a:solidFill>
                  <a:schemeClr val="tx1"/>
                </a:solidFill>
                <a:effectLst>
                  <a:outerShdw blurRad="38100" dist="38100" dir="2700000" algn="tl">
                    <a:srgbClr val="000000"/>
                  </a:outerShdw>
                </a:effectLst>
                <a:uLnTx/>
                <a:uFillTx/>
                <a:latin typeface="宋体" panose="02010600030101010101" pitchFamily="2" charset="-122"/>
                <a:ea typeface="+mn-ea"/>
                <a:cs typeface="+mn-cs"/>
              </a:rPr>
              <a:t>表示二维</a:t>
            </a:r>
            <a:r>
              <a:rPr kumimoji="0" lang="en-US" altLang="zh-CN" sz="3600" b="1" i="0" u="none" strike="noStrike" kern="0" cap="none" spc="0" normalizeH="0" baseline="0" noProof="0" dirty="0">
                <a:ln>
                  <a:noFill/>
                </a:ln>
                <a:solidFill>
                  <a:schemeClr val="tx1"/>
                </a:solidFill>
                <a:effectLst>
                  <a:outerShdw blurRad="38100" dist="38100" dir="2700000" algn="tl">
                    <a:srgbClr val="000000"/>
                  </a:outerShdw>
                </a:effectLst>
                <a:uLnTx/>
                <a:uFillTx/>
                <a:latin typeface="Arial" panose="020B0604020202020204" pitchFamily="34" charset="0"/>
                <a:ea typeface="+mn-ea"/>
                <a:cs typeface="+mn-cs"/>
              </a:rPr>
              <a:t>int</a:t>
            </a:r>
            <a:r>
              <a:rPr kumimoji="0" lang="zh-CN" altLang="en-US" sz="3600" b="1" i="0" u="none" strike="noStrike" kern="0" cap="none" spc="0" normalizeH="0" baseline="0" noProof="0" dirty="0">
                <a:ln>
                  <a:noFill/>
                </a:ln>
                <a:solidFill>
                  <a:schemeClr val="tx1"/>
                </a:solidFill>
                <a:effectLst>
                  <a:outerShdw blurRad="38100" dist="38100" dir="2700000" algn="tl">
                    <a:srgbClr val="000000"/>
                  </a:outerShdw>
                </a:effectLst>
                <a:uLnTx/>
                <a:uFillTx/>
                <a:latin typeface="宋体" panose="02010600030101010101" pitchFamily="2" charset="-122"/>
                <a:ea typeface="+mn-ea"/>
                <a:cs typeface="+mn-cs"/>
              </a:rPr>
              <a:t>型数组</a:t>
            </a:r>
            <a:r>
              <a:rPr kumimoji="0" lang="en-US" altLang="zh-CN" sz="3600" b="1" i="0" u="none" strike="noStrike" kern="0" cap="none" spc="0" normalizeH="0" baseline="0" noProof="0" dirty="0">
                <a:ln>
                  <a:noFill/>
                </a:ln>
                <a:solidFill>
                  <a:schemeClr val="tx1"/>
                </a:solidFill>
                <a:effectLst>
                  <a:outerShdw blurRad="38100" dist="38100" dir="2700000" algn="tl">
                    <a:srgbClr val="000000"/>
                  </a:outerShdw>
                </a:effectLst>
                <a:uLnTx/>
                <a:uFillTx/>
                <a:latin typeface="Arial" panose="020B0604020202020204" pitchFamily="34" charset="0"/>
                <a:ea typeface="+mn-ea"/>
                <a:cs typeface="+mn-cs"/>
              </a:rPr>
              <a:t>b</a:t>
            </a:r>
            <a:r>
              <a:rPr kumimoji="0" lang="zh-CN" altLang="en-US" sz="3600" b="1" i="0" u="none" strike="noStrike" kern="0" cap="none" spc="0" normalizeH="0" baseline="0" noProof="0" dirty="0">
                <a:ln>
                  <a:noFill/>
                </a:ln>
                <a:solidFill>
                  <a:schemeClr val="tx1"/>
                </a:solidFill>
                <a:effectLst>
                  <a:outerShdw blurRad="38100" dist="38100" dir="2700000" algn="tl">
                    <a:srgbClr val="000000"/>
                  </a:outerShdw>
                </a:effectLst>
                <a:uLnTx/>
                <a:uFillTx/>
                <a:latin typeface="宋体" panose="02010600030101010101" pitchFamily="2" charset="-122"/>
                <a:ea typeface="+mn-ea"/>
                <a:cs typeface="+mn-cs"/>
              </a:rPr>
              <a:t>包含</a:t>
            </a:r>
            <a:r>
              <a:rPr kumimoji="0" lang="en-US" altLang="zh-CN" sz="3600" b="1" i="0" u="none" strike="noStrike" kern="0" cap="none" spc="0" normalizeH="0" baseline="0" noProof="0" dirty="0">
                <a:ln>
                  <a:noFill/>
                </a:ln>
                <a:solidFill>
                  <a:schemeClr val="tx1"/>
                </a:solidFill>
                <a:effectLst>
                  <a:outerShdw blurRad="38100" dist="38100" dir="2700000" algn="tl">
                    <a:srgbClr val="000000"/>
                  </a:outerShdw>
                </a:effectLst>
                <a:uLnTx/>
                <a:uFillTx/>
                <a:latin typeface="Arial" panose="020B0604020202020204" pitchFamily="34" charset="0"/>
                <a:ea typeface="+mn-ea"/>
                <a:cs typeface="+mn-cs"/>
              </a:rPr>
              <a:t>12</a:t>
            </a:r>
            <a:r>
              <a:rPr kumimoji="0" lang="zh-CN" altLang="en-US" sz="3600" b="1" i="0" u="none" strike="noStrike" kern="0" cap="none" spc="0" normalizeH="0" baseline="0" noProof="0" dirty="0">
                <a:ln>
                  <a:noFill/>
                </a:ln>
                <a:solidFill>
                  <a:schemeClr val="tx1"/>
                </a:solidFill>
                <a:effectLst>
                  <a:outerShdw blurRad="38100" dist="38100" dir="2700000" algn="tl">
                    <a:srgbClr val="000000"/>
                  </a:outerShdw>
                </a:effectLst>
                <a:uLnTx/>
                <a:uFillTx/>
                <a:latin typeface="宋体" panose="02010600030101010101" pitchFamily="2" charset="-122"/>
                <a:ea typeface="+mn-ea"/>
                <a:cs typeface="+mn-cs"/>
              </a:rPr>
              <a:t>个元素</a:t>
            </a:r>
            <a:r>
              <a:rPr kumimoji="0" lang="en-US" altLang="zh-CN" sz="3600" b="1" i="0" u="none" strike="noStrike" kern="0" cap="none" spc="0" normalizeH="0" baseline="0" noProof="0" dirty="0">
                <a:ln>
                  <a:noFill/>
                </a:ln>
                <a:solidFill>
                  <a:schemeClr val="tx1"/>
                </a:solidFill>
                <a:effectLst>
                  <a:outerShdw blurRad="38100" dist="38100" dir="2700000" algn="tl">
                    <a:srgbClr val="000000"/>
                  </a:outerShdw>
                </a:effectLst>
                <a:uLnTx/>
                <a:uFillTx/>
                <a:latin typeface="宋体" panose="02010600030101010101" pitchFamily="2" charset="-122"/>
                <a:ea typeface="+mn-ea"/>
                <a:cs typeface="+mn-cs"/>
              </a:rPr>
              <a:t>,</a:t>
            </a:r>
            <a:r>
              <a:rPr kumimoji="0" lang="zh-CN" altLang="en-US" sz="3600" b="1" i="0" u="none" strike="noStrike" kern="0" cap="none" spc="0" normalizeH="0" baseline="0" noProof="0" dirty="0">
                <a:ln>
                  <a:noFill/>
                </a:ln>
                <a:solidFill>
                  <a:schemeClr val="tx1"/>
                </a:solidFill>
                <a:effectLst>
                  <a:outerShdw blurRad="38100" dist="38100" dir="2700000" algn="tl">
                    <a:srgbClr val="000000"/>
                  </a:outerShdw>
                </a:effectLst>
                <a:uLnTx/>
                <a:uFillTx/>
                <a:latin typeface="宋体" panose="02010600030101010101" pitchFamily="2" charset="-122"/>
                <a:ea typeface="+mn-ea"/>
                <a:cs typeface="+mn-cs"/>
              </a:rPr>
              <a:t>分别是</a:t>
            </a:r>
            <a:endParaRPr kumimoji="0" lang="zh-CN" altLang="en-US" sz="3600" b="1" i="0" u="none" strike="noStrike" kern="0" cap="none" spc="0" normalizeH="0" baseline="0" noProof="0" dirty="0">
              <a:ln>
                <a:noFill/>
              </a:ln>
              <a:solidFill>
                <a:schemeClr val="tx1"/>
              </a:solidFill>
              <a:effectLst>
                <a:outerShdw blurRad="38100" dist="38100" dir="2700000" algn="tl">
                  <a:srgbClr val="000000"/>
                </a:outerShdw>
              </a:effectLst>
              <a:uLnTx/>
              <a:uFillTx/>
              <a:latin typeface="宋体" panose="02010600030101010101" pitchFamily="2" charset="-122"/>
              <a:ea typeface="+mn-ea"/>
              <a:cs typeface="+mn-cs"/>
            </a:endParaRPr>
          </a:p>
          <a:p>
            <a:pPr marL="342900" marR="0" lvl="0" indent="-342900" algn="l" defTabSz="914400" rtl="0" eaLnBrk="1" fontAlgn="base" latinLnBrk="0" hangingPunct="1">
              <a:lnSpc>
                <a:spcPct val="100000"/>
              </a:lnSpc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80000"/>
              <a:buFont typeface="Wingdings" panose="05000000000000000000" pitchFamily="2" charset="2"/>
              <a:buNone/>
              <a:defRPr/>
            </a:pPr>
            <a:r>
              <a:rPr kumimoji="0" lang="zh-CN" altLang="en-US" sz="3200" b="1" i="0" u="none" strike="noStrike" kern="0" cap="none" spc="0" normalizeH="0" baseline="0" noProof="0" dirty="0">
                <a:ln>
                  <a:noFill/>
                </a:ln>
                <a:solidFill>
                  <a:srgbClr val="FF0000"/>
                </a:solidFill>
                <a:effectLst>
                  <a:outerShdw blurRad="38100" dist="38100" dir="2700000" algn="tl">
                    <a:srgbClr val="000000"/>
                  </a:outerShdw>
                </a:effectLst>
                <a:uLnTx/>
                <a:uFillTx/>
                <a:latin typeface="Arial" panose="020B0604020202020204" pitchFamily="34" charset="0"/>
                <a:ea typeface="+mn-ea"/>
                <a:cs typeface="+mn-cs"/>
              </a:rPr>
              <a:t>            </a:t>
            </a:r>
            <a:r>
              <a:rPr kumimoji="0" lang="en-US" altLang="zh-CN" sz="3200" b="1" i="0" u="none" strike="noStrike" kern="0" cap="none" spc="0" normalizeH="0" baseline="0" noProof="0" dirty="0">
                <a:ln>
                  <a:noFill/>
                </a:ln>
                <a:solidFill>
                  <a:srgbClr val="FFFF00"/>
                </a:solidFill>
                <a:effectLst>
                  <a:outerShdw blurRad="38100" dist="38100" dir="2700000" algn="tl">
                    <a:srgbClr val="000000"/>
                  </a:outerShdw>
                </a:effectLst>
                <a:uLnTx/>
                <a:uFillTx/>
                <a:latin typeface="Arial" panose="020B0604020202020204" pitchFamily="34" charset="0"/>
                <a:ea typeface="+mn-ea"/>
                <a:cs typeface="+mn-cs"/>
              </a:rPr>
              <a:t>a[0][0]</a:t>
            </a:r>
            <a:r>
              <a:rPr kumimoji="0" lang="en-US" altLang="zh-CN" sz="3200" b="1" i="0" u="none" strike="noStrike" kern="0" cap="none" spc="0" normalizeH="0" baseline="0" noProof="0" dirty="0">
                <a:ln>
                  <a:noFill/>
                </a:ln>
                <a:solidFill>
                  <a:srgbClr val="FF0000"/>
                </a:solidFill>
                <a:effectLst>
                  <a:outerShdw blurRad="38100" dist="38100" dir="2700000" algn="tl">
                    <a:srgbClr val="000000"/>
                  </a:outerShdw>
                </a:effectLst>
                <a:uLnTx/>
                <a:uFillTx/>
                <a:latin typeface="Arial" panose="020B0604020202020204" pitchFamily="34" charset="0"/>
                <a:ea typeface="+mn-ea"/>
                <a:cs typeface="+mn-cs"/>
              </a:rPr>
              <a:t>   </a:t>
            </a:r>
            <a:r>
              <a:rPr kumimoji="0" lang="en-US" altLang="zh-CN" sz="3200" b="1" i="0" u="none" strike="noStrike" kern="0" cap="none" spc="0" normalizeH="0" baseline="0" noProof="0" dirty="0">
                <a:ln>
                  <a:noFill/>
                </a:ln>
                <a:solidFill>
                  <a:schemeClr val="tx1"/>
                </a:solidFill>
                <a:effectLst>
                  <a:outerShdw blurRad="38100" dist="38100" dir="2700000" algn="tl">
                    <a:srgbClr val="000000"/>
                  </a:outerShdw>
                </a:effectLst>
                <a:uLnTx/>
                <a:uFillTx/>
                <a:latin typeface="Arial" panose="020B0604020202020204" pitchFamily="34" charset="0"/>
                <a:ea typeface="+mn-ea"/>
                <a:cs typeface="+mn-cs"/>
              </a:rPr>
              <a:t>a[0][1]   a[0][2]   a[0][3]</a:t>
            </a:r>
            <a:endParaRPr kumimoji="0" lang="en-US" altLang="zh-CN" sz="3200" b="1" i="0" u="none" strike="noStrike" kern="0" cap="none" spc="0" normalizeH="0" baseline="0" noProof="0" dirty="0">
              <a:ln>
                <a:noFill/>
              </a:ln>
              <a:solidFill>
                <a:schemeClr val="tx1"/>
              </a:solidFill>
              <a:effectLst>
                <a:outerShdw blurRad="38100" dist="38100" dir="2700000" algn="tl">
                  <a:srgbClr val="000000"/>
                </a:outerShdw>
              </a:effectLst>
              <a:uLnTx/>
              <a:uFillTx/>
              <a:latin typeface="Arial" panose="020B0604020202020204" pitchFamily="34" charset="0"/>
              <a:ea typeface="+mn-ea"/>
              <a:cs typeface="+mn-cs"/>
            </a:endParaRPr>
          </a:p>
          <a:p>
            <a:pPr marL="342900" marR="0" lvl="0" indent="-342900" algn="just" defTabSz="914400" rtl="0" eaLnBrk="1" fontAlgn="base" latinLnBrk="0" hangingPunct="1">
              <a:lnSpc>
                <a:spcPct val="100000"/>
              </a:lnSpc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80000"/>
              <a:buFont typeface="Wingdings" panose="05000000000000000000" pitchFamily="2" charset="2"/>
              <a:buNone/>
              <a:defRPr/>
            </a:pPr>
            <a:r>
              <a:rPr kumimoji="0" lang="en-US" altLang="zh-CN" sz="3200" b="1" i="0" u="none" strike="noStrike" kern="0" cap="none" spc="0" normalizeH="0" baseline="0" noProof="0" dirty="0">
                <a:ln>
                  <a:noFill/>
                </a:ln>
                <a:solidFill>
                  <a:schemeClr val="tx1"/>
                </a:solidFill>
                <a:effectLst>
                  <a:outerShdw blurRad="38100" dist="38100" dir="2700000" algn="tl">
                    <a:srgbClr val="000000"/>
                  </a:outerShdw>
                </a:effectLst>
                <a:uLnTx/>
                <a:uFillTx/>
                <a:latin typeface="Arial" panose="020B0604020202020204" pitchFamily="34" charset="0"/>
                <a:ea typeface="+mn-ea"/>
                <a:cs typeface="+mn-cs"/>
              </a:rPr>
              <a:t>            a[1][0]   a[1][1]   a[1][2]   a[1][3]</a:t>
            </a:r>
            <a:endParaRPr kumimoji="0" lang="en-US" altLang="zh-CN" sz="3200" b="1" i="0" u="none" strike="noStrike" kern="0" cap="none" spc="0" normalizeH="0" baseline="0" noProof="0" dirty="0">
              <a:ln>
                <a:noFill/>
              </a:ln>
              <a:solidFill>
                <a:schemeClr val="tx1"/>
              </a:solidFill>
              <a:effectLst>
                <a:outerShdw blurRad="38100" dist="38100" dir="2700000" algn="tl">
                  <a:srgbClr val="000000"/>
                </a:outerShdw>
              </a:effectLst>
              <a:uLnTx/>
              <a:uFillTx/>
              <a:latin typeface="Arial" panose="020B0604020202020204" pitchFamily="34" charset="0"/>
              <a:ea typeface="+mn-ea"/>
              <a:cs typeface="+mn-cs"/>
            </a:endParaRPr>
          </a:p>
          <a:p>
            <a:pPr marL="342900" marR="0" lvl="0" indent="-342900" algn="just" defTabSz="914400" rtl="0" eaLnBrk="1" fontAlgn="base" latinLnBrk="0" hangingPunct="1">
              <a:lnSpc>
                <a:spcPct val="100000"/>
              </a:lnSpc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80000"/>
              <a:buFont typeface="Wingdings" panose="05000000000000000000" pitchFamily="2" charset="2"/>
              <a:buNone/>
              <a:defRPr/>
            </a:pPr>
            <a:r>
              <a:rPr kumimoji="0" lang="en-US" altLang="zh-CN" sz="3200" b="1" i="0" u="none" strike="noStrike" kern="0" cap="none" spc="0" normalizeH="0" baseline="0" noProof="0" dirty="0">
                <a:ln>
                  <a:noFill/>
                </a:ln>
                <a:solidFill>
                  <a:schemeClr val="tx1"/>
                </a:solidFill>
                <a:effectLst>
                  <a:outerShdw blurRad="38100" dist="38100" dir="2700000" algn="tl">
                    <a:srgbClr val="000000"/>
                  </a:outerShdw>
                </a:effectLst>
                <a:uLnTx/>
                <a:uFillTx/>
                <a:latin typeface="Arial" panose="020B0604020202020204" pitchFamily="34" charset="0"/>
                <a:ea typeface="+mn-ea"/>
                <a:cs typeface="+mn-cs"/>
              </a:rPr>
              <a:t>            a[2][0]   a[2][1]   a[2][2]   a[2][3]</a:t>
            </a:r>
            <a:endParaRPr kumimoji="0" lang="en-US" altLang="zh-CN" sz="3200" b="1" i="0" u="none" strike="noStrike" kern="0" cap="none" spc="0" normalizeH="0" baseline="0" noProof="0" dirty="0">
              <a:ln>
                <a:noFill/>
              </a:ln>
              <a:solidFill>
                <a:schemeClr val="tx1"/>
              </a:solidFill>
              <a:effectLst>
                <a:outerShdw blurRad="38100" dist="38100" dir="2700000" algn="tl">
                  <a:srgbClr val="000000"/>
                </a:outerShdw>
              </a:effectLst>
              <a:uLnTx/>
              <a:uFillTx/>
              <a:latin typeface="Arial" panose="020B0604020202020204" pitchFamily="34" charset="0"/>
              <a:ea typeface="+mn-ea"/>
              <a:cs typeface="+mn-cs"/>
            </a:endParaRPr>
          </a:p>
        </p:txBody>
      </p:sp>
    </p:spTree>
  </p:cSld>
  <p:clrMapOvr>
    <a:masterClrMapping/>
  </p:clrMapOvr>
  <p:transition>
    <p:random/>
  </p:transition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5" name="灯片编号占位符 6"/>
          <p:cNvSpPr txBox="1">
            <a:spLocks noGrp="1"/>
          </p:cNvSpPr>
          <p:nvPr>
            <p:ph type="sldNum" sz="quarter" idx="4"/>
          </p:nvPr>
        </p:nvSpPr>
        <p:spPr bwMode="auto"/>
        <p:txBody>
          <a:bodyPr wrap="square" lIns="91440" tIns="45720" rIns="91440" bIns="45720" numCol="1" anchor="b" anchorCtr="0" compatLnSpc="1"/>
          <a:lstStyle>
            <a:lvl1pPr>
              <a:defRPr b="1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1pPr>
            <a:lvl2pPr marL="742950" indent="-285750">
              <a:defRPr b="1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2pPr>
            <a:lvl3pPr marL="1143000" indent="-228600">
              <a:defRPr b="1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3pPr>
            <a:lvl4pPr marL="1600200" indent="-228600">
              <a:defRPr b="1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4pPr>
            <a:lvl5pPr marL="2057400" indent="-228600">
              <a:defRPr b="1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b="1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b="1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b="1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b="1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9pPr>
          </a:lstStyle>
          <a:p>
            <a:pPr marL="0" marR="0" lvl="0" indent="0" algn="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fld id="{DFF7C989-647B-48C1-AD2D-C5E6BCC4A7CC}" type="slidenum">
              <a:rPr kumimoji="0" lang="en-US" altLang="zh-CN" sz="1200" b="0" i="0" u="none" strike="noStrike" kern="1200" cap="none" spc="0" normalizeH="0" baseline="0" noProof="0" smtClean="0">
                <a:ln>
                  <a:noFill/>
                </a:ln>
                <a:solidFill>
                  <a:schemeClr val="tx1"/>
                </a:solidFill>
                <a:effectLst>
                  <a:outerShdw blurRad="38100" dist="38100" dir="2700000" algn="tl">
                    <a:srgbClr val="000000"/>
                  </a:outerShdw>
                </a:effectLst>
                <a:uLnTx/>
                <a:uFillTx/>
                <a:latin typeface="Tahoma" panose="020B0604030504040204" pitchFamily="34" charset="0"/>
                <a:ea typeface="宋体" panose="02010600030101010101" pitchFamily="2" charset="-122"/>
                <a:cs typeface="+mn-cs"/>
              </a:rPr>
            </a:fld>
            <a:endParaRPr kumimoji="0" lang="en-US" altLang="zh-CN" sz="1200" b="0" i="0" u="none" strike="noStrike" kern="1200" cap="none" spc="0" normalizeH="0" baseline="0" noProof="0">
              <a:ln>
                <a:noFill/>
              </a:ln>
              <a:solidFill>
                <a:schemeClr val="tx1"/>
              </a:solidFill>
              <a:effectLst>
                <a:outerShdw blurRad="38100" dist="38100" dir="2700000" algn="tl">
                  <a:srgbClr val="000000"/>
                </a:outerShdw>
              </a:effectLst>
              <a:uLnTx/>
              <a:uFillTx/>
              <a:latin typeface="Tahoma" panose="020B0604030504040204" pitchFamily="34" charset="0"/>
              <a:ea typeface="宋体" panose="02010600030101010101" pitchFamily="2" charset="-122"/>
              <a:cs typeface="+mn-cs"/>
            </a:endParaRPr>
          </a:p>
        </p:txBody>
      </p:sp>
      <p:sp>
        <p:nvSpPr>
          <p:cNvPr id="56323" name="Rectangle 2"/>
          <p:cNvSpPr>
            <a:spLocks noGrp="1"/>
          </p:cNvSpPr>
          <p:nvPr>
            <p:ph type="title"/>
          </p:nvPr>
        </p:nvSpPr>
        <p:spPr>
          <a:xfrm>
            <a:off x="0" y="111125"/>
            <a:ext cx="8229600" cy="765175"/>
          </a:xfrm>
        </p:spPr>
        <p:txBody>
          <a:bodyPr vert="horz" wrap="square" lIns="91440" tIns="45720" rIns="91440" bIns="45720" anchor="ctr" anchorCtr="0"/>
          <a:p>
            <a:pPr algn="l" eaLnBrk="1" hangingPunct="1"/>
            <a:r>
              <a:rPr lang="en-US" altLang="zh-CN" b="1" dirty="0">
                <a:solidFill>
                  <a:srgbClr val="FF00FF"/>
                </a:solidFill>
                <a:effectLst/>
              </a:rPr>
              <a:t>(2) </a:t>
            </a:r>
            <a:r>
              <a:rPr lang="zh-CN" altLang="en-US" b="1" dirty="0">
                <a:solidFill>
                  <a:srgbClr val="FF00FF"/>
                </a:solidFill>
                <a:effectLst/>
              </a:rPr>
              <a:t>二维数组的存储分配方式</a:t>
            </a:r>
            <a:endParaRPr lang="zh-CN" altLang="en-US" b="1" dirty="0">
              <a:solidFill>
                <a:srgbClr val="FF00FF"/>
              </a:solidFill>
              <a:effectLst/>
            </a:endParaRPr>
          </a:p>
        </p:txBody>
      </p:sp>
      <p:sp>
        <p:nvSpPr>
          <p:cNvPr id="1307651" name="Rectangle 3"/>
          <p:cNvSpPr>
            <a:spLocks noGrp="1" noChangeArrowheads="1"/>
          </p:cNvSpPr>
          <p:nvPr>
            <p:ph type="body" sz="half" idx="1"/>
          </p:nvPr>
        </p:nvSpPr>
        <p:spPr>
          <a:xfrm>
            <a:off x="228600" y="1331913"/>
            <a:ext cx="11734800" cy="5373688"/>
          </a:xfrm>
        </p:spPr>
        <p:txBody>
          <a:bodyPr vert="horz" wrap="square" lIns="91440" tIns="45720" rIns="91440" bIns="45720" numCol="1" anchor="t" anchorCtr="0" compatLnSpc="1"/>
          <a:lstStyle/>
          <a:p>
            <a:pPr marL="0" marR="0" lvl="0" indent="0" algn="l" defTabSz="914400" rtl="0" eaLnBrk="1" fontAlgn="base" latinLnBrk="0" hangingPunct="1">
              <a:lnSpc>
                <a:spcPct val="120000"/>
              </a:lnSpc>
              <a:spcBef>
                <a:spcPct val="25000"/>
              </a:spcBef>
              <a:spcAft>
                <a:spcPct val="25000"/>
              </a:spcAft>
              <a:buClr>
                <a:schemeClr val="hlink"/>
              </a:buClr>
              <a:buSzPct val="80000"/>
              <a:buFont typeface="Wingdings" panose="05000000000000000000" pitchFamily="2" charset="2"/>
              <a:buNone/>
              <a:defRPr/>
            </a:pPr>
            <a:r>
              <a:rPr kumimoji="0" lang="zh-CN" altLang="en-US" sz="2800" b="1" i="0" u="none" strike="noStrike" kern="0" cap="none" spc="0" normalizeH="0" baseline="0" noProof="0" dirty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Arial" panose="020B0604020202020204" pitchFamily="34" charset="0"/>
                <a:ea typeface="+mn-ea"/>
                <a:cs typeface="+mn-cs"/>
              </a:rPr>
              <a:t>在</a:t>
            </a:r>
            <a:r>
              <a:rPr kumimoji="0" lang="en-US" altLang="zh-CN" sz="2800" b="1" i="0" u="none" strike="noStrike" kern="0" cap="none" spc="0" normalizeH="0" baseline="0" noProof="0" dirty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Arial" panose="020B0604020202020204" pitchFamily="34" charset="0"/>
                <a:ea typeface="+mn-ea"/>
                <a:cs typeface="+mn-cs"/>
              </a:rPr>
              <a:t>C</a:t>
            </a:r>
            <a:r>
              <a:rPr kumimoji="0" lang="zh-CN" altLang="en-US" sz="2800" b="1" i="0" u="none" strike="noStrike" kern="0" cap="none" spc="0" normalizeH="0" baseline="0" noProof="0" dirty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Arial" panose="020B0604020202020204" pitchFamily="34" charset="0"/>
                <a:ea typeface="+mn-ea"/>
                <a:cs typeface="+mn-cs"/>
              </a:rPr>
              <a:t>中，按“</a:t>
            </a:r>
            <a:r>
              <a:rPr kumimoji="0" lang="zh-CN" altLang="en-US" sz="2800" b="1" i="0" u="none" strike="noStrike" kern="0" cap="none" spc="0" normalizeH="0" baseline="0" noProof="0" dirty="0">
                <a:ln>
                  <a:noFill/>
                </a:ln>
                <a:solidFill>
                  <a:schemeClr val="hlink"/>
                </a:solidFill>
                <a:effectLst/>
                <a:uLnTx/>
                <a:uFillTx/>
                <a:latin typeface="Arial" panose="020B0604020202020204" pitchFamily="34" charset="0"/>
                <a:ea typeface="+mn-ea"/>
                <a:cs typeface="+mn-cs"/>
              </a:rPr>
              <a:t>行优先</a:t>
            </a:r>
            <a:r>
              <a:rPr kumimoji="0" lang="zh-CN" altLang="en-US" sz="2800" b="1" i="0" u="none" strike="noStrike" kern="0" cap="none" spc="0" normalizeH="0" baseline="0" noProof="0" dirty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Arial" panose="020B0604020202020204" pitchFamily="34" charset="0"/>
                <a:ea typeface="+mn-ea"/>
                <a:cs typeface="+mn-cs"/>
              </a:rPr>
              <a:t>”原则分配数组元素的存储空间。也就是说，对数组</a:t>
            </a:r>
            <a:r>
              <a:rPr kumimoji="0" lang="en-US" altLang="zh-CN" sz="2800" b="1" i="0" u="none" strike="noStrike" kern="0" cap="none" spc="0" normalizeH="0" baseline="0" noProof="0" dirty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Arial" panose="020B0604020202020204" pitchFamily="34" charset="0"/>
                <a:ea typeface="+mn-ea"/>
                <a:cs typeface="+mn-cs"/>
              </a:rPr>
              <a:t>a</a:t>
            </a:r>
            <a:r>
              <a:rPr kumimoji="0" lang="zh-CN" altLang="en-US" sz="2800" b="1" i="0" u="none" strike="noStrike" kern="0" cap="none" spc="0" normalizeH="0" baseline="0" noProof="0" dirty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Arial" panose="020B0604020202020204" pitchFamily="34" charset="0"/>
                <a:ea typeface="+mn-ea"/>
                <a:cs typeface="+mn-cs"/>
              </a:rPr>
              <a:t>来说，它的各个成分被分配的内存空间的顺序是：</a:t>
            </a:r>
            <a:endParaRPr kumimoji="0" lang="zh-CN" altLang="en-US" sz="2800" b="1" i="0" u="none" strike="noStrike" kern="0" cap="none" spc="0" normalizeH="0" baseline="0" noProof="0" dirty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Arial" panose="020B0604020202020204" pitchFamily="34" charset="0"/>
              <a:ea typeface="+mn-ea"/>
              <a:cs typeface="+mn-cs"/>
            </a:endParaRPr>
          </a:p>
          <a:p>
            <a:pPr marL="0" marR="0" lvl="0" indent="0" algn="l" defTabSz="914400" rtl="0" eaLnBrk="1" fontAlgn="base" latinLnBrk="0" hangingPunct="1">
              <a:lnSpc>
                <a:spcPct val="120000"/>
              </a:lnSpc>
              <a:spcBef>
                <a:spcPct val="25000"/>
              </a:spcBef>
              <a:spcAft>
                <a:spcPct val="25000"/>
              </a:spcAft>
              <a:buClr>
                <a:schemeClr val="hlink"/>
              </a:buClr>
              <a:buSzPct val="80000"/>
              <a:buFont typeface="Wingdings" panose="05000000000000000000" pitchFamily="2" charset="2"/>
              <a:buNone/>
              <a:defRPr/>
            </a:pPr>
            <a:r>
              <a:rPr kumimoji="0" lang="zh-CN" altLang="en-US" sz="2800" b="1" i="0" u="none" strike="noStrike" kern="0" cap="none" spc="0" normalizeH="0" baseline="0" noProof="0" dirty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Arial" panose="020B0604020202020204" pitchFamily="34" charset="0"/>
                <a:ea typeface="+mn-ea"/>
                <a:cs typeface="+mn-cs"/>
              </a:rPr>
              <a:t>	首先分配</a:t>
            </a:r>
            <a:r>
              <a:rPr kumimoji="0" lang="zh-CN" altLang="en-US" sz="2800" b="1" i="0" u="none" strike="noStrike" kern="0" cap="none" spc="0" normalizeH="0" baseline="0" noProof="0" dirty="0">
                <a:ln>
                  <a:noFill/>
                </a:ln>
                <a:solidFill>
                  <a:srgbClr val="FF00FF"/>
                </a:solidFill>
                <a:effectLst/>
                <a:uLnTx/>
                <a:uFillTx/>
                <a:latin typeface="Arial" panose="020B0604020202020204" pitchFamily="34" charset="0"/>
                <a:ea typeface="+mn-ea"/>
                <a:cs typeface="+mn-cs"/>
              </a:rPr>
              <a:t>第</a:t>
            </a:r>
            <a:r>
              <a:rPr kumimoji="0" lang="en-US" altLang="zh-CN" sz="2800" b="1" i="0" u="none" strike="noStrike" kern="0" cap="none" spc="0" normalizeH="0" baseline="0" noProof="0" dirty="0">
                <a:ln>
                  <a:noFill/>
                </a:ln>
                <a:solidFill>
                  <a:srgbClr val="FF00FF"/>
                </a:solidFill>
                <a:effectLst/>
                <a:uLnTx/>
                <a:uFillTx/>
                <a:latin typeface="Arial" panose="020B0604020202020204" pitchFamily="34" charset="0"/>
                <a:ea typeface="+mn-ea"/>
                <a:cs typeface="+mn-cs"/>
              </a:rPr>
              <a:t>0</a:t>
            </a:r>
            <a:r>
              <a:rPr kumimoji="0" lang="zh-CN" altLang="en-US" sz="2800" b="1" i="0" u="none" strike="noStrike" kern="0" cap="none" spc="0" normalizeH="0" baseline="0" noProof="0" dirty="0">
                <a:ln>
                  <a:noFill/>
                </a:ln>
                <a:solidFill>
                  <a:srgbClr val="FF00FF"/>
                </a:solidFill>
                <a:effectLst/>
                <a:uLnTx/>
                <a:uFillTx/>
                <a:latin typeface="Arial" panose="020B0604020202020204" pitchFamily="34" charset="0"/>
                <a:ea typeface="+mn-ea"/>
                <a:cs typeface="+mn-cs"/>
              </a:rPr>
              <a:t>行</a:t>
            </a:r>
            <a:r>
              <a:rPr kumimoji="0" lang="zh-CN" altLang="en-US" sz="2800" b="1" i="0" u="none" strike="noStrike" kern="0" cap="none" spc="0" normalizeH="0" baseline="0" noProof="0" dirty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Arial" panose="020B0604020202020204" pitchFamily="34" charset="0"/>
                <a:ea typeface="+mn-ea"/>
                <a:cs typeface="+mn-cs"/>
              </a:rPr>
              <a:t>元素；</a:t>
            </a:r>
            <a:endParaRPr kumimoji="0" lang="zh-CN" altLang="en-US" sz="2800" b="1" i="0" u="none" strike="noStrike" kern="0" cap="none" spc="0" normalizeH="0" baseline="0" noProof="0" dirty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Arial" panose="020B0604020202020204" pitchFamily="34" charset="0"/>
              <a:ea typeface="+mn-ea"/>
              <a:cs typeface="+mn-cs"/>
            </a:endParaRPr>
          </a:p>
          <a:p>
            <a:pPr marL="0" marR="0" lvl="0" indent="0" algn="l" defTabSz="914400" rtl="0" eaLnBrk="1" fontAlgn="base" latinLnBrk="0" hangingPunct="1">
              <a:lnSpc>
                <a:spcPct val="120000"/>
              </a:lnSpc>
              <a:spcBef>
                <a:spcPct val="25000"/>
              </a:spcBef>
              <a:spcAft>
                <a:spcPct val="25000"/>
              </a:spcAft>
              <a:buClr>
                <a:schemeClr val="hlink"/>
              </a:buClr>
              <a:buSzPct val="80000"/>
              <a:buFont typeface="Wingdings" panose="05000000000000000000" pitchFamily="2" charset="2"/>
              <a:buNone/>
              <a:defRPr/>
            </a:pPr>
            <a:r>
              <a:rPr kumimoji="0" lang="zh-CN" altLang="en-US" sz="2800" b="1" i="0" u="none" strike="noStrike" kern="0" cap="none" spc="0" normalizeH="0" baseline="0" noProof="0" dirty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Arial" panose="020B0604020202020204" pitchFamily="34" charset="0"/>
                <a:ea typeface="+mn-ea"/>
                <a:cs typeface="+mn-cs"/>
              </a:rPr>
              <a:t>	然后分配</a:t>
            </a:r>
            <a:r>
              <a:rPr kumimoji="0" lang="zh-CN" altLang="en-US" sz="2800" b="1" i="0" u="none" strike="noStrike" kern="0" cap="none" spc="0" normalizeH="0" baseline="0" noProof="0" dirty="0">
                <a:ln>
                  <a:noFill/>
                </a:ln>
                <a:solidFill>
                  <a:srgbClr val="FF00FF"/>
                </a:solidFill>
                <a:effectLst/>
                <a:uLnTx/>
                <a:uFillTx/>
                <a:latin typeface="Arial" panose="020B0604020202020204" pitchFamily="34" charset="0"/>
                <a:ea typeface="+mn-ea"/>
                <a:cs typeface="+mn-cs"/>
              </a:rPr>
              <a:t>第</a:t>
            </a:r>
            <a:r>
              <a:rPr kumimoji="0" lang="en-US" altLang="zh-CN" sz="2800" b="1" i="0" u="none" strike="noStrike" kern="0" cap="none" spc="0" normalizeH="0" baseline="0" noProof="0" dirty="0">
                <a:ln>
                  <a:noFill/>
                </a:ln>
                <a:solidFill>
                  <a:srgbClr val="FF00FF"/>
                </a:solidFill>
                <a:effectLst/>
                <a:uLnTx/>
                <a:uFillTx/>
                <a:latin typeface="Arial" panose="020B0604020202020204" pitchFamily="34" charset="0"/>
                <a:ea typeface="+mn-ea"/>
                <a:cs typeface="+mn-cs"/>
              </a:rPr>
              <a:t>1</a:t>
            </a:r>
            <a:r>
              <a:rPr kumimoji="0" lang="zh-CN" altLang="en-US" sz="2800" b="1" i="0" u="none" strike="noStrike" kern="0" cap="none" spc="0" normalizeH="0" baseline="0" noProof="0" dirty="0">
                <a:ln>
                  <a:noFill/>
                </a:ln>
                <a:solidFill>
                  <a:srgbClr val="FF00FF"/>
                </a:solidFill>
                <a:effectLst/>
                <a:uLnTx/>
                <a:uFillTx/>
                <a:latin typeface="Arial" panose="020B0604020202020204" pitchFamily="34" charset="0"/>
                <a:ea typeface="+mn-ea"/>
                <a:cs typeface="+mn-cs"/>
              </a:rPr>
              <a:t>行</a:t>
            </a:r>
            <a:r>
              <a:rPr kumimoji="0" lang="zh-CN" altLang="en-US" sz="2800" b="1" i="0" u="none" strike="noStrike" kern="0" cap="none" spc="0" normalizeH="0" baseline="0" noProof="0" dirty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Arial" panose="020B0604020202020204" pitchFamily="34" charset="0"/>
                <a:ea typeface="+mn-ea"/>
                <a:cs typeface="+mn-cs"/>
              </a:rPr>
              <a:t>元素；</a:t>
            </a:r>
            <a:endParaRPr kumimoji="0" lang="zh-CN" altLang="en-US" sz="2800" b="1" i="0" u="none" strike="noStrike" kern="0" cap="none" spc="0" normalizeH="0" baseline="0" noProof="0" dirty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Arial" panose="020B0604020202020204" pitchFamily="34" charset="0"/>
              <a:ea typeface="+mn-ea"/>
              <a:cs typeface="+mn-cs"/>
            </a:endParaRPr>
          </a:p>
          <a:p>
            <a:pPr marL="0" marR="0" lvl="0" indent="0" algn="l" defTabSz="914400" rtl="0" eaLnBrk="1" fontAlgn="base" latinLnBrk="0" hangingPunct="1">
              <a:lnSpc>
                <a:spcPct val="120000"/>
              </a:lnSpc>
              <a:spcBef>
                <a:spcPct val="25000"/>
              </a:spcBef>
              <a:spcAft>
                <a:spcPct val="25000"/>
              </a:spcAft>
              <a:buClr>
                <a:schemeClr val="hlink"/>
              </a:buClr>
              <a:buSzPct val="80000"/>
              <a:buFont typeface="Wingdings" panose="05000000000000000000" pitchFamily="2" charset="2"/>
              <a:buNone/>
              <a:defRPr/>
            </a:pPr>
            <a:r>
              <a:rPr kumimoji="0" lang="zh-CN" altLang="en-US" sz="2800" b="1" i="0" u="none" strike="noStrike" kern="0" cap="none" spc="0" normalizeH="0" baseline="0" noProof="0" dirty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Arial" panose="020B0604020202020204" pitchFamily="34" charset="0"/>
                <a:ea typeface="+mn-ea"/>
                <a:cs typeface="+mn-cs"/>
              </a:rPr>
              <a:t>	</a:t>
            </a:r>
            <a:r>
              <a:rPr kumimoji="0" lang="en-US" altLang="zh-CN" sz="2800" b="1" i="0" u="none" strike="noStrike" kern="0" cap="none" spc="0" normalizeH="0" baseline="0" noProof="0" dirty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Arial" panose="020B0604020202020204" pitchFamily="34" charset="0"/>
                <a:ea typeface="+mn-ea"/>
                <a:cs typeface="+mn-cs"/>
              </a:rPr>
              <a:t>… </a:t>
            </a:r>
            <a:r>
              <a:rPr kumimoji="0" lang="zh-CN" altLang="en-US" sz="2800" b="1" i="0" u="none" strike="noStrike" kern="0" cap="none" spc="0" normalizeH="0" baseline="0" noProof="0" dirty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Arial" panose="020B0604020202020204" pitchFamily="34" charset="0"/>
                <a:ea typeface="+mn-ea"/>
                <a:cs typeface="+mn-cs"/>
              </a:rPr>
              <a:t>；</a:t>
            </a:r>
            <a:endParaRPr kumimoji="0" lang="zh-CN" altLang="en-US" sz="2800" b="1" i="0" u="none" strike="noStrike" kern="0" cap="none" spc="0" normalizeH="0" baseline="0" noProof="0" dirty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Arial" panose="020B0604020202020204" pitchFamily="34" charset="0"/>
              <a:ea typeface="+mn-ea"/>
              <a:cs typeface="+mn-cs"/>
            </a:endParaRPr>
          </a:p>
          <a:p>
            <a:pPr marL="0" marR="0" lvl="0" indent="0" algn="l" defTabSz="914400" rtl="0" eaLnBrk="1" fontAlgn="base" latinLnBrk="0" hangingPunct="1">
              <a:lnSpc>
                <a:spcPct val="120000"/>
              </a:lnSpc>
              <a:spcBef>
                <a:spcPct val="25000"/>
              </a:spcBef>
              <a:spcAft>
                <a:spcPct val="25000"/>
              </a:spcAft>
              <a:buClr>
                <a:schemeClr val="hlink"/>
              </a:buClr>
              <a:buSzPct val="80000"/>
              <a:buFont typeface="Wingdings" panose="05000000000000000000" pitchFamily="2" charset="2"/>
              <a:buNone/>
              <a:defRPr/>
            </a:pPr>
            <a:r>
              <a:rPr kumimoji="0" lang="zh-CN" altLang="en-US" sz="2800" b="1" i="0" u="none" strike="noStrike" kern="0" cap="none" spc="0" normalizeH="0" baseline="0" noProof="0" dirty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Arial" panose="020B0604020202020204" pitchFamily="34" charset="0"/>
                <a:ea typeface="+mn-ea"/>
                <a:cs typeface="+mn-cs"/>
              </a:rPr>
              <a:t>	最后再分配</a:t>
            </a:r>
            <a:r>
              <a:rPr kumimoji="0" lang="zh-CN" altLang="en-US" sz="2800" b="1" i="0" u="none" strike="noStrike" kern="0" cap="none" spc="0" normalizeH="0" baseline="0" noProof="0" dirty="0">
                <a:ln>
                  <a:noFill/>
                </a:ln>
                <a:solidFill>
                  <a:srgbClr val="FF00FF"/>
                </a:solidFill>
                <a:effectLst/>
                <a:uLnTx/>
                <a:uFillTx/>
                <a:latin typeface="Arial" panose="020B0604020202020204" pitchFamily="34" charset="0"/>
                <a:ea typeface="+mn-ea"/>
                <a:cs typeface="+mn-cs"/>
              </a:rPr>
              <a:t>第</a:t>
            </a:r>
            <a:r>
              <a:rPr kumimoji="0" lang="en-US" altLang="zh-CN" sz="2800" b="1" i="0" u="none" strike="noStrike" kern="0" cap="none" spc="0" normalizeH="0" baseline="0" noProof="0" dirty="0">
                <a:ln>
                  <a:noFill/>
                </a:ln>
                <a:solidFill>
                  <a:srgbClr val="FF00FF"/>
                </a:solidFill>
                <a:effectLst/>
                <a:uLnTx/>
                <a:uFillTx/>
                <a:latin typeface="Arial" panose="020B0604020202020204" pitchFamily="34" charset="0"/>
                <a:ea typeface="+mn-ea"/>
                <a:cs typeface="+mn-cs"/>
              </a:rPr>
              <a:t>n-1</a:t>
            </a:r>
            <a:r>
              <a:rPr kumimoji="0" lang="zh-CN" altLang="en-US" sz="2800" b="1" i="0" u="none" strike="noStrike" kern="0" cap="none" spc="0" normalizeH="0" baseline="0" noProof="0" dirty="0">
                <a:ln>
                  <a:noFill/>
                </a:ln>
                <a:solidFill>
                  <a:srgbClr val="FF00FF"/>
                </a:solidFill>
                <a:effectLst/>
                <a:uLnTx/>
                <a:uFillTx/>
                <a:latin typeface="Arial" panose="020B0604020202020204" pitchFamily="34" charset="0"/>
                <a:ea typeface="+mn-ea"/>
                <a:cs typeface="+mn-cs"/>
              </a:rPr>
              <a:t>行</a:t>
            </a:r>
            <a:r>
              <a:rPr kumimoji="0" lang="zh-CN" altLang="en-US" sz="2800" b="1" i="0" u="none" strike="noStrike" kern="0" cap="none" spc="0" normalizeH="0" baseline="0" noProof="0" dirty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Arial" panose="020B0604020202020204" pitchFamily="34" charset="0"/>
                <a:ea typeface="+mn-ea"/>
                <a:cs typeface="+mn-cs"/>
              </a:rPr>
              <a:t>元素，如此等等。</a:t>
            </a:r>
            <a:endParaRPr kumimoji="0" lang="zh-CN" altLang="en-US" sz="2800" b="1" i="0" u="none" strike="noStrike" kern="0" cap="none" spc="0" normalizeH="0" baseline="0" noProof="0" dirty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Arial" panose="020B0604020202020204" pitchFamily="34" charset="0"/>
              <a:ea typeface="+mn-ea"/>
              <a:cs typeface="+mn-cs"/>
            </a:endParaRPr>
          </a:p>
          <a:p>
            <a:pPr marL="0" marR="0" lvl="0" indent="0" algn="l" defTabSz="914400" rtl="0" eaLnBrk="1" fontAlgn="base" latinLnBrk="0" hangingPunct="1">
              <a:lnSpc>
                <a:spcPct val="120000"/>
              </a:lnSpc>
              <a:spcBef>
                <a:spcPct val="25000"/>
              </a:spcBef>
              <a:spcAft>
                <a:spcPct val="25000"/>
              </a:spcAft>
              <a:buClr>
                <a:schemeClr val="hlink"/>
              </a:buClr>
              <a:buSzPct val="80000"/>
              <a:buFont typeface="Wingdings" panose="05000000000000000000" pitchFamily="2" charset="2"/>
              <a:buNone/>
              <a:defRPr/>
            </a:pPr>
            <a:r>
              <a:rPr kumimoji="0" lang="zh-CN" altLang="en-US" sz="2800" b="1" i="0" u="none" strike="noStrike" kern="0" cap="none" spc="0" normalizeH="0" baseline="0" noProof="0" dirty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Arial" panose="020B0604020202020204" pitchFamily="34" charset="0"/>
                <a:ea typeface="+mn-ea"/>
                <a:cs typeface="+mn-cs"/>
              </a:rPr>
              <a:t>	每行元素按下标值从小到大进行。</a:t>
            </a:r>
            <a:endParaRPr kumimoji="0" lang="zh-CN" altLang="en-US" sz="2800" b="0" i="0" u="none" strike="noStrike" kern="0" cap="none" spc="0" normalizeH="0" baseline="0" noProof="0" dirty="0">
              <a:ln>
                <a:noFill/>
              </a:ln>
              <a:solidFill>
                <a:schemeClr val="tx1"/>
              </a:solidFill>
              <a:effectLst>
                <a:outerShdw blurRad="38100" dist="38100" dir="2700000" algn="tl">
                  <a:srgbClr val="000000"/>
                </a:outerShdw>
              </a:effectLst>
              <a:uLnTx/>
              <a:uFillTx/>
              <a:latin typeface="Arial" panose="020B0604020202020204" pitchFamily="34" charset="0"/>
              <a:ea typeface="+mn-ea"/>
              <a:cs typeface="+mn-cs"/>
            </a:endParaRPr>
          </a:p>
        </p:txBody>
      </p:sp>
    </p:spTree>
  </p:cSld>
  <p:clrMapOvr>
    <a:masterClrMapping/>
  </p:clrMapOvr>
  <p:transition spd="slow"/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67" name="灯片编号占位符 6"/>
          <p:cNvSpPr txBox="1">
            <a:spLocks noGrp="1"/>
          </p:cNvSpPr>
          <p:nvPr>
            <p:ph type="sldNum" sz="quarter" idx="4"/>
          </p:nvPr>
        </p:nvSpPr>
        <p:spPr bwMode="auto"/>
        <p:txBody>
          <a:bodyPr wrap="square" lIns="91440" tIns="45720" rIns="91440" bIns="45720" numCol="1" anchor="b" anchorCtr="0" compatLnSpc="1"/>
          <a:lstStyle>
            <a:lvl1pPr>
              <a:defRPr b="1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1pPr>
            <a:lvl2pPr marL="742950" indent="-285750">
              <a:defRPr b="1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2pPr>
            <a:lvl3pPr marL="1143000" indent="-228600">
              <a:defRPr b="1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3pPr>
            <a:lvl4pPr marL="1600200" indent="-228600">
              <a:defRPr b="1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4pPr>
            <a:lvl5pPr marL="2057400" indent="-228600">
              <a:defRPr b="1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b="1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b="1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b="1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b="1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9pPr>
          </a:lstStyle>
          <a:p>
            <a:pPr marL="0" marR="0" lvl="0" indent="0" algn="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fld id="{AFB8444F-3516-44C9-BCE7-8FFA8C2F0D1A}" type="slidenum">
              <a:rPr kumimoji="0" lang="en-US" altLang="zh-CN" sz="1200" b="0" i="0" u="none" strike="noStrike" kern="1200" cap="none" spc="0" normalizeH="0" baseline="0" noProof="0" smtClean="0">
                <a:ln>
                  <a:noFill/>
                </a:ln>
                <a:solidFill>
                  <a:schemeClr val="tx1"/>
                </a:solidFill>
                <a:effectLst>
                  <a:outerShdw blurRad="38100" dist="38100" dir="2700000" algn="tl">
                    <a:srgbClr val="000000"/>
                  </a:outerShdw>
                </a:effectLst>
                <a:uLnTx/>
                <a:uFillTx/>
                <a:latin typeface="Tahoma" panose="020B0604030504040204" pitchFamily="34" charset="0"/>
                <a:ea typeface="宋体" panose="02010600030101010101" pitchFamily="2" charset="-122"/>
                <a:cs typeface="+mn-cs"/>
              </a:rPr>
            </a:fld>
            <a:endParaRPr kumimoji="0" lang="en-US" altLang="zh-CN" sz="1200" b="0" i="0" u="none" strike="noStrike" kern="1200" cap="none" spc="0" normalizeH="0" baseline="0" noProof="0">
              <a:ln>
                <a:noFill/>
              </a:ln>
              <a:solidFill>
                <a:schemeClr val="tx1"/>
              </a:solidFill>
              <a:effectLst>
                <a:outerShdw blurRad="38100" dist="38100" dir="2700000" algn="tl">
                  <a:srgbClr val="000000"/>
                </a:outerShdw>
              </a:effectLst>
              <a:uLnTx/>
              <a:uFillTx/>
              <a:latin typeface="Tahoma" panose="020B0604030504040204" pitchFamily="34" charset="0"/>
              <a:ea typeface="宋体" panose="02010600030101010101" pitchFamily="2" charset="-122"/>
              <a:cs typeface="+mn-cs"/>
            </a:endParaRPr>
          </a:p>
        </p:txBody>
      </p:sp>
      <p:graphicFrame>
        <p:nvGraphicFramePr>
          <p:cNvPr id="1309775" name="Group 79"/>
          <p:cNvGraphicFramePr>
            <a:graphicFrameLocks noGrp="1"/>
          </p:cNvGraphicFramePr>
          <p:nvPr>
            <p:ph sz="half" idx="1"/>
          </p:nvPr>
        </p:nvGraphicFramePr>
        <p:xfrm>
          <a:off x="6240463" y="549275"/>
          <a:ext cx="4038600" cy="5973763"/>
        </p:xfrm>
        <a:graphic>
          <a:graphicData uri="http://schemas.openxmlformats.org/drawingml/2006/table">
            <a:tbl>
              <a:tblPr/>
              <a:tblGrid>
                <a:gridCol w="1520825"/>
                <a:gridCol w="1038225"/>
                <a:gridCol w="1479550"/>
              </a:tblGrid>
              <a:tr h="426697">
                <a:tc>
                  <a:txBody>
                    <a:bodyPr/>
                    <a:lstStyle/>
                    <a:p>
                      <a:pPr marL="342900" marR="0" lvl="0" indent="-34290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buSzPct val="80000"/>
                        <a:buFont typeface="Wingdings" panose="05000000000000000000" pitchFamily="2" charset="2"/>
                        <a:buNone/>
                      </a:pPr>
                      <a:r>
                        <a:rPr kumimoji="0" lang="en-US" altLang="zh-CN" sz="22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panose="020B0604020202020204" pitchFamily="34" charset="0"/>
                          <a:ea typeface="宋体" panose="02010600030101010101" pitchFamily="2" charset="-122"/>
                          <a:cs typeface="Times New Roman" panose="02020603050405020304" pitchFamily="18" charset="0"/>
                        </a:rPr>
                        <a:t>a</a:t>
                      </a:r>
                      <a:r>
                        <a:rPr kumimoji="0" lang="zh-CN" altLang="en-US" sz="22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panose="020B0604020202020204" pitchFamily="34" charset="0"/>
                          <a:ea typeface="宋体" panose="02010600030101010101" pitchFamily="2" charset="-122"/>
                          <a:cs typeface="Times New Roman" panose="02020603050405020304" pitchFamily="18" charset="0"/>
                        </a:rPr>
                        <a:t>成分</a:t>
                      </a:r>
                      <a:endParaRPr kumimoji="0" lang="zh-CN" altLang="en-US" sz="2200" b="1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Arial" panose="020B0604020202020204" pitchFamily="34" charset="0"/>
                        <a:ea typeface="宋体" panose="02010600030101010101" pitchFamily="2" charset="-122"/>
                        <a:cs typeface="Times New Roman" panose="02020603050405020304" pitchFamily="18" charset="0"/>
                      </a:endParaRPr>
                    </a:p>
                  </a:txBody>
                  <a:tcPr marT="45711" marB="45711" horzOverflow="overflow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342900" marR="0" lvl="0" indent="-34290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buSzPct val="80000"/>
                        <a:buFont typeface="Wingdings" panose="05000000000000000000" pitchFamily="2" charset="2"/>
                        <a:buNone/>
                      </a:pPr>
                      <a:r>
                        <a:rPr kumimoji="0" lang="zh-CN" altLang="en-US" sz="2200" b="1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panose="020B0604020202020204" pitchFamily="34" charset="0"/>
                          <a:ea typeface="宋体" panose="02010600030101010101" pitchFamily="2" charset="-122"/>
                          <a:cs typeface="Times New Roman" panose="02020603050405020304" pitchFamily="18" charset="0"/>
                        </a:rPr>
                        <a:t>地址</a:t>
                      </a:r>
                      <a:endParaRPr kumimoji="0" lang="zh-CN" altLang="en-US" sz="2200" b="1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Arial" panose="020B0604020202020204" pitchFamily="34" charset="0"/>
                        <a:ea typeface="宋体" panose="02010600030101010101" pitchFamily="2" charset="-122"/>
                        <a:cs typeface="Times New Roman" panose="02020603050405020304" pitchFamily="18" charset="0"/>
                      </a:endParaRPr>
                    </a:p>
                  </a:txBody>
                  <a:tcPr marT="45711" marB="45711" horzOverflow="overflow">
                    <a:lnL>
                      <a:noFill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>
                      <a:noFill/>
                    </a:lnT>
                    <a:lnB>
                      <a:noFill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342900" marR="0" lvl="0" indent="-34290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buSzPct val="80000"/>
                        <a:buFont typeface="Wingdings" panose="05000000000000000000" pitchFamily="2" charset="2"/>
                        <a:buNone/>
                      </a:pPr>
                      <a:r>
                        <a:rPr kumimoji="0" lang="zh-CN" altLang="en-US" sz="2200" b="1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panose="020B0604020202020204" pitchFamily="34" charset="0"/>
                          <a:ea typeface="宋体" panose="02010600030101010101" pitchFamily="2" charset="-122"/>
                          <a:cs typeface="Times New Roman" panose="02020603050405020304" pitchFamily="18" charset="0"/>
                        </a:rPr>
                        <a:t>内存</a:t>
                      </a:r>
                      <a:endParaRPr kumimoji="0" lang="zh-CN" altLang="en-US" sz="2200" b="1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Arial" panose="020B0604020202020204" pitchFamily="34" charset="0"/>
                        <a:ea typeface="宋体" panose="02010600030101010101" pitchFamily="2" charset="-122"/>
                        <a:cs typeface="Times New Roman" panose="02020603050405020304" pitchFamily="18" charset="0"/>
                      </a:endParaRPr>
                    </a:p>
                  </a:txBody>
                  <a:tcPr marT="45711" marB="45711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>
                      <a:noFill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</a:tr>
              <a:tr h="426697">
                <a:tc>
                  <a:txBody>
                    <a:bodyPr/>
                    <a:lstStyle/>
                    <a:p>
                      <a:pPr marL="342900" marR="0" lvl="0" indent="-34290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buSzPct val="80000"/>
                        <a:buFont typeface="Wingdings" panose="05000000000000000000" pitchFamily="2" charset="2"/>
                        <a:buNone/>
                      </a:pPr>
                      <a:r>
                        <a:rPr kumimoji="0" lang="en-US" altLang="zh-CN" sz="2200" b="1" i="0" u="none" strike="noStrike" cap="none" normalizeH="0" baseline="0">
                          <a:ln>
                            <a:noFill/>
                          </a:ln>
                          <a:solidFill>
                            <a:schemeClr val="hlink"/>
                          </a:solidFill>
                          <a:effectLst/>
                          <a:latin typeface="Arial" panose="020B0604020202020204" pitchFamily="34" charset="0"/>
                          <a:ea typeface="宋体" panose="02010600030101010101" pitchFamily="2" charset="-122"/>
                          <a:cs typeface="Times New Roman" panose="02020603050405020304" pitchFamily="18" charset="0"/>
                        </a:rPr>
                        <a:t>a[0][0]</a:t>
                      </a:r>
                      <a:endParaRPr kumimoji="0" lang="en-US" altLang="zh-CN" sz="2200" b="1" i="0" u="none" strike="noStrike" cap="none" normalizeH="0" baseline="0">
                        <a:ln>
                          <a:noFill/>
                        </a:ln>
                        <a:solidFill>
                          <a:schemeClr val="hlink"/>
                        </a:solidFill>
                        <a:effectLst/>
                        <a:latin typeface="Arial" panose="020B0604020202020204" pitchFamily="34" charset="0"/>
                        <a:ea typeface="宋体" panose="02010600030101010101" pitchFamily="2" charset="-122"/>
                        <a:cs typeface="Times New Roman" panose="02020603050405020304" pitchFamily="18" charset="0"/>
                      </a:endParaRPr>
                    </a:p>
                  </a:txBody>
                  <a:tcPr marT="45711" marB="45711" horzOverflow="overflow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342900" marR="0" lvl="0" indent="-342900" algn="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buSzPct val="80000"/>
                        <a:buFont typeface="Wingdings" panose="05000000000000000000" pitchFamily="2" charset="2"/>
                        <a:buNone/>
                      </a:pPr>
                      <a:r>
                        <a:rPr kumimoji="0" lang="en-US" altLang="zh-CN" sz="2200" b="1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panose="020B0604020202020204" pitchFamily="34" charset="0"/>
                          <a:ea typeface="宋体" panose="02010600030101010101" pitchFamily="2" charset="-122"/>
                          <a:cs typeface="Times New Roman" panose="02020603050405020304" pitchFamily="18" charset="0"/>
                        </a:rPr>
                        <a:t>A000</a:t>
                      </a:r>
                      <a:endParaRPr kumimoji="0" lang="en-US" altLang="zh-CN" sz="2200" b="1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Arial" panose="020B0604020202020204" pitchFamily="34" charset="0"/>
                        <a:ea typeface="宋体" panose="02010600030101010101" pitchFamily="2" charset="-122"/>
                        <a:cs typeface="Times New Roman" panose="02020603050405020304" pitchFamily="18" charset="0"/>
                      </a:endParaRPr>
                    </a:p>
                  </a:txBody>
                  <a:tcPr marT="45711" marB="45711" horzOverflow="overflow">
                    <a:lnL>
                      <a:noFill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>
                      <a:noFill/>
                    </a:lnT>
                    <a:lnB>
                      <a:noFill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buSzPct val="80000"/>
                        <a:buFont typeface="Wingdings" panose="05000000000000000000" pitchFamily="2" charset="2"/>
                        <a:buNone/>
                      </a:pPr>
                      <a:endParaRPr kumimoji="0" lang="zh-CN" altLang="zh-CN" sz="2200" b="1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Arial" panose="020B0604020202020204" pitchFamily="34" charset="0"/>
                        <a:ea typeface="宋体" panose="02010600030101010101" pitchFamily="2" charset="-122"/>
                      </a:endParaRPr>
                    </a:p>
                  </a:txBody>
                  <a:tcPr marT="45711" marB="45711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</a:tr>
              <a:tr h="426697">
                <a:tc>
                  <a:txBody>
                    <a:bodyPr/>
                    <a:lstStyle/>
                    <a:p>
                      <a:pPr marL="342900" marR="0" lvl="0" indent="-34290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buSzPct val="80000"/>
                        <a:buFont typeface="Wingdings" panose="05000000000000000000" pitchFamily="2" charset="2"/>
                        <a:buNone/>
                      </a:pPr>
                      <a:r>
                        <a:rPr kumimoji="0" lang="en-US" altLang="zh-CN" sz="2200" b="1" i="0" u="none" strike="noStrike" cap="none" normalizeH="0" baseline="0">
                          <a:ln>
                            <a:noFill/>
                          </a:ln>
                          <a:solidFill>
                            <a:schemeClr val="hlink"/>
                          </a:solidFill>
                          <a:effectLst/>
                          <a:latin typeface="Arial" panose="020B0604020202020204" pitchFamily="34" charset="0"/>
                          <a:ea typeface="宋体" panose="02010600030101010101" pitchFamily="2" charset="-122"/>
                          <a:cs typeface="Times New Roman" panose="02020603050405020304" pitchFamily="18" charset="0"/>
                        </a:rPr>
                        <a:t>a[0][1]</a:t>
                      </a:r>
                      <a:endParaRPr kumimoji="0" lang="en-US" altLang="zh-CN" sz="2200" b="1" i="0" u="none" strike="noStrike" cap="none" normalizeH="0" baseline="0">
                        <a:ln>
                          <a:noFill/>
                        </a:ln>
                        <a:solidFill>
                          <a:schemeClr val="hlink"/>
                        </a:solidFill>
                        <a:effectLst/>
                        <a:latin typeface="Arial" panose="020B0604020202020204" pitchFamily="34" charset="0"/>
                        <a:ea typeface="宋体" panose="02010600030101010101" pitchFamily="2" charset="-122"/>
                        <a:cs typeface="Times New Roman" panose="02020603050405020304" pitchFamily="18" charset="0"/>
                      </a:endParaRPr>
                    </a:p>
                  </a:txBody>
                  <a:tcPr marT="45711" marB="45711" horzOverflow="overflow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342900" marR="0" lvl="0" indent="-342900" algn="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buSzPct val="80000"/>
                        <a:buFont typeface="Wingdings" panose="05000000000000000000" pitchFamily="2" charset="2"/>
                        <a:buNone/>
                      </a:pPr>
                      <a:r>
                        <a:rPr kumimoji="0" lang="en-US" altLang="zh-CN" sz="22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panose="020B0604020202020204" pitchFamily="34" charset="0"/>
                          <a:ea typeface="宋体" panose="02010600030101010101" pitchFamily="2" charset="-122"/>
                          <a:cs typeface="Times New Roman" panose="02020603050405020304" pitchFamily="18" charset="0"/>
                        </a:rPr>
                        <a:t>A004</a:t>
                      </a:r>
                      <a:endParaRPr kumimoji="0" lang="en-US" altLang="zh-CN" sz="2200" b="1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Arial" panose="020B0604020202020204" pitchFamily="34" charset="0"/>
                        <a:ea typeface="宋体" panose="02010600030101010101" pitchFamily="2" charset="-122"/>
                        <a:cs typeface="Times New Roman" panose="02020603050405020304" pitchFamily="18" charset="0"/>
                      </a:endParaRPr>
                    </a:p>
                  </a:txBody>
                  <a:tcPr marT="45711" marB="45711" horzOverflow="overflow">
                    <a:lnL>
                      <a:noFill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>
                      <a:noFill/>
                    </a:lnT>
                    <a:lnB>
                      <a:noFill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buSzPct val="80000"/>
                        <a:buFont typeface="Wingdings" panose="05000000000000000000" pitchFamily="2" charset="2"/>
                        <a:buNone/>
                      </a:pPr>
                      <a:endParaRPr kumimoji="0" lang="zh-CN" altLang="zh-CN" sz="2200" b="1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Arial" panose="020B0604020202020204" pitchFamily="34" charset="0"/>
                        <a:ea typeface="宋体" panose="02010600030101010101" pitchFamily="2" charset="-122"/>
                      </a:endParaRPr>
                    </a:p>
                  </a:txBody>
                  <a:tcPr marT="45711" marB="45711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</a:tr>
              <a:tr h="426697">
                <a:tc>
                  <a:txBody>
                    <a:bodyPr/>
                    <a:lstStyle/>
                    <a:p>
                      <a:pPr marL="342900" marR="0" lvl="0" indent="-34290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buSzPct val="80000"/>
                        <a:buFont typeface="Wingdings" panose="05000000000000000000" pitchFamily="2" charset="2"/>
                        <a:buNone/>
                      </a:pPr>
                      <a:r>
                        <a:rPr kumimoji="0" lang="en-US" altLang="zh-CN" sz="2200" b="1" i="0" u="none" strike="noStrike" cap="none" normalizeH="0" baseline="0">
                          <a:ln>
                            <a:noFill/>
                          </a:ln>
                          <a:solidFill>
                            <a:schemeClr val="hlink"/>
                          </a:solidFill>
                          <a:effectLst/>
                          <a:latin typeface="Arial" panose="020B0604020202020204" pitchFamily="34" charset="0"/>
                          <a:ea typeface="宋体" panose="02010600030101010101" pitchFamily="2" charset="-122"/>
                          <a:cs typeface="Times New Roman" panose="02020603050405020304" pitchFamily="18" charset="0"/>
                        </a:rPr>
                        <a:t>a[0][2]</a:t>
                      </a:r>
                      <a:endParaRPr kumimoji="0" lang="en-US" altLang="zh-CN" sz="2200" b="1" i="0" u="none" strike="noStrike" cap="none" normalizeH="0" baseline="0">
                        <a:ln>
                          <a:noFill/>
                        </a:ln>
                        <a:solidFill>
                          <a:schemeClr val="hlink"/>
                        </a:solidFill>
                        <a:effectLst/>
                        <a:latin typeface="Arial" panose="020B0604020202020204" pitchFamily="34" charset="0"/>
                        <a:ea typeface="宋体" panose="02010600030101010101" pitchFamily="2" charset="-122"/>
                        <a:cs typeface="Times New Roman" panose="02020603050405020304" pitchFamily="18" charset="0"/>
                      </a:endParaRPr>
                    </a:p>
                  </a:txBody>
                  <a:tcPr marT="45711" marB="45711" horzOverflow="overflow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342900" marR="0" lvl="0" indent="-342900" algn="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buSzPct val="80000"/>
                        <a:buFont typeface="Wingdings" panose="05000000000000000000" pitchFamily="2" charset="2"/>
                        <a:buNone/>
                      </a:pPr>
                      <a:r>
                        <a:rPr kumimoji="0" lang="en-US" altLang="zh-CN" sz="22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panose="020B0604020202020204" pitchFamily="34" charset="0"/>
                          <a:ea typeface="宋体" panose="02010600030101010101" pitchFamily="2" charset="-122"/>
                          <a:cs typeface="Times New Roman" panose="02020603050405020304" pitchFamily="18" charset="0"/>
                        </a:rPr>
                        <a:t>A008</a:t>
                      </a:r>
                      <a:endParaRPr kumimoji="0" lang="en-US" altLang="zh-CN" sz="2200" b="1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Arial" panose="020B0604020202020204" pitchFamily="34" charset="0"/>
                        <a:ea typeface="宋体" panose="02010600030101010101" pitchFamily="2" charset="-122"/>
                        <a:cs typeface="Times New Roman" panose="02020603050405020304" pitchFamily="18" charset="0"/>
                      </a:endParaRPr>
                    </a:p>
                  </a:txBody>
                  <a:tcPr marT="45711" marB="45711" horzOverflow="overflow">
                    <a:lnL>
                      <a:noFill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>
                      <a:noFill/>
                    </a:lnT>
                    <a:lnB>
                      <a:noFill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buSzPct val="80000"/>
                        <a:buFont typeface="Wingdings" panose="05000000000000000000" pitchFamily="2" charset="2"/>
                        <a:buNone/>
                      </a:pPr>
                      <a:endParaRPr kumimoji="0" lang="zh-CN" altLang="zh-CN" sz="2200" b="1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Arial" panose="020B0604020202020204" pitchFamily="34" charset="0"/>
                        <a:ea typeface="宋体" panose="02010600030101010101" pitchFamily="2" charset="-122"/>
                      </a:endParaRPr>
                    </a:p>
                  </a:txBody>
                  <a:tcPr marT="45711" marB="45711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</a:tr>
              <a:tr h="426697">
                <a:tc>
                  <a:txBody>
                    <a:bodyPr/>
                    <a:lstStyle/>
                    <a:p>
                      <a:pPr marL="342900" marR="0" lvl="0" indent="-34290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buSzPct val="80000"/>
                        <a:buFont typeface="Wingdings" panose="05000000000000000000" pitchFamily="2" charset="2"/>
                        <a:buNone/>
                      </a:pPr>
                      <a:r>
                        <a:rPr kumimoji="0" lang="en-US" altLang="zh-CN" sz="2200" b="1" i="0" u="none" strike="noStrike" cap="none" normalizeH="0" baseline="0">
                          <a:ln>
                            <a:noFill/>
                          </a:ln>
                          <a:solidFill>
                            <a:schemeClr val="hlink"/>
                          </a:solidFill>
                          <a:effectLst/>
                          <a:latin typeface="Arial" panose="020B0604020202020204" pitchFamily="34" charset="0"/>
                          <a:ea typeface="宋体" panose="02010600030101010101" pitchFamily="2" charset="-122"/>
                          <a:cs typeface="Times New Roman" panose="02020603050405020304" pitchFamily="18" charset="0"/>
                        </a:rPr>
                        <a:t>a[0][3]</a:t>
                      </a:r>
                      <a:endParaRPr kumimoji="0" lang="en-US" altLang="zh-CN" sz="2200" b="1" i="0" u="none" strike="noStrike" cap="none" normalizeH="0" baseline="0">
                        <a:ln>
                          <a:noFill/>
                        </a:ln>
                        <a:solidFill>
                          <a:schemeClr val="hlink"/>
                        </a:solidFill>
                        <a:effectLst/>
                        <a:latin typeface="Arial" panose="020B0604020202020204" pitchFamily="34" charset="0"/>
                        <a:ea typeface="宋体" panose="02010600030101010101" pitchFamily="2" charset="-122"/>
                        <a:cs typeface="Times New Roman" panose="02020603050405020304" pitchFamily="18" charset="0"/>
                      </a:endParaRPr>
                    </a:p>
                  </a:txBody>
                  <a:tcPr marT="45711" marB="45711" horzOverflow="overflow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342900" marR="0" lvl="0" indent="-342900" algn="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buSzPct val="80000"/>
                        <a:buFont typeface="Wingdings" panose="05000000000000000000" pitchFamily="2" charset="2"/>
                        <a:buNone/>
                      </a:pPr>
                      <a:r>
                        <a:rPr kumimoji="0" lang="en-US" altLang="zh-CN" sz="22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panose="020B0604020202020204" pitchFamily="34" charset="0"/>
                          <a:ea typeface="宋体" panose="02010600030101010101" pitchFamily="2" charset="-122"/>
                          <a:cs typeface="Times New Roman" panose="02020603050405020304" pitchFamily="18" charset="0"/>
                        </a:rPr>
                        <a:t>A00C</a:t>
                      </a:r>
                      <a:endParaRPr kumimoji="0" lang="en-US" altLang="zh-CN" sz="2200" b="1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Arial" panose="020B0604020202020204" pitchFamily="34" charset="0"/>
                        <a:ea typeface="宋体" panose="02010600030101010101" pitchFamily="2" charset="-122"/>
                        <a:cs typeface="Times New Roman" panose="02020603050405020304" pitchFamily="18" charset="0"/>
                      </a:endParaRPr>
                    </a:p>
                  </a:txBody>
                  <a:tcPr marT="45711" marB="45711" horzOverflow="overflow">
                    <a:lnL>
                      <a:noFill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>
                      <a:noFill/>
                    </a:lnT>
                    <a:lnB>
                      <a:noFill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buSzPct val="80000"/>
                        <a:buFont typeface="Wingdings" panose="05000000000000000000" pitchFamily="2" charset="2"/>
                        <a:buNone/>
                      </a:pPr>
                      <a:endParaRPr kumimoji="0" lang="zh-CN" altLang="zh-CN" sz="2200" b="1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Arial" panose="020B0604020202020204" pitchFamily="34" charset="0"/>
                        <a:ea typeface="宋体" panose="02010600030101010101" pitchFamily="2" charset="-122"/>
                      </a:endParaRPr>
                    </a:p>
                  </a:txBody>
                  <a:tcPr marT="45711" marB="45711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</a:tr>
              <a:tr h="426697">
                <a:tc>
                  <a:txBody>
                    <a:bodyPr/>
                    <a:lstStyle/>
                    <a:p>
                      <a:pPr marL="342900" marR="0" lvl="0" indent="-34290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buSzPct val="80000"/>
                        <a:buFont typeface="Wingdings" panose="05000000000000000000" pitchFamily="2" charset="2"/>
                        <a:buNone/>
                      </a:pPr>
                      <a:r>
                        <a:rPr kumimoji="0" lang="en-US" altLang="zh-CN" sz="2200" b="1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panose="020B0604020202020204" pitchFamily="34" charset="0"/>
                          <a:ea typeface="宋体" panose="02010600030101010101" pitchFamily="2" charset="-122"/>
                          <a:cs typeface="Times New Roman" panose="02020603050405020304" pitchFamily="18" charset="0"/>
                        </a:rPr>
                        <a:t>a[1][0]</a:t>
                      </a:r>
                      <a:endParaRPr kumimoji="0" lang="en-US" altLang="zh-CN" sz="2200" b="1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Arial" panose="020B0604020202020204" pitchFamily="34" charset="0"/>
                        <a:ea typeface="宋体" panose="02010600030101010101" pitchFamily="2" charset="-122"/>
                        <a:cs typeface="Times New Roman" panose="02020603050405020304" pitchFamily="18" charset="0"/>
                      </a:endParaRPr>
                    </a:p>
                  </a:txBody>
                  <a:tcPr marT="45711" marB="45711" horzOverflow="overflow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342900" marR="0" lvl="0" indent="-342900" algn="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buSzPct val="80000"/>
                        <a:buFont typeface="Wingdings" panose="05000000000000000000" pitchFamily="2" charset="2"/>
                        <a:buNone/>
                      </a:pPr>
                      <a:r>
                        <a:rPr kumimoji="0" lang="en-US" altLang="zh-CN" sz="22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panose="020B0604020202020204" pitchFamily="34" charset="0"/>
                          <a:ea typeface="宋体" panose="02010600030101010101" pitchFamily="2" charset="-122"/>
                          <a:cs typeface="Times New Roman" panose="02020603050405020304" pitchFamily="18" charset="0"/>
                        </a:rPr>
                        <a:t>A010</a:t>
                      </a:r>
                      <a:endParaRPr kumimoji="0" lang="en-US" altLang="zh-CN" sz="2200" b="1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Arial" panose="020B0604020202020204" pitchFamily="34" charset="0"/>
                        <a:ea typeface="宋体" panose="02010600030101010101" pitchFamily="2" charset="-122"/>
                        <a:cs typeface="Times New Roman" panose="02020603050405020304" pitchFamily="18" charset="0"/>
                      </a:endParaRPr>
                    </a:p>
                  </a:txBody>
                  <a:tcPr marT="45711" marB="45711" horzOverflow="overflow">
                    <a:lnL>
                      <a:noFill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>
                      <a:noFill/>
                    </a:lnT>
                    <a:lnB>
                      <a:noFill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buSzPct val="80000"/>
                        <a:buFont typeface="Wingdings" panose="05000000000000000000" pitchFamily="2" charset="2"/>
                        <a:buNone/>
                      </a:pPr>
                      <a:endParaRPr kumimoji="0" lang="zh-CN" altLang="zh-CN" sz="2200" b="1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Arial" panose="020B0604020202020204" pitchFamily="34" charset="0"/>
                        <a:ea typeface="宋体" panose="02010600030101010101" pitchFamily="2" charset="-122"/>
                      </a:endParaRPr>
                    </a:p>
                  </a:txBody>
                  <a:tcPr marT="45711" marB="45711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</a:tr>
              <a:tr h="426697">
                <a:tc>
                  <a:txBody>
                    <a:bodyPr/>
                    <a:lstStyle/>
                    <a:p>
                      <a:pPr marL="342900" marR="0" lvl="0" indent="-34290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buSzPct val="80000"/>
                        <a:buFont typeface="Wingdings" panose="05000000000000000000" pitchFamily="2" charset="2"/>
                        <a:buNone/>
                      </a:pPr>
                      <a:r>
                        <a:rPr kumimoji="0" lang="en-US" altLang="zh-CN" sz="2200" b="1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panose="020B0604020202020204" pitchFamily="34" charset="0"/>
                          <a:ea typeface="宋体" panose="02010600030101010101" pitchFamily="2" charset="-122"/>
                          <a:cs typeface="Times New Roman" panose="02020603050405020304" pitchFamily="18" charset="0"/>
                        </a:rPr>
                        <a:t>a[1][1]</a:t>
                      </a:r>
                      <a:endParaRPr kumimoji="0" lang="en-US" altLang="zh-CN" sz="2200" b="1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Arial" panose="020B0604020202020204" pitchFamily="34" charset="0"/>
                        <a:ea typeface="宋体" panose="02010600030101010101" pitchFamily="2" charset="-122"/>
                        <a:cs typeface="Times New Roman" panose="02020603050405020304" pitchFamily="18" charset="0"/>
                      </a:endParaRPr>
                    </a:p>
                  </a:txBody>
                  <a:tcPr marT="45711" marB="45711" horzOverflow="overflow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342900" marR="0" lvl="0" indent="-342900" algn="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buSzPct val="80000"/>
                        <a:buFont typeface="Wingdings" panose="05000000000000000000" pitchFamily="2" charset="2"/>
                        <a:buNone/>
                      </a:pPr>
                      <a:r>
                        <a:rPr kumimoji="0" lang="en-US" altLang="zh-CN" sz="22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panose="020B0604020202020204" pitchFamily="34" charset="0"/>
                          <a:ea typeface="宋体" panose="02010600030101010101" pitchFamily="2" charset="-122"/>
                          <a:cs typeface="Times New Roman" panose="02020603050405020304" pitchFamily="18" charset="0"/>
                        </a:rPr>
                        <a:t>A014</a:t>
                      </a:r>
                      <a:endParaRPr kumimoji="0" lang="en-US" altLang="zh-CN" sz="2200" b="1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Arial" panose="020B0604020202020204" pitchFamily="34" charset="0"/>
                        <a:ea typeface="宋体" panose="02010600030101010101" pitchFamily="2" charset="-122"/>
                        <a:cs typeface="Times New Roman" panose="02020603050405020304" pitchFamily="18" charset="0"/>
                      </a:endParaRPr>
                    </a:p>
                  </a:txBody>
                  <a:tcPr marT="45711" marB="45711" horzOverflow="overflow">
                    <a:lnL>
                      <a:noFill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>
                      <a:noFill/>
                    </a:lnT>
                    <a:lnB>
                      <a:noFill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buSzPct val="80000"/>
                        <a:buFont typeface="Wingdings" panose="05000000000000000000" pitchFamily="2" charset="2"/>
                        <a:buNone/>
                      </a:pPr>
                      <a:endParaRPr kumimoji="0" lang="zh-CN" altLang="zh-CN" sz="2200" b="1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Arial" panose="020B0604020202020204" pitchFamily="34" charset="0"/>
                        <a:ea typeface="宋体" panose="02010600030101010101" pitchFamily="2" charset="-122"/>
                      </a:endParaRPr>
                    </a:p>
                  </a:txBody>
                  <a:tcPr marT="45711" marB="45711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</a:tr>
              <a:tr h="426697">
                <a:tc>
                  <a:txBody>
                    <a:bodyPr/>
                    <a:lstStyle/>
                    <a:p>
                      <a:pPr marL="342900" marR="0" lvl="0" indent="-34290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buSzPct val="80000"/>
                        <a:buFont typeface="Wingdings" panose="05000000000000000000" pitchFamily="2" charset="2"/>
                        <a:buNone/>
                      </a:pPr>
                      <a:r>
                        <a:rPr kumimoji="0" lang="en-US" altLang="zh-CN" sz="2200" b="1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panose="020B0604020202020204" pitchFamily="34" charset="0"/>
                          <a:ea typeface="宋体" panose="02010600030101010101" pitchFamily="2" charset="-122"/>
                          <a:cs typeface="Times New Roman" panose="02020603050405020304" pitchFamily="18" charset="0"/>
                        </a:rPr>
                        <a:t>a[1][2]</a:t>
                      </a:r>
                      <a:endParaRPr kumimoji="0" lang="en-US" altLang="zh-CN" sz="2200" b="1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Arial" panose="020B0604020202020204" pitchFamily="34" charset="0"/>
                        <a:ea typeface="宋体" panose="02010600030101010101" pitchFamily="2" charset="-122"/>
                        <a:cs typeface="Times New Roman" panose="02020603050405020304" pitchFamily="18" charset="0"/>
                      </a:endParaRPr>
                    </a:p>
                  </a:txBody>
                  <a:tcPr marT="45711" marB="45711" horzOverflow="overflow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342900" marR="0" lvl="0" indent="-342900" algn="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buSzPct val="80000"/>
                        <a:buFont typeface="Wingdings" panose="05000000000000000000" pitchFamily="2" charset="2"/>
                        <a:buNone/>
                      </a:pPr>
                      <a:r>
                        <a:rPr kumimoji="0" lang="en-US" altLang="zh-CN" sz="22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panose="020B0604020202020204" pitchFamily="34" charset="0"/>
                          <a:ea typeface="宋体" panose="02010600030101010101" pitchFamily="2" charset="-122"/>
                          <a:cs typeface="Times New Roman" panose="02020603050405020304" pitchFamily="18" charset="0"/>
                        </a:rPr>
                        <a:t>A018</a:t>
                      </a:r>
                      <a:endParaRPr kumimoji="0" lang="en-US" altLang="zh-CN" sz="2200" b="1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Arial" panose="020B0604020202020204" pitchFamily="34" charset="0"/>
                        <a:ea typeface="宋体" panose="02010600030101010101" pitchFamily="2" charset="-122"/>
                        <a:cs typeface="Times New Roman" panose="02020603050405020304" pitchFamily="18" charset="0"/>
                      </a:endParaRPr>
                    </a:p>
                  </a:txBody>
                  <a:tcPr marT="45711" marB="45711" horzOverflow="overflow">
                    <a:lnL>
                      <a:noFill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>
                      <a:noFill/>
                    </a:lnT>
                    <a:lnB>
                      <a:noFill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buSzPct val="80000"/>
                        <a:buFont typeface="Wingdings" panose="05000000000000000000" pitchFamily="2" charset="2"/>
                        <a:buNone/>
                      </a:pPr>
                      <a:endParaRPr kumimoji="0" lang="zh-CN" altLang="zh-CN" sz="2200" b="1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Arial" panose="020B0604020202020204" pitchFamily="34" charset="0"/>
                        <a:ea typeface="宋体" panose="02010600030101010101" pitchFamily="2" charset="-122"/>
                      </a:endParaRPr>
                    </a:p>
                  </a:txBody>
                  <a:tcPr marT="45711" marB="45711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</a:tr>
              <a:tr h="426697">
                <a:tc>
                  <a:txBody>
                    <a:bodyPr/>
                    <a:lstStyle/>
                    <a:p>
                      <a:pPr marL="342900" marR="0" lvl="0" indent="-34290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buSzPct val="80000"/>
                        <a:buFont typeface="Wingdings" panose="05000000000000000000" pitchFamily="2" charset="2"/>
                        <a:buNone/>
                      </a:pPr>
                      <a:r>
                        <a:rPr kumimoji="0" lang="en-US" altLang="zh-CN" sz="2200" b="1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panose="020B0604020202020204" pitchFamily="34" charset="0"/>
                          <a:ea typeface="宋体" panose="02010600030101010101" pitchFamily="2" charset="-122"/>
                          <a:cs typeface="Times New Roman" panose="02020603050405020304" pitchFamily="18" charset="0"/>
                        </a:rPr>
                        <a:t>a[1][3]</a:t>
                      </a:r>
                      <a:endParaRPr kumimoji="0" lang="en-US" altLang="zh-CN" sz="2200" b="1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Arial" panose="020B0604020202020204" pitchFamily="34" charset="0"/>
                        <a:ea typeface="宋体" panose="02010600030101010101" pitchFamily="2" charset="-122"/>
                        <a:cs typeface="Times New Roman" panose="02020603050405020304" pitchFamily="18" charset="0"/>
                      </a:endParaRPr>
                    </a:p>
                  </a:txBody>
                  <a:tcPr marT="45711" marB="45711" horzOverflow="overflow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342900" marR="0" lvl="0" indent="-342900" algn="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buSzPct val="80000"/>
                        <a:buFont typeface="Wingdings" panose="05000000000000000000" pitchFamily="2" charset="2"/>
                        <a:buNone/>
                      </a:pPr>
                      <a:r>
                        <a:rPr kumimoji="0" lang="en-US" altLang="zh-CN" sz="22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panose="020B0604020202020204" pitchFamily="34" charset="0"/>
                          <a:ea typeface="宋体" panose="02010600030101010101" pitchFamily="2" charset="-122"/>
                          <a:cs typeface="Times New Roman" panose="02020603050405020304" pitchFamily="18" charset="0"/>
                        </a:rPr>
                        <a:t>A01C</a:t>
                      </a:r>
                      <a:endParaRPr kumimoji="0" lang="en-US" altLang="zh-CN" sz="2200" b="1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Arial" panose="020B0604020202020204" pitchFamily="34" charset="0"/>
                        <a:ea typeface="宋体" panose="02010600030101010101" pitchFamily="2" charset="-122"/>
                        <a:cs typeface="Times New Roman" panose="02020603050405020304" pitchFamily="18" charset="0"/>
                      </a:endParaRPr>
                    </a:p>
                  </a:txBody>
                  <a:tcPr marT="45711" marB="45711" horzOverflow="overflow">
                    <a:lnL>
                      <a:noFill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>
                      <a:noFill/>
                    </a:lnT>
                    <a:lnB>
                      <a:noFill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buSzPct val="80000"/>
                        <a:buFont typeface="Wingdings" panose="05000000000000000000" pitchFamily="2" charset="2"/>
                        <a:buNone/>
                      </a:pPr>
                      <a:endParaRPr kumimoji="0" lang="zh-CN" altLang="zh-CN" sz="2200" b="1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Arial" panose="020B0604020202020204" pitchFamily="34" charset="0"/>
                        <a:ea typeface="宋体" panose="02010600030101010101" pitchFamily="2" charset="-122"/>
                      </a:endParaRPr>
                    </a:p>
                  </a:txBody>
                  <a:tcPr marT="45711" marB="45711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</a:tr>
              <a:tr h="426697">
                <a:tc>
                  <a:txBody>
                    <a:bodyPr/>
                    <a:lstStyle/>
                    <a:p>
                      <a:pPr marL="342900" marR="0" lvl="0" indent="-34290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buSzPct val="80000"/>
                        <a:buFont typeface="Wingdings" panose="05000000000000000000" pitchFamily="2" charset="2"/>
                        <a:buNone/>
                      </a:pPr>
                      <a:r>
                        <a:rPr kumimoji="0" lang="en-US" altLang="zh-CN" sz="2200" b="1" i="0" u="none" strike="noStrike" cap="none" normalizeH="0" baseline="0">
                          <a:ln>
                            <a:noFill/>
                          </a:ln>
                          <a:solidFill>
                            <a:schemeClr val="hlink"/>
                          </a:solidFill>
                          <a:effectLst/>
                          <a:latin typeface="Arial" panose="020B0604020202020204" pitchFamily="34" charset="0"/>
                          <a:ea typeface="宋体" panose="02010600030101010101" pitchFamily="2" charset="-122"/>
                          <a:cs typeface="Times New Roman" panose="02020603050405020304" pitchFamily="18" charset="0"/>
                        </a:rPr>
                        <a:t>a[2][0]</a:t>
                      </a:r>
                      <a:endParaRPr kumimoji="0" lang="en-US" altLang="zh-CN" sz="2200" b="1" i="0" u="none" strike="noStrike" cap="none" normalizeH="0" baseline="0">
                        <a:ln>
                          <a:noFill/>
                        </a:ln>
                        <a:solidFill>
                          <a:schemeClr val="hlink"/>
                        </a:solidFill>
                        <a:effectLst/>
                        <a:latin typeface="Arial" panose="020B0604020202020204" pitchFamily="34" charset="0"/>
                        <a:ea typeface="宋体" panose="02010600030101010101" pitchFamily="2" charset="-122"/>
                        <a:cs typeface="Times New Roman" panose="02020603050405020304" pitchFamily="18" charset="0"/>
                      </a:endParaRPr>
                    </a:p>
                  </a:txBody>
                  <a:tcPr marT="45711" marB="45711" horzOverflow="overflow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342900" marR="0" lvl="0" indent="-342900" algn="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buSzPct val="80000"/>
                        <a:buFont typeface="Wingdings" panose="05000000000000000000" pitchFamily="2" charset="2"/>
                        <a:buNone/>
                      </a:pPr>
                      <a:r>
                        <a:rPr kumimoji="0" lang="en-US" altLang="zh-CN" sz="22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panose="020B0604020202020204" pitchFamily="34" charset="0"/>
                          <a:ea typeface="宋体" panose="02010600030101010101" pitchFamily="2" charset="-122"/>
                          <a:cs typeface="Times New Roman" panose="02020603050405020304" pitchFamily="18" charset="0"/>
                        </a:rPr>
                        <a:t>A020</a:t>
                      </a:r>
                      <a:endParaRPr kumimoji="0" lang="en-US" altLang="zh-CN" sz="2200" b="1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Arial" panose="020B0604020202020204" pitchFamily="34" charset="0"/>
                        <a:ea typeface="宋体" panose="02010600030101010101" pitchFamily="2" charset="-122"/>
                        <a:cs typeface="Times New Roman" panose="02020603050405020304" pitchFamily="18" charset="0"/>
                      </a:endParaRPr>
                    </a:p>
                  </a:txBody>
                  <a:tcPr marT="45711" marB="45711" horzOverflow="overflow">
                    <a:lnL>
                      <a:noFill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>
                      <a:noFill/>
                    </a:lnT>
                    <a:lnB>
                      <a:noFill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buSzPct val="80000"/>
                        <a:buFont typeface="Wingdings" panose="05000000000000000000" pitchFamily="2" charset="2"/>
                        <a:buNone/>
                      </a:pPr>
                      <a:endParaRPr kumimoji="0" lang="zh-CN" altLang="zh-CN" sz="2200" b="1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Arial" panose="020B0604020202020204" pitchFamily="34" charset="0"/>
                        <a:ea typeface="宋体" panose="02010600030101010101" pitchFamily="2" charset="-122"/>
                      </a:endParaRPr>
                    </a:p>
                  </a:txBody>
                  <a:tcPr marT="45711" marB="45711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</a:tr>
              <a:tr h="426697">
                <a:tc>
                  <a:txBody>
                    <a:bodyPr/>
                    <a:lstStyle/>
                    <a:p>
                      <a:pPr marL="342900" marR="0" lvl="0" indent="-34290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buSzPct val="80000"/>
                        <a:buFont typeface="Wingdings" panose="05000000000000000000" pitchFamily="2" charset="2"/>
                        <a:buNone/>
                      </a:pPr>
                      <a:r>
                        <a:rPr kumimoji="0" lang="en-US" altLang="zh-CN" sz="2200" b="1" i="0" u="none" strike="noStrike" cap="none" normalizeH="0" baseline="0">
                          <a:ln>
                            <a:noFill/>
                          </a:ln>
                          <a:solidFill>
                            <a:schemeClr val="hlink"/>
                          </a:solidFill>
                          <a:effectLst/>
                          <a:latin typeface="Arial" panose="020B0604020202020204" pitchFamily="34" charset="0"/>
                          <a:ea typeface="宋体" panose="02010600030101010101" pitchFamily="2" charset="-122"/>
                          <a:cs typeface="Times New Roman" panose="02020603050405020304" pitchFamily="18" charset="0"/>
                        </a:rPr>
                        <a:t>a[2][1]</a:t>
                      </a:r>
                      <a:endParaRPr kumimoji="0" lang="en-US" altLang="zh-CN" sz="2200" b="1" i="0" u="none" strike="noStrike" cap="none" normalizeH="0" baseline="0">
                        <a:ln>
                          <a:noFill/>
                        </a:ln>
                        <a:solidFill>
                          <a:schemeClr val="hlink"/>
                        </a:solidFill>
                        <a:effectLst/>
                        <a:latin typeface="Arial" panose="020B0604020202020204" pitchFamily="34" charset="0"/>
                        <a:ea typeface="宋体" panose="02010600030101010101" pitchFamily="2" charset="-122"/>
                        <a:cs typeface="Times New Roman" panose="02020603050405020304" pitchFamily="18" charset="0"/>
                      </a:endParaRPr>
                    </a:p>
                  </a:txBody>
                  <a:tcPr marT="45711" marB="45711" horzOverflow="overflow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342900" marR="0" lvl="0" indent="-342900" algn="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buSzPct val="80000"/>
                        <a:buFont typeface="Wingdings" panose="05000000000000000000" pitchFamily="2" charset="2"/>
                        <a:buNone/>
                      </a:pPr>
                      <a:r>
                        <a:rPr kumimoji="0" lang="en-US" altLang="zh-CN" sz="22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panose="020B0604020202020204" pitchFamily="34" charset="0"/>
                          <a:ea typeface="宋体" panose="02010600030101010101" pitchFamily="2" charset="-122"/>
                          <a:cs typeface="Times New Roman" panose="02020603050405020304" pitchFamily="18" charset="0"/>
                        </a:rPr>
                        <a:t>A024</a:t>
                      </a:r>
                      <a:endParaRPr kumimoji="0" lang="en-US" altLang="zh-CN" sz="2200" b="1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Arial" panose="020B0604020202020204" pitchFamily="34" charset="0"/>
                        <a:ea typeface="宋体" panose="02010600030101010101" pitchFamily="2" charset="-122"/>
                        <a:cs typeface="Times New Roman" panose="02020603050405020304" pitchFamily="18" charset="0"/>
                      </a:endParaRPr>
                    </a:p>
                  </a:txBody>
                  <a:tcPr marT="45711" marB="45711" horzOverflow="overflow">
                    <a:lnL>
                      <a:noFill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>
                      <a:noFill/>
                    </a:lnT>
                    <a:lnB>
                      <a:noFill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buSzPct val="80000"/>
                        <a:buFont typeface="Wingdings" panose="05000000000000000000" pitchFamily="2" charset="2"/>
                        <a:buNone/>
                      </a:pPr>
                      <a:endParaRPr kumimoji="0" lang="zh-CN" altLang="zh-CN" sz="2200" b="1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Arial" panose="020B0604020202020204" pitchFamily="34" charset="0"/>
                        <a:ea typeface="宋体" panose="02010600030101010101" pitchFamily="2" charset="-122"/>
                      </a:endParaRPr>
                    </a:p>
                  </a:txBody>
                  <a:tcPr marT="45711" marB="45711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</a:tr>
              <a:tr h="426697">
                <a:tc>
                  <a:txBody>
                    <a:bodyPr/>
                    <a:lstStyle/>
                    <a:p>
                      <a:pPr marL="342900" marR="0" lvl="0" indent="-34290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buSzPct val="80000"/>
                        <a:buFont typeface="Wingdings" panose="05000000000000000000" pitchFamily="2" charset="2"/>
                        <a:buNone/>
                      </a:pPr>
                      <a:r>
                        <a:rPr kumimoji="0" lang="en-US" altLang="zh-CN" sz="2200" b="1" i="0" u="none" strike="noStrike" cap="none" normalizeH="0" baseline="0">
                          <a:ln>
                            <a:noFill/>
                          </a:ln>
                          <a:solidFill>
                            <a:schemeClr val="hlink"/>
                          </a:solidFill>
                          <a:effectLst/>
                          <a:latin typeface="Arial" panose="020B0604020202020204" pitchFamily="34" charset="0"/>
                          <a:ea typeface="宋体" panose="02010600030101010101" pitchFamily="2" charset="-122"/>
                          <a:cs typeface="Times New Roman" panose="02020603050405020304" pitchFamily="18" charset="0"/>
                        </a:rPr>
                        <a:t>a[2][2]</a:t>
                      </a:r>
                      <a:endParaRPr kumimoji="0" lang="en-US" altLang="zh-CN" sz="2200" b="1" i="0" u="none" strike="noStrike" cap="none" normalizeH="0" baseline="0">
                        <a:ln>
                          <a:noFill/>
                        </a:ln>
                        <a:solidFill>
                          <a:schemeClr val="hlink"/>
                        </a:solidFill>
                        <a:effectLst/>
                        <a:latin typeface="Arial" panose="020B0604020202020204" pitchFamily="34" charset="0"/>
                        <a:ea typeface="宋体" panose="02010600030101010101" pitchFamily="2" charset="-122"/>
                        <a:cs typeface="Times New Roman" panose="02020603050405020304" pitchFamily="18" charset="0"/>
                      </a:endParaRPr>
                    </a:p>
                  </a:txBody>
                  <a:tcPr marT="45711" marB="45711" horzOverflow="overflow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342900" marR="0" lvl="0" indent="-342900" algn="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buSzPct val="80000"/>
                        <a:buFont typeface="Wingdings" panose="05000000000000000000" pitchFamily="2" charset="2"/>
                        <a:buNone/>
                      </a:pPr>
                      <a:r>
                        <a:rPr kumimoji="0" lang="en-US" altLang="zh-CN" sz="22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panose="020B0604020202020204" pitchFamily="34" charset="0"/>
                          <a:ea typeface="宋体" panose="02010600030101010101" pitchFamily="2" charset="-122"/>
                          <a:cs typeface="Times New Roman" panose="02020603050405020304" pitchFamily="18" charset="0"/>
                        </a:rPr>
                        <a:t>A028</a:t>
                      </a:r>
                      <a:endParaRPr kumimoji="0" lang="en-US" altLang="zh-CN" sz="2200" b="1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Arial" panose="020B0604020202020204" pitchFamily="34" charset="0"/>
                        <a:ea typeface="宋体" panose="02010600030101010101" pitchFamily="2" charset="-122"/>
                        <a:cs typeface="Times New Roman" panose="02020603050405020304" pitchFamily="18" charset="0"/>
                      </a:endParaRPr>
                    </a:p>
                  </a:txBody>
                  <a:tcPr marT="45711" marB="45711" horzOverflow="overflow">
                    <a:lnL>
                      <a:noFill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>
                      <a:noFill/>
                    </a:lnT>
                    <a:lnB>
                      <a:noFill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buSzPct val="80000"/>
                        <a:buFont typeface="Wingdings" panose="05000000000000000000" pitchFamily="2" charset="2"/>
                        <a:buNone/>
                      </a:pPr>
                      <a:endParaRPr kumimoji="0" lang="zh-CN" altLang="zh-CN" sz="2200" b="1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Arial" panose="020B0604020202020204" pitchFamily="34" charset="0"/>
                        <a:ea typeface="宋体" panose="02010600030101010101" pitchFamily="2" charset="-122"/>
                      </a:endParaRPr>
                    </a:p>
                  </a:txBody>
                  <a:tcPr marT="45711" marB="45711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</a:tr>
              <a:tr h="426697">
                <a:tc>
                  <a:txBody>
                    <a:bodyPr/>
                    <a:lstStyle/>
                    <a:p>
                      <a:pPr marL="342900" marR="0" lvl="0" indent="-34290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buSzPct val="80000"/>
                        <a:buFont typeface="Wingdings" panose="05000000000000000000" pitchFamily="2" charset="2"/>
                        <a:buNone/>
                      </a:pPr>
                      <a:r>
                        <a:rPr kumimoji="0" lang="en-US" altLang="zh-CN" sz="2200" b="1" i="0" u="none" strike="noStrike" cap="none" normalizeH="0" baseline="0">
                          <a:ln>
                            <a:noFill/>
                          </a:ln>
                          <a:solidFill>
                            <a:schemeClr val="hlink"/>
                          </a:solidFill>
                          <a:effectLst/>
                          <a:latin typeface="Arial" panose="020B0604020202020204" pitchFamily="34" charset="0"/>
                          <a:ea typeface="宋体" panose="02010600030101010101" pitchFamily="2" charset="-122"/>
                          <a:cs typeface="Times New Roman" panose="02020603050405020304" pitchFamily="18" charset="0"/>
                        </a:rPr>
                        <a:t>a[2][3]</a:t>
                      </a:r>
                      <a:endParaRPr kumimoji="0" lang="en-US" altLang="zh-CN" sz="2200" b="1" i="0" u="none" strike="noStrike" cap="none" normalizeH="0" baseline="0">
                        <a:ln>
                          <a:noFill/>
                        </a:ln>
                        <a:solidFill>
                          <a:schemeClr val="hlink"/>
                        </a:solidFill>
                        <a:effectLst/>
                        <a:latin typeface="Arial" panose="020B0604020202020204" pitchFamily="34" charset="0"/>
                        <a:ea typeface="宋体" panose="02010600030101010101" pitchFamily="2" charset="-122"/>
                        <a:cs typeface="Times New Roman" panose="02020603050405020304" pitchFamily="18" charset="0"/>
                      </a:endParaRPr>
                    </a:p>
                  </a:txBody>
                  <a:tcPr marT="45711" marB="45711" horzOverflow="overflow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342900" marR="0" lvl="0" indent="-342900" algn="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buSzPct val="80000"/>
                        <a:buFont typeface="Wingdings" panose="05000000000000000000" pitchFamily="2" charset="2"/>
                        <a:buNone/>
                      </a:pPr>
                      <a:r>
                        <a:rPr kumimoji="0" lang="en-US" altLang="zh-CN" sz="22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panose="020B0604020202020204" pitchFamily="34" charset="0"/>
                          <a:ea typeface="宋体" panose="02010600030101010101" pitchFamily="2" charset="-122"/>
                          <a:cs typeface="Times New Roman" panose="02020603050405020304" pitchFamily="18" charset="0"/>
                        </a:rPr>
                        <a:t>A02C</a:t>
                      </a:r>
                      <a:endParaRPr kumimoji="0" lang="en-US" altLang="zh-CN" sz="2200" b="1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Arial" panose="020B0604020202020204" pitchFamily="34" charset="0"/>
                        <a:ea typeface="宋体" panose="02010600030101010101" pitchFamily="2" charset="-122"/>
                        <a:cs typeface="Times New Roman" panose="02020603050405020304" pitchFamily="18" charset="0"/>
                      </a:endParaRPr>
                    </a:p>
                  </a:txBody>
                  <a:tcPr marT="45711" marB="45711" horzOverflow="overflow">
                    <a:lnL>
                      <a:noFill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>
                      <a:noFill/>
                    </a:lnT>
                    <a:lnB>
                      <a:noFill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buSzPct val="80000"/>
                        <a:buFont typeface="Wingdings" panose="05000000000000000000" pitchFamily="2" charset="2"/>
                        <a:buNone/>
                      </a:pPr>
                      <a:endParaRPr kumimoji="0" lang="zh-CN" altLang="zh-CN" sz="2200" b="1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Arial" panose="020B0604020202020204" pitchFamily="34" charset="0"/>
                        <a:ea typeface="宋体" panose="02010600030101010101" pitchFamily="2" charset="-122"/>
                      </a:endParaRPr>
                    </a:p>
                  </a:txBody>
                  <a:tcPr marT="45711" marB="45711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</a:tr>
              <a:tr h="426697"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buSzPct val="80000"/>
                        <a:buFont typeface="Wingdings" panose="05000000000000000000" pitchFamily="2" charset="2"/>
                        <a:buNone/>
                      </a:pPr>
                      <a:endParaRPr kumimoji="0" lang="zh-CN" altLang="zh-CN" sz="2200" b="1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Arial" panose="020B0604020202020204" pitchFamily="34" charset="0"/>
                        <a:ea typeface="宋体" panose="02010600030101010101" pitchFamily="2" charset="-122"/>
                      </a:endParaRPr>
                    </a:p>
                  </a:txBody>
                  <a:tcPr marT="45711" marB="45711" horzOverflow="overflow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buSzPct val="80000"/>
                        <a:buFont typeface="Wingdings" panose="05000000000000000000" pitchFamily="2" charset="2"/>
                        <a:buNone/>
                      </a:pPr>
                      <a:endParaRPr kumimoji="0" lang="zh-CN" altLang="zh-CN" sz="2200" b="1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Arial" panose="020B0604020202020204" pitchFamily="34" charset="0"/>
                        <a:ea typeface="宋体" panose="02010600030101010101" pitchFamily="2" charset="-122"/>
                      </a:endParaRPr>
                    </a:p>
                  </a:txBody>
                  <a:tcPr marT="45711" marB="45711" horzOverflow="overflow">
                    <a:lnL>
                      <a:noFill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>
                      <a:noFill/>
                    </a:lnT>
                    <a:lnB>
                      <a:noFill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buSzPct val="80000"/>
                        <a:buFont typeface="Wingdings" panose="05000000000000000000" pitchFamily="2" charset="2"/>
                        <a:buNone/>
                      </a:pPr>
                      <a:endParaRPr kumimoji="0" lang="zh-CN" altLang="zh-CN" sz="2200" b="1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Arial" panose="020B0604020202020204" pitchFamily="34" charset="0"/>
                        <a:ea typeface="宋体" panose="02010600030101010101" pitchFamily="2" charset="-122"/>
                      </a:endParaRPr>
                    </a:p>
                  </a:txBody>
                  <a:tcPr marT="45711" marB="45711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>
                      <a:noFill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</a:tr>
            </a:tbl>
          </a:graphicData>
        </a:graphic>
      </p:graphicFrame>
      <p:sp>
        <p:nvSpPr>
          <p:cNvPr id="1309761" name="Rectangle 65"/>
          <p:cNvSpPr>
            <a:spLocks noGrp="1" noChangeArrowheads="1"/>
          </p:cNvSpPr>
          <p:nvPr>
            <p:ph type="body" sz="half" idx="1"/>
          </p:nvPr>
        </p:nvSpPr>
        <p:spPr>
          <a:xfrm>
            <a:off x="457200" y="304800"/>
            <a:ext cx="5029200" cy="3124200"/>
          </a:xfrm>
        </p:spPr>
        <p:txBody>
          <a:bodyPr vert="horz" wrap="square" lIns="91440" tIns="45720" rIns="91440" bIns="45720" numCol="1" anchor="t" anchorCtr="0" compatLnSpc="1"/>
          <a:lstStyle/>
          <a:p>
            <a:pPr marL="342900" marR="0" lvl="0" indent="-342900" algn="l" defTabSz="914400" rtl="0" eaLnBrk="1" fontAlgn="base" latinLnBrk="0" hangingPunct="1">
              <a:lnSpc>
                <a:spcPct val="120000"/>
              </a:lnSpc>
              <a:spcBef>
                <a:spcPct val="15000"/>
              </a:spcBef>
              <a:spcAft>
                <a:spcPct val="15000"/>
              </a:spcAft>
              <a:buClr>
                <a:schemeClr val="hlink"/>
              </a:buClr>
              <a:buSzPct val="80000"/>
              <a:buFont typeface="Wingdings" panose="05000000000000000000" pitchFamily="2" charset="2"/>
              <a:buChar char="n"/>
              <a:defRPr/>
            </a:pPr>
            <a:r>
              <a:rPr kumimoji="0" lang="en-US" altLang="zh-CN" sz="3000" b="1" i="0" u="none" strike="noStrike" kern="0" cap="none" spc="0" normalizeH="0" baseline="0" noProof="0" dirty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Arial" panose="020B0604020202020204" pitchFamily="34" charset="0"/>
                <a:ea typeface="+mn-ea"/>
                <a:cs typeface="+mn-cs"/>
              </a:rPr>
              <a:t> </a:t>
            </a:r>
            <a:r>
              <a:rPr kumimoji="0" lang="en-US" altLang="zh-CN" sz="3000" b="1" i="0" u="none" strike="noStrike" kern="0" cap="none" spc="0" normalizeH="0" baseline="0" noProof="0" dirty="0" err="1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Arial" panose="020B0604020202020204" pitchFamily="34" charset="0"/>
                <a:ea typeface="+mn-ea"/>
                <a:cs typeface="+mn-cs"/>
              </a:rPr>
              <a:t>int</a:t>
            </a:r>
            <a:r>
              <a:rPr kumimoji="0" lang="en-US" altLang="zh-CN" sz="3000" b="1" i="0" u="none" strike="noStrike" kern="0" cap="none" spc="0" normalizeH="0" baseline="0" noProof="0" dirty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Arial" panose="020B0604020202020204" pitchFamily="34" charset="0"/>
                <a:ea typeface="+mn-ea"/>
                <a:cs typeface="+mn-cs"/>
              </a:rPr>
              <a:t> a[3][4];</a:t>
            </a:r>
            <a:endParaRPr kumimoji="0" lang="en-US" altLang="zh-CN" sz="3000" b="1" i="0" u="none" strike="noStrike" kern="0" cap="none" spc="0" normalizeH="0" baseline="0" noProof="0" dirty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Arial" panose="020B0604020202020204" pitchFamily="34" charset="0"/>
              <a:ea typeface="+mn-ea"/>
              <a:cs typeface="+mn-cs"/>
            </a:endParaRPr>
          </a:p>
          <a:p>
            <a:pPr marL="742950" marR="0" lvl="1" indent="-285750" algn="l" defTabSz="914400" rtl="0" eaLnBrk="1" fontAlgn="base" latinLnBrk="0" hangingPunct="1">
              <a:lnSpc>
                <a:spcPct val="120000"/>
              </a:lnSpc>
              <a:spcBef>
                <a:spcPct val="15000"/>
              </a:spcBef>
              <a:spcAft>
                <a:spcPct val="15000"/>
              </a:spcAft>
              <a:buClr>
                <a:schemeClr val="tx1"/>
              </a:buClr>
              <a:buSzTx/>
              <a:buFontTx/>
              <a:buChar char="–"/>
              <a:defRPr/>
            </a:pPr>
            <a:r>
              <a:rPr kumimoji="0" lang="zh-CN" altLang="en-US" sz="2600" b="1" i="0" u="none" strike="noStrike" kern="0" cap="none" spc="0" normalizeH="0" baseline="0" noProof="0" dirty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Arial" panose="020B0604020202020204" pitchFamily="34" charset="0"/>
                <a:ea typeface="+mn-ea"/>
              </a:rPr>
              <a:t>假设从首地址</a:t>
            </a:r>
            <a:r>
              <a:rPr kumimoji="0" lang="en-US" altLang="zh-CN" sz="2600" b="1" i="0" u="none" strike="noStrike" kern="0" cap="none" spc="0" normalizeH="0" baseline="0" noProof="0" dirty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Arial" panose="020B0604020202020204" pitchFamily="34" charset="0"/>
                <a:ea typeface="+mn-ea"/>
              </a:rPr>
              <a:t>A000</a:t>
            </a:r>
            <a:r>
              <a:rPr kumimoji="0" lang="zh-CN" altLang="en-US" sz="2600" b="1" i="0" u="none" strike="noStrike" kern="0" cap="none" spc="0" normalizeH="0" baseline="0" noProof="0" dirty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Arial" panose="020B0604020202020204" pitchFamily="34" charset="0"/>
                <a:ea typeface="+mn-ea"/>
              </a:rPr>
              <a:t>开始分配内存空间</a:t>
            </a:r>
            <a:endParaRPr kumimoji="0" lang="zh-CN" altLang="en-US" sz="2600" b="1" i="0" u="none" strike="noStrike" kern="0" cap="none" spc="0" normalizeH="0" baseline="0" noProof="0" dirty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Arial" panose="020B0604020202020204" pitchFamily="34" charset="0"/>
              <a:ea typeface="+mn-ea"/>
            </a:endParaRPr>
          </a:p>
          <a:p>
            <a:pPr marL="742950" marR="0" lvl="1" indent="-285750" algn="l" defTabSz="914400" rtl="0" eaLnBrk="1" fontAlgn="base" latinLnBrk="0" hangingPunct="1">
              <a:lnSpc>
                <a:spcPct val="120000"/>
              </a:lnSpc>
              <a:spcBef>
                <a:spcPct val="15000"/>
              </a:spcBef>
              <a:spcAft>
                <a:spcPct val="15000"/>
              </a:spcAft>
              <a:buClr>
                <a:schemeClr val="tx1"/>
              </a:buClr>
              <a:buSzTx/>
              <a:buFontTx/>
              <a:buChar char="–"/>
              <a:defRPr/>
            </a:pPr>
            <a:r>
              <a:rPr kumimoji="0" lang="zh-CN" altLang="en-US" sz="2600" b="1" i="0" u="none" strike="noStrike" kern="0" cap="none" spc="0" normalizeH="0" baseline="0" noProof="0" dirty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Arial" panose="020B0604020202020204" pitchFamily="34" charset="0"/>
                <a:ea typeface="+mn-ea"/>
              </a:rPr>
              <a:t>每个元素占</a:t>
            </a:r>
            <a:r>
              <a:rPr kumimoji="0" lang="en-US" altLang="zh-CN" sz="2600" b="1" i="0" u="none" strike="noStrike" kern="0" cap="none" spc="0" normalizeH="0" baseline="0" noProof="0" dirty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Arial" panose="020B0604020202020204" pitchFamily="34" charset="0"/>
                <a:ea typeface="+mn-ea"/>
              </a:rPr>
              <a:t>4</a:t>
            </a:r>
            <a:r>
              <a:rPr kumimoji="0" lang="zh-CN" altLang="en-US" sz="2600" b="1" i="0" u="none" strike="noStrike" kern="0" cap="none" spc="0" normalizeH="0" baseline="0" noProof="0" dirty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Arial" panose="020B0604020202020204" pitchFamily="34" charset="0"/>
                <a:ea typeface="+mn-ea"/>
              </a:rPr>
              <a:t>个字节</a:t>
            </a:r>
            <a:endParaRPr kumimoji="0" lang="zh-CN" altLang="en-US" sz="2600" b="1" i="0" u="none" strike="noStrike" kern="0" cap="none" spc="0" normalizeH="0" baseline="0" noProof="0" dirty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Arial" panose="020B0604020202020204" pitchFamily="34" charset="0"/>
              <a:ea typeface="+mn-ea"/>
            </a:endParaRPr>
          </a:p>
          <a:p>
            <a:pPr marL="742950" marR="0" lvl="1" indent="-285750" algn="l" defTabSz="914400" rtl="0" eaLnBrk="1" fontAlgn="base" latinLnBrk="0" hangingPunct="1">
              <a:lnSpc>
                <a:spcPct val="120000"/>
              </a:lnSpc>
              <a:spcBef>
                <a:spcPct val="15000"/>
              </a:spcBef>
              <a:spcAft>
                <a:spcPct val="15000"/>
              </a:spcAft>
              <a:buClr>
                <a:schemeClr val="tx1"/>
              </a:buClr>
              <a:buSzTx/>
              <a:buFontTx/>
              <a:buChar char="–"/>
              <a:defRPr/>
            </a:pPr>
            <a:r>
              <a:rPr kumimoji="0" lang="zh-CN" altLang="en-US" sz="2600" b="1" i="0" u="none" strike="noStrike" kern="0" cap="none" spc="0" normalizeH="0" baseline="0" noProof="0" dirty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Arial" panose="020B0604020202020204" pitchFamily="34" charset="0"/>
                <a:ea typeface="+mn-ea"/>
              </a:rPr>
              <a:t>数组</a:t>
            </a:r>
            <a:r>
              <a:rPr kumimoji="0" lang="en-US" altLang="zh-CN" sz="2600" b="1" i="0" u="none" strike="noStrike" kern="0" cap="none" spc="0" normalizeH="0" baseline="0" noProof="0" dirty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Arial" panose="020B0604020202020204" pitchFamily="34" charset="0"/>
                <a:ea typeface="+mn-ea"/>
              </a:rPr>
              <a:t>a</a:t>
            </a:r>
            <a:r>
              <a:rPr kumimoji="0" lang="zh-CN" altLang="en-US" sz="2600" b="1" i="0" u="none" strike="noStrike" kern="0" cap="none" spc="0" normalizeH="0" baseline="0" noProof="0" dirty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Arial" panose="020B0604020202020204" pitchFamily="34" charset="0"/>
                <a:ea typeface="+mn-ea"/>
              </a:rPr>
              <a:t>的存储分配图</a:t>
            </a:r>
            <a:endParaRPr kumimoji="0" lang="zh-CN" altLang="en-US" sz="2600" b="1" i="0" u="none" strike="noStrike" kern="0" cap="none" spc="0" normalizeH="0" baseline="0" noProof="0" dirty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Arial" panose="020B0604020202020204" pitchFamily="34" charset="0"/>
              <a:ea typeface="+mn-ea"/>
            </a:endParaRPr>
          </a:p>
          <a:p>
            <a:pPr marL="342900" marR="0" lvl="0" indent="-342900" algn="l" defTabSz="914400" rtl="0" eaLnBrk="1" fontAlgn="base" latinLnBrk="0" hangingPunct="1">
              <a:lnSpc>
                <a:spcPct val="100000"/>
              </a:lnSpc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80000"/>
              <a:buFont typeface="Wingdings" panose="05000000000000000000" pitchFamily="2" charset="2"/>
              <a:buChar char="n"/>
              <a:defRPr/>
            </a:pPr>
            <a:endParaRPr kumimoji="0" lang="en-US" altLang="zh-CN" sz="2800" b="0" i="0" u="none" strike="noStrike" kern="0" cap="none" spc="0" normalizeH="0" baseline="0" noProof="0" dirty="0">
              <a:ln>
                <a:noFill/>
              </a:ln>
              <a:solidFill>
                <a:schemeClr val="tx1"/>
              </a:solidFill>
              <a:effectLst>
                <a:outerShdw blurRad="38100" dist="38100" dir="2700000" algn="tl">
                  <a:srgbClr val="000000"/>
                </a:outerShdw>
              </a:effectLst>
              <a:uLnTx/>
              <a:uFillTx/>
              <a:latin typeface="+mn-lt"/>
              <a:ea typeface="+mn-ea"/>
              <a:cs typeface="+mn-cs"/>
            </a:endParaRPr>
          </a:p>
        </p:txBody>
      </p:sp>
    </p:spTree>
  </p:cSld>
  <p:clrMapOvr>
    <a:masterClrMapping/>
  </p:clrMapOvr>
  <p:transition spd="slow"/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7" name="灯片编号占位符 5"/>
          <p:cNvSpPr txBox="1">
            <a:spLocks noGrp="1"/>
          </p:cNvSpPr>
          <p:nvPr>
            <p:ph type="sldNum" sz="quarter" idx="4"/>
          </p:nvPr>
        </p:nvSpPr>
        <p:spPr bwMode="auto"/>
        <p:txBody>
          <a:bodyPr wrap="square" lIns="91440" tIns="45720" rIns="91440" bIns="45720" numCol="1" anchor="b" anchorCtr="0" compatLnSpc="1"/>
          <a:lstStyle>
            <a:lvl1pPr>
              <a:defRPr b="1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1pPr>
            <a:lvl2pPr marL="742950" indent="-285750">
              <a:defRPr b="1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2pPr>
            <a:lvl3pPr marL="1143000" indent="-228600">
              <a:defRPr b="1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3pPr>
            <a:lvl4pPr marL="1600200" indent="-228600">
              <a:defRPr b="1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4pPr>
            <a:lvl5pPr marL="2057400" indent="-228600">
              <a:defRPr b="1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b="1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b="1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b="1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b="1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9pPr>
          </a:lstStyle>
          <a:p>
            <a:pPr marL="0" marR="0" lvl="0" indent="0" algn="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fld id="{6F8A2D75-C120-4BF1-B245-CCA011021633}" type="slidenum">
              <a:rPr kumimoji="0" lang="en-US" altLang="zh-CN" sz="1200" b="0" i="0" u="none" strike="noStrike" kern="1200" cap="none" spc="0" normalizeH="0" baseline="0" noProof="0" smtClean="0">
                <a:ln>
                  <a:noFill/>
                </a:ln>
                <a:solidFill>
                  <a:schemeClr val="tx1"/>
                </a:solidFill>
                <a:effectLst>
                  <a:outerShdw blurRad="38100" dist="38100" dir="2700000" algn="tl">
                    <a:srgbClr val="000000"/>
                  </a:outerShdw>
                </a:effectLst>
                <a:uLnTx/>
                <a:uFillTx/>
                <a:latin typeface="Tahoma" panose="020B0604030504040204" pitchFamily="34" charset="0"/>
                <a:ea typeface="宋体" panose="02010600030101010101" pitchFamily="2" charset="-122"/>
                <a:cs typeface="+mn-cs"/>
              </a:rPr>
            </a:fld>
            <a:endParaRPr kumimoji="0" lang="en-US" altLang="zh-CN" sz="1200" b="0" i="0" u="none" strike="noStrike" kern="1200" cap="none" spc="0" normalizeH="0" baseline="0" noProof="0">
              <a:ln>
                <a:noFill/>
              </a:ln>
              <a:solidFill>
                <a:schemeClr val="tx1"/>
              </a:solidFill>
              <a:effectLst>
                <a:outerShdw blurRad="38100" dist="38100" dir="2700000" algn="tl">
                  <a:srgbClr val="000000"/>
                </a:outerShdw>
              </a:effectLst>
              <a:uLnTx/>
              <a:uFillTx/>
              <a:latin typeface="Tahoma" panose="020B0604030504040204" pitchFamily="34" charset="0"/>
              <a:ea typeface="宋体" panose="02010600030101010101" pitchFamily="2" charset="-122"/>
              <a:cs typeface="+mn-cs"/>
            </a:endParaRPr>
          </a:p>
        </p:txBody>
      </p:sp>
      <p:sp>
        <p:nvSpPr>
          <p:cNvPr id="1273858" name="Rectangle 2"/>
          <p:cNvSpPr>
            <a:spLocks noGrp="1" noChangeArrowheads="1"/>
          </p:cNvSpPr>
          <p:nvPr>
            <p:ph type="title"/>
          </p:nvPr>
        </p:nvSpPr>
        <p:spPr>
          <a:xfrm>
            <a:off x="166688" y="-11112"/>
            <a:ext cx="9144000" cy="1268413"/>
          </a:xfrm>
        </p:spPr>
        <p:txBody>
          <a:bodyPr vert="horz" wrap="square" lIns="91440" tIns="45720" rIns="91440" bIns="45720" numCol="1" anchor="ctr" anchorCtr="0" compatLnSpc="1"/>
          <a:lstStyle/>
          <a:p>
            <a:pPr marL="0" marR="0" lvl="0" indent="0" algn="l" defTabSz="914400" rtl="0" eaLnBrk="1" fontAlgn="base" latinLnBrk="0" hangingPunct="1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r>
              <a:rPr kumimoji="0" lang="en-US" altLang="zh-CN" sz="3200" b="1" i="0" u="none" strike="noStrike" kern="0" cap="none" spc="0" normalizeH="0" baseline="0" noProof="0" dirty="0">
                <a:ln>
                  <a:noFill/>
                </a:ln>
                <a:solidFill>
                  <a:srgbClr val="969696"/>
                </a:solidFill>
                <a:effectLst>
                  <a:outerShdw blurRad="38100" dist="38100" dir="2700000" algn="tl">
                    <a:srgbClr val="000000"/>
                  </a:outerShdw>
                </a:effectLst>
                <a:uLnTx/>
                <a:uFillTx/>
                <a:latin typeface="宋体" panose="02010600030101010101" pitchFamily="2" charset="-122"/>
                <a:ea typeface="+mj-ea"/>
                <a:cs typeface="+mj-cs"/>
              </a:rPr>
              <a:t> </a:t>
            </a:r>
            <a:r>
              <a:rPr kumimoji="0" lang="zh-CN" altLang="en-US" sz="3200" b="1" i="0" u="none" strike="noStrike" kern="0" cap="none" spc="0" normalizeH="0" baseline="0" noProof="0" dirty="0">
                <a:ln>
                  <a:noFill/>
                </a:ln>
                <a:solidFill>
                  <a:srgbClr val="969696"/>
                </a:solidFill>
                <a:effectLst>
                  <a:outerShdw blurRad="38100" dist="38100" dir="2700000" algn="tl">
                    <a:srgbClr val="000000"/>
                  </a:outerShdw>
                </a:effectLst>
                <a:uLnTx/>
                <a:uFillTx/>
                <a:latin typeface="宋体" panose="02010600030101010101" pitchFamily="2" charset="-122"/>
                <a:ea typeface="+mj-ea"/>
                <a:cs typeface="+mj-cs"/>
              </a:rPr>
              <a:t>定义数组，是为了使用数组中的元素。</a:t>
            </a:r>
            <a:br>
              <a:rPr kumimoji="0" lang="zh-CN" altLang="en-US" sz="3200" b="1" i="0" u="none" strike="noStrike" kern="0" cap="none" spc="0" normalizeH="0" baseline="0" noProof="0" dirty="0">
                <a:ln>
                  <a:noFill/>
                </a:ln>
                <a:solidFill>
                  <a:srgbClr val="969696"/>
                </a:solidFill>
                <a:effectLst>
                  <a:outerShdw blurRad="38100" dist="38100" dir="2700000" algn="tl">
                    <a:srgbClr val="000000"/>
                  </a:outerShdw>
                </a:effectLst>
                <a:uLnTx/>
                <a:uFillTx/>
                <a:latin typeface="宋体" panose="02010600030101010101" pitchFamily="2" charset="-122"/>
                <a:ea typeface="+mj-ea"/>
                <a:cs typeface="+mj-cs"/>
              </a:rPr>
            </a:br>
            <a:r>
              <a:rPr kumimoji="0" lang="zh-CN" altLang="en-US" sz="3200" b="1" i="0" u="none" strike="noStrike" kern="0" cap="none" spc="0" normalizeH="0" baseline="0" noProof="0" dirty="0">
                <a:ln>
                  <a:noFill/>
                </a:ln>
                <a:solidFill>
                  <a:srgbClr val="FF00FF"/>
                </a:solidFill>
                <a:effectLst>
                  <a:outerShdw blurRad="38100" dist="38100" dir="2700000" algn="tl">
                    <a:srgbClr val="000000"/>
                  </a:outerShdw>
                </a:effectLst>
                <a:uLnTx/>
                <a:uFillTx/>
                <a:latin typeface="宋体" panose="02010600030101010101" pitchFamily="2" charset="-122"/>
                <a:ea typeface="+mj-ea"/>
                <a:cs typeface="+mj-cs"/>
              </a:rPr>
              <a:t>（</a:t>
            </a:r>
            <a:r>
              <a:rPr kumimoji="0" lang="en-US" altLang="zh-CN" sz="3200" b="1" i="0" u="none" strike="noStrike" kern="0" cap="none" spc="0" normalizeH="0" baseline="0" noProof="0" dirty="0">
                <a:ln>
                  <a:noFill/>
                </a:ln>
                <a:solidFill>
                  <a:srgbClr val="FF00FF"/>
                </a:solidFill>
                <a:effectLst>
                  <a:outerShdw blurRad="38100" dist="38100" dir="2700000" algn="tl">
                    <a:srgbClr val="000000"/>
                  </a:outerShdw>
                </a:effectLst>
                <a:uLnTx/>
                <a:uFillTx/>
                <a:latin typeface="宋体" panose="02010600030101010101" pitchFamily="2" charset="-122"/>
                <a:ea typeface="+mj-ea"/>
                <a:cs typeface="+mj-cs"/>
              </a:rPr>
              <a:t>3</a:t>
            </a:r>
            <a:r>
              <a:rPr kumimoji="0" lang="zh-CN" altLang="en-US" sz="3200" b="1" i="0" u="none" strike="noStrike" kern="0" cap="none" spc="0" normalizeH="0" baseline="0" noProof="0" dirty="0">
                <a:ln>
                  <a:noFill/>
                </a:ln>
                <a:solidFill>
                  <a:srgbClr val="FF00FF"/>
                </a:solidFill>
                <a:effectLst>
                  <a:outerShdw blurRad="38100" dist="38100" dir="2700000" algn="tl">
                    <a:srgbClr val="000000"/>
                  </a:outerShdw>
                </a:effectLst>
                <a:uLnTx/>
                <a:uFillTx/>
                <a:latin typeface="宋体" panose="02010600030101010101" pitchFamily="2" charset="-122"/>
                <a:ea typeface="+mj-ea"/>
                <a:cs typeface="+mj-cs"/>
              </a:rPr>
              <a:t>）二维数组的访问</a:t>
            </a:r>
            <a:endParaRPr kumimoji="0" lang="zh-CN" altLang="en-US" sz="3200" b="1" i="0" u="none" strike="noStrike" kern="0" cap="none" spc="0" normalizeH="0" baseline="0" noProof="0" dirty="0">
              <a:ln>
                <a:noFill/>
              </a:ln>
              <a:solidFill>
                <a:schemeClr val="folHlink"/>
              </a:solidFill>
              <a:effectLst>
                <a:outerShdw blurRad="38100" dist="38100" dir="2700000" algn="tl">
                  <a:srgbClr val="000000"/>
                </a:outerShdw>
              </a:effectLst>
              <a:uLnTx/>
              <a:uFillTx/>
              <a:latin typeface="Arial" panose="020B0604020202020204" pitchFamily="34" charset="0"/>
              <a:ea typeface="+mj-ea"/>
              <a:cs typeface="+mj-cs"/>
            </a:endParaRPr>
          </a:p>
        </p:txBody>
      </p:sp>
      <p:sp>
        <p:nvSpPr>
          <p:cNvPr id="1273859" name="Rectangle 3"/>
          <p:cNvSpPr>
            <a:spLocks noGrp="1" noChangeArrowheads="1"/>
          </p:cNvSpPr>
          <p:nvPr>
            <p:ph idx="1"/>
          </p:nvPr>
        </p:nvSpPr>
        <p:spPr>
          <a:xfrm>
            <a:off x="166688" y="1289050"/>
            <a:ext cx="5540375" cy="5084763"/>
          </a:xfrm>
        </p:spPr>
        <p:txBody>
          <a:bodyPr vert="horz" wrap="square" lIns="91440" tIns="45720" rIns="91440" bIns="45720" numCol="1" anchor="t" anchorCtr="0" compatLnSpc="1"/>
          <a:lstStyle/>
          <a:p>
            <a:pPr marL="342900" marR="0" lvl="0" indent="-342900" algn="l" defTabSz="914400" rtl="0" eaLnBrk="1" fontAlgn="base" latinLnBrk="0" hangingPunct="1">
              <a:lnSpc>
                <a:spcPct val="100000"/>
              </a:lnSpc>
              <a:spcBef>
                <a:spcPts val="0"/>
              </a:spcBef>
              <a:spcAft>
                <a:spcPct val="0"/>
              </a:spcAft>
              <a:buClr>
                <a:schemeClr val="hlink"/>
              </a:buClr>
              <a:buSzPct val="80000"/>
              <a:buFont typeface="Wingdings" panose="05000000000000000000" pitchFamily="2" charset="2"/>
              <a:buChar char="n"/>
              <a:defRPr/>
            </a:pPr>
            <a:r>
              <a:rPr kumimoji="0" lang="zh-CN" altLang="en-US" sz="2400" b="1" i="0" u="none" strike="noStrike" kern="0" cap="none" spc="0" normalizeH="0" baseline="0" noProof="0" dirty="0">
                <a:ln>
                  <a:noFill/>
                </a:ln>
                <a:solidFill>
                  <a:schemeClr val="tx1"/>
                </a:solidFill>
                <a:effectLst>
                  <a:outerShdw blurRad="38100" dist="38100" dir="2700000" algn="tl">
                    <a:srgbClr val="000000"/>
                  </a:outerShdw>
                </a:effectLst>
                <a:uLnTx/>
                <a:uFillTx/>
                <a:latin typeface="+mn-lt"/>
                <a:ea typeface="+mn-ea"/>
                <a:cs typeface="+mn-cs"/>
              </a:rPr>
              <a:t>下标表达式</a:t>
            </a:r>
            <a:endParaRPr kumimoji="0" lang="en-US" altLang="zh-CN" sz="2400" b="1" i="0" u="none" strike="noStrike" kern="0" cap="none" spc="0" normalizeH="0" baseline="0" noProof="0" dirty="0">
              <a:ln>
                <a:noFill/>
              </a:ln>
              <a:solidFill>
                <a:schemeClr val="tx1"/>
              </a:solidFill>
              <a:effectLst>
                <a:outerShdw blurRad="38100" dist="38100" dir="2700000" algn="tl">
                  <a:srgbClr val="000000"/>
                </a:outerShdw>
              </a:effectLst>
              <a:uLnTx/>
              <a:uFillTx/>
              <a:latin typeface="+mn-lt"/>
              <a:ea typeface="+mn-ea"/>
              <a:cs typeface="+mn-cs"/>
            </a:endParaRPr>
          </a:p>
          <a:p>
            <a:pPr marL="0" marR="0" lvl="0" indent="0" algn="l" defTabSz="914400" rtl="0" eaLnBrk="1" fontAlgn="base" latinLnBrk="0" hangingPunct="1">
              <a:lnSpc>
                <a:spcPct val="100000"/>
              </a:lnSpc>
              <a:spcBef>
                <a:spcPts val="0"/>
              </a:spcBef>
              <a:spcAft>
                <a:spcPct val="0"/>
              </a:spcAft>
              <a:buClr>
                <a:schemeClr val="hlink"/>
              </a:buClr>
              <a:buSzPct val="80000"/>
              <a:buFont typeface="Wingdings" panose="05000000000000000000" pitchFamily="2" charset="2"/>
              <a:buNone/>
              <a:defRPr/>
            </a:pPr>
            <a:br>
              <a:rPr kumimoji="0" lang="zh-CN" altLang="en-US" sz="2400" b="1" i="0" u="none" strike="noStrike" kern="0" cap="none" spc="0" normalizeH="0" baseline="0" noProof="0" dirty="0">
                <a:ln>
                  <a:noFill/>
                </a:ln>
                <a:solidFill>
                  <a:schemeClr val="tx1"/>
                </a:solidFill>
                <a:effectLst>
                  <a:outerShdw blurRad="38100" dist="38100" dir="2700000" algn="tl">
                    <a:srgbClr val="000000"/>
                  </a:outerShdw>
                </a:effectLst>
                <a:uLnTx/>
                <a:uFillTx/>
                <a:latin typeface="+mn-lt"/>
                <a:ea typeface="+mn-ea"/>
                <a:cs typeface="+mn-cs"/>
              </a:rPr>
            </a:br>
            <a:r>
              <a:rPr kumimoji="0" lang="zh-CN" altLang="en-US" sz="2400" b="1" i="0" u="none" strike="noStrike" kern="0" cap="none" spc="0" normalizeH="0" baseline="0" noProof="0" dirty="0">
                <a:ln>
                  <a:noFill/>
                </a:ln>
                <a:solidFill>
                  <a:schemeClr val="tx1"/>
                </a:solidFill>
                <a:effectLst>
                  <a:outerShdw blurRad="38100" dist="38100" dir="2700000" algn="tl">
                    <a:srgbClr val="000000"/>
                  </a:outerShdw>
                </a:effectLst>
                <a:uLnTx/>
                <a:uFillTx/>
                <a:latin typeface="+mn-lt"/>
                <a:ea typeface="+mn-ea"/>
                <a:cs typeface="+mn-cs"/>
              </a:rPr>
              <a:t>    </a:t>
            </a:r>
            <a:r>
              <a:rPr kumimoji="0" lang="zh-CN" altLang="en-US" sz="2400" b="1" i="0" u="none" strike="noStrike" kern="0" cap="none" spc="0" normalizeH="0" baseline="0" noProof="0" dirty="0">
                <a:ln>
                  <a:noFill/>
                </a:ln>
                <a:solidFill>
                  <a:srgbClr val="FFFF00"/>
                </a:solidFill>
                <a:effectLst>
                  <a:outerShdw blurRad="38100" dist="38100" dir="2700000" algn="tl">
                    <a:srgbClr val="000000"/>
                  </a:outerShdw>
                </a:effectLst>
                <a:uLnTx/>
                <a:uFillTx/>
                <a:latin typeface="+mn-lt"/>
                <a:ea typeface="+mn-ea"/>
                <a:cs typeface="+mn-cs"/>
              </a:rPr>
              <a:t>数组名</a:t>
            </a:r>
            <a:r>
              <a:rPr kumimoji="0" lang="en-US" altLang="zh-CN" sz="2400" b="1" i="0" u="none" strike="noStrike" kern="0" cap="none" spc="0" normalizeH="0" baseline="0" noProof="0" dirty="0">
                <a:ln>
                  <a:noFill/>
                </a:ln>
                <a:solidFill>
                  <a:srgbClr val="FFFF00"/>
                </a:solidFill>
                <a:effectLst>
                  <a:outerShdw blurRad="38100" dist="38100" dir="2700000" algn="tl">
                    <a:srgbClr val="000000"/>
                  </a:outerShdw>
                </a:effectLst>
                <a:uLnTx/>
                <a:uFillTx/>
                <a:latin typeface="+mn-lt"/>
                <a:ea typeface="+mn-ea"/>
                <a:cs typeface="+mn-cs"/>
              </a:rPr>
              <a:t>[</a:t>
            </a:r>
            <a:r>
              <a:rPr kumimoji="0" lang="zh-CN" altLang="en-US" sz="2400" b="1" i="0" u="none" strike="noStrike" kern="0" cap="none" spc="0" normalizeH="0" baseline="0" noProof="0" dirty="0">
                <a:ln>
                  <a:noFill/>
                </a:ln>
                <a:solidFill>
                  <a:srgbClr val="FFFF00"/>
                </a:solidFill>
                <a:effectLst>
                  <a:outerShdw blurRad="38100" dist="38100" dir="2700000" algn="tl">
                    <a:srgbClr val="000000"/>
                  </a:outerShdw>
                </a:effectLst>
                <a:uLnTx/>
                <a:uFillTx/>
                <a:latin typeface="+mn-lt"/>
                <a:ea typeface="+mn-ea"/>
                <a:cs typeface="+mn-cs"/>
              </a:rPr>
              <a:t>行下标</a:t>
            </a:r>
            <a:r>
              <a:rPr kumimoji="0" lang="en-US" altLang="zh-CN" sz="2400" b="1" i="0" u="none" strike="noStrike" kern="0" cap="none" spc="0" normalizeH="0" baseline="0" noProof="0" dirty="0">
                <a:ln>
                  <a:noFill/>
                </a:ln>
                <a:solidFill>
                  <a:srgbClr val="FFFF00"/>
                </a:solidFill>
                <a:effectLst>
                  <a:outerShdw blurRad="38100" dist="38100" dir="2700000" algn="tl">
                    <a:srgbClr val="000000"/>
                  </a:outerShdw>
                </a:effectLst>
                <a:uLnTx/>
                <a:uFillTx/>
                <a:latin typeface="+mn-lt"/>
                <a:ea typeface="+mn-ea"/>
                <a:cs typeface="+mn-cs"/>
              </a:rPr>
              <a:t>][</a:t>
            </a:r>
            <a:r>
              <a:rPr kumimoji="0" lang="zh-CN" altLang="en-US" sz="2400" b="1" i="0" u="none" strike="noStrike" kern="0" cap="none" spc="0" normalizeH="0" baseline="0" noProof="0" dirty="0">
                <a:ln>
                  <a:noFill/>
                </a:ln>
                <a:solidFill>
                  <a:srgbClr val="FFFF00"/>
                </a:solidFill>
                <a:effectLst>
                  <a:outerShdw blurRad="38100" dist="38100" dir="2700000" algn="tl">
                    <a:srgbClr val="000000"/>
                  </a:outerShdw>
                </a:effectLst>
                <a:uLnTx/>
                <a:uFillTx/>
                <a:latin typeface="+mn-lt"/>
                <a:ea typeface="+mn-ea"/>
                <a:cs typeface="+mn-cs"/>
              </a:rPr>
              <a:t>列下标</a:t>
            </a:r>
            <a:r>
              <a:rPr kumimoji="0" lang="en-US" altLang="zh-CN" sz="2400" b="1" i="0" u="none" strike="noStrike" kern="0" cap="none" spc="0" normalizeH="0" baseline="0" noProof="0" dirty="0">
                <a:ln>
                  <a:noFill/>
                </a:ln>
                <a:solidFill>
                  <a:srgbClr val="FFFF00"/>
                </a:solidFill>
                <a:effectLst>
                  <a:outerShdw blurRad="38100" dist="38100" dir="2700000" algn="tl">
                    <a:srgbClr val="000000"/>
                  </a:outerShdw>
                </a:effectLst>
                <a:uLnTx/>
                <a:uFillTx/>
                <a:latin typeface="+mn-lt"/>
                <a:ea typeface="+mn-ea"/>
                <a:cs typeface="+mn-cs"/>
              </a:rPr>
              <a:t>]</a:t>
            </a:r>
            <a:endParaRPr kumimoji="0" lang="en-US" altLang="zh-CN" sz="2400" b="1" i="0" u="none" strike="noStrike" kern="0" cap="none" spc="0" normalizeH="0" baseline="0" noProof="0" dirty="0">
              <a:ln>
                <a:noFill/>
              </a:ln>
              <a:solidFill>
                <a:srgbClr val="FFFF00"/>
              </a:solidFill>
              <a:effectLst>
                <a:outerShdw blurRad="38100" dist="38100" dir="2700000" algn="tl">
                  <a:srgbClr val="000000"/>
                </a:outerShdw>
              </a:effectLst>
              <a:uLnTx/>
              <a:uFillTx/>
              <a:latin typeface="+mn-lt"/>
              <a:ea typeface="+mn-ea"/>
              <a:cs typeface="+mn-cs"/>
            </a:endParaRPr>
          </a:p>
          <a:p>
            <a:pPr marL="742950" marR="0" lvl="1" indent="-285750" algn="l" defTabSz="914400" rtl="0" eaLnBrk="1" fontAlgn="base" latinLnBrk="0" hangingPunct="1">
              <a:lnSpc>
                <a:spcPct val="100000"/>
              </a:lnSpc>
              <a:spcBef>
                <a:spcPts val="0"/>
              </a:spcBef>
              <a:spcAft>
                <a:spcPct val="0"/>
              </a:spcAft>
              <a:buClr>
                <a:schemeClr val="tx1"/>
              </a:buClr>
              <a:buSzTx/>
              <a:buFontTx/>
              <a:buChar char="–"/>
              <a:defRPr/>
            </a:pPr>
            <a:r>
              <a:rPr kumimoji="0" lang="zh-CN" altLang="en-US" sz="2000" b="1" i="0" u="none" strike="noStrike" kern="0" cap="none" spc="0" normalizeH="0" baseline="0" noProof="0" dirty="0">
                <a:ln>
                  <a:noFill/>
                </a:ln>
                <a:solidFill>
                  <a:schemeClr val="tx1"/>
                </a:solidFill>
                <a:effectLst>
                  <a:outerShdw blurRad="38100" dist="38100" dir="2700000" algn="tl">
                    <a:srgbClr val="000000"/>
                  </a:outerShdw>
                </a:effectLst>
                <a:uLnTx/>
                <a:uFillTx/>
                <a:latin typeface="+mn-lt"/>
                <a:ea typeface="+mn-ea"/>
              </a:rPr>
              <a:t>下标都从</a:t>
            </a:r>
            <a:r>
              <a:rPr kumimoji="0" lang="en-US" altLang="zh-CN" sz="2000" b="1" i="0" u="none" strike="noStrike" kern="0" cap="none" spc="0" normalizeH="0" baseline="0" noProof="0" dirty="0">
                <a:ln>
                  <a:noFill/>
                </a:ln>
                <a:solidFill>
                  <a:schemeClr val="tx1"/>
                </a:solidFill>
                <a:effectLst>
                  <a:outerShdw blurRad="38100" dist="38100" dir="2700000" algn="tl">
                    <a:srgbClr val="000000"/>
                  </a:outerShdw>
                </a:effectLst>
                <a:uLnTx/>
                <a:uFillTx/>
                <a:latin typeface="Arial" panose="020B0604020202020204" pitchFamily="34" charset="0"/>
                <a:ea typeface="+mn-ea"/>
              </a:rPr>
              <a:t>0</a:t>
            </a:r>
            <a:r>
              <a:rPr kumimoji="0" lang="zh-CN" altLang="en-US" sz="2000" b="1" i="0" u="none" strike="noStrike" kern="0" cap="none" spc="0" normalizeH="0" baseline="0" noProof="0" dirty="0">
                <a:ln>
                  <a:noFill/>
                </a:ln>
                <a:solidFill>
                  <a:schemeClr val="tx1"/>
                </a:solidFill>
                <a:effectLst>
                  <a:outerShdw blurRad="38100" dist="38100" dir="2700000" algn="tl">
                    <a:srgbClr val="000000"/>
                  </a:outerShdw>
                </a:effectLst>
                <a:uLnTx/>
                <a:uFillTx/>
                <a:latin typeface="+mn-lt"/>
                <a:ea typeface="+mn-ea"/>
              </a:rPr>
              <a:t>开始</a:t>
            </a:r>
            <a:endParaRPr kumimoji="0" lang="zh-CN" altLang="en-US" sz="2000" b="1" i="0" u="none" strike="noStrike" kern="0" cap="none" spc="0" normalizeH="0" baseline="0" noProof="0" dirty="0">
              <a:ln>
                <a:noFill/>
              </a:ln>
              <a:solidFill>
                <a:schemeClr val="tx1"/>
              </a:solidFill>
              <a:effectLst>
                <a:outerShdw blurRad="38100" dist="38100" dir="2700000" algn="tl">
                  <a:srgbClr val="000000"/>
                </a:outerShdw>
              </a:effectLst>
              <a:uLnTx/>
              <a:uFillTx/>
              <a:latin typeface="+mn-lt"/>
              <a:ea typeface="+mn-ea"/>
            </a:endParaRPr>
          </a:p>
          <a:p>
            <a:pPr marL="742950" marR="0" lvl="1" indent="-285750" algn="l" defTabSz="914400" rtl="0" eaLnBrk="1" fontAlgn="base" latinLnBrk="0" hangingPunct="1">
              <a:lnSpc>
                <a:spcPct val="100000"/>
              </a:lnSpc>
              <a:spcBef>
                <a:spcPts val="0"/>
              </a:spcBef>
              <a:spcAft>
                <a:spcPct val="0"/>
              </a:spcAft>
              <a:buClr>
                <a:schemeClr val="tx1"/>
              </a:buClr>
              <a:buSzTx/>
              <a:buFontTx/>
              <a:buChar char="–"/>
              <a:defRPr/>
            </a:pPr>
            <a:r>
              <a:rPr kumimoji="0" lang="zh-CN" altLang="en-US" sz="2000" b="1" i="0" u="none" strike="noStrike" kern="0" cap="none" spc="0" normalizeH="0" baseline="0" noProof="0" dirty="0">
                <a:ln>
                  <a:noFill/>
                </a:ln>
                <a:solidFill>
                  <a:schemeClr val="tx1"/>
                </a:solidFill>
                <a:effectLst>
                  <a:outerShdw blurRad="38100" dist="38100" dir="2700000" algn="tl">
                    <a:srgbClr val="000000"/>
                  </a:outerShdw>
                </a:effectLst>
                <a:uLnTx/>
                <a:uFillTx/>
                <a:latin typeface="+mn-lt"/>
                <a:ea typeface="+mn-ea"/>
              </a:rPr>
              <a:t>下标可以是</a:t>
            </a:r>
            <a:r>
              <a:rPr kumimoji="0" lang="zh-CN" altLang="en-US" sz="2000" b="1" i="0" u="none" strike="noStrike" kern="0" cap="none" spc="0" normalizeH="0" baseline="0" noProof="0" dirty="0">
                <a:ln>
                  <a:noFill/>
                </a:ln>
                <a:solidFill>
                  <a:srgbClr val="FFFF00"/>
                </a:solidFill>
                <a:effectLst>
                  <a:outerShdw blurRad="38100" dist="38100" dir="2700000" algn="tl">
                    <a:srgbClr val="000000"/>
                  </a:outerShdw>
                </a:effectLst>
                <a:uLnTx/>
                <a:uFillTx/>
                <a:latin typeface="+mn-lt"/>
                <a:ea typeface="+mn-ea"/>
              </a:rPr>
              <a:t>整型</a:t>
            </a:r>
            <a:r>
              <a:rPr kumimoji="0" lang="zh-CN" altLang="en-US" sz="2000" b="1" i="0" u="none" strike="noStrike" kern="0" cap="none" spc="0" normalizeH="0" baseline="0" noProof="0" dirty="0">
                <a:ln>
                  <a:noFill/>
                </a:ln>
                <a:solidFill>
                  <a:schemeClr val="tx1"/>
                </a:solidFill>
                <a:effectLst>
                  <a:outerShdw blurRad="38100" dist="38100" dir="2700000" algn="tl">
                    <a:srgbClr val="000000"/>
                  </a:outerShdw>
                </a:effectLst>
                <a:uLnTx/>
                <a:uFillTx/>
                <a:latin typeface="+mn-lt"/>
                <a:ea typeface="+mn-ea"/>
              </a:rPr>
              <a:t>常量、变量或表达式</a:t>
            </a:r>
            <a:endParaRPr kumimoji="0" lang="zh-CN" altLang="en-US" sz="2000" b="1" i="0" u="none" strike="noStrike" kern="0" cap="none" spc="0" normalizeH="0" baseline="0" noProof="0" dirty="0">
              <a:ln>
                <a:noFill/>
              </a:ln>
              <a:solidFill>
                <a:schemeClr val="tx1"/>
              </a:solidFill>
              <a:effectLst>
                <a:outerShdw blurRad="38100" dist="38100" dir="2700000" algn="tl">
                  <a:srgbClr val="000000"/>
                </a:outerShdw>
              </a:effectLst>
              <a:uLnTx/>
              <a:uFillTx/>
              <a:latin typeface="+mn-lt"/>
              <a:ea typeface="+mn-ea"/>
            </a:endParaRPr>
          </a:p>
          <a:p>
            <a:pPr marL="342900" marR="0" lvl="0" indent="-342900" algn="l" defTabSz="914400" rtl="0" eaLnBrk="1" fontAlgn="base" latinLnBrk="0" hangingPunct="1">
              <a:lnSpc>
                <a:spcPct val="100000"/>
              </a:lnSpc>
              <a:spcBef>
                <a:spcPts val="0"/>
              </a:spcBef>
              <a:spcAft>
                <a:spcPct val="0"/>
              </a:spcAft>
              <a:buClr>
                <a:schemeClr val="hlink"/>
              </a:buClr>
              <a:buSzPct val="80000"/>
              <a:buFont typeface="Wingdings" panose="05000000000000000000" pitchFamily="2" charset="2"/>
              <a:buNone/>
              <a:defRPr/>
            </a:pPr>
            <a:r>
              <a:rPr kumimoji="0" lang="zh-CN" altLang="en-US" sz="2400" b="1" i="0" u="none" strike="noStrike" kern="0" cap="none" spc="0" normalizeH="0" baseline="0" noProof="0" dirty="0">
                <a:ln>
                  <a:noFill/>
                </a:ln>
                <a:solidFill>
                  <a:schemeClr val="tx1"/>
                </a:solidFill>
                <a:effectLst>
                  <a:outerShdw blurRad="38100" dist="38100" dir="2700000" algn="tl">
                    <a:srgbClr val="000000"/>
                  </a:outerShdw>
                </a:effectLst>
                <a:uLnTx/>
                <a:uFillTx/>
                <a:latin typeface="宋体" panose="02010600030101010101" pitchFamily="2" charset="-122"/>
                <a:ea typeface="+mn-ea"/>
                <a:cs typeface="+mn-cs"/>
              </a:rPr>
              <a:t>  	例</a:t>
            </a:r>
            <a:r>
              <a:rPr kumimoji="0" lang="en-US" altLang="zh-CN" sz="2400" b="1" i="0" u="none" strike="noStrike" kern="0" cap="none" spc="0" normalizeH="0" baseline="0" noProof="0" dirty="0">
                <a:ln>
                  <a:noFill/>
                </a:ln>
                <a:solidFill>
                  <a:schemeClr val="tx1"/>
                </a:solidFill>
                <a:effectLst>
                  <a:outerShdw blurRad="38100" dist="38100" dir="2700000" algn="tl">
                    <a:srgbClr val="000000"/>
                  </a:outerShdw>
                </a:effectLst>
                <a:uLnTx/>
                <a:uFillTx/>
                <a:latin typeface="宋体" panose="02010600030101010101" pitchFamily="2" charset="-122"/>
                <a:ea typeface="+mn-ea"/>
                <a:cs typeface="+mn-cs"/>
              </a:rPr>
              <a:t>: </a:t>
            </a:r>
            <a:r>
              <a:rPr kumimoji="0" lang="en-US" altLang="zh-CN" sz="2400" b="1" i="0" u="none" strike="noStrike" kern="0" cap="none" spc="0" normalizeH="0" baseline="0" noProof="0" dirty="0">
                <a:ln>
                  <a:noFill/>
                </a:ln>
                <a:solidFill>
                  <a:srgbClr val="FFFF00"/>
                </a:solidFill>
                <a:effectLst>
                  <a:outerShdw blurRad="38100" dist="38100" dir="2700000" algn="tl">
                    <a:srgbClr val="000000"/>
                  </a:outerShdw>
                </a:effectLst>
                <a:uLnTx/>
                <a:uFillTx/>
                <a:latin typeface="Arial" panose="020B0604020202020204" pitchFamily="34" charset="0"/>
                <a:ea typeface="+mn-ea"/>
                <a:cs typeface="+mn-cs"/>
              </a:rPr>
              <a:t>a[k][2]       a[0][i+2]</a:t>
            </a:r>
            <a:endParaRPr kumimoji="0" lang="en-US" altLang="zh-CN" sz="2400" b="1" i="0" u="none" strike="noStrike" kern="0" cap="none" spc="0" normalizeH="0" baseline="0" noProof="0" dirty="0">
              <a:ln>
                <a:noFill/>
              </a:ln>
              <a:solidFill>
                <a:srgbClr val="FFFF00"/>
              </a:solidFill>
              <a:effectLst>
                <a:outerShdw blurRad="38100" dist="38100" dir="2700000" algn="tl">
                  <a:srgbClr val="000000"/>
                </a:outerShdw>
              </a:effectLst>
              <a:uLnTx/>
              <a:uFillTx/>
              <a:latin typeface="Arial" panose="020B0604020202020204" pitchFamily="34" charset="0"/>
              <a:ea typeface="+mn-ea"/>
              <a:cs typeface="+mn-cs"/>
            </a:endParaRPr>
          </a:p>
          <a:p>
            <a:pPr marL="342900" marR="0" lvl="0" indent="-342900" algn="just" defTabSz="914400" rtl="0" eaLnBrk="1" fontAlgn="base" latinLnBrk="0" hangingPunct="1">
              <a:lnSpc>
                <a:spcPct val="100000"/>
              </a:lnSpc>
              <a:spcBef>
                <a:spcPts val="0"/>
              </a:spcBef>
              <a:spcAft>
                <a:spcPct val="0"/>
              </a:spcAft>
              <a:buClr>
                <a:schemeClr val="hlink"/>
              </a:buClr>
              <a:buSzPct val="80000"/>
              <a:buFont typeface="Wingdings" panose="05000000000000000000" pitchFamily="2" charset="2"/>
              <a:buNone/>
              <a:defRPr/>
            </a:pPr>
            <a:endParaRPr kumimoji="0" lang="zh-CN" altLang="en-US" sz="2400" b="1" i="0" u="none" strike="noStrike" kern="0" cap="none" spc="0" normalizeH="0" baseline="0" noProof="0" dirty="0">
              <a:ln>
                <a:noFill/>
              </a:ln>
              <a:solidFill>
                <a:schemeClr val="tx1"/>
              </a:solidFill>
              <a:effectLst>
                <a:outerShdw blurRad="38100" dist="38100" dir="2700000" algn="tl">
                  <a:srgbClr val="000000"/>
                </a:outerShdw>
              </a:effectLst>
              <a:uLnTx/>
              <a:uFillTx/>
              <a:latin typeface="宋体" panose="02010600030101010101" pitchFamily="2" charset="-122"/>
              <a:ea typeface="+mn-ea"/>
              <a:cs typeface="+mn-cs"/>
            </a:endParaRPr>
          </a:p>
          <a:p>
            <a:pPr marL="0" marR="0" lvl="0" indent="0" algn="just" defTabSz="914400" rtl="0" eaLnBrk="1" fontAlgn="base" latinLnBrk="0" hangingPunct="1">
              <a:lnSpc>
                <a:spcPct val="100000"/>
              </a:lnSpc>
              <a:spcBef>
                <a:spcPts val="0"/>
              </a:spcBef>
              <a:spcAft>
                <a:spcPct val="0"/>
              </a:spcAft>
              <a:buClr>
                <a:schemeClr val="hlink"/>
              </a:buClr>
              <a:buSzPct val="80000"/>
              <a:buFont typeface="Wingdings" panose="05000000000000000000" pitchFamily="2" charset="2"/>
              <a:buNone/>
              <a:defRPr/>
            </a:pPr>
            <a:r>
              <a:rPr kumimoji="0" lang="en-US" altLang="zh-CN" sz="2400" b="1" i="0" u="none" strike="noStrike" kern="0" cap="none" spc="0" normalizeH="0" baseline="0" noProof="0" dirty="0">
                <a:ln>
                  <a:noFill/>
                </a:ln>
                <a:solidFill>
                  <a:schemeClr val="hlink"/>
                </a:solidFill>
                <a:effectLst>
                  <a:outerShdw blurRad="38100" dist="38100" dir="2700000" algn="tl">
                    <a:srgbClr val="000000"/>
                  </a:outerShdw>
                </a:effectLst>
                <a:uLnTx/>
                <a:uFillTx/>
                <a:latin typeface="Arial" panose="020B0604020202020204" pitchFamily="34" charset="0"/>
                <a:ea typeface="+mn-ea"/>
                <a:cs typeface="+mn-cs"/>
              </a:rPr>
              <a:t>     double  b[3][4];</a:t>
            </a:r>
            <a:r>
              <a:rPr kumimoji="0" lang="en-US" altLang="zh-CN" sz="2800" b="1" i="0" u="none" strike="noStrike" kern="0" cap="none" spc="0" normalizeH="0" baseline="0" noProof="0" dirty="0">
                <a:ln>
                  <a:noFill/>
                </a:ln>
                <a:solidFill>
                  <a:schemeClr val="hlink"/>
                </a:solidFill>
                <a:effectLst>
                  <a:outerShdw blurRad="38100" dist="38100" dir="2700000" algn="tl">
                    <a:srgbClr val="000000"/>
                  </a:outerShdw>
                </a:effectLst>
                <a:uLnTx/>
                <a:uFillTx/>
                <a:latin typeface="Arial" panose="020B0604020202020204" pitchFamily="34" charset="0"/>
                <a:ea typeface="+mn-ea"/>
                <a:cs typeface="+mn-cs"/>
              </a:rPr>
              <a:t> </a:t>
            </a:r>
            <a:endParaRPr kumimoji="0" lang="en-US" altLang="zh-CN" sz="2800" b="1" i="0" u="none" strike="noStrike" kern="0" cap="none" spc="0" normalizeH="0" baseline="0" noProof="0" dirty="0">
              <a:ln>
                <a:noFill/>
              </a:ln>
              <a:solidFill>
                <a:schemeClr val="hlink"/>
              </a:solidFill>
              <a:effectLst>
                <a:outerShdw blurRad="38100" dist="38100" dir="2700000" algn="tl">
                  <a:srgbClr val="000000"/>
                </a:outerShdw>
              </a:effectLst>
              <a:uLnTx/>
              <a:uFillTx/>
              <a:latin typeface="Arial" panose="020B0604020202020204" pitchFamily="34" charset="0"/>
              <a:ea typeface="+mn-ea"/>
              <a:cs typeface="+mn-cs"/>
            </a:endParaRPr>
          </a:p>
          <a:p>
            <a:pPr marL="342900" marR="0" lvl="0" indent="-342900" algn="just" defTabSz="914400" rtl="0" eaLnBrk="1" fontAlgn="base" latinLnBrk="0" hangingPunct="1">
              <a:lnSpc>
                <a:spcPct val="100000"/>
              </a:lnSpc>
              <a:spcBef>
                <a:spcPts val="0"/>
              </a:spcBef>
              <a:spcAft>
                <a:spcPct val="0"/>
              </a:spcAft>
              <a:buClr>
                <a:schemeClr val="hlink"/>
              </a:buClr>
              <a:buSzPct val="80000"/>
              <a:buFont typeface="Wingdings" panose="05000000000000000000" pitchFamily="2" charset="2"/>
              <a:buNone/>
              <a:defRPr/>
            </a:pPr>
            <a:r>
              <a:rPr kumimoji="0" lang="en-US" altLang="zh-CN" sz="2400" b="1" i="0" u="none" strike="noStrike" kern="0" cap="none" spc="0" normalizeH="0" baseline="0" noProof="0" dirty="0">
                <a:ln>
                  <a:noFill/>
                </a:ln>
                <a:solidFill>
                  <a:schemeClr val="tx1"/>
                </a:solidFill>
                <a:effectLst>
                  <a:outerShdw blurRad="38100" dist="38100" dir="2700000" algn="tl">
                    <a:srgbClr val="000000"/>
                  </a:outerShdw>
                </a:effectLst>
                <a:uLnTx/>
                <a:uFillTx/>
                <a:latin typeface="宋体" panose="02010600030101010101" pitchFamily="2" charset="-122"/>
                <a:ea typeface="+mn-ea"/>
                <a:cs typeface="+mn-cs"/>
              </a:rPr>
              <a:t>  </a:t>
            </a:r>
            <a:r>
              <a:rPr kumimoji="0" lang="zh-CN" altLang="en-US" sz="2400" b="1" i="0" u="none" strike="noStrike" kern="0" cap="none" spc="0" normalizeH="0" baseline="0" noProof="0" dirty="0">
                <a:ln>
                  <a:noFill/>
                </a:ln>
                <a:solidFill>
                  <a:schemeClr val="tx1"/>
                </a:solidFill>
                <a:effectLst>
                  <a:outerShdw blurRad="38100" dist="38100" dir="2700000" algn="tl">
                    <a:srgbClr val="000000"/>
                  </a:outerShdw>
                </a:effectLst>
                <a:uLnTx/>
                <a:uFillTx/>
                <a:latin typeface="宋体" panose="02010600030101010101" pitchFamily="2" charset="-122"/>
                <a:ea typeface="+mn-ea"/>
                <a:cs typeface="+mn-cs"/>
              </a:rPr>
              <a:t>表示二维</a:t>
            </a:r>
            <a:r>
              <a:rPr kumimoji="0" lang="en-US" altLang="zh-CN" sz="2400" b="1" i="0" u="none" strike="noStrike" kern="0" cap="none" spc="0" normalizeH="0" baseline="0" noProof="0" dirty="0">
                <a:ln>
                  <a:noFill/>
                </a:ln>
                <a:solidFill>
                  <a:schemeClr val="tx1"/>
                </a:solidFill>
                <a:effectLst>
                  <a:outerShdw blurRad="38100" dist="38100" dir="2700000" algn="tl">
                    <a:srgbClr val="000000"/>
                  </a:outerShdw>
                </a:effectLst>
                <a:uLnTx/>
                <a:uFillTx/>
                <a:latin typeface="Arial" panose="020B0604020202020204" pitchFamily="34" charset="0"/>
                <a:ea typeface="+mn-ea"/>
                <a:cs typeface="+mn-cs"/>
              </a:rPr>
              <a:t>float</a:t>
            </a:r>
            <a:r>
              <a:rPr kumimoji="0" lang="zh-CN" altLang="en-US" sz="2400" b="1" i="0" u="none" strike="noStrike" kern="0" cap="none" spc="0" normalizeH="0" baseline="0" noProof="0" dirty="0">
                <a:ln>
                  <a:noFill/>
                </a:ln>
                <a:solidFill>
                  <a:schemeClr val="tx1"/>
                </a:solidFill>
                <a:effectLst>
                  <a:outerShdw blurRad="38100" dist="38100" dir="2700000" algn="tl">
                    <a:srgbClr val="000000"/>
                  </a:outerShdw>
                </a:effectLst>
                <a:uLnTx/>
                <a:uFillTx/>
                <a:latin typeface="宋体" panose="02010600030101010101" pitchFamily="2" charset="-122"/>
                <a:ea typeface="+mn-ea"/>
                <a:cs typeface="+mn-cs"/>
              </a:rPr>
              <a:t>型数组</a:t>
            </a:r>
            <a:r>
              <a:rPr kumimoji="0" lang="en-US" altLang="zh-CN" sz="2400" b="1" i="0" u="none" strike="noStrike" kern="0" cap="none" spc="0" normalizeH="0" baseline="0" noProof="0" dirty="0">
                <a:ln>
                  <a:noFill/>
                </a:ln>
                <a:solidFill>
                  <a:schemeClr val="tx1"/>
                </a:solidFill>
                <a:effectLst>
                  <a:outerShdw blurRad="38100" dist="38100" dir="2700000" algn="tl">
                    <a:srgbClr val="000000"/>
                  </a:outerShdw>
                </a:effectLst>
                <a:uLnTx/>
                <a:uFillTx/>
                <a:latin typeface="Arial" panose="020B0604020202020204" pitchFamily="34" charset="0"/>
                <a:ea typeface="+mn-ea"/>
                <a:cs typeface="+mn-cs"/>
              </a:rPr>
              <a:t>b</a:t>
            </a:r>
            <a:r>
              <a:rPr kumimoji="0" lang="zh-CN" altLang="en-US" sz="2400" b="1" i="0" u="none" strike="noStrike" kern="0" cap="none" spc="0" normalizeH="0" baseline="0" noProof="0" dirty="0">
                <a:ln>
                  <a:noFill/>
                </a:ln>
                <a:solidFill>
                  <a:schemeClr val="tx1"/>
                </a:solidFill>
                <a:effectLst>
                  <a:outerShdw blurRad="38100" dist="38100" dir="2700000" algn="tl">
                    <a:srgbClr val="000000"/>
                  </a:outerShdw>
                </a:effectLst>
                <a:uLnTx/>
                <a:uFillTx/>
                <a:latin typeface="宋体" panose="02010600030101010101" pitchFamily="2" charset="-122"/>
                <a:ea typeface="+mn-ea"/>
                <a:cs typeface="+mn-cs"/>
              </a:rPr>
              <a:t>包含</a:t>
            </a:r>
            <a:r>
              <a:rPr kumimoji="0" lang="en-US" altLang="zh-CN" sz="2400" b="1" i="0" u="none" strike="noStrike" kern="0" cap="none" spc="0" normalizeH="0" baseline="0" noProof="0" dirty="0">
                <a:ln>
                  <a:noFill/>
                </a:ln>
                <a:solidFill>
                  <a:schemeClr val="tx1"/>
                </a:solidFill>
                <a:effectLst>
                  <a:outerShdw blurRad="38100" dist="38100" dir="2700000" algn="tl">
                    <a:srgbClr val="000000"/>
                  </a:outerShdw>
                </a:effectLst>
                <a:uLnTx/>
                <a:uFillTx/>
                <a:latin typeface="Arial" panose="020B0604020202020204" pitchFamily="34" charset="0"/>
                <a:ea typeface="+mn-ea"/>
                <a:cs typeface="+mn-cs"/>
              </a:rPr>
              <a:t>12</a:t>
            </a:r>
            <a:r>
              <a:rPr kumimoji="0" lang="zh-CN" altLang="en-US" sz="2400" b="1" i="0" u="none" strike="noStrike" kern="0" cap="none" spc="0" normalizeH="0" baseline="0" noProof="0" dirty="0">
                <a:ln>
                  <a:noFill/>
                </a:ln>
                <a:solidFill>
                  <a:schemeClr val="tx1"/>
                </a:solidFill>
                <a:effectLst>
                  <a:outerShdw blurRad="38100" dist="38100" dir="2700000" algn="tl">
                    <a:srgbClr val="000000"/>
                  </a:outerShdw>
                </a:effectLst>
                <a:uLnTx/>
                <a:uFillTx/>
                <a:latin typeface="宋体" panose="02010600030101010101" pitchFamily="2" charset="-122"/>
                <a:ea typeface="+mn-ea"/>
                <a:cs typeface="+mn-cs"/>
              </a:rPr>
              <a:t>个元素</a:t>
            </a:r>
            <a:r>
              <a:rPr kumimoji="0" lang="en-US" altLang="zh-CN" sz="2400" b="1" i="0" u="none" strike="noStrike" kern="0" cap="none" spc="0" normalizeH="0" baseline="0" noProof="0" dirty="0">
                <a:ln>
                  <a:noFill/>
                </a:ln>
                <a:solidFill>
                  <a:schemeClr val="tx1"/>
                </a:solidFill>
                <a:effectLst>
                  <a:outerShdw blurRad="38100" dist="38100" dir="2700000" algn="tl">
                    <a:srgbClr val="000000"/>
                  </a:outerShdw>
                </a:effectLst>
                <a:uLnTx/>
                <a:uFillTx/>
                <a:latin typeface="宋体" panose="02010600030101010101" pitchFamily="2" charset="-122"/>
                <a:ea typeface="+mn-ea"/>
                <a:cs typeface="+mn-cs"/>
              </a:rPr>
              <a:t>,</a:t>
            </a:r>
            <a:r>
              <a:rPr kumimoji="0" lang="zh-CN" altLang="en-US" sz="2400" b="1" i="0" u="none" strike="noStrike" kern="0" cap="none" spc="0" normalizeH="0" baseline="0" noProof="0" dirty="0">
                <a:ln>
                  <a:noFill/>
                </a:ln>
                <a:solidFill>
                  <a:schemeClr val="tx1"/>
                </a:solidFill>
                <a:effectLst>
                  <a:outerShdw blurRad="38100" dist="38100" dir="2700000" algn="tl">
                    <a:srgbClr val="000000"/>
                  </a:outerShdw>
                </a:effectLst>
                <a:uLnTx/>
                <a:uFillTx/>
                <a:latin typeface="宋体" panose="02010600030101010101" pitchFamily="2" charset="-122"/>
                <a:ea typeface="+mn-ea"/>
                <a:cs typeface="+mn-cs"/>
              </a:rPr>
              <a:t>分别是</a:t>
            </a:r>
            <a:endParaRPr kumimoji="0" lang="zh-CN" altLang="en-US" sz="2400" b="1" i="0" u="none" strike="noStrike" kern="0" cap="none" spc="0" normalizeH="0" baseline="0" noProof="0" dirty="0">
              <a:ln>
                <a:noFill/>
              </a:ln>
              <a:solidFill>
                <a:schemeClr val="tx1"/>
              </a:solidFill>
              <a:effectLst>
                <a:outerShdw blurRad="38100" dist="38100" dir="2700000" algn="tl">
                  <a:srgbClr val="000000"/>
                </a:outerShdw>
              </a:effectLst>
              <a:uLnTx/>
              <a:uFillTx/>
              <a:latin typeface="宋体" panose="02010600030101010101" pitchFamily="2" charset="-122"/>
              <a:ea typeface="+mn-ea"/>
              <a:cs typeface="+mn-cs"/>
            </a:endParaRPr>
          </a:p>
          <a:p>
            <a:pPr marL="342900" marR="0" lvl="0" indent="-342900" algn="just" defTabSz="914400" rtl="0" eaLnBrk="1" fontAlgn="base" latinLnBrk="0" hangingPunct="1">
              <a:lnSpc>
                <a:spcPct val="80000"/>
              </a:lnSpc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80000"/>
              <a:buFont typeface="Wingdings" panose="05000000000000000000" pitchFamily="2" charset="2"/>
              <a:buNone/>
              <a:defRPr/>
            </a:pPr>
            <a:endParaRPr kumimoji="0" lang="zh-CN" altLang="en-US" sz="2400" b="1" i="0" u="none" strike="noStrike" kern="0" cap="none" spc="0" normalizeH="0" baseline="0" noProof="0" dirty="0">
              <a:ln>
                <a:noFill/>
              </a:ln>
              <a:solidFill>
                <a:schemeClr val="tx1"/>
              </a:solidFill>
              <a:effectLst>
                <a:outerShdw blurRad="38100" dist="38100" dir="2700000" algn="tl">
                  <a:srgbClr val="000000"/>
                </a:outerShdw>
              </a:effectLst>
              <a:uLnTx/>
              <a:uFillTx/>
              <a:latin typeface="宋体" panose="02010600030101010101" pitchFamily="2" charset="-122"/>
              <a:ea typeface="+mn-ea"/>
              <a:cs typeface="+mn-cs"/>
            </a:endParaRPr>
          </a:p>
          <a:p>
            <a:pPr marL="342900" marR="0" lvl="0" indent="-342900" algn="l" defTabSz="914400" rtl="0" eaLnBrk="1" fontAlgn="base" latinLnBrk="0" hangingPunct="1">
              <a:lnSpc>
                <a:spcPct val="80000"/>
              </a:lnSpc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80000"/>
              <a:buFont typeface="Wingdings" panose="05000000000000000000" pitchFamily="2" charset="2"/>
              <a:buNone/>
              <a:defRPr/>
            </a:pPr>
            <a:r>
              <a:rPr kumimoji="0" lang="zh-CN" altLang="en-US" sz="2000" b="1" i="0" u="none" strike="noStrike" kern="0" cap="none" spc="0" normalizeH="0" baseline="0" noProof="0" dirty="0">
                <a:ln>
                  <a:noFill/>
                </a:ln>
                <a:solidFill>
                  <a:schemeClr val="tx1"/>
                </a:solidFill>
                <a:effectLst>
                  <a:outerShdw blurRad="38100" dist="38100" dir="2700000" algn="tl">
                    <a:srgbClr val="000000"/>
                  </a:outerShdw>
                </a:effectLst>
                <a:uLnTx/>
                <a:uFillTx/>
                <a:latin typeface="Arial" panose="020B0604020202020204" pitchFamily="34" charset="0"/>
                <a:ea typeface="+mn-ea"/>
                <a:cs typeface="+mn-cs"/>
              </a:rPr>
              <a:t>            </a:t>
            </a:r>
            <a:r>
              <a:rPr kumimoji="0" lang="en-US" altLang="zh-CN" sz="2000" b="1" i="0" u="none" strike="noStrike" kern="0" cap="none" spc="0" normalizeH="0" baseline="0" noProof="0" dirty="0">
                <a:ln>
                  <a:noFill/>
                </a:ln>
                <a:solidFill>
                  <a:schemeClr val="tx1"/>
                </a:solidFill>
                <a:effectLst>
                  <a:outerShdw blurRad="38100" dist="38100" dir="2700000" algn="tl">
                    <a:srgbClr val="000000"/>
                  </a:outerShdw>
                </a:effectLst>
                <a:uLnTx/>
                <a:uFillTx/>
                <a:latin typeface="Arial" panose="020B0604020202020204" pitchFamily="34" charset="0"/>
                <a:ea typeface="+mn-ea"/>
                <a:cs typeface="+mn-cs"/>
              </a:rPr>
              <a:t>b[0][0]   b[0][1]   b[0][2]   b[0][3]</a:t>
            </a:r>
            <a:endParaRPr kumimoji="0" lang="en-US" altLang="zh-CN" sz="2000" b="1" i="0" u="none" strike="noStrike" kern="0" cap="none" spc="0" normalizeH="0" baseline="0" noProof="0" dirty="0">
              <a:ln>
                <a:noFill/>
              </a:ln>
              <a:solidFill>
                <a:schemeClr val="tx1"/>
              </a:solidFill>
              <a:effectLst>
                <a:outerShdw blurRad="38100" dist="38100" dir="2700000" algn="tl">
                  <a:srgbClr val="000000"/>
                </a:outerShdw>
              </a:effectLst>
              <a:uLnTx/>
              <a:uFillTx/>
              <a:latin typeface="Arial" panose="020B0604020202020204" pitchFamily="34" charset="0"/>
              <a:ea typeface="+mn-ea"/>
              <a:cs typeface="+mn-cs"/>
            </a:endParaRPr>
          </a:p>
          <a:p>
            <a:pPr marL="342900" marR="0" lvl="0" indent="-342900" algn="just" defTabSz="914400" rtl="0" eaLnBrk="1" fontAlgn="base" latinLnBrk="0" hangingPunct="1">
              <a:lnSpc>
                <a:spcPct val="80000"/>
              </a:lnSpc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80000"/>
              <a:buFont typeface="Wingdings" panose="05000000000000000000" pitchFamily="2" charset="2"/>
              <a:buNone/>
              <a:defRPr/>
            </a:pPr>
            <a:r>
              <a:rPr kumimoji="0" lang="en-US" altLang="zh-CN" sz="2000" b="1" i="0" u="none" strike="noStrike" kern="0" cap="none" spc="0" normalizeH="0" baseline="0" noProof="0" dirty="0">
                <a:ln>
                  <a:noFill/>
                </a:ln>
                <a:solidFill>
                  <a:schemeClr val="tx1"/>
                </a:solidFill>
                <a:effectLst>
                  <a:outerShdw blurRad="38100" dist="38100" dir="2700000" algn="tl">
                    <a:srgbClr val="000000"/>
                  </a:outerShdw>
                </a:effectLst>
                <a:uLnTx/>
                <a:uFillTx/>
                <a:latin typeface="Arial" panose="020B0604020202020204" pitchFamily="34" charset="0"/>
                <a:ea typeface="+mn-ea"/>
                <a:cs typeface="+mn-cs"/>
              </a:rPr>
              <a:t>            b[1][0]   b[1][1]   </a:t>
            </a:r>
            <a:r>
              <a:rPr kumimoji="0" lang="en-US" altLang="zh-CN" sz="2000" b="1" i="0" u="none" strike="noStrike" kern="0" cap="none" spc="0" normalizeH="0" baseline="0" noProof="0" dirty="0">
                <a:ln>
                  <a:noFill/>
                </a:ln>
                <a:solidFill>
                  <a:srgbClr val="FF00FF"/>
                </a:solidFill>
                <a:effectLst>
                  <a:outerShdw blurRad="38100" dist="38100" dir="2700000" algn="tl">
                    <a:srgbClr val="000000"/>
                  </a:outerShdw>
                </a:effectLst>
                <a:uLnTx/>
                <a:uFillTx/>
                <a:latin typeface="Arial" panose="020B0604020202020204" pitchFamily="34" charset="0"/>
                <a:ea typeface="+mn-ea"/>
                <a:cs typeface="+mn-cs"/>
              </a:rPr>
              <a:t>b[1][2]</a:t>
            </a:r>
            <a:r>
              <a:rPr kumimoji="0" lang="en-US" altLang="zh-CN" sz="2000" b="1" i="0" u="none" strike="noStrike" kern="0" cap="none" spc="0" normalizeH="0" baseline="0" noProof="0" dirty="0">
                <a:ln>
                  <a:noFill/>
                </a:ln>
                <a:solidFill>
                  <a:schemeClr val="tx1"/>
                </a:solidFill>
                <a:effectLst>
                  <a:outerShdw blurRad="38100" dist="38100" dir="2700000" algn="tl">
                    <a:srgbClr val="000000"/>
                  </a:outerShdw>
                </a:effectLst>
                <a:uLnTx/>
                <a:uFillTx/>
                <a:latin typeface="Arial" panose="020B0604020202020204" pitchFamily="34" charset="0"/>
                <a:ea typeface="+mn-ea"/>
                <a:cs typeface="+mn-cs"/>
              </a:rPr>
              <a:t>   b[1][3]</a:t>
            </a:r>
            <a:endParaRPr kumimoji="0" lang="en-US" altLang="zh-CN" sz="2000" b="1" i="0" u="none" strike="noStrike" kern="0" cap="none" spc="0" normalizeH="0" baseline="0" noProof="0" dirty="0">
              <a:ln>
                <a:noFill/>
              </a:ln>
              <a:solidFill>
                <a:schemeClr val="tx1"/>
              </a:solidFill>
              <a:effectLst>
                <a:outerShdw blurRad="38100" dist="38100" dir="2700000" algn="tl">
                  <a:srgbClr val="000000"/>
                </a:outerShdw>
              </a:effectLst>
              <a:uLnTx/>
              <a:uFillTx/>
              <a:latin typeface="Arial" panose="020B0604020202020204" pitchFamily="34" charset="0"/>
              <a:ea typeface="+mn-ea"/>
              <a:cs typeface="+mn-cs"/>
            </a:endParaRPr>
          </a:p>
          <a:p>
            <a:pPr marL="342900" marR="0" lvl="0" indent="-342900" algn="just" defTabSz="914400" rtl="0" eaLnBrk="1" fontAlgn="base" latinLnBrk="0" hangingPunct="1">
              <a:lnSpc>
                <a:spcPct val="80000"/>
              </a:lnSpc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80000"/>
              <a:buFont typeface="Wingdings" panose="05000000000000000000" pitchFamily="2" charset="2"/>
              <a:buNone/>
              <a:defRPr/>
            </a:pPr>
            <a:r>
              <a:rPr kumimoji="0" lang="en-US" altLang="zh-CN" sz="2000" b="1" i="0" u="none" strike="noStrike" kern="0" cap="none" spc="0" normalizeH="0" baseline="0" noProof="0" dirty="0">
                <a:ln>
                  <a:noFill/>
                </a:ln>
                <a:solidFill>
                  <a:schemeClr val="tx1"/>
                </a:solidFill>
                <a:effectLst>
                  <a:outerShdw blurRad="38100" dist="38100" dir="2700000" algn="tl">
                    <a:srgbClr val="000000"/>
                  </a:outerShdw>
                </a:effectLst>
                <a:uLnTx/>
                <a:uFillTx/>
                <a:latin typeface="Arial" panose="020B0604020202020204" pitchFamily="34" charset="0"/>
                <a:ea typeface="+mn-ea"/>
                <a:cs typeface="+mn-cs"/>
              </a:rPr>
              <a:t>            b[2][0]   b[2][1]   b[2][2]   b[2][3]</a:t>
            </a:r>
            <a:endParaRPr kumimoji="0" lang="en-US" altLang="zh-CN" sz="2000" b="1" i="0" u="none" strike="noStrike" kern="0" cap="none" spc="0" normalizeH="0" baseline="0" noProof="0" dirty="0">
              <a:ln>
                <a:noFill/>
              </a:ln>
              <a:solidFill>
                <a:schemeClr val="tx1"/>
              </a:solidFill>
              <a:effectLst>
                <a:outerShdw blurRad="38100" dist="38100" dir="2700000" algn="tl">
                  <a:srgbClr val="000000"/>
                </a:outerShdw>
              </a:effectLst>
              <a:uLnTx/>
              <a:uFillTx/>
              <a:latin typeface="Arial" panose="020B0604020202020204" pitchFamily="34" charset="0"/>
              <a:ea typeface="+mn-ea"/>
              <a:cs typeface="+mn-cs"/>
            </a:endParaRPr>
          </a:p>
          <a:p>
            <a:pPr marL="342900" marR="0" lvl="0" indent="-342900" algn="just" defTabSz="914400" rtl="0" eaLnBrk="1" fontAlgn="base" latinLnBrk="0" hangingPunct="1">
              <a:lnSpc>
                <a:spcPct val="80000"/>
              </a:lnSpc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80000"/>
              <a:buFont typeface="Wingdings" panose="05000000000000000000" pitchFamily="2" charset="2"/>
              <a:buNone/>
              <a:defRPr/>
            </a:pPr>
            <a:endParaRPr kumimoji="0" lang="en-US" altLang="zh-CN" sz="2000" b="1" i="0" u="none" strike="noStrike" kern="0" cap="none" spc="0" normalizeH="0" baseline="0" noProof="0" dirty="0">
              <a:ln>
                <a:noFill/>
              </a:ln>
              <a:solidFill>
                <a:srgbClr val="FF00FF"/>
              </a:solidFill>
              <a:effectLst>
                <a:outerShdw blurRad="38100" dist="38100" dir="2700000" algn="tl">
                  <a:srgbClr val="000000"/>
                </a:outerShdw>
              </a:effectLst>
              <a:uLnTx/>
              <a:uFillTx/>
              <a:latin typeface="Arial" panose="020B0604020202020204" pitchFamily="34" charset="0"/>
              <a:ea typeface="+mn-ea"/>
              <a:cs typeface="+mn-cs"/>
            </a:endParaRPr>
          </a:p>
        </p:txBody>
      </p:sp>
      <p:sp>
        <p:nvSpPr>
          <p:cNvPr id="1273860" name="Rectangle 4"/>
          <p:cNvSpPr>
            <a:spLocks noChangeArrowheads="1"/>
          </p:cNvSpPr>
          <p:nvPr/>
        </p:nvSpPr>
        <p:spPr bwMode="auto">
          <a:xfrm>
            <a:off x="6469063" y="476250"/>
            <a:ext cx="5334000" cy="6524625"/>
          </a:xfrm>
          <a:prstGeom prst="rect">
            <a:avLst/>
          </a:prstGeom>
          <a:noFill/>
          <a:ln>
            <a:noFill/>
          </a:ln>
          <a:effectLst/>
        </p:spPr>
        <p:txBody>
          <a:bodyPr/>
          <a:lstStyle/>
          <a:p>
            <a:pPr marL="742950" marR="0" lvl="1" indent="-285750" algn="l" defTabSz="914400" rtl="0" eaLnBrk="1" fontAlgn="base" latinLnBrk="0" hangingPunct="1">
              <a:lnSpc>
                <a:spcPct val="120000"/>
              </a:lnSpc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SzTx/>
              <a:buFontTx/>
              <a:buChar char="–"/>
              <a:defRPr/>
            </a:pPr>
            <a:r>
              <a:rPr kumimoji="0" lang="zh-CN" altLang="en-US" sz="2200" b="1" i="0" u="none" strike="noStrike" kern="1200" cap="none" spc="0" normalizeH="0" baseline="0" noProof="0" dirty="0">
                <a:ln>
                  <a:noFill/>
                </a:ln>
                <a:solidFill>
                  <a:schemeClr val="hlink"/>
                </a:solidFill>
                <a:effectLst>
                  <a:outerShdw blurRad="38100" dist="38100" dir="2700000" algn="tl">
                    <a:srgbClr val="000000"/>
                  </a:outerShdw>
                </a:effectLst>
                <a:uLnTx/>
                <a:uFillTx/>
                <a:latin typeface="Arial" panose="020B0604020202020204" pitchFamily="34" charset="0"/>
                <a:ea typeface="宋体" panose="02010600030101010101" pitchFamily="2" charset="-122"/>
                <a:cs typeface="+mn-cs"/>
              </a:rPr>
              <a:t>赋值：</a:t>
            </a:r>
            <a:r>
              <a:rPr kumimoji="0" lang="zh-CN" altLang="en-US" sz="2200" b="1" i="0" u="none" strike="noStrike" kern="1200" cap="none" spc="0" normalizeH="0" baseline="0" noProof="0" dirty="0">
                <a:ln>
                  <a:noFill/>
                </a:ln>
                <a:solidFill>
                  <a:schemeClr val="tx1"/>
                </a:solidFill>
                <a:effectLst>
                  <a:outerShdw blurRad="38100" dist="38100" dir="2700000" algn="tl">
                    <a:srgbClr val="000000"/>
                  </a:outerShdw>
                </a:effectLst>
                <a:uLnTx/>
                <a:uFillTx/>
                <a:latin typeface="Arial" panose="020B0604020202020204" pitchFamily="34" charset="0"/>
                <a:ea typeface="宋体" panose="02010600030101010101" pitchFamily="2" charset="-122"/>
                <a:cs typeface="+mn-cs"/>
              </a:rPr>
              <a:t> </a:t>
            </a:r>
            <a:endParaRPr kumimoji="0" lang="zh-CN" altLang="en-US" sz="2200" b="1" i="0" u="none" strike="noStrike" kern="1200" cap="none" spc="0" normalizeH="0" baseline="0" noProof="0" dirty="0">
              <a:ln>
                <a:noFill/>
              </a:ln>
              <a:solidFill>
                <a:schemeClr val="tx1"/>
              </a:solidFill>
              <a:effectLst>
                <a:outerShdw blurRad="38100" dist="38100" dir="2700000" algn="tl">
                  <a:srgbClr val="000000"/>
                </a:outerShdw>
              </a:effectLst>
              <a:uLnTx/>
              <a:uFillTx/>
              <a:latin typeface="Arial" panose="020B0604020202020204" pitchFamily="34" charset="0"/>
              <a:ea typeface="宋体" panose="02010600030101010101" pitchFamily="2" charset="-122"/>
              <a:cs typeface="+mn-cs"/>
            </a:endParaRPr>
          </a:p>
          <a:p>
            <a:pPr marL="742950" marR="0" lvl="1" indent="-285750" algn="l" defTabSz="914400" rtl="0" eaLnBrk="1" fontAlgn="base" latinLnBrk="0" hangingPunct="1">
              <a:lnSpc>
                <a:spcPct val="120000"/>
              </a:lnSpc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SzTx/>
              <a:buFontTx/>
              <a:buNone/>
              <a:defRPr/>
            </a:pPr>
            <a:r>
              <a:rPr kumimoji="0" lang="zh-CN" altLang="en-US" sz="2200" b="1" i="0" u="none" strike="noStrike" kern="1200" cap="none" spc="0" normalizeH="0" baseline="0" noProof="0" dirty="0">
                <a:ln>
                  <a:noFill/>
                </a:ln>
                <a:solidFill>
                  <a:schemeClr val="hlink"/>
                </a:solidFill>
                <a:effectLst>
                  <a:outerShdw blurRad="38100" dist="38100" dir="2700000" algn="tl">
                    <a:srgbClr val="000000"/>
                  </a:outerShdw>
                </a:effectLst>
                <a:uLnTx/>
                <a:uFillTx/>
                <a:latin typeface="Arial" panose="020B0604020202020204" pitchFamily="34" charset="0"/>
                <a:ea typeface="宋体" panose="02010600030101010101" pitchFamily="2" charset="-122"/>
                <a:cs typeface="+mn-cs"/>
              </a:rPr>
              <a:t> </a:t>
            </a:r>
            <a:r>
              <a:rPr kumimoji="0" lang="en-US" altLang="zh-CN" sz="2200" b="1" i="0" u="none" strike="noStrike" kern="1200" cap="none" spc="0" normalizeH="0" baseline="0" noProof="0" dirty="0">
                <a:ln>
                  <a:noFill/>
                </a:ln>
                <a:solidFill>
                  <a:schemeClr val="hlink"/>
                </a:solidFill>
                <a:effectLst>
                  <a:outerShdw blurRad="38100" dist="38100" dir="2700000" algn="tl">
                    <a:srgbClr val="000000"/>
                  </a:outerShdw>
                </a:effectLst>
                <a:uLnTx/>
                <a:uFillTx/>
                <a:latin typeface="Arial" panose="020B0604020202020204" pitchFamily="34" charset="0"/>
                <a:ea typeface="宋体" panose="02010600030101010101" pitchFamily="2" charset="-122"/>
                <a:cs typeface="+mn-cs"/>
              </a:rPr>
              <a:t>b[1][2]=89.5;</a:t>
            </a:r>
            <a:endParaRPr kumimoji="0" lang="en-US" altLang="zh-CN" sz="2200" b="1" i="0" u="none" strike="noStrike" kern="1200" cap="none" spc="0" normalizeH="0" baseline="0" noProof="0" dirty="0">
              <a:ln>
                <a:noFill/>
              </a:ln>
              <a:solidFill>
                <a:schemeClr val="hlink"/>
              </a:solidFill>
              <a:effectLst>
                <a:outerShdw blurRad="38100" dist="38100" dir="2700000" algn="tl">
                  <a:srgbClr val="000000"/>
                </a:outerShdw>
              </a:effectLst>
              <a:uLnTx/>
              <a:uFillTx/>
              <a:latin typeface="Arial" panose="020B0604020202020204" pitchFamily="34" charset="0"/>
              <a:ea typeface="宋体" panose="02010600030101010101" pitchFamily="2" charset="-122"/>
              <a:cs typeface="+mn-cs"/>
            </a:endParaRPr>
          </a:p>
          <a:p>
            <a:pPr marL="742950" marR="0" lvl="1" indent="-285750" algn="l" defTabSz="914400" rtl="0" eaLnBrk="1" fontAlgn="base" latinLnBrk="0" hangingPunct="1">
              <a:lnSpc>
                <a:spcPct val="120000"/>
              </a:lnSpc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SzTx/>
              <a:buFontTx/>
              <a:buNone/>
              <a:defRPr/>
            </a:pPr>
            <a:r>
              <a:rPr kumimoji="0" lang="en-US" altLang="zh-CN" sz="2200" b="1" i="0" u="none" strike="noStrike" kern="1200" cap="none" spc="0" normalizeH="0" baseline="0" noProof="0" dirty="0">
                <a:ln>
                  <a:noFill/>
                </a:ln>
                <a:solidFill>
                  <a:schemeClr val="tx1"/>
                </a:solidFill>
                <a:effectLst>
                  <a:outerShdw blurRad="38100" dist="38100" dir="2700000" algn="tl">
                    <a:srgbClr val="000000"/>
                  </a:outerShdw>
                </a:effectLst>
                <a:uLnTx/>
                <a:uFillTx/>
                <a:latin typeface="Tahoma" panose="020B0604030504040204" pitchFamily="34" charset="0"/>
                <a:ea typeface="宋体" panose="02010600030101010101" pitchFamily="2" charset="-122"/>
                <a:cs typeface="+mn-cs"/>
              </a:rPr>
              <a:t>for(i=0;i&lt;3;i++)</a:t>
            </a:r>
            <a:endParaRPr kumimoji="0" lang="en-US" altLang="zh-CN" sz="2200" b="1" i="0" u="none" strike="noStrike" kern="1200" cap="none" spc="0" normalizeH="0" baseline="0" noProof="0" dirty="0">
              <a:ln>
                <a:noFill/>
              </a:ln>
              <a:solidFill>
                <a:schemeClr val="tx1"/>
              </a:solidFill>
              <a:effectLst>
                <a:outerShdw blurRad="38100" dist="38100" dir="2700000" algn="tl">
                  <a:srgbClr val="000000"/>
                </a:outerShdw>
              </a:effectLst>
              <a:uLnTx/>
              <a:uFillTx/>
              <a:latin typeface="Tahoma" panose="020B0604030504040204" pitchFamily="34" charset="0"/>
              <a:ea typeface="宋体" panose="02010600030101010101" pitchFamily="2" charset="-122"/>
              <a:cs typeface="+mn-cs"/>
            </a:endParaRPr>
          </a:p>
          <a:p>
            <a:pPr marL="342900" marR="0" lvl="0" indent="-342900" algn="l" defTabSz="914400" rtl="0" eaLnBrk="1" fontAlgn="base" latinLnBrk="0" hangingPunct="1">
              <a:lnSpc>
                <a:spcPct val="120000"/>
              </a:lnSpc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80000"/>
              <a:buFontTx/>
              <a:buNone/>
              <a:defRPr/>
            </a:pPr>
            <a:r>
              <a:rPr kumimoji="0" lang="en-US" altLang="zh-CN" sz="2200" b="1" i="0" u="none" strike="noStrike" kern="1200" cap="none" spc="0" normalizeH="0" baseline="0" noProof="0" dirty="0">
                <a:ln>
                  <a:noFill/>
                </a:ln>
                <a:solidFill>
                  <a:schemeClr val="tx1"/>
                </a:solidFill>
                <a:effectLst>
                  <a:outerShdw blurRad="38100" dist="38100" dir="2700000" algn="tl">
                    <a:srgbClr val="000000"/>
                  </a:outerShdw>
                </a:effectLst>
                <a:uLnTx/>
                <a:uFillTx/>
                <a:latin typeface="Tahoma" panose="020B0604030504040204" pitchFamily="34" charset="0"/>
                <a:ea typeface="宋体" panose="02010600030101010101" pitchFamily="2" charset="-122"/>
                <a:cs typeface="+mn-cs"/>
              </a:rPr>
              <a:t>            for(j=0;j&lt;4;j++)</a:t>
            </a:r>
            <a:endParaRPr kumimoji="0" lang="en-US" altLang="zh-CN" sz="2200" b="1" i="0" u="none" strike="noStrike" kern="1200" cap="none" spc="0" normalizeH="0" baseline="0" noProof="0" dirty="0">
              <a:ln>
                <a:noFill/>
              </a:ln>
              <a:solidFill>
                <a:schemeClr val="tx1"/>
              </a:solidFill>
              <a:effectLst>
                <a:outerShdw blurRad="38100" dist="38100" dir="2700000" algn="tl">
                  <a:srgbClr val="000000"/>
                </a:outerShdw>
              </a:effectLst>
              <a:uLnTx/>
              <a:uFillTx/>
              <a:latin typeface="Tahoma" panose="020B0604030504040204" pitchFamily="34" charset="0"/>
              <a:ea typeface="宋体" panose="02010600030101010101" pitchFamily="2" charset="-122"/>
              <a:cs typeface="+mn-cs"/>
            </a:endParaRPr>
          </a:p>
          <a:p>
            <a:pPr marL="342900" marR="0" lvl="0" indent="-342900" algn="l" defTabSz="914400" rtl="0" eaLnBrk="1" fontAlgn="base" latinLnBrk="0" hangingPunct="1">
              <a:lnSpc>
                <a:spcPct val="120000"/>
              </a:lnSpc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80000"/>
              <a:buFontTx/>
              <a:buNone/>
              <a:defRPr/>
            </a:pPr>
            <a:r>
              <a:rPr kumimoji="0" lang="en-US" altLang="zh-CN" sz="2200" b="1" i="0" u="none" strike="noStrike" kern="1200" cap="none" spc="0" normalizeH="0" baseline="0" noProof="0" dirty="0">
                <a:ln>
                  <a:noFill/>
                </a:ln>
                <a:solidFill>
                  <a:schemeClr val="tx1"/>
                </a:solidFill>
                <a:effectLst>
                  <a:outerShdw blurRad="38100" dist="38100" dir="2700000" algn="tl">
                    <a:srgbClr val="000000"/>
                  </a:outerShdw>
                </a:effectLst>
                <a:uLnTx/>
                <a:uFillTx/>
                <a:latin typeface="Tahoma" panose="020B0604030504040204" pitchFamily="34" charset="0"/>
                <a:ea typeface="宋体" panose="02010600030101010101" pitchFamily="2" charset="-122"/>
                <a:cs typeface="+mn-cs"/>
              </a:rPr>
              <a:t>                  	b[i][j]=0.0;</a:t>
            </a:r>
            <a:endParaRPr kumimoji="0" lang="en-US" altLang="zh-CN" sz="2200" b="1" i="0" u="none" strike="noStrike" kern="1200" cap="none" spc="0" normalizeH="0" baseline="0" noProof="0" dirty="0">
              <a:ln>
                <a:noFill/>
              </a:ln>
              <a:solidFill>
                <a:schemeClr val="tx1"/>
              </a:solidFill>
              <a:effectLst>
                <a:outerShdw blurRad="38100" dist="38100" dir="2700000" algn="tl">
                  <a:srgbClr val="000000"/>
                </a:outerShdw>
              </a:effectLst>
              <a:uLnTx/>
              <a:uFillTx/>
              <a:latin typeface="Arial" panose="020B0604020202020204" pitchFamily="34" charset="0"/>
              <a:ea typeface="宋体" panose="02010600030101010101" pitchFamily="2" charset="-122"/>
              <a:cs typeface="+mn-cs"/>
            </a:endParaRPr>
          </a:p>
          <a:p>
            <a:pPr marL="742950" marR="0" lvl="1" indent="-285750" algn="l" defTabSz="914400" rtl="0" eaLnBrk="1" fontAlgn="base" latinLnBrk="0" hangingPunct="1">
              <a:lnSpc>
                <a:spcPct val="120000"/>
              </a:lnSpc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SzTx/>
              <a:buFontTx/>
              <a:buChar char="–"/>
              <a:defRPr/>
            </a:pPr>
            <a:r>
              <a:rPr kumimoji="0" lang="zh-CN" altLang="en-US" sz="2200" b="1" i="0" u="none" strike="noStrike" kern="1200" cap="none" spc="0" normalizeH="0" baseline="0" noProof="0" dirty="0">
                <a:ln>
                  <a:noFill/>
                </a:ln>
                <a:solidFill>
                  <a:schemeClr val="hlink"/>
                </a:solidFill>
                <a:effectLst>
                  <a:outerShdw blurRad="38100" dist="38100" dir="2700000" algn="tl">
                    <a:srgbClr val="000000"/>
                  </a:outerShdw>
                </a:effectLst>
                <a:uLnTx/>
                <a:uFillTx/>
                <a:latin typeface="Tahoma" panose="020B0604030504040204" pitchFamily="34" charset="0"/>
                <a:ea typeface="宋体" panose="02010600030101010101" pitchFamily="2" charset="-122"/>
                <a:cs typeface="+mn-cs"/>
              </a:rPr>
              <a:t>输入：</a:t>
            </a:r>
            <a:endParaRPr kumimoji="0" lang="zh-CN" altLang="en-US" sz="2200" b="1" i="0" u="none" strike="noStrike" kern="1200" cap="none" spc="0" normalizeH="0" baseline="0" noProof="0" dirty="0">
              <a:ln>
                <a:noFill/>
              </a:ln>
              <a:solidFill>
                <a:schemeClr val="hlink"/>
              </a:solidFill>
              <a:effectLst>
                <a:outerShdw blurRad="38100" dist="38100" dir="2700000" algn="tl">
                  <a:srgbClr val="000000"/>
                </a:outerShdw>
              </a:effectLst>
              <a:uLnTx/>
              <a:uFillTx/>
              <a:latin typeface="Tahoma" panose="020B0604030504040204" pitchFamily="34" charset="0"/>
              <a:ea typeface="宋体" panose="02010600030101010101" pitchFamily="2" charset="-122"/>
              <a:cs typeface="+mn-cs"/>
            </a:endParaRPr>
          </a:p>
          <a:p>
            <a:pPr marL="742950" marR="0" lvl="1" indent="-285750" algn="l" defTabSz="914400" rtl="0" eaLnBrk="1" fontAlgn="base" latinLnBrk="0" hangingPunct="1">
              <a:lnSpc>
                <a:spcPct val="120000"/>
              </a:lnSpc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SzTx/>
              <a:buFontTx/>
              <a:buNone/>
              <a:defRPr/>
            </a:pPr>
            <a:r>
              <a:rPr kumimoji="0" lang="zh-CN" altLang="en-US" sz="2200" b="1" i="0" u="none" strike="noStrike" kern="1200" cap="none" spc="0" normalizeH="0" baseline="0" noProof="0" dirty="0">
                <a:ln>
                  <a:noFill/>
                </a:ln>
                <a:solidFill>
                  <a:schemeClr val="tx1"/>
                </a:solidFill>
                <a:effectLst>
                  <a:outerShdw blurRad="38100" dist="38100" dir="2700000" algn="tl">
                    <a:srgbClr val="000000"/>
                  </a:outerShdw>
                </a:effectLst>
                <a:uLnTx/>
                <a:uFillTx/>
                <a:latin typeface="Tahoma" panose="020B0604030504040204" pitchFamily="34" charset="0"/>
                <a:ea typeface="宋体" panose="02010600030101010101" pitchFamily="2" charset="-122"/>
                <a:cs typeface="+mn-cs"/>
              </a:rPr>
              <a:t> </a:t>
            </a:r>
            <a:r>
              <a:rPr kumimoji="0" lang="en-US" altLang="zh-CN" sz="2200" b="1" i="0" u="none" strike="noStrike" kern="1200" cap="none" spc="0" normalizeH="0" baseline="0" noProof="0" dirty="0">
                <a:ln>
                  <a:noFill/>
                </a:ln>
                <a:solidFill>
                  <a:schemeClr val="tx1"/>
                </a:solidFill>
                <a:effectLst>
                  <a:outerShdw blurRad="38100" dist="38100" dir="2700000" algn="tl">
                    <a:srgbClr val="000000"/>
                  </a:outerShdw>
                </a:effectLst>
                <a:uLnTx/>
                <a:uFillTx/>
                <a:latin typeface="Tahoma" panose="020B0604030504040204" pitchFamily="34" charset="0"/>
                <a:ea typeface="宋体" panose="02010600030101010101" pitchFamily="2" charset="-122"/>
                <a:cs typeface="+mn-cs"/>
              </a:rPr>
              <a:t>for(i=0;i&lt;3;i++)</a:t>
            </a:r>
            <a:endParaRPr kumimoji="0" lang="en-US" altLang="zh-CN" sz="2200" b="1" i="0" u="none" strike="noStrike" kern="1200" cap="none" spc="0" normalizeH="0" baseline="0" noProof="0" dirty="0">
              <a:ln>
                <a:noFill/>
              </a:ln>
              <a:solidFill>
                <a:schemeClr val="tx1"/>
              </a:solidFill>
              <a:effectLst>
                <a:outerShdw blurRad="38100" dist="38100" dir="2700000" algn="tl">
                  <a:srgbClr val="000000"/>
                </a:outerShdw>
              </a:effectLst>
              <a:uLnTx/>
              <a:uFillTx/>
              <a:latin typeface="Tahoma" panose="020B0604030504040204" pitchFamily="34" charset="0"/>
              <a:ea typeface="宋体" panose="02010600030101010101" pitchFamily="2" charset="-122"/>
              <a:cs typeface="+mn-cs"/>
            </a:endParaRPr>
          </a:p>
          <a:p>
            <a:pPr marL="342900" marR="0" lvl="0" indent="-342900" algn="l" defTabSz="914400" rtl="0" eaLnBrk="1" fontAlgn="base" latinLnBrk="0" hangingPunct="1">
              <a:lnSpc>
                <a:spcPct val="120000"/>
              </a:lnSpc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80000"/>
              <a:buFontTx/>
              <a:buNone/>
              <a:defRPr/>
            </a:pPr>
            <a:r>
              <a:rPr kumimoji="0" lang="en-US" altLang="zh-CN" sz="2200" b="1" i="0" u="none" strike="noStrike" kern="1200" cap="none" spc="0" normalizeH="0" baseline="0" noProof="0" dirty="0">
                <a:ln>
                  <a:noFill/>
                </a:ln>
                <a:solidFill>
                  <a:schemeClr val="tx1"/>
                </a:solidFill>
                <a:effectLst>
                  <a:outerShdw blurRad="38100" dist="38100" dir="2700000" algn="tl">
                    <a:srgbClr val="000000"/>
                  </a:outerShdw>
                </a:effectLst>
                <a:uLnTx/>
                <a:uFillTx/>
                <a:latin typeface="Tahoma" panose="020B0604030504040204" pitchFamily="34" charset="0"/>
                <a:ea typeface="宋体" panose="02010600030101010101" pitchFamily="2" charset="-122"/>
                <a:cs typeface="+mn-cs"/>
              </a:rPr>
              <a:t>            for(j=0;j&lt;4;j++)</a:t>
            </a:r>
            <a:endParaRPr kumimoji="0" lang="en-US" altLang="zh-CN" sz="2200" b="1" i="0" u="none" strike="noStrike" kern="1200" cap="none" spc="0" normalizeH="0" baseline="0" noProof="0" dirty="0">
              <a:ln>
                <a:noFill/>
              </a:ln>
              <a:solidFill>
                <a:schemeClr val="tx1"/>
              </a:solidFill>
              <a:effectLst>
                <a:outerShdw blurRad="38100" dist="38100" dir="2700000" algn="tl">
                  <a:srgbClr val="000000"/>
                </a:outerShdw>
              </a:effectLst>
              <a:uLnTx/>
              <a:uFillTx/>
              <a:latin typeface="Tahoma" panose="020B0604030504040204" pitchFamily="34" charset="0"/>
              <a:ea typeface="宋体" panose="02010600030101010101" pitchFamily="2" charset="-122"/>
              <a:cs typeface="+mn-cs"/>
            </a:endParaRPr>
          </a:p>
          <a:p>
            <a:pPr marL="342900" marR="0" lvl="0" indent="-342900" algn="l" defTabSz="914400" rtl="0" eaLnBrk="1" fontAlgn="base" latinLnBrk="0" hangingPunct="1">
              <a:lnSpc>
                <a:spcPct val="120000"/>
              </a:lnSpc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80000"/>
              <a:buFontTx/>
              <a:buNone/>
              <a:defRPr/>
            </a:pPr>
            <a:r>
              <a:rPr kumimoji="0" lang="en-US" altLang="zh-CN" sz="2200" b="1" i="0" u="none" strike="noStrike" kern="1200" cap="none" spc="0" normalizeH="0" baseline="0" noProof="0" dirty="0">
                <a:ln>
                  <a:noFill/>
                </a:ln>
                <a:solidFill>
                  <a:schemeClr val="tx1"/>
                </a:solidFill>
                <a:effectLst>
                  <a:outerShdw blurRad="38100" dist="38100" dir="2700000" algn="tl">
                    <a:srgbClr val="000000"/>
                  </a:outerShdw>
                </a:effectLst>
                <a:uLnTx/>
                <a:uFillTx/>
                <a:latin typeface="Tahoma" panose="020B0604030504040204" pitchFamily="34" charset="0"/>
                <a:ea typeface="宋体" panose="02010600030101010101" pitchFamily="2" charset="-122"/>
                <a:cs typeface="+mn-cs"/>
              </a:rPr>
              <a:t>              	</a:t>
            </a:r>
            <a:r>
              <a:rPr kumimoji="0" lang="en-US" altLang="zh-CN" sz="2200" b="1" i="0" u="none" strike="noStrike" kern="1200" cap="none" spc="0" normalizeH="0" baseline="0" noProof="0" dirty="0" err="1">
                <a:ln>
                  <a:noFill/>
                </a:ln>
                <a:solidFill>
                  <a:schemeClr val="tx1"/>
                </a:solidFill>
                <a:effectLst>
                  <a:outerShdw blurRad="38100" dist="38100" dir="2700000" algn="tl">
                    <a:srgbClr val="000000"/>
                  </a:outerShdw>
                </a:effectLst>
                <a:uLnTx/>
                <a:uFillTx/>
                <a:latin typeface="Tahoma" panose="020B0604030504040204" pitchFamily="34" charset="0"/>
                <a:ea typeface="宋体" panose="02010600030101010101" pitchFamily="2" charset="-122"/>
                <a:cs typeface="+mn-cs"/>
              </a:rPr>
              <a:t>scanf</a:t>
            </a:r>
            <a:r>
              <a:rPr kumimoji="0" lang="en-US" altLang="zh-CN" sz="2200" b="1" i="0" u="none" strike="noStrike" kern="1200" cap="none" spc="0" normalizeH="0" baseline="0" noProof="0" dirty="0">
                <a:ln>
                  <a:noFill/>
                </a:ln>
                <a:solidFill>
                  <a:schemeClr val="tx1"/>
                </a:solidFill>
                <a:effectLst>
                  <a:outerShdw blurRad="38100" dist="38100" dir="2700000" algn="tl">
                    <a:srgbClr val="000000"/>
                  </a:outerShdw>
                </a:effectLst>
                <a:uLnTx/>
                <a:uFillTx/>
                <a:latin typeface="Tahoma" panose="020B0604030504040204" pitchFamily="34" charset="0"/>
                <a:ea typeface="宋体" panose="02010600030101010101" pitchFamily="2" charset="-122"/>
                <a:cs typeface="+mn-cs"/>
              </a:rPr>
              <a:t>(</a:t>
            </a:r>
            <a:r>
              <a:rPr kumimoji="0" lang="en-US" altLang="zh-CN" sz="2200" b="1" i="0" u="none" strike="noStrike" kern="1200" cap="none" spc="0" normalizeH="0" baseline="0" noProof="0" dirty="0">
                <a:ln>
                  <a:noFill/>
                </a:ln>
                <a:solidFill>
                  <a:schemeClr val="tx1"/>
                </a:solidFill>
                <a:effectLst>
                  <a:outerShdw blurRad="38100" dist="38100" dir="2700000" algn="tl">
                    <a:srgbClr val="000000"/>
                  </a:outerShdw>
                </a:effectLst>
                <a:uLnTx/>
                <a:uFillTx/>
                <a:latin typeface="Arial" panose="020B0604020202020204"/>
                <a:ea typeface="宋体" panose="02010600030101010101" pitchFamily="2" charset="-122"/>
                <a:cs typeface="+mn-cs"/>
              </a:rPr>
              <a:t>“</a:t>
            </a:r>
            <a:r>
              <a:rPr kumimoji="0" lang="en-US" altLang="zh-CN" sz="2200" b="1" i="0" u="none" strike="noStrike" kern="1200" cap="none" spc="0" normalizeH="0" baseline="0" noProof="0" dirty="0">
                <a:ln>
                  <a:noFill/>
                </a:ln>
                <a:solidFill>
                  <a:schemeClr val="tx1"/>
                </a:solidFill>
                <a:effectLst>
                  <a:outerShdw blurRad="38100" dist="38100" dir="2700000" algn="tl">
                    <a:srgbClr val="000000"/>
                  </a:outerShdw>
                </a:effectLst>
                <a:uLnTx/>
                <a:uFillTx/>
                <a:latin typeface="Tahoma" panose="020B0604030504040204" pitchFamily="34" charset="0"/>
                <a:ea typeface="宋体" panose="02010600030101010101" pitchFamily="2" charset="-122"/>
                <a:cs typeface="+mn-cs"/>
              </a:rPr>
              <a:t>%lf</a:t>
            </a:r>
            <a:r>
              <a:rPr kumimoji="0" lang="en-US" altLang="zh-CN" sz="2200" b="1" i="0" u="none" strike="noStrike" kern="1200" cap="none" spc="0" normalizeH="0" baseline="0" noProof="0" dirty="0">
                <a:ln>
                  <a:noFill/>
                </a:ln>
                <a:solidFill>
                  <a:schemeClr val="tx1"/>
                </a:solidFill>
                <a:effectLst>
                  <a:outerShdw blurRad="38100" dist="38100" dir="2700000" algn="tl">
                    <a:srgbClr val="000000"/>
                  </a:outerShdw>
                </a:effectLst>
                <a:uLnTx/>
                <a:uFillTx/>
                <a:latin typeface="Arial" panose="020B0604020202020204"/>
                <a:ea typeface="宋体" panose="02010600030101010101" pitchFamily="2" charset="-122"/>
                <a:cs typeface="+mn-cs"/>
              </a:rPr>
              <a:t>”</a:t>
            </a:r>
            <a:r>
              <a:rPr kumimoji="0" lang="en-US" altLang="zh-CN" sz="2200" b="1" i="0" u="none" strike="noStrike" kern="1200" cap="none" spc="0" normalizeH="0" baseline="0" noProof="0" dirty="0">
                <a:ln>
                  <a:noFill/>
                </a:ln>
                <a:solidFill>
                  <a:schemeClr val="tx1"/>
                </a:solidFill>
                <a:effectLst>
                  <a:outerShdw blurRad="38100" dist="38100" dir="2700000" algn="tl">
                    <a:srgbClr val="000000"/>
                  </a:outerShdw>
                </a:effectLst>
                <a:uLnTx/>
                <a:uFillTx/>
                <a:latin typeface="Tahoma" panose="020B0604030504040204" pitchFamily="34" charset="0"/>
                <a:ea typeface="宋体" panose="02010600030101010101" pitchFamily="2" charset="-122"/>
                <a:cs typeface="+mn-cs"/>
              </a:rPr>
              <a:t>, </a:t>
            </a:r>
            <a:r>
              <a:rPr kumimoji="0" lang="en-US" altLang="zh-CN" sz="2200" b="1" i="0" u="none" strike="noStrike" kern="1200" cap="none" spc="0" normalizeH="0" baseline="0" noProof="0" dirty="0">
                <a:ln>
                  <a:noFill/>
                </a:ln>
                <a:solidFill>
                  <a:srgbClr val="F608E8"/>
                </a:solidFill>
                <a:effectLst>
                  <a:outerShdw blurRad="38100" dist="38100" dir="2700000" algn="tl">
                    <a:srgbClr val="000000"/>
                  </a:outerShdw>
                </a:effectLst>
                <a:uLnTx/>
                <a:uFillTx/>
                <a:latin typeface="Tahoma" panose="020B0604030504040204" pitchFamily="34" charset="0"/>
                <a:ea typeface="宋体" panose="02010600030101010101" pitchFamily="2" charset="-122"/>
                <a:cs typeface="+mn-cs"/>
              </a:rPr>
              <a:t>&amp;b[i][j]</a:t>
            </a:r>
            <a:r>
              <a:rPr kumimoji="0" lang="en-US" altLang="zh-CN" sz="2200" b="1" i="0" u="none" strike="noStrike" kern="1200" cap="none" spc="0" normalizeH="0" baseline="0" noProof="0" dirty="0">
                <a:ln>
                  <a:noFill/>
                </a:ln>
                <a:solidFill>
                  <a:schemeClr val="tx1"/>
                </a:solidFill>
                <a:effectLst>
                  <a:outerShdw blurRad="38100" dist="38100" dir="2700000" algn="tl">
                    <a:srgbClr val="000000"/>
                  </a:outerShdw>
                </a:effectLst>
                <a:uLnTx/>
                <a:uFillTx/>
                <a:latin typeface="Tahoma" panose="020B0604030504040204" pitchFamily="34" charset="0"/>
                <a:ea typeface="宋体" panose="02010600030101010101" pitchFamily="2" charset="-122"/>
                <a:cs typeface="+mn-cs"/>
              </a:rPr>
              <a:t>);</a:t>
            </a:r>
            <a:endParaRPr kumimoji="0" lang="en-US" altLang="zh-CN" sz="2200" b="1" i="0" u="none" strike="noStrike" kern="1200" cap="none" spc="0" normalizeH="0" baseline="0" noProof="0" dirty="0">
              <a:ln>
                <a:noFill/>
              </a:ln>
              <a:solidFill>
                <a:schemeClr val="tx1"/>
              </a:solidFill>
              <a:effectLst>
                <a:outerShdw blurRad="38100" dist="38100" dir="2700000" algn="tl">
                  <a:srgbClr val="000000"/>
                </a:outerShdw>
              </a:effectLst>
              <a:uLnTx/>
              <a:uFillTx/>
              <a:latin typeface="Tahoma" panose="020B0604030504040204" pitchFamily="34" charset="0"/>
              <a:ea typeface="宋体" panose="02010600030101010101" pitchFamily="2" charset="-122"/>
              <a:cs typeface="+mn-cs"/>
            </a:endParaRPr>
          </a:p>
          <a:p>
            <a:pPr marL="742950" marR="0" lvl="1" indent="-285750" algn="l" defTabSz="914400" rtl="0" eaLnBrk="1" fontAlgn="base" latinLnBrk="0" hangingPunct="1">
              <a:lnSpc>
                <a:spcPct val="120000"/>
              </a:lnSpc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SzTx/>
              <a:buFontTx/>
              <a:buChar char="–"/>
              <a:defRPr/>
            </a:pPr>
            <a:r>
              <a:rPr kumimoji="0" lang="zh-CN" altLang="en-US" sz="2200" b="1" i="0" u="none" strike="noStrike" kern="1200" cap="none" spc="0" normalizeH="0" baseline="0" noProof="0" dirty="0">
                <a:ln>
                  <a:noFill/>
                </a:ln>
                <a:solidFill>
                  <a:schemeClr val="hlink"/>
                </a:solidFill>
                <a:effectLst>
                  <a:outerShdw blurRad="38100" dist="38100" dir="2700000" algn="tl">
                    <a:srgbClr val="000000"/>
                  </a:outerShdw>
                </a:effectLst>
                <a:uLnTx/>
                <a:uFillTx/>
                <a:latin typeface="Tahoma" panose="020B0604030504040204" pitchFamily="34" charset="0"/>
                <a:ea typeface="宋体" panose="02010600030101010101" pitchFamily="2" charset="-122"/>
                <a:cs typeface="+mn-cs"/>
              </a:rPr>
              <a:t>输出：</a:t>
            </a:r>
            <a:endParaRPr kumimoji="0" lang="zh-CN" altLang="en-US" sz="2200" b="1" i="0" u="none" strike="noStrike" kern="1200" cap="none" spc="0" normalizeH="0" baseline="0" noProof="0" dirty="0">
              <a:ln>
                <a:noFill/>
              </a:ln>
              <a:solidFill>
                <a:schemeClr val="hlink"/>
              </a:solidFill>
              <a:effectLst>
                <a:outerShdw blurRad="38100" dist="38100" dir="2700000" algn="tl">
                  <a:srgbClr val="000000"/>
                </a:outerShdw>
              </a:effectLst>
              <a:uLnTx/>
              <a:uFillTx/>
              <a:latin typeface="Tahoma" panose="020B0604030504040204" pitchFamily="34" charset="0"/>
              <a:ea typeface="宋体" panose="02010600030101010101" pitchFamily="2" charset="-122"/>
              <a:cs typeface="+mn-cs"/>
            </a:endParaRPr>
          </a:p>
          <a:p>
            <a:pPr marL="742950" marR="0" lvl="1" indent="-285750" algn="l" defTabSz="914400" rtl="0" eaLnBrk="1" fontAlgn="base" latinLnBrk="0" hangingPunct="1">
              <a:lnSpc>
                <a:spcPct val="120000"/>
              </a:lnSpc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SzTx/>
              <a:buFontTx/>
              <a:buNone/>
              <a:defRPr/>
            </a:pPr>
            <a:r>
              <a:rPr kumimoji="0" lang="zh-CN" altLang="en-US" sz="2200" b="1" i="0" u="none" strike="noStrike" kern="1200" cap="none" spc="0" normalizeH="0" baseline="0" noProof="0" dirty="0">
                <a:ln>
                  <a:noFill/>
                </a:ln>
                <a:solidFill>
                  <a:schemeClr val="tx1"/>
                </a:solidFill>
                <a:effectLst>
                  <a:outerShdw blurRad="38100" dist="38100" dir="2700000" algn="tl">
                    <a:srgbClr val="000000"/>
                  </a:outerShdw>
                </a:effectLst>
                <a:uLnTx/>
                <a:uFillTx/>
                <a:latin typeface="Tahoma" panose="020B0604030504040204" pitchFamily="34" charset="0"/>
                <a:ea typeface="宋体" panose="02010600030101010101" pitchFamily="2" charset="-122"/>
                <a:cs typeface="+mn-cs"/>
              </a:rPr>
              <a:t> </a:t>
            </a:r>
            <a:r>
              <a:rPr kumimoji="0" lang="en-US" altLang="zh-CN" sz="2200" b="1" i="0" u="none" strike="noStrike" kern="1200" cap="none" spc="0" normalizeH="0" baseline="0" noProof="0" dirty="0">
                <a:ln>
                  <a:noFill/>
                </a:ln>
                <a:solidFill>
                  <a:schemeClr val="tx1"/>
                </a:solidFill>
                <a:effectLst>
                  <a:outerShdw blurRad="38100" dist="38100" dir="2700000" algn="tl">
                    <a:srgbClr val="000000"/>
                  </a:outerShdw>
                </a:effectLst>
                <a:uLnTx/>
                <a:uFillTx/>
                <a:latin typeface="Tahoma" panose="020B0604030504040204" pitchFamily="34" charset="0"/>
                <a:ea typeface="宋体" panose="02010600030101010101" pitchFamily="2" charset="-122"/>
                <a:cs typeface="+mn-cs"/>
              </a:rPr>
              <a:t>for(i=0;i&lt;3;i++)</a:t>
            </a:r>
            <a:endParaRPr kumimoji="0" lang="en-US" altLang="zh-CN" sz="2200" b="1" i="0" u="none" strike="noStrike" kern="1200" cap="none" spc="0" normalizeH="0" baseline="0" noProof="0" dirty="0">
              <a:ln>
                <a:noFill/>
              </a:ln>
              <a:solidFill>
                <a:schemeClr val="tx1"/>
              </a:solidFill>
              <a:effectLst>
                <a:outerShdw blurRad="38100" dist="38100" dir="2700000" algn="tl">
                  <a:srgbClr val="000000"/>
                </a:outerShdw>
              </a:effectLst>
              <a:uLnTx/>
              <a:uFillTx/>
              <a:latin typeface="Tahoma" panose="020B0604030504040204" pitchFamily="34" charset="0"/>
              <a:ea typeface="宋体" panose="02010600030101010101" pitchFamily="2" charset="-122"/>
              <a:cs typeface="+mn-cs"/>
            </a:endParaRPr>
          </a:p>
          <a:p>
            <a:pPr marL="342900" marR="0" lvl="0" indent="-342900" algn="l" defTabSz="914400" rtl="0" eaLnBrk="1" fontAlgn="base" latinLnBrk="0" hangingPunct="1">
              <a:lnSpc>
                <a:spcPct val="120000"/>
              </a:lnSpc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80000"/>
              <a:buFontTx/>
              <a:buNone/>
              <a:defRPr/>
            </a:pPr>
            <a:r>
              <a:rPr kumimoji="0" lang="en-US" altLang="zh-CN" sz="2200" b="1" i="0" u="none" strike="noStrike" kern="1200" cap="none" spc="0" normalizeH="0" baseline="0" noProof="0" dirty="0">
                <a:ln>
                  <a:noFill/>
                </a:ln>
                <a:solidFill>
                  <a:schemeClr val="tx1"/>
                </a:solidFill>
                <a:effectLst>
                  <a:outerShdw blurRad="38100" dist="38100" dir="2700000" algn="tl">
                    <a:srgbClr val="000000"/>
                  </a:outerShdw>
                </a:effectLst>
                <a:uLnTx/>
                <a:uFillTx/>
                <a:latin typeface="Tahoma" panose="020B0604030504040204" pitchFamily="34" charset="0"/>
                <a:ea typeface="宋体" panose="02010600030101010101" pitchFamily="2" charset="-122"/>
                <a:cs typeface="+mn-cs"/>
              </a:rPr>
              <a:t>            for(j=0;j&lt;4;j++) </a:t>
            </a:r>
            <a:endParaRPr kumimoji="0" lang="en-US" altLang="zh-CN" sz="2200" b="1" i="0" u="none" strike="noStrike" kern="1200" cap="none" spc="0" normalizeH="0" baseline="0" noProof="0" dirty="0">
              <a:ln>
                <a:noFill/>
              </a:ln>
              <a:solidFill>
                <a:schemeClr val="tx1"/>
              </a:solidFill>
              <a:effectLst>
                <a:outerShdw blurRad="38100" dist="38100" dir="2700000" algn="tl">
                  <a:srgbClr val="000000"/>
                </a:outerShdw>
              </a:effectLst>
              <a:uLnTx/>
              <a:uFillTx/>
              <a:latin typeface="Tahoma" panose="020B0604030504040204" pitchFamily="34" charset="0"/>
              <a:ea typeface="宋体" panose="02010600030101010101" pitchFamily="2" charset="-122"/>
              <a:cs typeface="+mn-cs"/>
            </a:endParaRPr>
          </a:p>
          <a:p>
            <a:pPr marL="342900" marR="0" lvl="0" indent="-342900" algn="l" defTabSz="914400" rtl="0" eaLnBrk="1" fontAlgn="base" latinLnBrk="0" hangingPunct="1">
              <a:lnSpc>
                <a:spcPct val="120000"/>
              </a:lnSpc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80000"/>
              <a:buFontTx/>
              <a:buNone/>
              <a:defRPr/>
            </a:pPr>
            <a:r>
              <a:rPr kumimoji="0" lang="en-US" altLang="zh-CN" sz="2200" b="1" i="0" u="none" strike="noStrike" kern="1200" cap="none" spc="0" normalizeH="0" baseline="0" noProof="0" dirty="0">
                <a:ln>
                  <a:noFill/>
                </a:ln>
                <a:solidFill>
                  <a:schemeClr val="tx1"/>
                </a:solidFill>
                <a:effectLst>
                  <a:outerShdw blurRad="38100" dist="38100" dir="2700000" algn="tl">
                    <a:srgbClr val="000000"/>
                  </a:outerShdw>
                </a:effectLst>
                <a:uLnTx/>
                <a:uFillTx/>
                <a:latin typeface="Tahoma" panose="020B0604030504040204" pitchFamily="34" charset="0"/>
                <a:ea typeface="宋体" panose="02010600030101010101" pitchFamily="2" charset="-122"/>
                <a:cs typeface="+mn-cs"/>
              </a:rPr>
              <a:t>                 	</a:t>
            </a:r>
            <a:r>
              <a:rPr kumimoji="0" lang="en-US" altLang="zh-CN" sz="2200" b="1" i="0" u="none" strike="noStrike" kern="1200" cap="none" spc="0" normalizeH="0" baseline="0" noProof="0" dirty="0" err="1">
                <a:ln>
                  <a:noFill/>
                </a:ln>
                <a:solidFill>
                  <a:schemeClr val="tx1"/>
                </a:solidFill>
                <a:effectLst>
                  <a:outerShdw blurRad="38100" dist="38100" dir="2700000" algn="tl">
                    <a:srgbClr val="000000"/>
                  </a:outerShdw>
                </a:effectLst>
                <a:uLnTx/>
                <a:uFillTx/>
                <a:latin typeface="Tahoma" panose="020B0604030504040204" pitchFamily="34" charset="0"/>
                <a:ea typeface="宋体" panose="02010600030101010101" pitchFamily="2" charset="-122"/>
                <a:cs typeface="+mn-cs"/>
              </a:rPr>
              <a:t>printf</a:t>
            </a:r>
            <a:r>
              <a:rPr kumimoji="0" lang="en-US" altLang="zh-CN" sz="2200" b="1" i="0" u="none" strike="noStrike" kern="1200" cap="none" spc="0" normalizeH="0" baseline="0" noProof="0" dirty="0">
                <a:ln>
                  <a:noFill/>
                </a:ln>
                <a:solidFill>
                  <a:schemeClr val="tx1"/>
                </a:solidFill>
                <a:effectLst>
                  <a:outerShdw blurRad="38100" dist="38100" dir="2700000" algn="tl">
                    <a:srgbClr val="000000"/>
                  </a:outerShdw>
                </a:effectLst>
                <a:uLnTx/>
                <a:uFillTx/>
                <a:latin typeface="Tahoma" panose="020B0604030504040204" pitchFamily="34" charset="0"/>
                <a:ea typeface="宋体" panose="02010600030101010101" pitchFamily="2" charset="-122"/>
                <a:cs typeface="+mn-cs"/>
              </a:rPr>
              <a:t>(</a:t>
            </a:r>
            <a:r>
              <a:rPr kumimoji="0" lang="en-US" altLang="zh-CN" sz="2200" b="1" i="0" u="none" strike="noStrike" kern="1200" cap="none" spc="0" normalizeH="0" baseline="0" noProof="0" dirty="0">
                <a:ln>
                  <a:noFill/>
                </a:ln>
                <a:solidFill>
                  <a:schemeClr val="tx1"/>
                </a:solidFill>
                <a:effectLst>
                  <a:outerShdw blurRad="38100" dist="38100" dir="2700000" algn="tl">
                    <a:srgbClr val="000000"/>
                  </a:outerShdw>
                </a:effectLst>
                <a:uLnTx/>
                <a:uFillTx/>
                <a:latin typeface="Arial" panose="020B0604020202020204"/>
                <a:ea typeface="宋体" panose="02010600030101010101" pitchFamily="2" charset="-122"/>
                <a:cs typeface="+mn-cs"/>
              </a:rPr>
              <a:t>“</a:t>
            </a:r>
            <a:r>
              <a:rPr kumimoji="0" lang="en-US" altLang="zh-CN" sz="2200" b="1" i="0" u="none" strike="noStrike" kern="1200" cap="none" spc="0" normalizeH="0" baseline="0" noProof="0" dirty="0">
                <a:ln>
                  <a:noFill/>
                </a:ln>
                <a:solidFill>
                  <a:schemeClr val="tx1"/>
                </a:solidFill>
                <a:effectLst>
                  <a:outerShdw blurRad="38100" dist="38100" dir="2700000" algn="tl">
                    <a:srgbClr val="000000"/>
                  </a:outerShdw>
                </a:effectLst>
                <a:uLnTx/>
                <a:uFillTx/>
                <a:latin typeface="Tahoma" panose="020B0604030504040204" pitchFamily="34" charset="0"/>
                <a:ea typeface="宋体" panose="02010600030101010101" pitchFamily="2" charset="-122"/>
                <a:cs typeface="+mn-cs"/>
              </a:rPr>
              <a:t>%lf</a:t>
            </a:r>
            <a:r>
              <a:rPr kumimoji="0" lang="en-US" altLang="zh-CN" sz="2200" b="1" i="0" u="none" strike="noStrike" kern="1200" cap="none" spc="0" normalizeH="0" baseline="0" noProof="0" dirty="0">
                <a:ln>
                  <a:noFill/>
                </a:ln>
                <a:solidFill>
                  <a:schemeClr val="tx1"/>
                </a:solidFill>
                <a:effectLst>
                  <a:outerShdw blurRad="38100" dist="38100" dir="2700000" algn="tl">
                    <a:srgbClr val="000000"/>
                  </a:outerShdw>
                </a:effectLst>
                <a:uLnTx/>
                <a:uFillTx/>
                <a:latin typeface="Arial" panose="020B0604020202020204"/>
                <a:ea typeface="宋体" panose="02010600030101010101" pitchFamily="2" charset="-122"/>
                <a:cs typeface="+mn-cs"/>
              </a:rPr>
              <a:t>”</a:t>
            </a:r>
            <a:r>
              <a:rPr kumimoji="0" lang="en-US" altLang="zh-CN" sz="2200" b="1" i="0" u="none" strike="noStrike" kern="1200" cap="none" spc="0" normalizeH="0" baseline="0" noProof="0" dirty="0">
                <a:ln>
                  <a:noFill/>
                </a:ln>
                <a:solidFill>
                  <a:schemeClr val="tx1"/>
                </a:solidFill>
                <a:effectLst>
                  <a:outerShdw blurRad="38100" dist="38100" dir="2700000" algn="tl">
                    <a:srgbClr val="000000"/>
                  </a:outerShdw>
                </a:effectLst>
                <a:uLnTx/>
                <a:uFillTx/>
                <a:latin typeface="Tahoma" panose="020B0604030504040204" pitchFamily="34" charset="0"/>
                <a:ea typeface="宋体" panose="02010600030101010101" pitchFamily="2" charset="-122"/>
                <a:cs typeface="+mn-cs"/>
              </a:rPr>
              <a:t>, </a:t>
            </a:r>
            <a:r>
              <a:rPr kumimoji="0" lang="en-US" altLang="zh-CN" sz="2200" b="1" i="0" u="none" strike="noStrike" kern="1200" cap="none" spc="0" normalizeH="0" baseline="0" noProof="0" dirty="0">
                <a:ln>
                  <a:noFill/>
                </a:ln>
                <a:solidFill>
                  <a:srgbClr val="F608E8"/>
                </a:solidFill>
                <a:effectLst>
                  <a:outerShdw blurRad="38100" dist="38100" dir="2700000" algn="tl">
                    <a:srgbClr val="000000"/>
                  </a:outerShdw>
                </a:effectLst>
                <a:uLnTx/>
                <a:uFillTx/>
                <a:latin typeface="Tahoma" panose="020B0604030504040204" pitchFamily="34" charset="0"/>
                <a:ea typeface="宋体" panose="02010600030101010101" pitchFamily="2" charset="-122"/>
                <a:cs typeface="+mn-cs"/>
              </a:rPr>
              <a:t>b[i][j]</a:t>
            </a:r>
            <a:r>
              <a:rPr kumimoji="0" lang="en-US" altLang="zh-CN" sz="2200" b="1" i="0" u="none" strike="noStrike" kern="1200" cap="none" spc="0" normalizeH="0" baseline="0" noProof="0" dirty="0">
                <a:ln>
                  <a:noFill/>
                </a:ln>
                <a:solidFill>
                  <a:schemeClr val="tx1"/>
                </a:solidFill>
                <a:effectLst>
                  <a:outerShdw blurRad="38100" dist="38100" dir="2700000" algn="tl">
                    <a:srgbClr val="000000"/>
                  </a:outerShdw>
                </a:effectLst>
                <a:uLnTx/>
                <a:uFillTx/>
                <a:latin typeface="Tahoma" panose="020B0604030504040204" pitchFamily="34" charset="0"/>
                <a:ea typeface="宋体" panose="02010600030101010101" pitchFamily="2" charset="-122"/>
                <a:cs typeface="+mn-cs"/>
              </a:rPr>
              <a:t> );</a:t>
            </a:r>
            <a:endParaRPr kumimoji="0" lang="en-US" altLang="zh-CN" sz="2200" b="1" i="0" u="none" strike="noStrike" kern="1200" cap="none" spc="0" normalizeH="0" baseline="0" noProof="0" dirty="0">
              <a:ln>
                <a:noFill/>
              </a:ln>
              <a:solidFill>
                <a:schemeClr val="tx1"/>
              </a:solidFill>
              <a:effectLst>
                <a:outerShdw blurRad="38100" dist="38100" dir="2700000" algn="tl">
                  <a:srgbClr val="000000"/>
                </a:outerShdw>
              </a:effectLst>
              <a:uLnTx/>
              <a:uFillTx/>
              <a:latin typeface="Tahoma" panose="020B0604030504040204" pitchFamily="34" charset="0"/>
              <a:ea typeface="宋体" panose="02010600030101010101" pitchFamily="2" charset="-122"/>
              <a:cs typeface="+mn-cs"/>
            </a:endParaRPr>
          </a:p>
        </p:txBody>
      </p:sp>
      <p:sp>
        <p:nvSpPr>
          <p:cNvPr id="60422" name="Line 5"/>
          <p:cNvSpPr/>
          <p:nvPr/>
        </p:nvSpPr>
        <p:spPr>
          <a:xfrm flipH="1">
            <a:off x="5867400" y="652463"/>
            <a:ext cx="7938" cy="6172200"/>
          </a:xfrm>
          <a:prstGeom prst="line">
            <a:avLst/>
          </a:prstGeom>
          <a:ln w="38100" cap="flat" cmpd="sng">
            <a:solidFill>
              <a:schemeClr val="tx1"/>
            </a:solidFill>
            <a:prstDash val="solid"/>
            <a:headEnd type="none" w="med" len="med"/>
            <a:tailEnd type="none" w="med" len="med"/>
          </a:ln>
        </p:spPr>
      </p:sp>
      <p:sp>
        <p:nvSpPr>
          <p:cNvPr id="2" name="文本框 1"/>
          <p:cNvSpPr txBox="1"/>
          <p:nvPr/>
        </p:nvSpPr>
        <p:spPr>
          <a:xfrm>
            <a:off x="3048000" y="3136900"/>
            <a:ext cx="6096000" cy="583565"/>
          </a:xfrm>
          <a:prstGeom prst="rect">
            <a:avLst/>
          </a:prstGeom>
          <a:noFill/>
        </p:spPr>
        <p:txBody>
          <a:bodyPr wrap="square" rtlCol="0" anchor="t">
            <a:spAutoFit/>
          </a:bodyPr>
          <a:p>
            <a:r>
              <a:rPr lang="zh-CN" altLang="en-US" sz="3200">
                <a:solidFill>
                  <a:srgbClr val="FF0000"/>
                </a:solidFill>
                <a:sym typeface="+mn-ea"/>
              </a:rPr>
              <a:t> </a:t>
            </a:r>
            <a:endParaRPr lang="zh-CN" altLang="en-US" sz="3200">
              <a:solidFill>
                <a:srgbClr val="FF0000"/>
              </a:solidFill>
              <a:sym typeface="+mn-ea"/>
            </a:endParaRPr>
          </a:p>
        </p:txBody>
      </p:sp>
    </p:spTree>
  </p:cSld>
  <p:clrMapOvr>
    <a:masterClrMapping/>
  </p:clrMapOvr>
  <p:transition spd="slow"/>
  <p:timing>
    <p:tnLst>
      <p:par>
        <p:cTn id="1" dur="indefinite" restart="never" nodeType="tmRoot"/>
      </p:par>
    </p:tnLst>
  </p:timing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52" name="灯片编号占位符 5"/>
          <p:cNvSpPr txBox="1">
            <a:spLocks noGrp="1"/>
          </p:cNvSpPr>
          <p:nvPr>
            <p:ph type="sldNum" sz="quarter" idx="4"/>
          </p:nvPr>
        </p:nvSpPr>
        <p:spPr bwMode="auto"/>
        <p:txBody>
          <a:bodyPr wrap="square" lIns="91440" tIns="45720" rIns="91440" bIns="45720" numCol="1" anchor="b" anchorCtr="0" compatLnSpc="1"/>
          <a:lstStyle>
            <a:lvl1pPr>
              <a:defRPr b="1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1pPr>
            <a:lvl2pPr marL="742950" indent="-285750">
              <a:defRPr b="1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2pPr>
            <a:lvl3pPr marL="1143000" indent="-228600">
              <a:defRPr b="1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3pPr>
            <a:lvl4pPr marL="1600200" indent="-228600">
              <a:defRPr b="1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4pPr>
            <a:lvl5pPr marL="2057400" indent="-228600">
              <a:defRPr b="1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b="1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b="1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b="1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b="1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9pPr>
          </a:lstStyle>
          <a:p>
            <a:pPr marL="0" marR="0" lvl="0" indent="0" algn="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fld id="{F837C5F6-22D1-4B8A-A732-77C78D093228}" type="slidenum">
              <a:rPr kumimoji="0" lang="en-US" altLang="zh-CN" sz="1200" b="0" i="0" u="none" strike="noStrike" kern="1200" cap="none" spc="0" normalizeH="0" baseline="0" noProof="0" smtClean="0">
                <a:ln>
                  <a:noFill/>
                </a:ln>
                <a:solidFill>
                  <a:schemeClr val="tx1"/>
                </a:solidFill>
                <a:effectLst>
                  <a:outerShdw blurRad="38100" dist="38100" dir="2700000" algn="tl">
                    <a:srgbClr val="000000"/>
                  </a:outerShdw>
                </a:effectLst>
                <a:uLnTx/>
                <a:uFillTx/>
                <a:latin typeface="Tahoma" panose="020B0604030504040204" pitchFamily="34" charset="0"/>
                <a:ea typeface="宋体" panose="02010600030101010101" pitchFamily="2" charset="-122"/>
                <a:cs typeface="+mn-cs"/>
              </a:rPr>
            </a:fld>
            <a:endParaRPr kumimoji="0" lang="en-US" altLang="zh-CN" sz="1200" b="0" i="0" u="none" strike="noStrike" kern="1200" cap="none" spc="0" normalizeH="0" baseline="0" noProof="0">
              <a:ln>
                <a:noFill/>
              </a:ln>
              <a:solidFill>
                <a:schemeClr val="tx1"/>
              </a:solidFill>
              <a:effectLst>
                <a:outerShdw blurRad="38100" dist="38100" dir="2700000" algn="tl">
                  <a:srgbClr val="000000"/>
                </a:outerShdw>
              </a:effectLst>
              <a:uLnTx/>
              <a:uFillTx/>
              <a:latin typeface="Tahoma" panose="020B0604030504040204" pitchFamily="34" charset="0"/>
              <a:ea typeface="宋体" panose="02010600030101010101" pitchFamily="2" charset="-122"/>
              <a:cs typeface="+mn-cs"/>
            </a:endParaRPr>
          </a:p>
        </p:txBody>
      </p:sp>
      <p:sp>
        <p:nvSpPr>
          <p:cNvPr id="1065986" name="Rectangle 2"/>
          <p:cNvSpPr>
            <a:spLocks noGrp="1" noChangeArrowheads="1"/>
          </p:cNvSpPr>
          <p:nvPr>
            <p:ph type="title"/>
          </p:nvPr>
        </p:nvSpPr>
        <p:spPr>
          <a:xfrm>
            <a:off x="280988" y="139700"/>
            <a:ext cx="2890838" cy="868363"/>
          </a:xfrm>
        </p:spPr>
        <p:txBody>
          <a:bodyPr vert="horz" wrap="square" lIns="91440" tIns="45720" rIns="91440" bIns="45720" numCol="1" anchor="ctr" anchorCtr="0" compatLnSpc="1"/>
          <a:lstStyle/>
          <a:p>
            <a:pPr marL="0" marR="0" lvl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r>
              <a:rPr kumimoji="0" lang="zh-CN" altLang="en-US" sz="4400" b="0" i="0" u="none" strike="noStrike" kern="0" cap="none" spc="0" normalizeH="0" baseline="0" noProof="0" dirty="0">
                <a:ln>
                  <a:noFill/>
                </a:ln>
                <a:solidFill>
                  <a:schemeClr val="tx2"/>
                </a:solidFill>
                <a:effectLst>
                  <a:outerShdw blurRad="38100" dist="38100" dir="2700000" algn="tl">
                    <a:srgbClr val="000000"/>
                  </a:outerShdw>
                </a:effectLst>
                <a:uLnTx/>
                <a:uFillTx/>
                <a:latin typeface="+mj-lt"/>
                <a:ea typeface="+mj-ea"/>
                <a:cs typeface="+mj-cs"/>
              </a:rPr>
              <a:t>内存分配：</a:t>
            </a:r>
            <a:endParaRPr kumimoji="0" lang="zh-CN" altLang="en-US" sz="4400" b="0" i="0" u="none" strike="noStrike" kern="0" cap="none" spc="0" normalizeH="0" baseline="0" noProof="0" dirty="0">
              <a:ln>
                <a:noFill/>
              </a:ln>
              <a:solidFill>
                <a:schemeClr val="tx2"/>
              </a:solidFill>
              <a:effectLst>
                <a:outerShdw blurRad="38100" dist="38100" dir="2700000" algn="tl">
                  <a:srgbClr val="000000"/>
                </a:outerShdw>
              </a:effectLst>
              <a:uLnTx/>
              <a:uFillTx/>
              <a:latin typeface="+mj-lt"/>
              <a:ea typeface="+mj-ea"/>
              <a:cs typeface="+mj-cs"/>
            </a:endParaRPr>
          </a:p>
        </p:txBody>
      </p:sp>
      <p:sp>
        <p:nvSpPr>
          <p:cNvPr id="1065987" name="Text Box 3"/>
          <p:cNvSpPr txBox="1"/>
          <p:nvPr/>
        </p:nvSpPr>
        <p:spPr>
          <a:xfrm>
            <a:off x="280988" y="1004888"/>
            <a:ext cx="3240087" cy="1016000"/>
          </a:xfrm>
          <a:prstGeom prst="rect">
            <a:avLst/>
          </a:prstGeom>
          <a:noFill/>
          <a:ln w="9525">
            <a:noFill/>
          </a:ln>
        </p:spPr>
        <p:txBody>
          <a:bodyPr>
            <a:spAutoFit/>
          </a:bodyPr>
          <a:lstStyle>
            <a:lvl1pPr marL="342900" indent="-3429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80000"/>
              <a:buFont typeface="Wingdings" panose="05000000000000000000" pitchFamily="2" charset="2"/>
              <a:buChar char="n"/>
              <a:defRPr sz="3200" b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defRPr>
            </a:lvl1pPr>
            <a:lvl2pPr marL="742950" indent="-28575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Char char="–"/>
              <a:defRPr sz="2800">
                <a:solidFill>
                  <a:schemeClr val="tx1"/>
                </a:solidFill>
                <a:effectLst/>
                <a:latin typeface="+mn-lt"/>
                <a:ea typeface="+mn-ea"/>
              </a:defRPr>
            </a:lvl2pPr>
            <a:lvl3pPr marL="11430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Font typeface="Wingdings" panose="05000000000000000000" pitchFamily="2" charset="2"/>
              <a:buChar char="§"/>
              <a:defRPr sz="2400">
                <a:solidFill>
                  <a:schemeClr val="tx1"/>
                </a:solidFill>
                <a:effectLst/>
                <a:latin typeface="+mn-lt"/>
                <a:ea typeface="+mn-ea"/>
              </a:defRPr>
            </a:lvl3pPr>
            <a:lvl4pPr marL="16002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–"/>
              <a:defRPr sz="2000">
                <a:solidFill>
                  <a:schemeClr val="tx1"/>
                </a:solidFill>
                <a:effectLst/>
                <a:latin typeface="+mn-lt"/>
                <a:ea typeface="+mn-ea"/>
              </a:defRPr>
            </a:lvl4pPr>
            <a:lvl5pPr marL="20574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effectLst/>
                <a:latin typeface="+mn-lt"/>
                <a:ea typeface="+mn-ea"/>
              </a:defRPr>
            </a:lvl5pPr>
          </a:lstStyle>
          <a:p>
            <a:pPr marL="0" lvl="0" indent="0" eaLnBrk="1" hangingPunct="1">
              <a:spcBef>
                <a:spcPct val="50000"/>
              </a:spcBef>
              <a:buClrTx/>
              <a:buSzTx/>
              <a:buFontTx/>
              <a:buNone/>
            </a:pPr>
            <a:r>
              <a:rPr lang="zh-CN" altLang="en-US" sz="2400" b="1" dirty="0">
                <a:latin typeface="Arial" panose="020B0604020202020204" pitchFamily="34" charset="0"/>
              </a:rPr>
              <a:t>一维数组：</a:t>
            </a:r>
            <a:endParaRPr lang="zh-CN" altLang="en-US" sz="2400" b="1" dirty="0">
              <a:latin typeface="Arial" panose="020B0604020202020204" pitchFamily="34" charset="0"/>
            </a:endParaRPr>
          </a:p>
          <a:p>
            <a:pPr marL="0" lvl="0" indent="0" eaLnBrk="1" hangingPunct="1">
              <a:spcBef>
                <a:spcPct val="50000"/>
              </a:spcBef>
              <a:buClrTx/>
              <a:buSzTx/>
              <a:buFontTx/>
              <a:buNone/>
            </a:pPr>
            <a:r>
              <a:rPr lang="en-US" altLang="zh-CN" sz="2400" b="1" dirty="0">
                <a:solidFill>
                  <a:srgbClr val="FFFF00"/>
                </a:solidFill>
                <a:latin typeface="Arial" panose="020B0604020202020204" pitchFamily="34" charset="0"/>
              </a:rPr>
              <a:t>int a[3]</a:t>
            </a:r>
            <a:r>
              <a:rPr lang="en-US" altLang="zh-CN" sz="2400" b="1" dirty="0">
                <a:latin typeface="Arial" panose="020B0604020202020204" pitchFamily="34" charset="0"/>
              </a:rPr>
              <a:t>={10,11,-2};</a:t>
            </a:r>
            <a:endParaRPr lang="en-US" altLang="zh-CN" sz="2400" b="1" dirty="0">
              <a:latin typeface="Arial" panose="020B0604020202020204" pitchFamily="34" charset="0"/>
            </a:endParaRPr>
          </a:p>
        </p:txBody>
      </p:sp>
      <p:sp>
        <p:nvSpPr>
          <p:cNvPr id="61445" name="Line 4"/>
          <p:cNvSpPr/>
          <p:nvPr/>
        </p:nvSpPr>
        <p:spPr>
          <a:xfrm>
            <a:off x="4440238" y="0"/>
            <a:ext cx="0" cy="6858000"/>
          </a:xfrm>
          <a:prstGeom prst="line">
            <a:avLst/>
          </a:prstGeom>
          <a:ln w="28575" cap="flat" cmpd="sng">
            <a:solidFill>
              <a:schemeClr val="tx1"/>
            </a:solidFill>
            <a:prstDash val="solid"/>
            <a:headEnd type="none" w="med" len="med"/>
            <a:tailEnd type="none" w="med" len="med"/>
          </a:ln>
        </p:spPr>
      </p:sp>
      <p:grpSp>
        <p:nvGrpSpPr>
          <p:cNvPr id="2" name="Group 5"/>
          <p:cNvGrpSpPr/>
          <p:nvPr/>
        </p:nvGrpSpPr>
        <p:grpSpPr>
          <a:xfrm>
            <a:off x="280988" y="2157413"/>
            <a:ext cx="2016125" cy="1320800"/>
            <a:chOff x="1020" y="1661"/>
            <a:chExt cx="1270" cy="832"/>
          </a:xfrm>
        </p:grpSpPr>
        <p:sp>
          <p:nvSpPr>
            <p:cNvPr id="61497" name="Rectangle 6"/>
            <p:cNvSpPr/>
            <p:nvPr/>
          </p:nvSpPr>
          <p:spPr>
            <a:xfrm>
              <a:off x="1474" y="1661"/>
              <a:ext cx="816" cy="272"/>
            </a:xfrm>
            <a:prstGeom prst="rect">
              <a:avLst/>
            </a:prstGeom>
            <a:noFill/>
            <a:ln w="9525" cap="flat" cmpd="sng">
              <a:solidFill>
                <a:schemeClr val="tx1"/>
              </a:solidFill>
              <a:prstDash val="solid"/>
              <a:miter/>
              <a:headEnd type="none" w="med" len="med"/>
              <a:tailEnd type="none" w="med" len="med"/>
            </a:ln>
          </p:spPr>
          <p:txBody>
            <a:bodyPr wrap="none" anchor="ctr" anchorCtr="0"/>
            <a:lstStyle>
              <a:lvl1pPr marL="342900" indent="-342900" algn="l" rtl="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hlink"/>
                </a:buClr>
                <a:buSzPct val="80000"/>
                <a:buFont typeface="Wingdings" panose="05000000000000000000" pitchFamily="2" charset="2"/>
                <a:buChar char="n"/>
                <a:defRPr sz="3200" b="0">
                  <a:solidFill>
                    <a:schemeClr val="tx1"/>
                  </a:solidFill>
                  <a:effectLst/>
                  <a:latin typeface="+mn-lt"/>
                  <a:ea typeface="+mn-ea"/>
                  <a:cs typeface="+mn-cs"/>
                </a:defRPr>
              </a:lvl1pPr>
              <a:lvl2pPr marL="742950" indent="-285750" algn="l" rtl="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tx1"/>
                </a:buClr>
                <a:buChar char="–"/>
                <a:defRPr sz="2800">
                  <a:solidFill>
                    <a:schemeClr val="tx1"/>
                  </a:solidFill>
                  <a:effectLst/>
                  <a:latin typeface="+mn-lt"/>
                  <a:ea typeface="+mn-ea"/>
                </a:defRPr>
              </a:lvl2pPr>
              <a:lvl3pPr marL="11430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hlink"/>
                </a:buClr>
                <a:buFont typeface="Wingdings" panose="05000000000000000000" pitchFamily="2" charset="2"/>
                <a:buChar char="§"/>
                <a:defRPr sz="2400">
                  <a:solidFill>
                    <a:schemeClr val="tx1"/>
                  </a:solidFill>
                  <a:effectLst/>
                  <a:latin typeface="+mn-lt"/>
                  <a:ea typeface="+mn-ea"/>
                </a:defRPr>
              </a:lvl3pPr>
              <a:lvl4pPr marL="16002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–"/>
                <a:defRPr sz="2000">
                  <a:solidFill>
                    <a:schemeClr val="tx1"/>
                  </a:solidFill>
                  <a:effectLst/>
                  <a:latin typeface="+mn-lt"/>
                  <a:ea typeface="+mn-ea"/>
                </a:defRPr>
              </a:lvl4pPr>
              <a:lvl5pPr marL="20574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hlink"/>
                </a:buClr>
                <a:buFont typeface="Wingdings" panose="05000000000000000000" pitchFamily="2" charset="2"/>
                <a:buChar char="§"/>
                <a:defRPr sz="2000">
                  <a:solidFill>
                    <a:schemeClr val="tx1"/>
                  </a:solidFill>
                  <a:effectLst/>
                  <a:latin typeface="+mn-lt"/>
                  <a:ea typeface="+mn-ea"/>
                </a:defRPr>
              </a:lvl5pPr>
            </a:lstStyle>
            <a:p>
              <a:pPr marL="0" lvl="0" indent="0" algn="ctr" eaLnBrk="1" hangingPunct="1">
                <a:spcBef>
                  <a:spcPct val="0"/>
                </a:spcBef>
                <a:buClrTx/>
                <a:buSzTx/>
                <a:buFontTx/>
                <a:buNone/>
              </a:pPr>
              <a:endParaRPr lang="zh-CN" altLang="zh-CN" sz="1800" b="1" dirty="0">
                <a:latin typeface="Arial" panose="020B0604020202020204" pitchFamily="34" charset="0"/>
              </a:endParaRPr>
            </a:p>
          </p:txBody>
        </p:sp>
        <p:sp>
          <p:nvSpPr>
            <p:cNvPr id="61498" name="Rectangle 7"/>
            <p:cNvSpPr/>
            <p:nvPr/>
          </p:nvSpPr>
          <p:spPr>
            <a:xfrm>
              <a:off x="1474" y="1933"/>
              <a:ext cx="816" cy="272"/>
            </a:xfrm>
            <a:prstGeom prst="rect">
              <a:avLst/>
            </a:prstGeom>
            <a:noFill/>
            <a:ln w="9525" cap="flat" cmpd="sng">
              <a:solidFill>
                <a:schemeClr val="tx1"/>
              </a:solidFill>
              <a:prstDash val="solid"/>
              <a:miter/>
              <a:headEnd type="none" w="med" len="med"/>
              <a:tailEnd type="none" w="med" len="med"/>
            </a:ln>
          </p:spPr>
          <p:txBody>
            <a:bodyPr wrap="none" anchor="ctr" anchorCtr="0"/>
            <a:lstStyle>
              <a:lvl1pPr marL="342900" indent="-342900" algn="l" rtl="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hlink"/>
                </a:buClr>
                <a:buSzPct val="80000"/>
                <a:buFont typeface="Wingdings" panose="05000000000000000000" pitchFamily="2" charset="2"/>
                <a:buChar char="n"/>
                <a:defRPr sz="3200" b="0">
                  <a:solidFill>
                    <a:schemeClr val="tx1"/>
                  </a:solidFill>
                  <a:effectLst/>
                  <a:latin typeface="+mn-lt"/>
                  <a:ea typeface="+mn-ea"/>
                  <a:cs typeface="+mn-cs"/>
                </a:defRPr>
              </a:lvl1pPr>
              <a:lvl2pPr marL="742950" indent="-285750" algn="l" rtl="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tx1"/>
                </a:buClr>
                <a:buChar char="–"/>
                <a:defRPr sz="2800">
                  <a:solidFill>
                    <a:schemeClr val="tx1"/>
                  </a:solidFill>
                  <a:effectLst/>
                  <a:latin typeface="+mn-lt"/>
                  <a:ea typeface="+mn-ea"/>
                </a:defRPr>
              </a:lvl2pPr>
              <a:lvl3pPr marL="11430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hlink"/>
                </a:buClr>
                <a:buFont typeface="Wingdings" panose="05000000000000000000" pitchFamily="2" charset="2"/>
                <a:buChar char="§"/>
                <a:defRPr sz="2400">
                  <a:solidFill>
                    <a:schemeClr val="tx1"/>
                  </a:solidFill>
                  <a:effectLst/>
                  <a:latin typeface="+mn-lt"/>
                  <a:ea typeface="+mn-ea"/>
                </a:defRPr>
              </a:lvl3pPr>
              <a:lvl4pPr marL="16002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–"/>
                <a:defRPr sz="2000">
                  <a:solidFill>
                    <a:schemeClr val="tx1"/>
                  </a:solidFill>
                  <a:effectLst/>
                  <a:latin typeface="+mn-lt"/>
                  <a:ea typeface="+mn-ea"/>
                </a:defRPr>
              </a:lvl4pPr>
              <a:lvl5pPr marL="20574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hlink"/>
                </a:buClr>
                <a:buFont typeface="Wingdings" panose="05000000000000000000" pitchFamily="2" charset="2"/>
                <a:buChar char="§"/>
                <a:defRPr sz="2000">
                  <a:solidFill>
                    <a:schemeClr val="tx1"/>
                  </a:solidFill>
                  <a:effectLst/>
                  <a:latin typeface="+mn-lt"/>
                  <a:ea typeface="+mn-ea"/>
                </a:defRPr>
              </a:lvl5pPr>
            </a:lstStyle>
            <a:p>
              <a:pPr marL="0" lvl="0" indent="0" algn="ctr" eaLnBrk="1" hangingPunct="1">
                <a:spcBef>
                  <a:spcPct val="0"/>
                </a:spcBef>
                <a:buClrTx/>
                <a:buSzTx/>
                <a:buFontTx/>
                <a:buNone/>
              </a:pPr>
              <a:endParaRPr lang="zh-CN" altLang="zh-CN" sz="1800" b="1" dirty="0">
                <a:latin typeface="Arial" panose="020B0604020202020204" pitchFamily="34" charset="0"/>
              </a:endParaRPr>
            </a:p>
          </p:txBody>
        </p:sp>
        <p:sp>
          <p:nvSpPr>
            <p:cNvPr id="61499" name="Rectangle 8"/>
            <p:cNvSpPr/>
            <p:nvPr/>
          </p:nvSpPr>
          <p:spPr>
            <a:xfrm>
              <a:off x="1474" y="2205"/>
              <a:ext cx="816" cy="272"/>
            </a:xfrm>
            <a:prstGeom prst="rect">
              <a:avLst/>
            </a:prstGeom>
            <a:noFill/>
            <a:ln w="9525" cap="flat" cmpd="sng">
              <a:solidFill>
                <a:schemeClr val="tx1"/>
              </a:solidFill>
              <a:prstDash val="solid"/>
              <a:miter/>
              <a:headEnd type="none" w="med" len="med"/>
              <a:tailEnd type="none" w="med" len="med"/>
            </a:ln>
          </p:spPr>
          <p:txBody>
            <a:bodyPr wrap="none" anchor="ctr" anchorCtr="0"/>
            <a:lstStyle>
              <a:lvl1pPr marL="342900" indent="-342900" algn="l" rtl="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hlink"/>
                </a:buClr>
                <a:buSzPct val="80000"/>
                <a:buFont typeface="Wingdings" panose="05000000000000000000" pitchFamily="2" charset="2"/>
                <a:buChar char="n"/>
                <a:defRPr sz="3200" b="0">
                  <a:solidFill>
                    <a:schemeClr val="tx1"/>
                  </a:solidFill>
                  <a:effectLst/>
                  <a:latin typeface="+mn-lt"/>
                  <a:ea typeface="+mn-ea"/>
                  <a:cs typeface="+mn-cs"/>
                </a:defRPr>
              </a:lvl1pPr>
              <a:lvl2pPr marL="742950" indent="-285750" algn="l" rtl="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tx1"/>
                </a:buClr>
                <a:buChar char="–"/>
                <a:defRPr sz="2800">
                  <a:solidFill>
                    <a:schemeClr val="tx1"/>
                  </a:solidFill>
                  <a:effectLst/>
                  <a:latin typeface="+mn-lt"/>
                  <a:ea typeface="+mn-ea"/>
                </a:defRPr>
              </a:lvl2pPr>
              <a:lvl3pPr marL="11430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hlink"/>
                </a:buClr>
                <a:buFont typeface="Wingdings" panose="05000000000000000000" pitchFamily="2" charset="2"/>
                <a:buChar char="§"/>
                <a:defRPr sz="2400">
                  <a:solidFill>
                    <a:schemeClr val="tx1"/>
                  </a:solidFill>
                  <a:effectLst/>
                  <a:latin typeface="+mn-lt"/>
                  <a:ea typeface="+mn-ea"/>
                </a:defRPr>
              </a:lvl3pPr>
              <a:lvl4pPr marL="16002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–"/>
                <a:defRPr sz="2000">
                  <a:solidFill>
                    <a:schemeClr val="tx1"/>
                  </a:solidFill>
                  <a:effectLst/>
                  <a:latin typeface="+mn-lt"/>
                  <a:ea typeface="+mn-ea"/>
                </a:defRPr>
              </a:lvl4pPr>
              <a:lvl5pPr marL="20574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hlink"/>
                </a:buClr>
                <a:buFont typeface="Wingdings" panose="05000000000000000000" pitchFamily="2" charset="2"/>
                <a:buChar char="§"/>
                <a:defRPr sz="2000">
                  <a:solidFill>
                    <a:schemeClr val="tx1"/>
                  </a:solidFill>
                  <a:effectLst/>
                  <a:latin typeface="+mn-lt"/>
                  <a:ea typeface="+mn-ea"/>
                </a:defRPr>
              </a:lvl5pPr>
            </a:lstStyle>
            <a:p>
              <a:pPr marL="0" lvl="0" indent="0" algn="ctr" eaLnBrk="1" hangingPunct="1">
                <a:spcBef>
                  <a:spcPct val="0"/>
                </a:spcBef>
                <a:buClrTx/>
                <a:buSzTx/>
                <a:buFontTx/>
                <a:buNone/>
              </a:pPr>
              <a:endParaRPr lang="zh-CN" altLang="zh-CN" sz="1800" b="1" dirty="0">
                <a:latin typeface="Arial" panose="020B0604020202020204" pitchFamily="34" charset="0"/>
              </a:endParaRPr>
            </a:p>
          </p:txBody>
        </p:sp>
        <p:sp>
          <p:nvSpPr>
            <p:cNvPr id="61500" name="Text Box 9"/>
            <p:cNvSpPr txBox="1"/>
            <p:nvPr/>
          </p:nvSpPr>
          <p:spPr>
            <a:xfrm>
              <a:off x="1020" y="2205"/>
              <a:ext cx="454" cy="288"/>
            </a:xfrm>
            <a:prstGeom prst="rect">
              <a:avLst/>
            </a:prstGeom>
            <a:noFill/>
            <a:ln w="9525">
              <a:noFill/>
            </a:ln>
          </p:spPr>
          <p:txBody>
            <a:bodyPr>
              <a:spAutoFit/>
            </a:bodyPr>
            <a:lstStyle>
              <a:lvl1pPr marL="342900" indent="-342900" algn="l" rtl="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hlink"/>
                </a:buClr>
                <a:buSzPct val="80000"/>
                <a:buFont typeface="Wingdings" panose="05000000000000000000" pitchFamily="2" charset="2"/>
                <a:buChar char="n"/>
                <a:defRPr sz="3200" b="0">
                  <a:solidFill>
                    <a:schemeClr val="tx1"/>
                  </a:solidFill>
                  <a:effectLst/>
                  <a:latin typeface="+mn-lt"/>
                  <a:ea typeface="+mn-ea"/>
                  <a:cs typeface="+mn-cs"/>
                </a:defRPr>
              </a:lvl1pPr>
              <a:lvl2pPr marL="742950" indent="-285750" algn="l" rtl="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tx1"/>
                </a:buClr>
                <a:buChar char="–"/>
                <a:defRPr sz="2800">
                  <a:solidFill>
                    <a:schemeClr val="tx1"/>
                  </a:solidFill>
                  <a:effectLst/>
                  <a:latin typeface="+mn-lt"/>
                  <a:ea typeface="+mn-ea"/>
                </a:defRPr>
              </a:lvl2pPr>
              <a:lvl3pPr marL="11430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hlink"/>
                </a:buClr>
                <a:buFont typeface="Wingdings" panose="05000000000000000000" pitchFamily="2" charset="2"/>
                <a:buChar char="§"/>
                <a:defRPr sz="2400">
                  <a:solidFill>
                    <a:schemeClr val="tx1"/>
                  </a:solidFill>
                  <a:effectLst/>
                  <a:latin typeface="+mn-lt"/>
                  <a:ea typeface="+mn-ea"/>
                </a:defRPr>
              </a:lvl3pPr>
              <a:lvl4pPr marL="16002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–"/>
                <a:defRPr sz="2000">
                  <a:solidFill>
                    <a:schemeClr val="tx1"/>
                  </a:solidFill>
                  <a:effectLst/>
                  <a:latin typeface="+mn-lt"/>
                  <a:ea typeface="+mn-ea"/>
                </a:defRPr>
              </a:lvl4pPr>
              <a:lvl5pPr marL="20574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hlink"/>
                </a:buClr>
                <a:buFont typeface="Wingdings" panose="05000000000000000000" pitchFamily="2" charset="2"/>
                <a:buChar char="§"/>
                <a:defRPr sz="2000">
                  <a:solidFill>
                    <a:schemeClr val="tx1"/>
                  </a:solidFill>
                  <a:effectLst/>
                  <a:latin typeface="+mn-lt"/>
                  <a:ea typeface="+mn-ea"/>
                </a:defRPr>
              </a:lvl5pPr>
            </a:lstStyle>
            <a:p>
              <a:pPr marL="0" lvl="0" indent="0" eaLnBrk="1" hangingPunct="1">
                <a:spcBef>
                  <a:spcPct val="50000"/>
                </a:spcBef>
                <a:buClrTx/>
                <a:buSzTx/>
                <a:buFontTx/>
                <a:buNone/>
              </a:pPr>
              <a:r>
                <a:rPr lang="en-US" altLang="zh-CN" sz="2400" b="1" dirty="0">
                  <a:latin typeface="Arial" panose="020B0604020202020204" pitchFamily="34" charset="0"/>
                </a:rPr>
                <a:t>a[2]</a:t>
              </a:r>
              <a:endParaRPr lang="en-US" altLang="zh-CN" sz="2400" b="1" dirty="0">
                <a:latin typeface="Arial" panose="020B0604020202020204" pitchFamily="34" charset="0"/>
              </a:endParaRPr>
            </a:p>
          </p:txBody>
        </p:sp>
        <p:sp>
          <p:nvSpPr>
            <p:cNvPr id="61501" name="Text Box 10"/>
            <p:cNvSpPr txBox="1"/>
            <p:nvPr/>
          </p:nvSpPr>
          <p:spPr>
            <a:xfrm>
              <a:off x="1020" y="1933"/>
              <a:ext cx="454" cy="288"/>
            </a:xfrm>
            <a:prstGeom prst="rect">
              <a:avLst/>
            </a:prstGeom>
            <a:noFill/>
            <a:ln w="9525">
              <a:noFill/>
            </a:ln>
          </p:spPr>
          <p:txBody>
            <a:bodyPr>
              <a:spAutoFit/>
            </a:bodyPr>
            <a:lstStyle>
              <a:lvl1pPr marL="342900" indent="-342900" algn="l" rtl="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hlink"/>
                </a:buClr>
                <a:buSzPct val="80000"/>
                <a:buFont typeface="Wingdings" panose="05000000000000000000" pitchFamily="2" charset="2"/>
                <a:buChar char="n"/>
                <a:defRPr sz="3200" b="0">
                  <a:solidFill>
                    <a:schemeClr val="tx1"/>
                  </a:solidFill>
                  <a:effectLst/>
                  <a:latin typeface="+mn-lt"/>
                  <a:ea typeface="+mn-ea"/>
                  <a:cs typeface="+mn-cs"/>
                </a:defRPr>
              </a:lvl1pPr>
              <a:lvl2pPr marL="742950" indent="-285750" algn="l" rtl="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tx1"/>
                </a:buClr>
                <a:buChar char="–"/>
                <a:defRPr sz="2800">
                  <a:solidFill>
                    <a:schemeClr val="tx1"/>
                  </a:solidFill>
                  <a:effectLst/>
                  <a:latin typeface="+mn-lt"/>
                  <a:ea typeface="+mn-ea"/>
                </a:defRPr>
              </a:lvl2pPr>
              <a:lvl3pPr marL="11430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hlink"/>
                </a:buClr>
                <a:buFont typeface="Wingdings" panose="05000000000000000000" pitchFamily="2" charset="2"/>
                <a:buChar char="§"/>
                <a:defRPr sz="2400">
                  <a:solidFill>
                    <a:schemeClr val="tx1"/>
                  </a:solidFill>
                  <a:effectLst/>
                  <a:latin typeface="+mn-lt"/>
                  <a:ea typeface="+mn-ea"/>
                </a:defRPr>
              </a:lvl3pPr>
              <a:lvl4pPr marL="16002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–"/>
                <a:defRPr sz="2000">
                  <a:solidFill>
                    <a:schemeClr val="tx1"/>
                  </a:solidFill>
                  <a:effectLst/>
                  <a:latin typeface="+mn-lt"/>
                  <a:ea typeface="+mn-ea"/>
                </a:defRPr>
              </a:lvl4pPr>
              <a:lvl5pPr marL="20574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hlink"/>
                </a:buClr>
                <a:buFont typeface="Wingdings" panose="05000000000000000000" pitchFamily="2" charset="2"/>
                <a:buChar char="§"/>
                <a:defRPr sz="2000">
                  <a:solidFill>
                    <a:schemeClr val="tx1"/>
                  </a:solidFill>
                  <a:effectLst/>
                  <a:latin typeface="+mn-lt"/>
                  <a:ea typeface="+mn-ea"/>
                </a:defRPr>
              </a:lvl5pPr>
            </a:lstStyle>
            <a:p>
              <a:pPr marL="0" lvl="0" indent="0" eaLnBrk="1" hangingPunct="1">
                <a:spcBef>
                  <a:spcPct val="50000"/>
                </a:spcBef>
                <a:buClrTx/>
                <a:buSzTx/>
                <a:buFontTx/>
                <a:buNone/>
              </a:pPr>
              <a:r>
                <a:rPr lang="en-US" altLang="zh-CN" sz="2400" b="1" dirty="0">
                  <a:latin typeface="Arial" panose="020B0604020202020204" pitchFamily="34" charset="0"/>
                </a:rPr>
                <a:t>a[1]</a:t>
              </a:r>
              <a:endParaRPr lang="en-US" altLang="zh-CN" sz="2400" b="1" dirty="0">
                <a:latin typeface="Arial" panose="020B0604020202020204" pitchFamily="34" charset="0"/>
              </a:endParaRPr>
            </a:p>
          </p:txBody>
        </p:sp>
        <p:sp>
          <p:nvSpPr>
            <p:cNvPr id="61502" name="Text Box 11"/>
            <p:cNvSpPr txBox="1"/>
            <p:nvPr/>
          </p:nvSpPr>
          <p:spPr>
            <a:xfrm>
              <a:off x="1020" y="1661"/>
              <a:ext cx="454" cy="288"/>
            </a:xfrm>
            <a:prstGeom prst="rect">
              <a:avLst/>
            </a:prstGeom>
            <a:noFill/>
            <a:ln w="9525">
              <a:noFill/>
            </a:ln>
          </p:spPr>
          <p:txBody>
            <a:bodyPr>
              <a:spAutoFit/>
            </a:bodyPr>
            <a:lstStyle>
              <a:lvl1pPr marL="342900" indent="-342900" algn="l" rtl="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hlink"/>
                </a:buClr>
                <a:buSzPct val="80000"/>
                <a:buFont typeface="Wingdings" panose="05000000000000000000" pitchFamily="2" charset="2"/>
                <a:buChar char="n"/>
                <a:defRPr sz="3200" b="0">
                  <a:solidFill>
                    <a:schemeClr val="tx1"/>
                  </a:solidFill>
                  <a:effectLst/>
                  <a:latin typeface="+mn-lt"/>
                  <a:ea typeface="+mn-ea"/>
                  <a:cs typeface="+mn-cs"/>
                </a:defRPr>
              </a:lvl1pPr>
              <a:lvl2pPr marL="742950" indent="-285750" algn="l" rtl="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tx1"/>
                </a:buClr>
                <a:buChar char="–"/>
                <a:defRPr sz="2800">
                  <a:solidFill>
                    <a:schemeClr val="tx1"/>
                  </a:solidFill>
                  <a:effectLst/>
                  <a:latin typeface="+mn-lt"/>
                  <a:ea typeface="+mn-ea"/>
                </a:defRPr>
              </a:lvl2pPr>
              <a:lvl3pPr marL="11430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hlink"/>
                </a:buClr>
                <a:buFont typeface="Wingdings" panose="05000000000000000000" pitchFamily="2" charset="2"/>
                <a:buChar char="§"/>
                <a:defRPr sz="2400">
                  <a:solidFill>
                    <a:schemeClr val="tx1"/>
                  </a:solidFill>
                  <a:effectLst/>
                  <a:latin typeface="+mn-lt"/>
                  <a:ea typeface="+mn-ea"/>
                </a:defRPr>
              </a:lvl3pPr>
              <a:lvl4pPr marL="16002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–"/>
                <a:defRPr sz="2000">
                  <a:solidFill>
                    <a:schemeClr val="tx1"/>
                  </a:solidFill>
                  <a:effectLst/>
                  <a:latin typeface="+mn-lt"/>
                  <a:ea typeface="+mn-ea"/>
                </a:defRPr>
              </a:lvl4pPr>
              <a:lvl5pPr marL="20574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hlink"/>
                </a:buClr>
                <a:buFont typeface="Wingdings" panose="05000000000000000000" pitchFamily="2" charset="2"/>
                <a:buChar char="§"/>
                <a:defRPr sz="2000">
                  <a:solidFill>
                    <a:schemeClr val="tx1"/>
                  </a:solidFill>
                  <a:effectLst/>
                  <a:latin typeface="+mn-lt"/>
                  <a:ea typeface="+mn-ea"/>
                </a:defRPr>
              </a:lvl5pPr>
            </a:lstStyle>
            <a:p>
              <a:pPr marL="0" lvl="0" indent="0" eaLnBrk="1" hangingPunct="1">
                <a:spcBef>
                  <a:spcPct val="50000"/>
                </a:spcBef>
                <a:buClrTx/>
                <a:buSzTx/>
                <a:buFontTx/>
                <a:buNone/>
              </a:pPr>
              <a:r>
                <a:rPr lang="en-US" altLang="zh-CN" sz="2400" b="1" dirty="0">
                  <a:latin typeface="Arial" panose="020B0604020202020204" pitchFamily="34" charset="0"/>
                </a:rPr>
                <a:t>a[0]</a:t>
              </a:r>
              <a:endParaRPr lang="en-US" altLang="zh-CN" sz="2400" b="1" dirty="0">
                <a:latin typeface="Arial" panose="020B0604020202020204" pitchFamily="34" charset="0"/>
              </a:endParaRPr>
            </a:p>
          </p:txBody>
        </p:sp>
        <p:sp>
          <p:nvSpPr>
            <p:cNvPr id="61503" name="Text Box 12"/>
            <p:cNvSpPr txBox="1"/>
            <p:nvPr/>
          </p:nvSpPr>
          <p:spPr>
            <a:xfrm>
              <a:off x="1655" y="1933"/>
              <a:ext cx="318" cy="231"/>
            </a:xfrm>
            <a:prstGeom prst="rect">
              <a:avLst/>
            </a:prstGeom>
            <a:noFill/>
            <a:ln w="9525">
              <a:noFill/>
            </a:ln>
          </p:spPr>
          <p:txBody>
            <a:bodyPr>
              <a:spAutoFit/>
            </a:bodyPr>
            <a:lstStyle>
              <a:lvl1pPr marL="342900" indent="-342900" algn="l" rtl="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hlink"/>
                </a:buClr>
                <a:buSzPct val="80000"/>
                <a:buFont typeface="Wingdings" panose="05000000000000000000" pitchFamily="2" charset="2"/>
                <a:buChar char="n"/>
                <a:defRPr sz="3200" b="0">
                  <a:solidFill>
                    <a:schemeClr val="tx1"/>
                  </a:solidFill>
                  <a:effectLst/>
                  <a:latin typeface="+mn-lt"/>
                  <a:ea typeface="+mn-ea"/>
                  <a:cs typeface="+mn-cs"/>
                </a:defRPr>
              </a:lvl1pPr>
              <a:lvl2pPr marL="742950" indent="-285750" algn="l" rtl="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tx1"/>
                </a:buClr>
                <a:buChar char="–"/>
                <a:defRPr sz="2800">
                  <a:solidFill>
                    <a:schemeClr val="tx1"/>
                  </a:solidFill>
                  <a:effectLst/>
                  <a:latin typeface="+mn-lt"/>
                  <a:ea typeface="+mn-ea"/>
                </a:defRPr>
              </a:lvl2pPr>
              <a:lvl3pPr marL="11430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hlink"/>
                </a:buClr>
                <a:buFont typeface="Wingdings" panose="05000000000000000000" pitchFamily="2" charset="2"/>
                <a:buChar char="§"/>
                <a:defRPr sz="2400">
                  <a:solidFill>
                    <a:schemeClr val="tx1"/>
                  </a:solidFill>
                  <a:effectLst/>
                  <a:latin typeface="+mn-lt"/>
                  <a:ea typeface="+mn-ea"/>
                </a:defRPr>
              </a:lvl3pPr>
              <a:lvl4pPr marL="16002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–"/>
                <a:defRPr sz="2000">
                  <a:solidFill>
                    <a:schemeClr val="tx1"/>
                  </a:solidFill>
                  <a:effectLst/>
                  <a:latin typeface="+mn-lt"/>
                  <a:ea typeface="+mn-ea"/>
                </a:defRPr>
              </a:lvl4pPr>
              <a:lvl5pPr marL="20574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hlink"/>
                </a:buClr>
                <a:buFont typeface="Wingdings" panose="05000000000000000000" pitchFamily="2" charset="2"/>
                <a:buChar char="§"/>
                <a:defRPr sz="2000">
                  <a:solidFill>
                    <a:schemeClr val="tx1"/>
                  </a:solidFill>
                  <a:effectLst/>
                  <a:latin typeface="+mn-lt"/>
                  <a:ea typeface="+mn-ea"/>
                </a:defRPr>
              </a:lvl5pPr>
            </a:lstStyle>
            <a:p>
              <a:pPr marL="0" lvl="0" indent="0" eaLnBrk="1" hangingPunct="1">
                <a:spcBef>
                  <a:spcPct val="50000"/>
                </a:spcBef>
                <a:buClrTx/>
                <a:buSzTx/>
                <a:buFontTx/>
                <a:buNone/>
              </a:pPr>
              <a:r>
                <a:rPr lang="en-US" altLang="zh-CN" sz="1800" b="1" dirty="0">
                  <a:latin typeface="Arial" panose="020B0604020202020204" pitchFamily="34" charset="0"/>
                </a:rPr>
                <a:t>11</a:t>
              </a:r>
              <a:endParaRPr lang="en-US" altLang="zh-CN" sz="1800" b="1" dirty="0">
                <a:latin typeface="Arial" panose="020B0604020202020204" pitchFamily="34" charset="0"/>
              </a:endParaRPr>
            </a:p>
          </p:txBody>
        </p:sp>
        <p:sp>
          <p:nvSpPr>
            <p:cNvPr id="61504" name="Text Box 13"/>
            <p:cNvSpPr txBox="1"/>
            <p:nvPr/>
          </p:nvSpPr>
          <p:spPr>
            <a:xfrm>
              <a:off x="1655" y="2205"/>
              <a:ext cx="318" cy="231"/>
            </a:xfrm>
            <a:prstGeom prst="rect">
              <a:avLst/>
            </a:prstGeom>
            <a:noFill/>
            <a:ln w="9525">
              <a:noFill/>
            </a:ln>
          </p:spPr>
          <p:txBody>
            <a:bodyPr>
              <a:spAutoFit/>
            </a:bodyPr>
            <a:lstStyle>
              <a:lvl1pPr marL="342900" indent="-342900" algn="l" rtl="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hlink"/>
                </a:buClr>
                <a:buSzPct val="80000"/>
                <a:buFont typeface="Wingdings" panose="05000000000000000000" pitchFamily="2" charset="2"/>
                <a:buChar char="n"/>
                <a:defRPr sz="3200" b="0">
                  <a:solidFill>
                    <a:schemeClr val="tx1"/>
                  </a:solidFill>
                  <a:effectLst/>
                  <a:latin typeface="+mn-lt"/>
                  <a:ea typeface="+mn-ea"/>
                  <a:cs typeface="+mn-cs"/>
                </a:defRPr>
              </a:lvl1pPr>
              <a:lvl2pPr marL="742950" indent="-285750" algn="l" rtl="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tx1"/>
                </a:buClr>
                <a:buChar char="–"/>
                <a:defRPr sz="2800">
                  <a:solidFill>
                    <a:schemeClr val="tx1"/>
                  </a:solidFill>
                  <a:effectLst/>
                  <a:latin typeface="+mn-lt"/>
                  <a:ea typeface="+mn-ea"/>
                </a:defRPr>
              </a:lvl2pPr>
              <a:lvl3pPr marL="11430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hlink"/>
                </a:buClr>
                <a:buFont typeface="Wingdings" panose="05000000000000000000" pitchFamily="2" charset="2"/>
                <a:buChar char="§"/>
                <a:defRPr sz="2400">
                  <a:solidFill>
                    <a:schemeClr val="tx1"/>
                  </a:solidFill>
                  <a:effectLst/>
                  <a:latin typeface="+mn-lt"/>
                  <a:ea typeface="+mn-ea"/>
                </a:defRPr>
              </a:lvl3pPr>
              <a:lvl4pPr marL="16002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–"/>
                <a:defRPr sz="2000">
                  <a:solidFill>
                    <a:schemeClr val="tx1"/>
                  </a:solidFill>
                  <a:effectLst/>
                  <a:latin typeface="+mn-lt"/>
                  <a:ea typeface="+mn-ea"/>
                </a:defRPr>
              </a:lvl4pPr>
              <a:lvl5pPr marL="20574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hlink"/>
                </a:buClr>
                <a:buFont typeface="Wingdings" panose="05000000000000000000" pitchFamily="2" charset="2"/>
                <a:buChar char="§"/>
                <a:defRPr sz="2000">
                  <a:solidFill>
                    <a:schemeClr val="tx1"/>
                  </a:solidFill>
                  <a:effectLst/>
                  <a:latin typeface="+mn-lt"/>
                  <a:ea typeface="+mn-ea"/>
                </a:defRPr>
              </a:lvl5pPr>
            </a:lstStyle>
            <a:p>
              <a:pPr marL="0" lvl="0" indent="0" eaLnBrk="1" hangingPunct="1">
                <a:spcBef>
                  <a:spcPct val="50000"/>
                </a:spcBef>
                <a:buClrTx/>
                <a:buSzTx/>
                <a:buFontTx/>
                <a:buNone/>
              </a:pPr>
              <a:r>
                <a:rPr lang="en-US" altLang="zh-CN" sz="1800" b="1" dirty="0">
                  <a:latin typeface="Arial" panose="020B0604020202020204" pitchFamily="34" charset="0"/>
                </a:rPr>
                <a:t>-2</a:t>
              </a:r>
              <a:endParaRPr lang="en-US" altLang="zh-CN" sz="1800" b="1" dirty="0">
                <a:latin typeface="Arial" panose="020B0604020202020204" pitchFamily="34" charset="0"/>
              </a:endParaRPr>
            </a:p>
          </p:txBody>
        </p:sp>
        <p:sp>
          <p:nvSpPr>
            <p:cNvPr id="61505" name="Text Box 14"/>
            <p:cNvSpPr txBox="1"/>
            <p:nvPr/>
          </p:nvSpPr>
          <p:spPr>
            <a:xfrm>
              <a:off x="1700" y="1661"/>
              <a:ext cx="318" cy="231"/>
            </a:xfrm>
            <a:prstGeom prst="rect">
              <a:avLst/>
            </a:prstGeom>
            <a:noFill/>
            <a:ln w="9525">
              <a:noFill/>
            </a:ln>
          </p:spPr>
          <p:txBody>
            <a:bodyPr>
              <a:spAutoFit/>
            </a:bodyPr>
            <a:lstStyle>
              <a:lvl1pPr marL="342900" indent="-342900" algn="l" rtl="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hlink"/>
                </a:buClr>
                <a:buSzPct val="80000"/>
                <a:buFont typeface="Wingdings" panose="05000000000000000000" pitchFamily="2" charset="2"/>
                <a:buChar char="n"/>
                <a:defRPr sz="3200" b="0">
                  <a:solidFill>
                    <a:schemeClr val="tx1"/>
                  </a:solidFill>
                  <a:effectLst/>
                  <a:latin typeface="+mn-lt"/>
                  <a:ea typeface="+mn-ea"/>
                  <a:cs typeface="+mn-cs"/>
                </a:defRPr>
              </a:lvl1pPr>
              <a:lvl2pPr marL="742950" indent="-285750" algn="l" rtl="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tx1"/>
                </a:buClr>
                <a:buChar char="–"/>
                <a:defRPr sz="2800">
                  <a:solidFill>
                    <a:schemeClr val="tx1"/>
                  </a:solidFill>
                  <a:effectLst/>
                  <a:latin typeface="+mn-lt"/>
                  <a:ea typeface="+mn-ea"/>
                </a:defRPr>
              </a:lvl2pPr>
              <a:lvl3pPr marL="11430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hlink"/>
                </a:buClr>
                <a:buFont typeface="Wingdings" panose="05000000000000000000" pitchFamily="2" charset="2"/>
                <a:buChar char="§"/>
                <a:defRPr sz="2400">
                  <a:solidFill>
                    <a:schemeClr val="tx1"/>
                  </a:solidFill>
                  <a:effectLst/>
                  <a:latin typeface="+mn-lt"/>
                  <a:ea typeface="+mn-ea"/>
                </a:defRPr>
              </a:lvl3pPr>
              <a:lvl4pPr marL="16002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–"/>
                <a:defRPr sz="2000">
                  <a:solidFill>
                    <a:schemeClr val="tx1"/>
                  </a:solidFill>
                  <a:effectLst/>
                  <a:latin typeface="+mn-lt"/>
                  <a:ea typeface="+mn-ea"/>
                </a:defRPr>
              </a:lvl4pPr>
              <a:lvl5pPr marL="20574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hlink"/>
                </a:buClr>
                <a:buFont typeface="Wingdings" panose="05000000000000000000" pitchFamily="2" charset="2"/>
                <a:buChar char="§"/>
                <a:defRPr sz="2000">
                  <a:solidFill>
                    <a:schemeClr val="tx1"/>
                  </a:solidFill>
                  <a:effectLst/>
                  <a:latin typeface="+mn-lt"/>
                  <a:ea typeface="+mn-ea"/>
                </a:defRPr>
              </a:lvl5pPr>
            </a:lstStyle>
            <a:p>
              <a:pPr marL="0" lvl="0" indent="0" eaLnBrk="1" hangingPunct="1">
                <a:spcBef>
                  <a:spcPct val="50000"/>
                </a:spcBef>
                <a:buClrTx/>
                <a:buSzTx/>
                <a:buFontTx/>
                <a:buNone/>
              </a:pPr>
              <a:r>
                <a:rPr lang="en-US" altLang="zh-CN" sz="1800" b="1" dirty="0">
                  <a:latin typeface="Arial" panose="020B0604020202020204" pitchFamily="34" charset="0"/>
                </a:rPr>
                <a:t>10</a:t>
              </a:r>
              <a:endParaRPr lang="en-US" altLang="zh-CN" sz="1800" b="1" dirty="0">
                <a:latin typeface="Arial" panose="020B0604020202020204" pitchFamily="34" charset="0"/>
              </a:endParaRPr>
            </a:p>
          </p:txBody>
        </p:sp>
      </p:grpSp>
      <p:sp>
        <p:nvSpPr>
          <p:cNvPr id="1065999" name="Text Box 15"/>
          <p:cNvSpPr txBox="1"/>
          <p:nvPr/>
        </p:nvSpPr>
        <p:spPr>
          <a:xfrm>
            <a:off x="4656138" y="188913"/>
            <a:ext cx="4464050" cy="1016000"/>
          </a:xfrm>
          <a:prstGeom prst="rect">
            <a:avLst/>
          </a:prstGeom>
          <a:noFill/>
          <a:ln w="9525">
            <a:noFill/>
          </a:ln>
        </p:spPr>
        <p:txBody>
          <a:bodyPr>
            <a:spAutoFit/>
          </a:bodyPr>
          <a:lstStyle>
            <a:lvl1pPr marL="342900" indent="-3429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80000"/>
              <a:buFont typeface="Wingdings" panose="05000000000000000000" pitchFamily="2" charset="2"/>
              <a:buChar char="n"/>
              <a:defRPr sz="3200" b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defRPr>
            </a:lvl1pPr>
            <a:lvl2pPr marL="742950" indent="-28575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Char char="–"/>
              <a:defRPr sz="2800">
                <a:solidFill>
                  <a:schemeClr val="tx1"/>
                </a:solidFill>
                <a:effectLst/>
                <a:latin typeface="+mn-lt"/>
                <a:ea typeface="+mn-ea"/>
              </a:defRPr>
            </a:lvl2pPr>
            <a:lvl3pPr marL="11430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Font typeface="Wingdings" panose="05000000000000000000" pitchFamily="2" charset="2"/>
              <a:buChar char="§"/>
              <a:defRPr sz="2400">
                <a:solidFill>
                  <a:schemeClr val="tx1"/>
                </a:solidFill>
                <a:effectLst/>
                <a:latin typeface="+mn-lt"/>
                <a:ea typeface="+mn-ea"/>
              </a:defRPr>
            </a:lvl3pPr>
            <a:lvl4pPr marL="16002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–"/>
              <a:defRPr sz="2000">
                <a:solidFill>
                  <a:schemeClr val="tx1"/>
                </a:solidFill>
                <a:effectLst/>
                <a:latin typeface="+mn-lt"/>
                <a:ea typeface="+mn-ea"/>
              </a:defRPr>
            </a:lvl4pPr>
            <a:lvl5pPr marL="20574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effectLst/>
                <a:latin typeface="+mn-lt"/>
                <a:ea typeface="+mn-ea"/>
              </a:defRPr>
            </a:lvl5pPr>
          </a:lstStyle>
          <a:p>
            <a:pPr marL="0" lvl="0" indent="0" eaLnBrk="1" hangingPunct="1">
              <a:spcBef>
                <a:spcPct val="50000"/>
              </a:spcBef>
              <a:buClrTx/>
              <a:buSzTx/>
              <a:buFontTx/>
              <a:buNone/>
            </a:pPr>
            <a:r>
              <a:rPr lang="zh-CN" altLang="en-US" sz="2400" b="1" dirty="0">
                <a:latin typeface="Arial" panose="020B0604020202020204" pitchFamily="34" charset="0"/>
              </a:rPr>
              <a:t>二维数组：</a:t>
            </a:r>
            <a:endParaRPr lang="zh-CN" altLang="en-US" sz="2400" b="1" dirty="0">
              <a:latin typeface="Arial" panose="020B0604020202020204" pitchFamily="34" charset="0"/>
            </a:endParaRPr>
          </a:p>
          <a:p>
            <a:pPr marL="0" lvl="0" indent="0" eaLnBrk="1" hangingPunct="1">
              <a:spcBef>
                <a:spcPct val="50000"/>
              </a:spcBef>
              <a:buClrTx/>
              <a:buSzTx/>
              <a:buFontTx/>
              <a:buNone/>
            </a:pPr>
            <a:r>
              <a:rPr lang="en-US" altLang="zh-CN" sz="2400" b="1" dirty="0">
                <a:solidFill>
                  <a:srgbClr val="FFFF00"/>
                </a:solidFill>
                <a:latin typeface="Arial" panose="020B0604020202020204" pitchFamily="34" charset="0"/>
              </a:rPr>
              <a:t>int b[2][3]</a:t>
            </a:r>
            <a:r>
              <a:rPr lang="en-US" altLang="zh-CN" sz="2400" b="1" dirty="0">
                <a:latin typeface="Arial" panose="020B0604020202020204" pitchFamily="34" charset="0"/>
              </a:rPr>
              <a:t>={1,2,100,10,11,-2};</a:t>
            </a:r>
            <a:endParaRPr lang="en-US" altLang="zh-CN" sz="2400" b="1" dirty="0">
              <a:latin typeface="Arial" panose="020B0604020202020204" pitchFamily="34" charset="0"/>
            </a:endParaRPr>
          </a:p>
        </p:txBody>
      </p:sp>
      <p:grpSp>
        <p:nvGrpSpPr>
          <p:cNvPr id="3" name="Group 16"/>
          <p:cNvGrpSpPr/>
          <p:nvPr/>
        </p:nvGrpSpPr>
        <p:grpSpPr>
          <a:xfrm>
            <a:off x="4583113" y="1268413"/>
            <a:ext cx="2592387" cy="2689225"/>
            <a:chOff x="1927" y="799"/>
            <a:chExt cx="1633" cy="1694"/>
          </a:xfrm>
        </p:grpSpPr>
        <p:sp>
          <p:nvSpPr>
            <p:cNvPr id="61478" name="Rectangle 17"/>
            <p:cNvSpPr/>
            <p:nvPr/>
          </p:nvSpPr>
          <p:spPr>
            <a:xfrm>
              <a:off x="2744" y="1117"/>
              <a:ext cx="816" cy="272"/>
            </a:xfrm>
            <a:prstGeom prst="rect">
              <a:avLst/>
            </a:prstGeom>
            <a:noFill/>
            <a:ln w="9525" cap="flat" cmpd="sng">
              <a:solidFill>
                <a:schemeClr val="tx1"/>
              </a:solidFill>
              <a:prstDash val="solid"/>
              <a:miter/>
              <a:headEnd type="none" w="med" len="med"/>
              <a:tailEnd type="none" w="med" len="med"/>
            </a:ln>
          </p:spPr>
          <p:txBody>
            <a:bodyPr wrap="none" anchor="ctr" anchorCtr="0"/>
            <a:lstStyle>
              <a:lvl1pPr marL="342900" indent="-342900" algn="l" rtl="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hlink"/>
                </a:buClr>
                <a:buSzPct val="80000"/>
                <a:buFont typeface="Wingdings" panose="05000000000000000000" pitchFamily="2" charset="2"/>
                <a:buChar char="n"/>
                <a:defRPr sz="3200" b="0">
                  <a:solidFill>
                    <a:schemeClr val="tx1"/>
                  </a:solidFill>
                  <a:effectLst/>
                  <a:latin typeface="+mn-lt"/>
                  <a:ea typeface="+mn-ea"/>
                  <a:cs typeface="+mn-cs"/>
                </a:defRPr>
              </a:lvl1pPr>
              <a:lvl2pPr marL="742950" indent="-285750" algn="l" rtl="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tx1"/>
                </a:buClr>
                <a:buChar char="–"/>
                <a:defRPr sz="2800">
                  <a:solidFill>
                    <a:schemeClr val="tx1"/>
                  </a:solidFill>
                  <a:effectLst/>
                  <a:latin typeface="+mn-lt"/>
                  <a:ea typeface="+mn-ea"/>
                </a:defRPr>
              </a:lvl2pPr>
              <a:lvl3pPr marL="11430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hlink"/>
                </a:buClr>
                <a:buFont typeface="Wingdings" panose="05000000000000000000" pitchFamily="2" charset="2"/>
                <a:buChar char="§"/>
                <a:defRPr sz="2400">
                  <a:solidFill>
                    <a:schemeClr val="tx1"/>
                  </a:solidFill>
                  <a:effectLst/>
                  <a:latin typeface="+mn-lt"/>
                  <a:ea typeface="+mn-ea"/>
                </a:defRPr>
              </a:lvl3pPr>
              <a:lvl4pPr marL="16002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–"/>
                <a:defRPr sz="2000">
                  <a:solidFill>
                    <a:schemeClr val="tx1"/>
                  </a:solidFill>
                  <a:effectLst/>
                  <a:latin typeface="+mn-lt"/>
                  <a:ea typeface="+mn-ea"/>
                </a:defRPr>
              </a:lvl4pPr>
              <a:lvl5pPr marL="20574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hlink"/>
                </a:buClr>
                <a:buFont typeface="Wingdings" panose="05000000000000000000" pitchFamily="2" charset="2"/>
                <a:buChar char="§"/>
                <a:defRPr sz="2000">
                  <a:solidFill>
                    <a:schemeClr val="tx1"/>
                  </a:solidFill>
                  <a:effectLst/>
                  <a:latin typeface="+mn-lt"/>
                  <a:ea typeface="+mn-ea"/>
                </a:defRPr>
              </a:lvl5pPr>
            </a:lstStyle>
            <a:p>
              <a:pPr marL="0" lvl="0" indent="0" algn="ctr" eaLnBrk="1" hangingPunct="1">
                <a:buClrTx/>
                <a:buSzTx/>
                <a:buNone/>
              </a:pPr>
              <a:endParaRPr lang="zh-CN" altLang="zh-CN" sz="1800" b="1" dirty="0">
                <a:latin typeface="Arial" panose="020B0604020202020204" pitchFamily="34" charset="0"/>
              </a:endParaRPr>
            </a:p>
          </p:txBody>
        </p:sp>
        <p:sp>
          <p:nvSpPr>
            <p:cNvPr id="61479" name="Rectangle 18"/>
            <p:cNvSpPr/>
            <p:nvPr/>
          </p:nvSpPr>
          <p:spPr>
            <a:xfrm>
              <a:off x="2744" y="1389"/>
              <a:ext cx="816" cy="272"/>
            </a:xfrm>
            <a:prstGeom prst="rect">
              <a:avLst/>
            </a:prstGeom>
            <a:noFill/>
            <a:ln w="9525" cap="flat" cmpd="sng">
              <a:solidFill>
                <a:schemeClr val="tx1"/>
              </a:solidFill>
              <a:prstDash val="solid"/>
              <a:miter/>
              <a:headEnd type="none" w="med" len="med"/>
              <a:tailEnd type="none" w="med" len="med"/>
            </a:ln>
          </p:spPr>
          <p:txBody>
            <a:bodyPr wrap="none" anchor="ctr" anchorCtr="0"/>
            <a:lstStyle>
              <a:lvl1pPr marL="342900" indent="-342900" algn="l" rtl="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hlink"/>
                </a:buClr>
                <a:buSzPct val="80000"/>
                <a:buFont typeface="Wingdings" panose="05000000000000000000" pitchFamily="2" charset="2"/>
                <a:buChar char="n"/>
                <a:defRPr sz="3200" b="0">
                  <a:solidFill>
                    <a:schemeClr val="tx1"/>
                  </a:solidFill>
                  <a:effectLst/>
                  <a:latin typeface="+mn-lt"/>
                  <a:ea typeface="+mn-ea"/>
                  <a:cs typeface="+mn-cs"/>
                </a:defRPr>
              </a:lvl1pPr>
              <a:lvl2pPr marL="742950" indent="-285750" algn="l" rtl="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tx1"/>
                </a:buClr>
                <a:buChar char="–"/>
                <a:defRPr sz="2800">
                  <a:solidFill>
                    <a:schemeClr val="tx1"/>
                  </a:solidFill>
                  <a:effectLst/>
                  <a:latin typeface="+mn-lt"/>
                  <a:ea typeface="+mn-ea"/>
                </a:defRPr>
              </a:lvl2pPr>
              <a:lvl3pPr marL="11430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hlink"/>
                </a:buClr>
                <a:buFont typeface="Wingdings" panose="05000000000000000000" pitchFamily="2" charset="2"/>
                <a:buChar char="§"/>
                <a:defRPr sz="2400">
                  <a:solidFill>
                    <a:schemeClr val="tx1"/>
                  </a:solidFill>
                  <a:effectLst/>
                  <a:latin typeface="+mn-lt"/>
                  <a:ea typeface="+mn-ea"/>
                </a:defRPr>
              </a:lvl3pPr>
              <a:lvl4pPr marL="16002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–"/>
                <a:defRPr sz="2000">
                  <a:solidFill>
                    <a:schemeClr val="tx1"/>
                  </a:solidFill>
                  <a:effectLst/>
                  <a:latin typeface="+mn-lt"/>
                  <a:ea typeface="+mn-ea"/>
                </a:defRPr>
              </a:lvl4pPr>
              <a:lvl5pPr marL="20574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hlink"/>
                </a:buClr>
                <a:buFont typeface="Wingdings" panose="05000000000000000000" pitchFamily="2" charset="2"/>
                <a:buChar char="§"/>
                <a:defRPr sz="2000">
                  <a:solidFill>
                    <a:schemeClr val="tx1"/>
                  </a:solidFill>
                  <a:effectLst/>
                  <a:latin typeface="+mn-lt"/>
                  <a:ea typeface="+mn-ea"/>
                </a:defRPr>
              </a:lvl5pPr>
            </a:lstStyle>
            <a:p>
              <a:pPr marL="0" lvl="0" indent="0" algn="ctr" eaLnBrk="1" hangingPunct="1">
                <a:buClrTx/>
                <a:buSzTx/>
                <a:buNone/>
              </a:pPr>
              <a:endParaRPr lang="zh-CN" altLang="zh-CN" sz="1800" b="1" dirty="0">
                <a:latin typeface="Arial" panose="020B0604020202020204" pitchFamily="34" charset="0"/>
              </a:endParaRPr>
            </a:p>
          </p:txBody>
        </p:sp>
        <p:sp>
          <p:nvSpPr>
            <p:cNvPr id="61480" name="Rectangle 19"/>
            <p:cNvSpPr/>
            <p:nvPr/>
          </p:nvSpPr>
          <p:spPr>
            <a:xfrm>
              <a:off x="2744" y="1661"/>
              <a:ext cx="816" cy="272"/>
            </a:xfrm>
            <a:prstGeom prst="rect">
              <a:avLst/>
            </a:prstGeom>
            <a:noFill/>
            <a:ln w="9525" cap="flat" cmpd="sng">
              <a:solidFill>
                <a:schemeClr val="tx1"/>
              </a:solidFill>
              <a:prstDash val="solid"/>
              <a:miter/>
              <a:headEnd type="none" w="med" len="med"/>
              <a:tailEnd type="none" w="med" len="med"/>
            </a:ln>
          </p:spPr>
          <p:txBody>
            <a:bodyPr wrap="none" anchor="ctr" anchorCtr="0"/>
            <a:lstStyle>
              <a:lvl1pPr marL="342900" indent="-342900" algn="l" rtl="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hlink"/>
                </a:buClr>
                <a:buSzPct val="80000"/>
                <a:buFont typeface="Wingdings" panose="05000000000000000000" pitchFamily="2" charset="2"/>
                <a:buChar char="n"/>
                <a:defRPr sz="3200" b="0">
                  <a:solidFill>
                    <a:schemeClr val="tx1"/>
                  </a:solidFill>
                  <a:effectLst/>
                  <a:latin typeface="+mn-lt"/>
                  <a:ea typeface="+mn-ea"/>
                  <a:cs typeface="+mn-cs"/>
                </a:defRPr>
              </a:lvl1pPr>
              <a:lvl2pPr marL="742950" indent="-285750" algn="l" rtl="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tx1"/>
                </a:buClr>
                <a:buChar char="–"/>
                <a:defRPr sz="2800">
                  <a:solidFill>
                    <a:schemeClr val="tx1"/>
                  </a:solidFill>
                  <a:effectLst/>
                  <a:latin typeface="+mn-lt"/>
                  <a:ea typeface="+mn-ea"/>
                </a:defRPr>
              </a:lvl2pPr>
              <a:lvl3pPr marL="11430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hlink"/>
                </a:buClr>
                <a:buFont typeface="Wingdings" panose="05000000000000000000" pitchFamily="2" charset="2"/>
                <a:buChar char="§"/>
                <a:defRPr sz="2400">
                  <a:solidFill>
                    <a:schemeClr val="tx1"/>
                  </a:solidFill>
                  <a:effectLst/>
                  <a:latin typeface="+mn-lt"/>
                  <a:ea typeface="+mn-ea"/>
                </a:defRPr>
              </a:lvl3pPr>
              <a:lvl4pPr marL="16002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–"/>
                <a:defRPr sz="2000">
                  <a:solidFill>
                    <a:schemeClr val="tx1"/>
                  </a:solidFill>
                  <a:effectLst/>
                  <a:latin typeface="+mn-lt"/>
                  <a:ea typeface="+mn-ea"/>
                </a:defRPr>
              </a:lvl4pPr>
              <a:lvl5pPr marL="20574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hlink"/>
                </a:buClr>
                <a:buFont typeface="Wingdings" panose="05000000000000000000" pitchFamily="2" charset="2"/>
                <a:buChar char="§"/>
                <a:defRPr sz="2000">
                  <a:solidFill>
                    <a:schemeClr val="tx1"/>
                  </a:solidFill>
                  <a:effectLst/>
                  <a:latin typeface="+mn-lt"/>
                  <a:ea typeface="+mn-ea"/>
                </a:defRPr>
              </a:lvl5pPr>
            </a:lstStyle>
            <a:p>
              <a:pPr marL="0" lvl="0" indent="0" algn="ctr" eaLnBrk="1" hangingPunct="1">
                <a:buClrTx/>
                <a:buSzTx/>
                <a:buNone/>
              </a:pPr>
              <a:endParaRPr lang="zh-CN" altLang="zh-CN" sz="1800" b="1" dirty="0">
                <a:latin typeface="Arial" panose="020B0604020202020204" pitchFamily="34" charset="0"/>
              </a:endParaRPr>
            </a:p>
          </p:txBody>
        </p:sp>
        <p:sp>
          <p:nvSpPr>
            <p:cNvPr id="61481" name="Rectangle 20"/>
            <p:cNvSpPr/>
            <p:nvPr/>
          </p:nvSpPr>
          <p:spPr>
            <a:xfrm>
              <a:off x="2744" y="1933"/>
              <a:ext cx="816" cy="272"/>
            </a:xfrm>
            <a:prstGeom prst="rect">
              <a:avLst/>
            </a:prstGeom>
            <a:noFill/>
            <a:ln w="9525" cap="flat" cmpd="sng">
              <a:solidFill>
                <a:schemeClr val="tx1"/>
              </a:solidFill>
              <a:prstDash val="solid"/>
              <a:miter/>
              <a:headEnd type="none" w="med" len="med"/>
              <a:tailEnd type="none" w="med" len="med"/>
            </a:ln>
          </p:spPr>
          <p:txBody>
            <a:bodyPr wrap="none" anchor="ctr" anchorCtr="0"/>
            <a:lstStyle>
              <a:lvl1pPr marL="342900" indent="-342900" algn="l" rtl="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hlink"/>
                </a:buClr>
                <a:buSzPct val="80000"/>
                <a:buFont typeface="Wingdings" panose="05000000000000000000" pitchFamily="2" charset="2"/>
                <a:buChar char="n"/>
                <a:defRPr sz="3200" b="0">
                  <a:solidFill>
                    <a:schemeClr val="tx1"/>
                  </a:solidFill>
                  <a:effectLst/>
                  <a:latin typeface="+mn-lt"/>
                  <a:ea typeface="+mn-ea"/>
                  <a:cs typeface="+mn-cs"/>
                </a:defRPr>
              </a:lvl1pPr>
              <a:lvl2pPr marL="742950" indent="-285750" algn="l" rtl="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tx1"/>
                </a:buClr>
                <a:buChar char="–"/>
                <a:defRPr sz="2800">
                  <a:solidFill>
                    <a:schemeClr val="tx1"/>
                  </a:solidFill>
                  <a:effectLst/>
                  <a:latin typeface="+mn-lt"/>
                  <a:ea typeface="+mn-ea"/>
                </a:defRPr>
              </a:lvl2pPr>
              <a:lvl3pPr marL="11430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hlink"/>
                </a:buClr>
                <a:buFont typeface="Wingdings" panose="05000000000000000000" pitchFamily="2" charset="2"/>
                <a:buChar char="§"/>
                <a:defRPr sz="2400">
                  <a:solidFill>
                    <a:schemeClr val="tx1"/>
                  </a:solidFill>
                  <a:effectLst/>
                  <a:latin typeface="+mn-lt"/>
                  <a:ea typeface="+mn-ea"/>
                </a:defRPr>
              </a:lvl3pPr>
              <a:lvl4pPr marL="16002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–"/>
                <a:defRPr sz="2000">
                  <a:solidFill>
                    <a:schemeClr val="tx1"/>
                  </a:solidFill>
                  <a:effectLst/>
                  <a:latin typeface="+mn-lt"/>
                  <a:ea typeface="+mn-ea"/>
                </a:defRPr>
              </a:lvl4pPr>
              <a:lvl5pPr marL="20574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hlink"/>
                </a:buClr>
                <a:buFont typeface="Wingdings" panose="05000000000000000000" pitchFamily="2" charset="2"/>
                <a:buChar char="§"/>
                <a:defRPr sz="2000">
                  <a:solidFill>
                    <a:schemeClr val="tx1"/>
                  </a:solidFill>
                  <a:effectLst/>
                  <a:latin typeface="+mn-lt"/>
                  <a:ea typeface="+mn-ea"/>
                </a:defRPr>
              </a:lvl5pPr>
            </a:lstStyle>
            <a:p>
              <a:pPr marL="0" lvl="0" indent="0" algn="ctr" eaLnBrk="1" hangingPunct="1">
                <a:buClrTx/>
                <a:buSzTx/>
                <a:buNone/>
              </a:pPr>
              <a:endParaRPr lang="zh-CN" altLang="zh-CN" sz="1800" b="1" dirty="0">
                <a:latin typeface="Arial" panose="020B0604020202020204" pitchFamily="34" charset="0"/>
              </a:endParaRPr>
            </a:p>
          </p:txBody>
        </p:sp>
        <p:sp>
          <p:nvSpPr>
            <p:cNvPr id="61482" name="Text Box 21"/>
            <p:cNvSpPr txBox="1"/>
            <p:nvPr/>
          </p:nvSpPr>
          <p:spPr>
            <a:xfrm>
              <a:off x="1927" y="2205"/>
              <a:ext cx="862" cy="288"/>
            </a:xfrm>
            <a:prstGeom prst="rect">
              <a:avLst/>
            </a:prstGeom>
            <a:noFill/>
            <a:ln w="9525">
              <a:noFill/>
            </a:ln>
          </p:spPr>
          <p:txBody>
            <a:bodyPr>
              <a:spAutoFit/>
            </a:bodyPr>
            <a:lstStyle>
              <a:lvl1pPr marL="342900" indent="-342900" algn="l" rtl="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hlink"/>
                </a:buClr>
                <a:buSzPct val="80000"/>
                <a:buFont typeface="Wingdings" panose="05000000000000000000" pitchFamily="2" charset="2"/>
                <a:buChar char="n"/>
                <a:defRPr sz="3200" b="0">
                  <a:solidFill>
                    <a:schemeClr val="tx1"/>
                  </a:solidFill>
                  <a:effectLst/>
                  <a:latin typeface="+mn-lt"/>
                  <a:ea typeface="+mn-ea"/>
                  <a:cs typeface="+mn-cs"/>
                </a:defRPr>
              </a:lvl1pPr>
              <a:lvl2pPr marL="742950" indent="-285750" algn="l" rtl="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tx1"/>
                </a:buClr>
                <a:buChar char="–"/>
                <a:defRPr sz="2800">
                  <a:solidFill>
                    <a:schemeClr val="tx1"/>
                  </a:solidFill>
                  <a:effectLst/>
                  <a:latin typeface="+mn-lt"/>
                  <a:ea typeface="+mn-ea"/>
                </a:defRPr>
              </a:lvl2pPr>
              <a:lvl3pPr marL="11430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hlink"/>
                </a:buClr>
                <a:buFont typeface="Wingdings" panose="05000000000000000000" pitchFamily="2" charset="2"/>
                <a:buChar char="§"/>
                <a:defRPr sz="2400">
                  <a:solidFill>
                    <a:schemeClr val="tx1"/>
                  </a:solidFill>
                  <a:effectLst/>
                  <a:latin typeface="+mn-lt"/>
                  <a:ea typeface="+mn-ea"/>
                </a:defRPr>
              </a:lvl3pPr>
              <a:lvl4pPr marL="16002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–"/>
                <a:defRPr sz="2000">
                  <a:solidFill>
                    <a:schemeClr val="tx1"/>
                  </a:solidFill>
                  <a:effectLst/>
                  <a:latin typeface="+mn-lt"/>
                  <a:ea typeface="+mn-ea"/>
                </a:defRPr>
              </a:lvl4pPr>
              <a:lvl5pPr marL="20574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hlink"/>
                </a:buClr>
                <a:buFont typeface="Wingdings" panose="05000000000000000000" pitchFamily="2" charset="2"/>
                <a:buChar char="§"/>
                <a:defRPr sz="2000">
                  <a:solidFill>
                    <a:schemeClr val="tx1"/>
                  </a:solidFill>
                  <a:effectLst/>
                  <a:latin typeface="+mn-lt"/>
                  <a:ea typeface="+mn-ea"/>
                </a:defRPr>
              </a:lvl5pPr>
            </a:lstStyle>
            <a:p>
              <a:pPr marL="0" lvl="0" indent="0" eaLnBrk="1" hangingPunct="1">
                <a:spcBef>
                  <a:spcPct val="50000"/>
                </a:spcBef>
                <a:buClrTx/>
                <a:buSzTx/>
                <a:buFontTx/>
                <a:buNone/>
              </a:pPr>
              <a:r>
                <a:rPr lang="en-US" altLang="zh-CN" sz="2400" b="1" dirty="0">
                  <a:latin typeface="Arial" panose="020B0604020202020204" pitchFamily="34" charset="0"/>
                </a:rPr>
                <a:t>b[1][2]</a:t>
              </a:r>
              <a:endParaRPr lang="en-US" altLang="zh-CN" sz="2400" b="1" dirty="0">
                <a:latin typeface="Arial" panose="020B0604020202020204" pitchFamily="34" charset="0"/>
              </a:endParaRPr>
            </a:p>
          </p:txBody>
        </p:sp>
        <p:sp>
          <p:nvSpPr>
            <p:cNvPr id="61483" name="Text Box 22"/>
            <p:cNvSpPr txBox="1"/>
            <p:nvPr/>
          </p:nvSpPr>
          <p:spPr>
            <a:xfrm>
              <a:off x="1927" y="1933"/>
              <a:ext cx="726" cy="288"/>
            </a:xfrm>
            <a:prstGeom prst="rect">
              <a:avLst/>
            </a:prstGeom>
            <a:noFill/>
            <a:ln w="9525">
              <a:noFill/>
            </a:ln>
          </p:spPr>
          <p:txBody>
            <a:bodyPr>
              <a:spAutoFit/>
            </a:bodyPr>
            <a:lstStyle>
              <a:lvl1pPr marL="342900" indent="-342900" algn="l" rtl="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hlink"/>
                </a:buClr>
                <a:buSzPct val="80000"/>
                <a:buFont typeface="Wingdings" panose="05000000000000000000" pitchFamily="2" charset="2"/>
                <a:buChar char="n"/>
                <a:defRPr sz="3200" b="0">
                  <a:solidFill>
                    <a:schemeClr val="tx1"/>
                  </a:solidFill>
                  <a:effectLst/>
                  <a:latin typeface="+mn-lt"/>
                  <a:ea typeface="+mn-ea"/>
                  <a:cs typeface="+mn-cs"/>
                </a:defRPr>
              </a:lvl1pPr>
              <a:lvl2pPr marL="742950" indent="-285750" algn="l" rtl="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tx1"/>
                </a:buClr>
                <a:buChar char="–"/>
                <a:defRPr sz="2800">
                  <a:solidFill>
                    <a:schemeClr val="tx1"/>
                  </a:solidFill>
                  <a:effectLst/>
                  <a:latin typeface="+mn-lt"/>
                  <a:ea typeface="+mn-ea"/>
                </a:defRPr>
              </a:lvl2pPr>
              <a:lvl3pPr marL="11430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hlink"/>
                </a:buClr>
                <a:buFont typeface="Wingdings" panose="05000000000000000000" pitchFamily="2" charset="2"/>
                <a:buChar char="§"/>
                <a:defRPr sz="2400">
                  <a:solidFill>
                    <a:schemeClr val="tx1"/>
                  </a:solidFill>
                  <a:effectLst/>
                  <a:latin typeface="+mn-lt"/>
                  <a:ea typeface="+mn-ea"/>
                </a:defRPr>
              </a:lvl3pPr>
              <a:lvl4pPr marL="16002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–"/>
                <a:defRPr sz="2000">
                  <a:solidFill>
                    <a:schemeClr val="tx1"/>
                  </a:solidFill>
                  <a:effectLst/>
                  <a:latin typeface="+mn-lt"/>
                  <a:ea typeface="+mn-ea"/>
                </a:defRPr>
              </a:lvl4pPr>
              <a:lvl5pPr marL="20574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hlink"/>
                </a:buClr>
                <a:buFont typeface="Wingdings" panose="05000000000000000000" pitchFamily="2" charset="2"/>
                <a:buChar char="§"/>
                <a:defRPr sz="2000">
                  <a:solidFill>
                    <a:schemeClr val="tx1"/>
                  </a:solidFill>
                  <a:effectLst/>
                  <a:latin typeface="+mn-lt"/>
                  <a:ea typeface="+mn-ea"/>
                </a:defRPr>
              </a:lvl5pPr>
            </a:lstStyle>
            <a:p>
              <a:pPr marL="0" lvl="0" indent="0" eaLnBrk="1" hangingPunct="1">
                <a:spcBef>
                  <a:spcPct val="50000"/>
                </a:spcBef>
                <a:buClrTx/>
                <a:buSzTx/>
                <a:buFontTx/>
                <a:buNone/>
              </a:pPr>
              <a:r>
                <a:rPr lang="en-US" altLang="zh-CN" sz="2400" b="1" dirty="0">
                  <a:latin typeface="Arial" panose="020B0604020202020204" pitchFamily="34" charset="0"/>
                </a:rPr>
                <a:t>b[1][1]</a:t>
              </a:r>
              <a:endParaRPr lang="en-US" altLang="zh-CN" sz="2400" b="1" dirty="0">
                <a:latin typeface="Arial" panose="020B0604020202020204" pitchFamily="34" charset="0"/>
              </a:endParaRPr>
            </a:p>
          </p:txBody>
        </p:sp>
        <p:sp>
          <p:nvSpPr>
            <p:cNvPr id="61484" name="Text Box 23"/>
            <p:cNvSpPr txBox="1"/>
            <p:nvPr/>
          </p:nvSpPr>
          <p:spPr>
            <a:xfrm>
              <a:off x="1927" y="1661"/>
              <a:ext cx="681" cy="288"/>
            </a:xfrm>
            <a:prstGeom prst="rect">
              <a:avLst/>
            </a:prstGeom>
            <a:noFill/>
            <a:ln w="9525">
              <a:noFill/>
            </a:ln>
          </p:spPr>
          <p:txBody>
            <a:bodyPr>
              <a:spAutoFit/>
            </a:bodyPr>
            <a:lstStyle>
              <a:lvl1pPr marL="342900" indent="-342900" algn="l" rtl="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hlink"/>
                </a:buClr>
                <a:buSzPct val="80000"/>
                <a:buFont typeface="Wingdings" panose="05000000000000000000" pitchFamily="2" charset="2"/>
                <a:buChar char="n"/>
                <a:defRPr sz="3200" b="0">
                  <a:solidFill>
                    <a:schemeClr val="tx1"/>
                  </a:solidFill>
                  <a:effectLst/>
                  <a:latin typeface="+mn-lt"/>
                  <a:ea typeface="+mn-ea"/>
                  <a:cs typeface="+mn-cs"/>
                </a:defRPr>
              </a:lvl1pPr>
              <a:lvl2pPr marL="742950" indent="-285750" algn="l" rtl="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tx1"/>
                </a:buClr>
                <a:buChar char="–"/>
                <a:defRPr sz="2800">
                  <a:solidFill>
                    <a:schemeClr val="tx1"/>
                  </a:solidFill>
                  <a:effectLst/>
                  <a:latin typeface="+mn-lt"/>
                  <a:ea typeface="+mn-ea"/>
                </a:defRPr>
              </a:lvl2pPr>
              <a:lvl3pPr marL="11430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hlink"/>
                </a:buClr>
                <a:buFont typeface="Wingdings" panose="05000000000000000000" pitchFamily="2" charset="2"/>
                <a:buChar char="§"/>
                <a:defRPr sz="2400">
                  <a:solidFill>
                    <a:schemeClr val="tx1"/>
                  </a:solidFill>
                  <a:effectLst/>
                  <a:latin typeface="+mn-lt"/>
                  <a:ea typeface="+mn-ea"/>
                </a:defRPr>
              </a:lvl3pPr>
              <a:lvl4pPr marL="16002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–"/>
                <a:defRPr sz="2000">
                  <a:solidFill>
                    <a:schemeClr val="tx1"/>
                  </a:solidFill>
                  <a:effectLst/>
                  <a:latin typeface="+mn-lt"/>
                  <a:ea typeface="+mn-ea"/>
                </a:defRPr>
              </a:lvl4pPr>
              <a:lvl5pPr marL="20574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hlink"/>
                </a:buClr>
                <a:buFont typeface="Wingdings" panose="05000000000000000000" pitchFamily="2" charset="2"/>
                <a:buChar char="§"/>
                <a:defRPr sz="2000">
                  <a:solidFill>
                    <a:schemeClr val="tx1"/>
                  </a:solidFill>
                  <a:effectLst/>
                  <a:latin typeface="+mn-lt"/>
                  <a:ea typeface="+mn-ea"/>
                </a:defRPr>
              </a:lvl5pPr>
            </a:lstStyle>
            <a:p>
              <a:pPr marL="0" lvl="0" indent="0" eaLnBrk="1" hangingPunct="1">
                <a:spcBef>
                  <a:spcPct val="50000"/>
                </a:spcBef>
                <a:buClrTx/>
                <a:buSzTx/>
                <a:buFontTx/>
                <a:buNone/>
              </a:pPr>
              <a:r>
                <a:rPr lang="en-US" altLang="zh-CN" sz="2400" b="1" dirty="0">
                  <a:latin typeface="Arial" panose="020B0604020202020204" pitchFamily="34" charset="0"/>
                </a:rPr>
                <a:t>b[1][0]</a:t>
              </a:r>
              <a:endParaRPr lang="en-US" altLang="zh-CN" sz="2400" b="1" dirty="0">
                <a:latin typeface="Arial" panose="020B0604020202020204" pitchFamily="34" charset="0"/>
              </a:endParaRPr>
            </a:p>
          </p:txBody>
        </p:sp>
        <p:sp>
          <p:nvSpPr>
            <p:cNvPr id="61485" name="Text Box 24"/>
            <p:cNvSpPr txBox="1"/>
            <p:nvPr/>
          </p:nvSpPr>
          <p:spPr>
            <a:xfrm>
              <a:off x="1927" y="1344"/>
              <a:ext cx="726" cy="288"/>
            </a:xfrm>
            <a:prstGeom prst="rect">
              <a:avLst/>
            </a:prstGeom>
            <a:noFill/>
            <a:ln w="9525">
              <a:noFill/>
            </a:ln>
          </p:spPr>
          <p:txBody>
            <a:bodyPr>
              <a:spAutoFit/>
            </a:bodyPr>
            <a:lstStyle>
              <a:lvl1pPr marL="342900" indent="-342900" algn="l" rtl="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hlink"/>
                </a:buClr>
                <a:buSzPct val="80000"/>
                <a:buFont typeface="Wingdings" panose="05000000000000000000" pitchFamily="2" charset="2"/>
                <a:buChar char="n"/>
                <a:defRPr sz="3200" b="0">
                  <a:solidFill>
                    <a:schemeClr val="tx1"/>
                  </a:solidFill>
                  <a:effectLst/>
                  <a:latin typeface="+mn-lt"/>
                  <a:ea typeface="+mn-ea"/>
                  <a:cs typeface="+mn-cs"/>
                </a:defRPr>
              </a:lvl1pPr>
              <a:lvl2pPr marL="742950" indent="-285750" algn="l" rtl="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tx1"/>
                </a:buClr>
                <a:buChar char="–"/>
                <a:defRPr sz="2800">
                  <a:solidFill>
                    <a:schemeClr val="tx1"/>
                  </a:solidFill>
                  <a:effectLst/>
                  <a:latin typeface="+mn-lt"/>
                  <a:ea typeface="+mn-ea"/>
                </a:defRPr>
              </a:lvl2pPr>
              <a:lvl3pPr marL="11430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hlink"/>
                </a:buClr>
                <a:buFont typeface="Wingdings" panose="05000000000000000000" pitchFamily="2" charset="2"/>
                <a:buChar char="§"/>
                <a:defRPr sz="2400">
                  <a:solidFill>
                    <a:schemeClr val="tx1"/>
                  </a:solidFill>
                  <a:effectLst/>
                  <a:latin typeface="+mn-lt"/>
                  <a:ea typeface="+mn-ea"/>
                </a:defRPr>
              </a:lvl3pPr>
              <a:lvl4pPr marL="16002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–"/>
                <a:defRPr sz="2000">
                  <a:solidFill>
                    <a:schemeClr val="tx1"/>
                  </a:solidFill>
                  <a:effectLst/>
                  <a:latin typeface="+mn-lt"/>
                  <a:ea typeface="+mn-ea"/>
                </a:defRPr>
              </a:lvl4pPr>
              <a:lvl5pPr marL="20574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hlink"/>
                </a:buClr>
                <a:buFont typeface="Wingdings" panose="05000000000000000000" pitchFamily="2" charset="2"/>
                <a:buChar char="§"/>
                <a:defRPr sz="2000">
                  <a:solidFill>
                    <a:schemeClr val="tx1"/>
                  </a:solidFill>
                  <a:effectLst/>
                  <a:latin typeface="+mn-lt"/>
                  <a:ea typeface="+mn-ea"/>
                </a:defRPr>
              </a:lvl5pPr>
            </a:lstStyle>
            <a:p>
              <a:pPr marL="0" lvl="0" indent="0" eaLnBrk="1" hangingPunct="1">
                <a:spcBef>
                  <a:spcPct val="50000"/>
                </a:spcBef>
                <a:buClrTx/>
                <a:buSzTx/>
                <a:buFontTx/>
                <a:buNone/>
              </a:pPr>
              <a:r>
                <a:rPr lang="en-US" altLang="zh-CN" sz="2400" b="1" dirty="0">
                  <a:latin typeface="Arial" panose="020B0604020202020204" pitchFamily="34" charset="0"/>
                </a:rPr>
                <a:t>b[0][2]</a:t>
              </a:r>
              <a:endParaRPr lang="en-US" altLang="zh-CN" sz="2400" b="1" dirty="0">
                <a:latin typeface="Arial" panose="020B0604020202020204" pitchFamily="34" charset="0"/>
              </a:endParaRPr>
            </a:p>
          </p:txBody>
        </p:sp>
        <p:sp>
          <p:nvSpPr>
            <p:cNvPr id="61486" name="Text Box 25"/>
            <p:cNvSpPr txBox="1"/>
            <p:nvPr/>
          </p:nvSpPr>
          <p:spPr>
            <a:xfrm>
              <a:off x="1927" y="1071"/>
              <a:ext cx="681" cy="288"/>
            </a:xfrm>
            <a:prstGeom prst="rect">
              <a:avLst/>
            </a:prstGeom>
            <a:noFill/>
            <a:ln w="9525">
              <a:noFill/>
            </a:ln>
          </p:spPr>
          <p:txBody>
            <a:bodyPr>
              <a:spAutoFit/>
            </a:bodyPr>
            <a:lstStyle>
              <a:lvl1pPr marL="342900" indent="-342900" algn="l" rtl="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hlink"/>
                </a:buClr>
                <a:buSzPct val="80000"/>
                <a:buFont typeface="Wingdings" panose="05000000000000000000" pitchFamily="2" charset="2"/>
                <a:buChar char="n"/>
                <a:defRPr sz="3200" b="0">
                  <a:solidFill>
                    <a:schemeClr val="tx1"/>
                  </a:solidFill>
                  <a:effectLst/>
                  <a:latin typeface="+mn-lt"/>
                  <a:ea typeface="+mn-ea"/>
                  <a:cs typeface="+mn-cs"/>
                </a:defRPr>
              </a:lvl1pPr>
              <a:lvl2pPr marL="742950" indent="-285750" algn="l" rtl="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tx1"/>
                </a:buClr>
                <a:buChar char="–"/>
                <a:defRPr sz="2800">
                  <a:solidFill>
                    <a:schemeClr val="tx1"/>
                  </a:solidFill>
                  <a:effectLst/>
                  <a:latin typeface="+mn-lt"/>
                  <a:ea typeface="+mn-ea"/>
                </a:defRPr>
              </a:lvl2pPr>
              <a:lvl3pPr marL="11430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hlink"/>
                </a:buClr>
                <a:buFont typeface="Wingdings" panose="05000000000000000000" pitchFamily="2" charset="2"/>
                <a:buChar char="§"/>
                <a:defRPr sz="2400">
                  <a:solidFill>
                    <a:schemeClr val="tx1"/>
                  </a:solidFill>
                  <a:effectLst/>
                  <a:latin typeface="+mn-lt"/>
                  <a:ea typeface="+mn-ea"/>
                </a:defRPr>
              </a:lvl3pPr>
              <a:lvl4pPr marL="16002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–"/>
                <a:defRPr sz="2000">
                  <a:solidFill>
                    <a:schemeClr val="tx1"/>
                  </a:solidFill>
                  <a:effectLst/>
                  <a:latin typeface="+mn-lt"/>
                  <a:ea typeface="+mn-ea"/>
                </a:defRPr>
              </a:lvl4pPr>
              <a:lvl5pPr marL="20574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hlink"/>
                </a:buClr>
                <a:buFont typeface="Wingdings" panose="05000000000000000000" pitchFamily="2" charset="2"/>
                <a:buChar char="§"/>
                <a:defRPr sz="2000">
                  <a:solidFill>
                    <a:schemeClr val="tx1"/>
                  </a:solidFill>
                  <a:effectLst/>
                  <a:latin typeface="+mn-lt"/>
                  <a:ea typeface="+mn-ea"/>
                </a:defRPr>
              </a:lvl5pPr>
            </a:lstStyle>
            <a:p>
              <a:pPr marL="0" lvl="0" indent="0" eaLnBrk="1" hangingPunct="1">
                <a:spcBef>
                  <a:spcPct val="50000"/>
                </a:spcBef>
                <a:buClrTx/>
                <a:buSzTx/>
                <a:buFontTx/>
                <a:buNone/>
              </a:pPr>
              <a:r>
                <a:rPr lang="en-US" altLang="zh-CN" sz="2400" b="1" dirty="0">
                  <a:latin typeface="Arial" panose="020B0604020202020204" pitchFamily="34" charset="0"/>
                </a:rPr>
                <a:t>b[0][1]</a:t>
              </a:r>
              <a:endParaRPr lang="en-US" altLang="zh-CN" sz="2400" b="1" dirty="0">
                <a:latin typeface="Arial" panose="020B0604020202020204" pitchFamily="34" charset="0"/>
              </a:endParaRPr>
            </a:p>
          </p:txBody>
        </p:sp>
        <p:sp>
          <p:nvSpPr>
            <p:cNvPr id="61487" name="Rectangle 26"/>
            <p:cNvSpPr/>
            <p:nvPr/>
          </p:nvSpPr>
          <p:spPr>
            <a:xfrm>
              <a:off x="2744" y="845"/>
              <a:ext cx="816" cy="272"/>
            </a:xfrm>
            <a:prstGeom prst="rect">
              <a:avLst/>
            </a:prstGeom>
            <a:noFill/>
            <a:ln w="9525" cap="flat" cmpd="sng">
              <a:solidFill>
                <a:schemeClr val="tx1"/>
              </a:solidFill>
              <a:prstDash val="solid"/>
              <a:miter/>
              <a:headEnd type="none" w="med" len="med"/>
              <a:tailEnd type="none" w="med" len="med"/>
            </a:ln>
          </p:spPr>
          <p:txBody>
            <a:bodyPr wrap="none" anchor="ctr" anchorCtr="0"/>
            <a:lstStyle>
              <a:lvl1pPr marL="342900" indent="-342900" algn="l" rtl="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hlink"/>
                </a:buClr>
                <a:buSzPct val="80000"/>
                <a:buFont typeface="Wingdings" panose="05000000000000000000" pitchFamily="2" charset="2"/>
                <a:buChar char="n"/>
                <a:defRPr sz="3200" b="0">
                  <a:solidFill>
                    <a:schemeClr val="tx1"/>
                  </a:solidFill>
                  <a:effectLst/>
                  <a:latin typeface="+mn-lt"/>
                  <a:ea typeface="+mn-ea"/>
                  <a:cs typeface="+mn-cs"/>
                </a:defRPr>
              </a:lvl1pPr>
              <a:lvl2pPr marL="742950" indent="-285750" algn="l" rtl="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tx1"/>
                </a:buClr>
                <a:buChar char="–"/>
                <a:defRPr sz="2800">
                  <a:solidFill>
                    <a:schemeClr val="tx1"/>
                  </a:solidFill>
                  <a:effectLst/>
                  <a:latin typeface="+mn-lt"/>
                  <a:ea typeface="+mn-ea"/>
                </a:defRPr>
              </a:lvl2pPr>
              <a:lvl3pPr marL="11430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hlink"/>
                </a:buClr>
                <a:buFont typeface="Wingdings" panose="05000000000000000000" pitchFamily="2" charset="2"/>
                <a:buChar char="§"/>
                <a:defRPr sz="2400">
                  <a:solidFill>
                    <a:schemeClr val="tx1"/>
                  </a:solidFill>
                  <a:effectLst/>
                  <a:latin typeface="+mn-lt"/>
                  <a:ea typeface="+mn-ea"/>
                </a:defRPr>
              </a:lvl3pPr>
              <a:lvl4pPr marL="16002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–"/>
                <a:defRPr sz="2000">
                  <a:solidFill>
                    <a:schemeClr val="tx1"/>
                  </a:solidFill>
                  <a:effectLst/>
                  <a:latin typeface="+mn-lt"/>
                  <a:ea typeface="+mn-ea"/>
                </a:defRPr>
              </a:lvl4pPr>
              <a:lvl5pPr marL="20574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hlink"/>
                </a:buClr>
                <a:buFont typeface="Wingdings" panose="05000000000000000000" pitchFamily="2" charset="2"/>
                <a:buChar char="§"/>
                <a:defRPr sz="2000">
                  <a:solidFill>
                    <a:schemeClr val="tx1"/>
                  </a:solidFill>
                  <a:effectLst/>
                  <a:latin typeface="+mn-lt"/>
                  <a:ea typeface="+mn-ea"/>
                </a:defRPr>
              </a:lvl5pPr>
            </a:lstStyle>
            <a:p>
              <a:pPr marL="0" lvl="0" indent="0" algn="ctr" eaLnBrk="1" hangingPunct="1">
                <a:spcBef>
                  <a:spcPct val="0"/>
                </a:spcBef>
                <a:buClrTx/>
                <a:buSzTx/>
                <a:buFontTx/>
                <a:buNone/>
              </a:pPr>
              <a:endParaRPr lang="zh-CN" altLang="zh-CN" sz="1800" b="1" dirty="0">
                <a:latin typeface="Arial" panose="020B0604020202020204" pitchFamily="34" charset="0"/>
              </a:endParaRPr>
            </a:p>
          </p:txBody>
        </p:sp>
        <p:sp>
          <p:nvSpPr>
            <p:cNvPr id="61488" name="Text Box 27"/>
            <p:cNvSpPr txBox="1"/>
            <p:nvPr/>
          </p:nvSpPr>
          <p:spPr>
            <a:xfrm>
              <a:off x="1927" y="799"/>
              <a:ext cx="681" cy="288"/>
            </a:xfrm>
            <a:prstGeom prst="rect">
              <a:avLst/>
            </a:prstGeom>
            <a:noFill/>
            <a:ln w="9525">
              <a:noFill/>
            </a:ln>
          </p:spPr>
          <p:txBody>
            <a:bodyPr>
              <a:spAutoFit/>
            </a:bodyPr>
            <a:lstStyle>
              <a:lvl1pPr marL="342900" indent="-342900" algn="l" rtl="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hlink"/>
                </a:buClr>
                <a:buSzPct val="80000"/>
                <a:buFont typeface="Wingdings" panose="05000000000000000000" pitchFamily="2" charset="2"/>
                <a:buChar char="n"/>
                <a:defRPr sz="3200" b="0">
                  <a:solidFill>
                    <a:schemeClr val="tx1"/>
                  </a:solidFill>
                  <a:effectLst/>
                  <a:latin typeface="+mn-lt"/>
                  <a:ea typeface="+mn-ea"/>
                  <a:cs typeface="+mn-cs"/>
                </a:defRPr>
              </a:lvl1pPr>
              <a:lvl2pPr marL="742950" indent="-285750" algn="l" rtl="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tx1"/>
                </a:buClr>
                <a:buChar char="–"/>
                <a:defRPr sz="2800">
                  <a:solidFill>
                    <a:schemeClr val="tx1"/>
                  </a:solidFill>
                  <a:effectLst/>
                  <a:latin typeface="+mn-lt"/>
                  <a:ea typeface="+mn-ea"/>
                </a:defRPr>
              </a:lvl2pPr>
              <a:lvl3pPr marL="11430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hlink"/>
                </a:buClr>
                <a:buFont typeface="Wingdings" panose="05000000000000000000" pitchFamily="2" charset="2"/>
                <a:buChar char="§"/>
                <a:defRPr sz="2400">
                  <a:solidFill>
                    <a:schemeClr val="tx1"/>
                  </a:solidFill>
                  <a:effectLst/>
                  <a:latin typeface="+mn-lt"/>
                  <a:ea typeface="+mn-ea"/>
                </a:defRPr>
              </a:lvl3pPr>
              <a:lvl4pPr marL="16002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–"/>
                <a:defRPr sz="2000">
                  <a:solidFill>
                    <a:schemeClr val="tx1"/>
                  </a:solidFill>
                  <a:effectLst/>
                  <a:latin typeface="+mn-lt"/>
                  <a:ea typeface="+mn-ea"/>
                </a:defRPr>
              </a:lvl4pPr>
              <a:lvl5pPr marL="20574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hlink"/>
                </a:buClr>
                <a:buFont typeface="Wingdings" panose="05000000000000000000" pitchFamily="2" charset="2"/>
                <a:buChar char="§"/>
                <a:defRPr sz="2000">
                  <a:solidFill>
                    <a:schemeClr val="tx1"/>
                  </a:solidFill>
                  <a:effectLst/>
                  <a:latin typeface="+mn-lt"/>
                  <a:ea typeface="+mn-ea"/>
                </a:defRPr>
              </a:lvl5pPr>
            </a:lstStyle>
            <a:p>
              <a:pPr marL="0" lvl="0" indent="0" eaLnBrk="1" hangingPunct="1">
                <a:spcBef>
                  <a:spcPct val="50000"/>
                </a:spcBef>
                <a:buClrTx/>
                <a:buSzTx/>
                <a:buFontTx/>
                <a:buNone/>
              </a:pPr>
              <a:r>
                <a:rPr lang="en-US" altLang="zh-CN" sz="2400" b="1" dirty="0">
                  <a:latin typeface="Arial" panose="020B0604020202020204" pitchFamily="34" charset="0"/>
                </a:rPr>
                <a:t>b[0][0]</a:t>
              </a:r>
              <a:endParaRPr lang="en-US" altLang="zh-CN" sz="2400" b="1" dirty="0">
                <a:latin typeface="Arial" panose="020B0604020202020204" pitchFamily="34" charset="0"/>
              </a:endParaRPr>
            </a:p>
          </p:txBody>
        </p:sp>
        <p:sp>
          <p:nvSpPr>
            <p:cNvPr id="61489" name="Text Box 28"/>
            <p:cNvSpPr txBox="1"/>
            <p:nvPr/>
          </p:nvSpPr>
          <p:spPr>
            <a:xfrm>
              <a:off x="2970" y="1933"/>
              <a:ext cx="273" cy="212"/>
            </a:xfrm>
            <a:prstGeom prst="rect">
              <a:avLst/>
            </a:prstGeom>
            <a:noFill/>
            <a:ln w="9525">
              <a:noFill/>
            </a:ln>
          </p:spPr>
          <p:txBody>
            <a:bodyPr>
              <a:spAutoFit/>
            </a:bodyPr>
            <a:lstStyle>
              <a:lvl1pPr marL="342900" indent="-342900" algn="l" rtl="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hlink"/>
                </a:buClr>
                <a:buSzPct val="80000"/>
                <a:buFont typeface="Wingdings" panose="05000000000000000000" pitchFamily="2" charset="2"/>
                <a:buChar char="n"/>
                <a:defRPr sz="3200" b="0">
                  <a:solidFill>
                    <a:schemeClr val="tx1"/>
                  </a:solidFill>
                  <a:effectLst/>
                  <a:latin typeface="+mn-lt"/>
                  <a:ea typeface="+mn-ea"/>
                  <a:cs typeface="+mn-cs"/>
                </a:defRPr>
              </a:lvl1pPr>
              <a:lvl2pPr marL="742950" indent="-285750" algn="l" rtl="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tx1"/>
                </a:buClr>
                <a:buChar char="–"/>
                <a:defRPr sz="2800">
                  <a:solidFill>
                    <a:schemeClr val="tx1"/>
                  </a:solidFill>
                  <a:effectLst/>
                  <a:latin typeface="+mn-lt"/>
                  <a:ea typeface="+mn-ea"/>
                </a:defRPr>
              </a:lvl2pPr>
              <a:lvl3pPr marL="11430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hlink"/>
                </a:buClr>
                <a:buFont typeface="Wingdings" panose="05000000000000000000" pitchFamily="2" charset="2"/>
                <a:buChar char="§"/>
                <a:defRPr sz="2400">
                  <a:solidFill>
                    <a:schemeClr val="tx1"/>
                  </a:solidFill>
                  <a:effectLst/>
                  <a:latin typeface="+mn-lt"/>
                  <a:ea typeface="+mn-ea"/>
                </a:defRPr>
              </a:lvl3pPr>
              <a:lvl4pPr marL="16002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–"/>
                <a:defRPr sz="2000">
                  <a:solidFill>
                    <a:schemeClr val="tx1"/>
                  </a:solidFill>
                  <a:effectLst/>
                  <a:latin typeface="+mn-lt"/>
                  <a:ea typeface="+mn-ea"/>
                </a:defRPr>
              </a:lvl4pPr>
              <a:lvl5pPr marL="20574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hlink"/>
                </a:buClr>
                <a:buFont typeface="Wingdings" panose="05000000000000000000" pitchFamily="2" charset="2"/>
                <a:buChar char="§"/>
                <a:defRPr sz="2000">
                  <a:solidFill>
                    <a:schemeClr val="tx1"/>
                  </a:solidFill>
                  <a:effectLst/>
                  <a:latin typeface="+mn-lt"/>
                  <a:ea typeface="+mn-ea"/>
                </a:defRPr>
              </a:lvl5pPr>
            </a:lstStyle>
            <a:p>
              <a:pPr marL="0" lvl="0" indent="0" eaLnBrk="1" hangingPunct="1">
                <a:spcBef>
                  <a:spcPct val="50000"/>
                </a:spcBef>
                <a:buClrTx/>
                <a:buSzTx/>
                <a:buFontTx/>
                <a:buNone/>
              </a:pPr>
              <a:r>
                <a:rPr lang="en-US" altLang="zh-CN" sz="1600" b="1" dirty="0">
                  <a:latin typeface="Arial" panose="020B0604020202020204" pitchFamily="34" charset="0"/>
                </a:rPr>
                <a:t>11</a:t>
              </a:r>
              <a:endParaRPr lang="en-US" altLang="zh-CN" sz="1600" b="1" dirty="0">
                <a:latin typeface="Arial" panose="020B0604020202020204" pitchFamily="34" charset="0"/>
              </a:endParaRPr>
            </a:p>
          </p:txBody>
        </p:sp>
        <p:grpSp>
          <p:nvGrpSpPr>
            <p:cNvPr id="61490" name="Group 29"/>
            <p:cNvGrpSpPr/>
            <p:nvPr/>
          </p:nvGrpSpPr>
          <p:grpSpPr>
            <a:xfrm>
              <a:off x="2744" y="2205"/>
              <a:ext cx="816" cy="277"/>
              <a:chOff x="2744" y="2205"/>
              <a:chExt cx="816" cy="277"/>
            </a:xfrm>
          </p:grpSpPr>
          <p:sp>
            <p:nvSpPr>
              <p:cNvPr id="61495" name="Rectangle 30"/>
              <p:cNvSpPr/>
              <p:nvPr/>
            </p:nvSpPr>
            <p:spPr>
              <a:xfrm>
                <a:off x="2744" y="2205"/>
                <a:ext cx="816" cy="272"/>
              </a:xfrm>
              <a:prstGeom prst="rect">
                <a:avLst/>
              </a:prstGeom>
              <a:noFill/>
              <a:ln w="9525" cap="flat" cmpd="sng">
                <a:solidFill>
                  <a:schemeClr val="tx1"/>
                </a:solidFill>
                <a:prstDash val="solid"/>
                <a:miter/>
                <a:headEnd type="none" w="med" len="med"/>
                <a:tailEnd type="none" w="med" len="med"/>
              </a:ln>
            </p:spPr>
            <p:txBody>
              <a:bodyPr wrap="none" anchor="ctr" anchorCtr="0"/>
              <a:lstStyle>
                <a:lvl1pPr marL="342900" indent="-342900" algn="l" rtl="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hlink"/>
                  </a:buClr>
                  <a:buSzPct val="80000"/>
                  <a:buFont typeface="Wingdings" panose="05000000000000000000" pitchFamily="2" charset="2"/>
                  <a:buChar char="n"/>
                  <a:defRPr sz="3200" b="0">
                    <a:solidFill>
                      <a:schemeClr val="tx1"/>
                    </a:solidFill>
                    <a:effectLst/>
                    <a:latin typeface="+mn-lt"/>
                    <a:ea typeface="+mn-ea"/>
                    <a:cs typeface="+mn-cs"/>
                  </a:defRPr>
                </a:lvl1pPr>
                <a:lvl2pPr marL="742950" indent="-285750" algn="l" rtl="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tx1"/>
                  </a:buClr>
                  <a:buChar char="–"/>
                  <a:defRPr sz="2800">
                    <a:solidFill>
                      <a:schemeClr val="tx1"/>
                    </a:solidFill>
                    <a:effectLst/>
                    <a:latin typeface="+mn-lt"/>
                    <a:ea typeface="+mn-ea"/>
                  </a:defRPr>
                </a:lvl2pPr>
                <a:lvl3pPr marL="1143000" indent="-228600" algn="l" rtl="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hlink"/>
                  </a:buClr>
                  <a:buFont typeface="Wingdings" panose="05000000000000000000" pitchFamily="2" charset="2"/>
                  <a:buChar char="§"/>
                  <a:defRPr sz="2400">
                    <a:solidFill>
                      <a:schemeClr val="tx1"/>
                    </a:solidFill>
                    <a:effectLst/>
                    <a:latin typeface="+mn-lt"/>
                    <a:ea typeface="+mn-ea"/>
                  </a:defRPr>
                </a:lvl3pPr>
                <a:lvl4pPr marL="1600200" indent="-228600" algn="l" rtl="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–"/>
                  <a:defRPr sz="2000">
                    <a:solidFill>
                      <a:schemeClr val="tx1"/>
                    </a:solidFill>
                    <a:effectLst/>
                    <a:latin typeface="+mn-lt"/>
                    <a:ea typeface="+mn-ea"/>
                  </a:defRPr>
                </a:lvl4pPr>
                <a:lvl5pPr marL="2057400" indent="-228600" algn="l" rtl="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hlink"/>
                  </a:buClr>
                  <a:buFont typeface="Wingdings" panose="05000000000000000000" pitchFamily="2" charset="2"/>
                  <a:buChar char="§"/>
                  <a:defRPr sz="2000">
                    <a:solidFill>
                      <a:schemeClr val="tx1"/>
                    </a:solidFill>
                    <a:effectLst/>
                    <a:latin typeface="+mn-lt"/>
                    <a:ea typeface="+mn-ea"/>
                  </a:defRPr>
                </a:lvl5pPr>
              </a:lstStyle>
              <a:p>
                <a:pPr marL="0" lvl="0" indent="0" algn="ctr" eaLnBrk="1" hangingPunct="1">
                  <a:buClrTx/>
                  <a:buSzTx/>
                  <a:buNone/>
                </a:pPr>
                <a:endParaRPr lang="zh-CN" altLang="zh-CN" sz="1800" b="1" dirty="0">
                  <a:latin typeface="Arial" panose="020B0604020202020204" pitchFamily="34" charset="0"/>
                </a:endParaRPr>
              </a:p>
            </p:txBody>
          </p:sp>
          <p:sp>
            <p:nvSpPr>
              <p:cNvPr id="61496" name="Text Box 31"/>
              <p:cNvSpPr txBox="1"/>
              <p:nvPr/>
            </p:nvSpPr>
            <p:spPr>
              <a:xfrm>
                <a:off x="2971" y="2251"/>
                <a:ext cx="273" cy="231"/>
              </a:xfrm>
              <a:prstGeom prst="rect">
                <a:avLst/>
              </a:prstGeom>
              <a:noFill/>
              <a:ln w="9525">
                <a:noFill/>
              </a:ln>
            </p:spPr>
            <p:txBody>
              <a:bodyPr>
                <a:spAutoFit/>
              </a:bodyPr>
              <a:lstStyle>
                <a:lvl1pPr marL="342900" indent="-342900" algn="l" rtl="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hlink"/>
                  </a:buClr>
                  <a:buSzPct val="80000"/>
                  <a:buFont typeface="Wingdings" panose="05000000000000000000" pitchFamily="2" charset="2"/>
                  <a:buChar char="n"/>
                  <a:defRPr sz="3200" b="0">
                    <a:solidFill>
                      <a:schemeClr val="tx1"/>
                    </a:solidFill>
                    <a:effectLst/>
                    <a:latin typeface="+mn-lt"/>
                    <a:ea typeface="+mn-ea"/>
                    <a:cs typeface="+mn-cs"/>
                  </a:defRPr>
                </a:lvl1pPr>
                <a:lvl2pPr marL="742950" indent="-285750" algn="l" rtl="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tx1"/>
                  </a:buClr>
                  <a:buChar char="–"/>
                  <a:defRPr sz="2800">
                    <a:solidFill>
                      <a:schemeClr val="tx1"/>
                    </a:solidFill>
                    <a:effectLst/>
                    <a:latin typeface="+mn-lt"/>
                    <a:ea typeface="+mn-ea"/>
                  </a:defRPr>
                </a:lvl2pPr>
                <a:lvl3pPr marL="1143000" indent="-228600" algn="l" rtl="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hlink"/>
                  </a:buClr>
                  <a:buFont typeface="Wingdings" panose="05000000000000000000" pitchFamily="2" charset="2"/>
                  <a:buChar char="§"/>
                  <a:defRPr sz="2400">
                    <a:solidFill>
                      <a:schemeClr val="tx1"/>
                    </a:solidFill>
                    <a:effectLst/>
                    <a:latin typeface="+mn-lt"/>
                    <a:ea typeface="+mn-ea"/>
                  </a:defRPr>
                </a:lvl3pPr>
                <a:lvl4pPr marL="1600200" indent="-228600" algn="l" rtl="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–"/>
                  <a:defRPr sz="2000">
                    <a:solidFill>
                      <a:schemeClr val="tx1"/>
                    </a:solidFill>
                    <a:effectLst/>
                    <a:latin typeface="+mn-lt"/>
                    <a:ea typeface="+mn-ea"/>
                  </a:defRPr>
                </a:lvl4pPr>
                <a:lvl5pPr marL="2057400" indent="-228600" algn="l" rtl="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hlink"/>
                  </a:buClr>
                  <a:buFont typeface="Wingdings" panose="05000000000000000000" pitchFamily="2" charset="2"/>
                  <a:buChar char="§"/>
                  <a:defRPr sz="2000">
                    <a:solidFill>
                      <a:schemeClr val="tx1"/>
                    </a:solidFill>
                    <a:effectLst/>
                    <a:latin typeface="+mn-lt"/>
                    <a:ea typeface="+mn-ea"/>
                  </a:defRPr>
                </a:lvl5pPr>
              </a:lstStyle>
              <a:p>
                <a:pPr marL="0" lvl="0" indent="0" eaLnBrk="1" hangingPunct="1">
                  <a:spcBef>
                    <a:spcPct val="50000"/>
                  </a:spcBef>
                  <a:buClrTx/>
                  <a:buSzTx/>
                  <a:buFontTx/>
                  <a:buNone/>
                </a:pPr>
                <a:r>
                  <a:rPr lang="en-US" altLang="zh-CN" sz="1800" b="1" dirty="0">
                    <a:latin typeface="Arial" panose="020B0604020202020204" pitchFamily="34" charset="0"/>
                  </a:rPr>
                  <a:t>-2</a:t>
                </a:r>
                <a:endParaRPr lang="en-US" altLang="zh-CN" sz="1800" b="1" dirty="0">
                  <a:latin typeface="Arial" panose="020B0604020202020204" pitchFamily="34" charset="0"/>
                </a:endParaRPr>
              </a:p>
            </p:txBody>
          </p:sp>
        </p:grpSp>
        <p:sp>
          <p:nvSpPr>
            <p:cNvPr id="61491" name="Text Box 32"/>
            <p:cNvSpPr txBox="1"/>
            <p:nvPr/>
          </p:nvSpPr>
          <p:spPr>
            <a:xfrm>
              <a:off x="2834" y="1667"/>
              <a:ext cx="545" cy="231"/>
            </a:xfrm>
            <a:prstGeom prst="rect">
              <a:avLst/>
            </a:prstGeom>
            <a:noFill/>
            <a:ln w="9525">
              <a:noFill/>
            </a:ln>
          </p:spPr>
          <p:txBody>
            <a:bodyPr wrap="none" anchor="ctr" anchorCtr="0"/>
            <a:lstStyle>
              <a:lvl1pPr marL="342900" indent="-342900" algn="l" rtl="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hlink"/>
                </a:buClr>
                <a:buSzPct val="80000"/>
                <a:buFont typeface="Wingdings" panose="05000000000000000000" pitchFamily="2" charset="2"/>
                <a:buChar char="n"/>
                <a:defRPr sz="3200" b="0">
                  <a:solidFill>
                    <a:schemeClr val="tx1"/>
                  </a:solidFill>
                  <a:effectLst/>
                  <a:latin typeface="+mn-lt"/>
                  <a:ea typeface="+mn-ea"/>
                  <a:cs typeface="+mn-cs"/>
                </a:defRPr>
              </a:lvl1pPr>
              <a:lvl2pPr marL="742950" indent="-285750" algn="l" rtl="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tx1"/>
                </a:buClr>
                <a:buChar char="–"/>
                <a:defRPr sz="2800">
                  <a:solidFill>
                    <a:schemeClr val="tx1"/>
                  </a:solidFill>
                  <a:effectLst/>
                  <a:latin typeface="+mn-lt"/>
                  <a:ea typeface="+mn-ea"/>
                </a:defRPr>
              </a:lvl2pPr>
              <a:lvl3pPr marL="11430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hlink"/>
                </a:buClr>
                <a:buFont typeface="Wingdings" panose="05000000000000000000" pitchFamily="2" charset="2"/>
                <a:buChar char="§"/>
                <a:defRPr sz="2400">
                  <a:solidFill>
                    <a:schemeClr val="tx1"/>
                  </a:solidFill>
                  <a:effectLst/>
                  <a:latin typeface="+mn-lt"/>
                  <a:ea typeface="+mn-ea"/>
                </a:defRPr>
              </a:lvl3pPr>
              <a:lvl4pPr marL="16002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–"/>
                <a:defRPr sz="2000">
                  <a:solidFill>
                    <a:schemeClr val="tx1"/>
                  </a:solidFill>
                  <a:effectLst/>
                  <a:latin typeface="+mn-lt"/>
                  <a:ea typeface="+mn-ea"/>
                </a:defRPr>
              </a:lvl4pPr>
              <a:lvl5pPr marL="20574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hlink"/>
                </a:buClr>
                <a:buFont typeface="Wingdings" panose="05000000000000000000" pitchFamily="2" charset="2"/>
                <a:buChar char="§"/>
                <a:defRPr sz="2000">
                  <a:solidFill>
                    <a:schemeClr val="tx1"/>
                  </a:solidFill>
                  <a:effectLst/>
                  <a:latin typeface="+mn-lt"/>
                  <a:ea typeface="+mn-ea"/>
                </a:defRPr>
              </a:lvl5pPr>
            </a:lstStyle>
            <a:p>
              <a:pPr marL="0" lvl="0" indent="0" algn="ctr" eaLnBrk="1" hangingPunct="1">
                <a:spcBef>
                  <a:spcPct val="0"/>
                </a:spcBef>
                <a:buClrTx/>
                <a:buSzTx/>
                <a:buFontTx/>
                <a:buNone/>
              </a:pPr>
              <a:r>
                <a:rPr lang="en-US" altLang="zh-CN" sz="1800" b="1" dirty="0">
                  <a:latin typeface="Arial" panose="020B0604020202020204" pitchFamily="34" charset="0"/>
                </a:rPr>
                <a:t>10</a:t>
              </a:r>
              <a:endParaRPr lang="en-US" altLang="zh-CN" sz="1800" b="1" dirty="0">
                <a:latin typeface="Arial" panose="020B0604020202020204" pitchFamily="34" charset="0"/>
              </a:endParaRPr>
            </a:p>
          </p:txBody>
        </p:sp>
        <p:sp>
          <p:nvSpPr>
            <p:cNvPr id="61492" name="Text Box 33"/>
            <p:cNvSpPr txBox="1"/>
            <p:nvPr/>
          </p:nvSpPr>
          <p:spPr>
            <a:xfrm>
              <a:off x="2971" y="1389"/>
              <a:ext cx="363" cy="231"/>
            </a:xfrm>
            <a:prstGeom prst="rect">
              <a:avLst/>
            </a:prstGeom>
            <a:noFill/>
            <a:ln w="9525">
              <a:noFill/>
            </a:ln>
          </p:spPr>
          <p:txBody>
            <a:bodyPr>
              <a:spAutoFit/>
            </a:bodyPr>
            <a:lstStyle>
              <a:lvl1pPr marL="342900" indent="-342900" algn="l" rtl="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hlink"/>
                </a:buClr>
                <a:buSzPct val="80000"/>
                <a:buFont typeface="Wingdings" panose="05000000000000000000" pitchFamily="2" charset="2"/>
                <a:buChar char="n"/>
                <a:defRPr sz="3200" b="0">
                  <a:solidFill>
                    <a:schemeClr val="tx1"/>
                  </a:solidFill>
                  <a:effectLst/>
                  <a:latin typeface="+mn-lt"/>
                  <a:ea typeface="+mn-ea"/>
                  <a:cs typeface="+mn-cs"/>
                </a:defRPr>
              </a:lvl1pPr>
              <a:lvl2pPr marL="742950" indent="-285750" algn="l" rtl="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tx1"/>
                </a:buClr>
                <a:buChar char="–"/>
                <a:defRPr sz="2800">
                  <a:solidFill>
                    <a:schemeClr val="tx1"/>
                  </a:solidFill>
                  <a:effectLst/>
                  <a:latin typeface="+mn-lt"/>
                  <a:ea typeface="+mn-ea"/>
                </a:defRPr>
              </a:lvl2pPr>
              <a:lvl3pPr marL="11430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hlink"/>
                </a:buClr>
                <a:buFont typeface="Wingdings" panose="05000000000000000000" pitchFamily="2" charset="2"/>
                <a:buChar char="§"/>
                <a:defRPr sz="2400">
                  <a:solidFill>
                    <a:schemeClr val="tx1"/>
                  </a:solidFill>
                  <a:effectLst/>
                  <a:latin typeface="+mn-lt"/>
                  <a:ea typeface="+mn-ea"/>
                </a:defRPr>
              </a:lvl3pPr>
              <a:lvl4pPr marL="16002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–"/>
                <a:defRPr sz="2000">
                  <a:solidFill>
                    <a:schemeClr val="tx1"/>
                  </a:solidFill>
                  <a:effectLst/>
                  <a:latin typeface="+mn-lt"/>
                  <a:ea typeface="+mn-ea"/>
                </a:defRPr>
              </a:lvl4pPr>
              <a:lvl5pPr marL="20574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hlink"/>
                </a:buClr>
                <a:buFont typeface="Wingdings" panose="05000000000000000000" pitchFamily="2" charset="2"/>
                <a:buChar char="§"/>
                <a:defRPr sz="2000">
                  <a:solidFill>
                    <a:schemeClr val="tx1"/>
                  </a:solidFill>
                  <a:effectLst/>
                  <a:latin typeface="+mn-lt"/>
                  <a:ea typeface="+mn-ea"/>
                </a:defRPr>
              </a:lvl5pPr>
            </a:lstStyle>
            <a:p>
              <a:pPr marL="0" lvl="0" indent="0" eaLnBrk="1" hangingPunct="1">
                <a:spcBef>
                  <a:spcPct val="50000"/>
                </a:spcBef>
                <a:buClrTx/>
                <a:buSzTx/>
                <a:buFontTx/>
                <a:buNone/>
              </a:pPr>
              <a:r>
                <a:rPr lang="en-US" altLang="zh-CN" sz="1800" b="1" dirty="0">
                  <a:latin typeface="Arial" panose="020B0604020202020204" pitchFamily="34" charset="0"/>
                </a:rPr>
                <a:t>100</a:t>
              </a:r>
              <a:endParaRPr lang="en-US" altLang="zh-CN" sz="1800" b="1" dirty="0">
                <a:latin typeface="Arial" panose="020B0604020202020204" pitchFamily="34" charset="0"/>
              </a:endParaRPr>
            </a:p>
          </p:txBody>
        </p:sp>
        <p:sp>
          <p:nvSpPr>
            <p:cNvPr id="61493" name="Text Box 34"/>
            <p:cNvSpPr txBox="1"/>
            <p:nvPr/>
          </p:nvSpPr>
          <p:spPr>
            <a:xfrm>
              <a:off x="2971" y="1117"/>
              <a:ext cx="408" cy="231"/>
            </a:xfrm>
            <a:prstGeom prst="rect">
              <a:avLst/>
            </a:prstGeom>
            <a:noFill/>
            <a:ln w="9525">
              <a:noFill/>
            </a:ln>
          </p:spPr>
          <p:txBody>
            <a:bodyPr>
              <a:spAutoFit/>
            </a:bodyPr>
            <a:lstStyle>
              <a:lvl1pPr marL="342900" indent="-342900" algn="l" rtl="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hlink"/>
                </a:buClr>
                <a:buSzPct val="80000"/>
                <a:buFont typeface="Wingdings" panose="05000000000000000000" pitchFamily="2" charset="2"/>
                <a:buChar char="n"/>
                <a:defRPr sz="3200" b="0">
                  <a:solidFill>
                    <a:schemeClr val="tx1"/>
                  </a:solidFill>
                  <a:effectLst/>
                  <a:latin typeface="+mn-lt"/>
                  <a:ea typeface="+mn-ea"/>
                  <a:cs typeface="+mn-cs"/>
                </a:defRPr>
              </a:lvl1pPr>
              <a:lvl2pPr marL="742950" indent="-285750" algn="l" rtl="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tx1"/>
                </a:buClr>
                <a:buChar char="–"/>
                <a:defRPr sz="2800">
                  <a:solidFill>
                    <a:schemeClr val="tx1"/>
                  </a:solidFill>
                  <a:effectLst/>
                  <a:latin typeface="+mn-lt"/>
                  <a:ea typeface="+mn-ea"/>
                </a:defRPr>
              </a:lvl2pPr>
              <a:lvl3pPr marL="11430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hlink"/>
                </a:buClr>
                <a:buFont typeface="Wingdings" panose="05000000000000000000" pitchFamily="2" charset="2"/>
                <a:buChar char="§"/>
                <a:defRPr sz="2400">
                  <a:solidFill>
                    <a:schemeClr val="tx1"/>
                  </a:solidFill>
                  <a:effectLst/>
                  <a:latin typeface="+mn-lt"/>
                  <a:ea typeface="+mn-ea"/>
                </a:defRPr>
              </a:lvl3pPr>
              <a:lvl4pPr marL="16002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–"/>
                <a:defRPr sz="2000">
                  <a:solidFill>
                    <a:schemeClr val="tx1"/>
                  </a:solidFill>
                  <a:effectLst/>
                  <a:latin typeface="+mn-lt"/>
                  <a:ea typeface="+mn-ea"/>
                </a:defRPr>
              </a:lvl4pPr>
              <a:lvl5pPr marL="20574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hlink"/>
                </a:buClr>
                <a:buFont typeface="Wingdings" panose="05000000000000000000" pitchFamily="2" charset="2"/>
                <a:buChar char="§"/>
                <a:defRPr sz="2000">
                  <a:solidFill>
                    <a:schemeClr val="tx1"/>
                  </a:solidFill>
                  <a:effectLst/>
                  <a:latin typeface="+mn-lt"/>
                  <a:ea typeface="+mn-ea"/>
                </a:defRPr>
              </a:lvl5pPr>
            </a:lstStyle>
            <a:p>
              <a:pPr marL="0" lvl="0" indent="0" eaLnBrk="1" hangingPunct="1">
                <a:spcBef>
                  <a:spcPct val="50000"/>
                </a:spcBef>
                <a:buClrTx/>
                <a:buSzTx/>
                <a:buFontTx/>
                <a:buNone/>
              </a:pPr>
              <a:r>
                <a:rPr lang="en-US" altLang="zh-CN" sz="1800" b="1" dirty="0">
                  <a:latin typeface="Arial" panose="020B0604020202020204" pitchFamily="34" charset="0"/>
                </a:rPr>
                <a:t>2</a:t>
              </a:r>
              <a:endParaRPr lang="en-US" altLang="zh-CN" sz="1800" b="1" dirty="0">
                <a:latin typeface="Arial" panose="020B0604020202020204" pitchFamily="34" charset="0"/>
              </a:endParaRPr>
            </a:p>
          </p:txBody>
        </p:sp>
        <p:sp>
          <p:nvSpPr>
            <p:cNvPr id="61494" name="Text Box 35"/>
            <p:cNvSpPr txBox="1"/>
            <p:nvPr/>
          </p:nvSpPr>
          <p:spPr>
            <a:xfrm>
              <a:off x="2971" y="845"/>
              <a:ext cx="273" cy="231"/>
            </a:xfrm>
            <a:prstGeom prst="rect">
              <a:avLst/>
            </a:prstGeom>
            <a:noFill/>
            <a:ln w="9525">
              <a:noFill/>
            </a:ln>
          </p:spPr>
          <p:txBody>
            <a:bodyPr>
              <a:spAutoFit/>
            </a:bodyPr>
            <a:lstStyle>
              <a:lvl1pPr marL="342900" indent="-342900" algn="l" rtl="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hlink"/>
                </a:buClr>
                <a:buSzPct val="80000"/>
                <a:buFont typeface="Wingdings" panose="05000000000000000000" pitchFamily="2" charset="2"/>
                <a:buChar char="n"/>
                <a:defRPr sz="3200" b="0">
                  <a:solidFill>
                    <a:schemeClr val="tx1"/>
                  </a:solidFill>
                  <a:effectLst/>
                  <a:latin typeface="+mn-lt"/>
                  <a:ea typeface="+mn-ea"/>
                  <a:cs typeface="+mn-cs"/>
                </a:defRPr>
              </a:lvl1pPr>
              <a:lvl2pPr marL="742950" indent="-285750" algn="l" rtl="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tx1"/>
                </a:buClr>
                <a:buChar char="–"/>
                <a:defRPr sz="2800">
                  <a:solidFill>
                    <a:schemeClr val="tx1"/>
                  </a:solidFill>
                  <a:effectLst/>
                  <a:latin typeface="+mn-lt"/>
                  <a:ea typeface="+mn-ea"/>
                </a:defRPr>
              </a:lvl2pPr>
              <a:lvl3pPr marL="11430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hlink"/>
                </a:buClr>
                <a:buFont typeface="Wingdings" panose="05000000000000000000" pitchFamily="2" charset="2"/>
                <a:buChar char="§"/>
                <a:defRPr sz="2400">
                  <a:solidFill>
                    <a:schemeClr val="tx1"/>
                  </a:solidFill>
                  <a:effectLst/>
                  <a:latin typeface="+mn-lt"/>
                  <a:ea typeface="+mn-ea"/>
                </a:defRPr>
              </a:lvl3pPr>
              <a:lvl4pPr marL="16002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–"/>
                <a:defRPr sz="2000">
                  <a:solidFill>
                    <a:schemeClr val="tx1"/>
                  </a:solidFill>
                  <a:effectLst/>
                  <a:latin typeface="+mn-lt"/>
                  <a:ea typeface="+mn-ea"/>
                </a:defRPr>
              </a:lvl4pPr>
              <a:lvl5pPr marL="20574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hlink"/>
                </a:buClr>
                <a:buFont typeface="Wingdings" panose="05000000000000000000" pitchFamily="2" charset="2"/>
                <a:buChar char="§"/>
                <a:defRPr sz="2000">
                  <a:solidFill>
                    <a:schemeClr val="tx1"/>
                  </a:solidFill>
                  <a:effectLst/>
                  <a:latin typeface="+mn-lt"/>
                  <a:ea typeface="+mn-ea"/>
                </a:defRPr>
              </a:lvl5pPr>
            </a:lstStyle>
            <a:p>
              <a:pPr marL="0" lvl="0" indent="0" eaLnBrk="1" hangingPunct="1">
                <a:spcBef>
                  <a:spcPct val="50000"/>
                </a:spcBef>
                <a:buClrTx/>
                <a:buSzTx/>
                <a:buFontTx/>
                <a:buNone/>
              </a:pPr>
              <a:r>
                <a:rPr lang="en-US" altLang="zh-CN" sz="1800" b="1" dirty="0">
                  <a:latin typeface="Arial" panose="020B0604020202020204" pitchFamily="34" charset="0"/>
                </a:rPr>
                <a:t>1</a:t>
              </a:r>
              <a:endParaRPr lang="en-US" altLang="zh-CN" sz="1800" b="1" dirty="0">
                <a:latin typeface="Arial" panose="020B0604020202020204" pitchFamily="34" charset="0"/>
              </a:endParaRPr>
            </a:p>
          </p:txBody>
        </p:sp>
      </p:grpSp>
      <p:sp>
        <p:nvSpPr>
          <p:cNvPr id="1066020" name="Text Box 36"/>
          <p:cNvSpPr txBox="1"/>
          <p:nvPr/>
        </p:nvSpPr>
        <p:spPr>
          <a:xfrm>
            <a:off x="7175500" y="3500438"/>
            <a:ext cx="1368425" cy="457200"/>
          </a:xfrm>
          <a:prstGeom prst="rect">
            <a:avLst/>
          </a:prstGeom>
          <a:noFill/>
          <a:ln w="9525">
            <a:noFill/>
          </a:ln>
        </p:spPr>
        <p:txBody>
          <a:bodyPr>
            <a:spAutoFit/>
          </a:bodyPr>
          <a:lstStyle>
            <a:lvl1pPr marL="342900" indent="-3429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80000"/>
              <a:buFont typeface="Wingdings" panose="05000000000000000000" pitchFamily="2" charset="2"/>
              <a:buChar char="n"/>
              <a:defRPr sz="3200" b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defRPr>
            </a:lvl1pPr>
            <a:lvl2pPr marL="742950" indent="-28575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Char char="–"/>
              <a:defRPr sz="2800">
                <a:solidFill>
                  <a:schemeClr val="tx1"/>
                </a:solidFill>
                <a:effectLst/>
                <a:latin typeface="+mn-lt"/>
                <a:ea typeface="+mn-ea"/>
              </a:defRPr>
            </a:lvl2pPr>
            <a:lvl3pPr marL="11430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Font typeface="Wingdings" panose="05000000000000000000" pitchFamily="2" charset="2"/>
              <a:buChar char="§"/>
              <a:defRPr sz="2400">
                <a:solidFill>
                  <a:schemeClr val="tx1"/>
                </a:solidFill>
                <a:effectLst/>
                <a:latin typeface="+mn-lt"/>
                <a:ea typeface="+mn-ea"/>
              </a:defRPr>
            </a:lvl3pPr>
            <a:lvl4pPr marL="16002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–"/>
              <a:defRPr sz="2000">
                <a:solidFill>
                  <a:schemeClr val="tx1"/>
                </a:solidFill>
                <a:effectLst/>
                <a:latin typeface="+mn-lt"/>
                <a:ea typeface="+mn-ea"/>
              </a:defRPr>
            </a:lvl4pPr>
            <a:lvl5pPr marL="20574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effectLst/>
                <a:latin typeface="+mn-lt"/>
                <a:ea typeface="+mn-ea"/>
              </a:defRPr>
            </a:lvl5pPr>
          </a:lstStyle>
          <a:p>
            <a:pPr marL="0" lvl="0" indent="0" eaLnBrk="1" hangingPunct="1">
              <a:spcBef>
                <a:spcPct val="50000"/>
              </a:spcBef>
              <a:buClrTx/>
              <a:buSzTx/>
              <a:buFontTx/>
              <a:buNone/>
            </a:pPr>
            <a:r>
              <a:rPr lang="en-US" altLang="zh-CN" sz="2400" b="1" dirty="0">
                <a:solidFill>
                  <a:schemeClr val="hlink"/>
                </a:solidFill>
                <a:latin typeface="Arial" panose="020B0604020202020204" pitchFamily="34" charset="0"/>
              </a:rPr>
              <a:t>b[0][5]</a:t>
            </a:r>
            <a:endParaRPr lang="en-US" altLang="zh-CN" sz="2400" b="1" dirty="0">
              <a:solidFill>
                <a:schemeClr val="hlink"/>
              </a:solidFill>
              <a:latin typeface="Arial" panose="020B0604020202020204" pitchFamily="34" charset="0"/>
            </a:endParaRPr>
          </a:p>
        </p:txBody>
      </p:sp>
      <p:sp>
        <p:nvSpPr>
          <p:cNvPr id="1066021" name="Text Box 37"/>
          <p:cNvSpPr txBox="1"/>
          <p:nvPr/>
        </p:nvSpPr>
        <p:spPr>
          <a:xfrm>
            <a:off x="7175500" y="3068638"/>
            <a:ext cx="1152525" cy="457200"/>
          </a:xfrm>
          <a:prstGeom prst="rect">
            <a:avLst/>
          </a:prstGeom>
          <a:noFill/>
          <a:ln w="9525">
            <a:noFill/>
          </a:ln>
        </p:spPr>
        <p:txBody>
          <a:bodyPr>
            <a:spAutoFit/>
          </a:bodyPr>
          <a:lstStyle>
            <a:lvl1pPr marL="342900" indent="-3429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80000"/>
              <a:buFont typeface="Wingdings" panose="05000000000000000000" pitchFamily="2" charset="2"/>
              <a:buChar char="n"/>
              <a:defRPr sz="3200" b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defRPr>
            </a:lvl1pPr>
            <a:lvl2pPr marL="742950" indent="-28575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Char char="–"/>
              <a:defRPr sz="2800">
                <a:solidFill>
                  <a:schemeClr val="tx1"/>
                </a:solidFill>
                <a:effectLst/>
                <a:latin typeface="+mn-lt"/>
                <a:ea typeface="+mn-ea"/>
              </a:defRPr>
            </a:lvl2pPr>
            <a:lvl3pPr marL="11430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Font typeface="Wingdings" panose="05000000000000000000" pitchFamily="2" charset="2"/>
              <a:buChar char="§"/>
              <a:defRPr sz="2400">
                <a:solidFill>
                  <a:schemeClr val="tx1"/>
                </a:solidFill>
                <a:effectLst/>
                <a:latin typeface="+mn-lt"/>
                <a:ea typeface="+mn-ea"/>
              </a:defRPr>
            </a:lvl3pPr>
            <a:lvl4pPr marL="16002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–"/>
              <a:defRPr sz="2000">
                <a:solidFill>
                  <a:schemeClr val="tx1"/>
                </a:solidFill>
                <a:effectLst/>
                <a:latin typeface="+mn-lt"/>
                <a:ea typeface="+mn-ea"/>
              </a:defRPr>
            </a:lvl4pPr>
            <a:lvl5pPr marL="20574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effectLst/>
                <a:latin typeface="+mn-lt"/>
                <a:ea typeface="+mn-ea"/>
              </a:defRPr>
            </a:lvl5pPr>
          </a:lstStyle>
          <a:p>
            <a:pPr marL="0" lvl="0" indent="0" eaLnBrk="1" hangingPunct="1">
              <a:spcBef>
                <a:spcPct val="50000"/>
              </a:spcBef>
              <a:buClrTx/>
              <a:buSzTx/>
              <a:buFontTx/>
              <a:buNone/>
            </a:pPr>
            <a:r>
              <a:rPr lang="en-US" altLang="zh-CN" sz="2400" b="1" dirty="0">
                <a:solidFill>
                  <a:schemeClr val="hlink"/>
                </a:solidFill>
                <a:latin typeface="Arial" panose="020B0604020202020204" pitchFamily="34" charset="0"/>
              </a:rPr>
              <a:t>b[0][4]</a:t>
            </a:r>
            <a:endParaRPr lang="en-US" altLang="zh-CN" sz="2400" b="1" dirty="0">
              <a:solidFill>
                <a:schemeClr val="hlink"/>
              </a:solidFill>
              <a:latin typeface="Arial" panose="020B0604020202020204" pitchFamily="34" charset="0"/>
            </a:endParaRPr>
          </a:p>
        </p:txBody>
      </p:sp>
      <p:sp>
        <p:nvSpPr>
          <p:cNvPr id="1066022" name="Text Box 38"/>
          <p:cNvSpPr txBox="1"/>
          <p:nvPr/>
        </p:nvSpPr>
        <p:spPr>
          <a:xfrm>
            <a:off x="7175500" y="2636838"/>
            <a:ext cx="1081088" cy="457200"/>
          </a:xfrm>
          <a:prstGeom prst="rect">
            <a:avLst/>
          </a:prstGeom>
          <a:noFill/>
          <a:ln w="9525">
            <a:noFill/>
          </a:ln>
        </p:spPr>
        <p:txBody>
          <a:bodyPr>
            <a:spAutoFit/>
          </a:bodyPr>
          <a:lstStyle>
            <a:lvl1pPr marL="342900" indent="-3429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80000"/>
              <a:buFont typeface="Wingdings" panose="05000000000000000000" pitchFamily="2" charset="2"/>
              <a:buChar char="n"/>
              <a:defRPr sz="3200" b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defRPr>
            </a:lvl1pPr>
            <a:lvl2pPr marL="742950" indent="-28575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Char char="–"/>
              <a:defRPr sz="2800">
                <a:solidFill>
                  <a:schemeClr val="tx1"/>
                </a:solidFill>
                <a:effectLst/>
                <a:latin typeface="+mn-lt"/>
                <a:ea typeface="+mn-ea"/>
              </a:defRPr>
            </a:lvl2pPr>
            <a:lvl3pPr marL="11430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Font typeface="Wingdings" panose="05000000000000000000" pitchFamily="2" charset="2"/>
              <a:buChar char="§"/>
              <a:defRPr sz="2400">
                <a:solidFill>
                  <a:schemeClr val="tx1"/>
                </a:solidFill>
                <a:effectLst/>
                <a:latin typeface="+mn-lt"/>
                <a:ea typeface="+mn-ea"/>
              </a:defRPr>
            </a:lvl3pPr>
            <a:lvl4pPr marL="16002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–"/>
              <a:defRPr sz="2000">
                <a:solidFill>
                  <a:schemeClr val="tx1"/>
                </a:solidFill>
                <a:effectLst/>
                <a:latin typeface="+mn-lt"/>
                <a:ea typeface="+mn-ea"/>
              </a:defRPr>
            </a:lvl4pPr>
            <a:lvl5pPr marL="20574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effectLst/>
                <a:latin typeface="+mn-lt"/>
                <a:ea typeface="+mn-ea"/>
              </a:defRPr>
            </a:lvl5pPr>
          </a:lstStyle>
          <a:p>
            <a:pPr marL="0" lvl="0" indent="0" eaLnBrk="1" hangingPunct="1">
              <a:spcBef>
                <a:spcPct val="50000"/>
              </a:spcBef>
              <a:buClrTx/>
              <a:buSzTx/>
              <a:buFontTx/>
              <a:buNone/>
            </a:pPr>
            <a:r>
              <a:rPr lang="en-US" altLang="zh-CN" sz="2400" b="1" dirty="0">
                <a:solidFill>
                  <a:schemeClr val="hlink"/>
                </a:solidFill>
                <a:latin typeface="Arial" panose="020B0604020202020204" pitchFamily="34" charset="0"/>
              </a:rPr>
              <a:t>b[0][3]</a:t>
            </a:r>
            <a:endParaRPr lang="en-US" altLang="zh-CN" sz="2400" b="1" dirty="0">
              <a:solidFill>
                <a:schemeClr val="hlink"/>
              </a:solidFill>
              <a:latin typeface="Arial" panose="020B0604020202020204" pitchFamily="34" charset="0"/>
            </a:endParaRPr>
          </a:p>
        </p:txBody>
      </p:sp>
      <p:sp>
        <p:nvSpPr>
          <p:cNvPr id="1066023" name="Text Box 39"/>
          <p:cNvSpPr txBox="1"/>
          <p:nvPr/>
        </p:nvSpPr>
        <p:spPr>
          <a:xfrm>
            <a:off x="7175500" y="2133600"/>
            <a:ext cx="1152525" cy="457200"/>
          </a:xfrm>
          <a:prstGeom prst="rect">
            <a:avLst/>
          </a:prstGeom>
          <a:noFill/>
          <a:ln w="9525">
            <a:noFill/>
          </a:ln>
        </p:spPr>
        <p:txBody>
          <a:bodyPr>
            <a:spAutoFit/>
          </a:bodyPr>
          <a:lstStyle>
            <a:lvl1pPr marL="342900" indent="-3429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80000"/>
              <a:buFont typeface="Wingdings" panose="05000000000000000000" pitchFamily="2" charset="2"/>
              <a:buChar char="n"/>
              <a:defRPr sz="3200" b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defRPr>
            </a:lvl1pPr>
            <a:lvl2pPr marL="742950" indent="-28575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Char char="–"/>
              <a:defRPr sz="2800">
                <a:solidFill>
                  <a:schemeClr val="tx1"/>
                </a:solidFill>
                <a:effectLst/>
                <a:latin typeface="+mn-lt"/>
                <a:ea typeface="+mn-ea"/>
              </a:defRPr>
            </a:lvl2pPr>
            <a:lvl3pPr marL="11430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Font typeface="Wingdings" panose="05000000000000000000" pitchFamily="2" charset="2"/>
              <a:buChar char="§"/>
              <a:defRPr sz="2400">
                <a:solidFill>
                  <a:schemeClr val="tx1"/>
                </a:solidFill>
                <a:effectLst/>
                <a:latin typeface="+mn-lt"/>
                <a:ea typeface="+mn-ea"/>
              </a:defRPr>
            </a:lvl3pPr>
            <a:lvl4pPr marL="16002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–"/>
              <a:defRPr sz="2000">
                <a:solidFill>
                  <a:schemeClr val="tx1"/>
                </a:solidFill>
                <a:effectLst/>
                <a:latin typeface="+mn-lt"/>
                <a:ea typeface="+mn-ea"/>
              </a:defRPr>
            </a:lvl4pPr>
            <a:lvl5pPr marL="20574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effectLst/>
                <a:latin typeface="+mn-lt"/>
                <a:ea typeface="+mn-ea"/>
              </a:defRPr>
            </a:lvl5pPr>
          </a:lstStyle>
          <a:p>
            <a:pPr marL="0" lvl="0" indent="0" eaLnBrk="1" hangingPunct="1">
              <a:spcBef>
                <a:spcPct val="50000"/>
              </a:spcBef>
              <a:buClrTx/>
              <a:buSzTx/>
              <a:buFontTx/>
              <a:buNone/>
            </a:pPr>
            <a:r>
              <a:rPr lang="en-US" altLang="zh-CN" sz="2400" b="1" dirty="0">
                <a:latin typeface="Arial" panose="020B0604020202020204" pitchFamily="34" charset="0"/>
              </a:rPr>
              <a:t>b[0][2]</a:t>
            </a:r>
            <a:endParaRPr lang="en-US" altLang="zh-CN" sz="2400" b="1" dirty="0">
              <a:latin typeface="Arial" panose="020B0604020202020204" pitchFamily="34" charset="0"/>
            </a:endParaRPr>
          </a:p>
        </p:txBody>
      </p:sp>
      <p:sp>
        <p:nvSpPr>
          <p:cNvPr id="1066024" name="Text Box 40"/>
          <p:cNvSpPr txBox="1"/>
          <p:nvPr/>
        </p:nvSpPr>
        <p:spPr>
          <a:xfrm>
            <a:off x="7175500" y="1700213"/>
            <a:ext cx="1081088" cy="457200"/>
          </a:xfrm>
          <a:prstGeom prst="rect">
            <a:avLst/>
          </a:prstGeom>
          <a:noFill/>
          <a:ln w="9525">
            <a:noFill/>
          </a:ln>
        </p:spPr>
        <p:txBody>
          <a:bodyPr>
            <a:spAutoFit/>
          </a:bodyPr>
          <a:lstStyle>
            <a:lvl1pPr marL="342900" indent="-3429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80000"/>
              <a:buFont typeface="Wingdings" panose="05000000000000000000" pitchFamily="2" charset="2"/>
              <a:buChar char="n"/>
              <a:defRPr sz="3200" b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defRPr>
            </a:lvl1pPr>
            <a:lvl2pPr marL="742950" indent="-28575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Char char="–"/>
              <a:defRPr sz="2800">
                <a:solidFill>
                  <a:schemeClr val="tx1"/>
                </a:solidFill>
                <a:effectLst/>
                <a:latin typeface="+mn-lt"/>
                <a:ea typeface="+mn-ea"/>
              </a:defRPr>
            </a:lvl2pPr>
            <a:lvl3pPr marL="11430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Font typeface="Wingdings" panose="05000000000000000000" pitchFamily="2" charset="2"/>
              <a:buChar char="§"/>
              <a:defRPr sz="2400">
                <a:solidFill>
                  <a:schemeClr val="tx1"/>
                </a:solidFill>
                <a:effectLst/>
                <a:latin typeface="+mn-lt"/>
                <a:ea typeface="+mn-ea"/>
              </a:defRPr>
            </a:lvl3pPr>
            <a:lvl4pPr marL="16002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–"/>
              <a:defRPr sz="2000">
                <a:solidFill>
                  <a:schemeClr val="tx1"/>
                </a:solidFill>
                <a:effectLst/>
                <a:latin typeface="+mn-lt"/>
                <a:ea typeface="+mn-ea"/>
              </a:defRPr>
            </a:lvl4pPr>
            <a:lvl5pPr marL="20574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effectLst/>
                <a:latin typeface="+mn-lt"/>
                <a:ea typeface="+mn-ea"/>
              </a:defRPr>
            </a:lvl5pPr>
          </a:lstStyle>
          <a:p>
            <a:pPr marL="0" lvl="0" indent="0" eaLnBrk="1" hangingPunct="1">
              <a:spcBef>
                <a:spcPct val="50000"/>
              </a:spcBef>
              <a:buClrTx/>
              <a:buSzTx/>
              <a:buFontTx/>
              <a:buNone/>
            </a:pPr>
            <a:r>
              <a:rPr lang="en-US" altLang="zh-CN" sz="2400" b="1" dirty="0">
                <a:latin typeface="Arial" panose="020B0604020202020204" pitchFamily="34" charset="0"/>
              </a:rPr>
              <a:t>b[0][1]</a:t>
            </a:r>
            <a:endParaRPr lang="en-US" altLang="zh-CN" sz="2400" b="1" dirty="0">
              <a:latin typeface="Arial" panose="020B0604020202020204" pitchFamily="34" charset="0"/>
            </a:endParaRPr>
          </a:p>
        </p:txBody>
      </p:sp>
      <p:sp>
        <p:nvSpPr>
          <p:cNvPr id="1066025" name="Text Box 41"/>
          <p:cNvSpPr txBox="1"/>
          <p:nvPr/>
        </p:nvSpPr>
        <p:spPr>
          <a:xfrm>
            <a:off x="7175500" y="1268413"/>
            <a:ext cx="1081088" cy="457200"/>
          </a:xfrm>
          <a:prstGeom prst="rect">
            <a:avLst/>
          </a:prstGeom>
          <a:noFill/>
          <a:ln w="9525">
            <a:noFill/>
          </a:ln>
        </p:spPr>
        <p:txBody>
          <a:bodyPr>
            <a:spAutoFit/>
          </a:bodyPr>
          <a:lstStyle>
            <a:lvl1pPr marL="342900" indent="-3429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80000"/>
              <a:buFont typeface="Wingdings" panose="05000000000000000000" pitchFamily="2" charset="2"/>
              <a:buChar char="n"/>
              <a:defRPr sz="3200" b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defRPr>
            </a:lvl1pPr>
            <a:lvl2pPr marL="742950" indent="-28575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Char char="–"/>
              <a:defRPr sz="2800">
                <a:solidFill>
                  <a:schemeClr val="tx1"/>
                </a:solidFill>
                <a:effectLst/>
                <a:latin typeface="+mn-lt"/>
                <a:ea typeface="+mn-ea"/>
              </a:defRPr>
            </a:lvl2pPr>
            <a:lvl3pPr marL="11430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Font typeface="Wingdings" panose="05000000000000000000" pitchFamily="2" charset="2"/>
              <a:buChar char="§"/>
              <a:defRPr sz="2400">
                <a:solidFill>
                  <a:schemeClr val="tx1"/>
                </a:solidFill>
                <a:effectLst/>
                <a:latin typeface="+mn-lt"/>
                <a:ea typeface="+mn-ea"/>
              </a:defRPr>
            </a:lvl3pPr>
            <a:lvl4pPr marL="16002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–"/>
              <a:defRPr sz="2000">
                <a:solidFill>
                  <a:schemeClr val="tx1"/>
                </a:solidFill>
                <a:effectLst/>
                <a:latin typeface="+mn-lt"/>
                <a:ea typeface="+mn-ea"/>
              </a:defRPr>
            </a:lvl4pPr>
            <a:lvl5pPr marL="20574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effectLst/>
                <a:latin typeface="+mn-lt"/>
                <a:ea typeface="+mn-ea"/>
              </a:defRPr>
            </a:lvl5pPr>
          </a:lstStyle>
          <a:p>
            <a:pPr marL="0" lvl="0" indent="0" eaLnBrk="1" hangingPunct="1">
              <a:spcBef>
                <a:spcPct val="50000"/>
              </a:spcBef>
              <a:buClrTx/>
              <a:buSzTx/>
              <a:buFontTx/>
              <a:buNone/>
            </a:pPr>
            <a:r>
              <a:rPr lang="en-US" altLang="zh-CN" sz="2400" b="1" dirty="0">
                <a:latin typeface="Arial" panose="020B0604020202020204" pitchFamily="34" charset="0"/>
              </a:rPr>
              <a:t>b[0][0]</a:t>
            </a:r>
            <a:endParaRPr lang="en-US" altLang="zh-CN" sz="2400" b="1" dirty="0">
              <a:latin typeface="Arial" panose="020B0604020202020204" pitchFamily="34" charset="0"/>
            </a:endParaRPr>
          </a:p>
        </p:txBody>
      </p:sp>
      <p:sp>
        <p:nvSpPr>
          <p:cNvPr id="1066026" name="Rectangle 42"/>
          <p:cNvSpPr/>
          <p:nvPr/>
        </p:nvSpPr>
        <p:spPr>
          <a:xfrm>
            <a:off x="4583113" y="5157788"/>
            <a:ext cx="1152525" cy="431800"/>
          </a:xfrm>
          <a:prstGeom prst="rect">
            <a:avLst/>
          </a:prstGeom>
          <a:noFill/>
          <a:ln w="9525">
            <a:noFill/>
          </a:ln>
        </p:spPr>
        <p:txBody>
          <a:bodyPr wrap="none" anchor="ctr" anchorCtr="0"/>
          <a:lstStyle>
            <a:lvl1pPr marL="342900" indent="-3429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80000"/>
              <a:buFont typeface="Wingdings" panose="05000000000000000000" pitchFamily="2" charset="2"/>
              <a:buChar char="n"/>
              <a:defRPr sz="3200" b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defRPr>
            </a:lvl1pPr>
            <a:lvl2pPr marL="742950" indent="-28575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Char char="–"/>
              <a:defRPr sz="2800">
                <a:solidFill>
                  <a:schemeClr val="tx1"/>
                </a:solidFill>
                <a:effectLst/>
                <a:latin typeface="+mn-lt"/>
                <a:ea typeface="+mn-ea"/>
              </a:defRPr>
            </a:lvl2pPr>
            <a:lvl3pPr marL="11430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Font typeface="Wingdings" panose="05000000000000000000" pitchFamily="2" charset="2"/>
              <a:buChar char="§"/>
              <a:defRPr sz="2400">
                <a:solidFill>
                  <a:schemeClr val="tx1"/>
                </a:solidFill>
                <a:effectLst/>
                <a:latin typeface="+mn-lt"/>
                <a:ea typeface="+mn-ea"/>
              </a:defRPr>
            </a:lvl3pPr>
            <a:lvl4pPr marL="16002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–"/>
              <a:defRPr sz="2000">
                <a:solidFill>
                  <a:schemeClr val="tx1"/>
                </a:solidFill>
                <a:effectLst/>
                <a:latin typeface="+mn-lt"/>
                <a:ea typeface="+mn-ea"/>
              </a:defRPr>
            </a:lvl4pPr>
            <a:lvl5pPr marL="20574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effectLst/>
                <a:latin typeface="+mn-lt"/>
                <a:ea typeface="+mn-ea"/>
              </a:defRPr>
            </a:lvl5pPr>
          </a:lstStyle>
          <a:p>
            <a:pPr marL="0" lvl="0" indent="0" algn="ctr" eaLnBrk="1" hangingPunct="1">
              <a:spcBef>
                <a:spcPct val="0"/>
              </a:spcBef>
              <a:buClrTx/>
              <a:buSzTx/>
              <a:buFontTx/>
              <a:buNone/>
            </a:pPr>
            <a:r>
              <a:rPr lang="en-US" altLang="zh-CN" sz="2400" b="1" dirty="0">
                <a:latin typeface="Arial" panose="020B0604020202020204" pitchFamily="34" charset="0"/>
              </a:rPr>
              <a:t>b[</a:t>
            </a:r>
            <a:r>
              <a:rPr lang="en-US" altLang="zh-CN" sz="2400" b="1" dirty="0">
                <a:solidFill>
                  <a:srgbClr val="FFFF00"/>
                </a:solidFill>
                <a:latin typeface="Arial" panose="020B0604020202020204" pitchFamily="34" charset="0"/>
              </a:rPr>
              <a:t>i</a:t>
            </a:r>
            <a:r>
              <a:rPr lang="en-US" altLang="zh-CN" sz="2400" b="1" dirty="0">
                <a:latin typeface="Arial" panose="020B0604020202020204" pitchFamily="34" charset="0"/>
              </a:rPr>
              <a:t>][</a:t>
            </a:r>
            <a:r>
              <a:rPr lang="en-US" altLang="zh-CN" sz="2400" b="1" dirty="0">
                <a:solidFill>
                  <a:srgbClr val="FFFF00"/>
                </a:solidFill>
                <a:latin typeface="Arial" panose="020B0604020202020204" pitchFamily="34" charset="0"/>
              </a:rPr>
              <a:t>j</a:t>
            </a:r>
            <a:r>
              <a:rPr lang="en-US" altLang="zh-CN" sz="2400" b="1" dirty="0">
                <a:latin typeface="Arial" panose="020B0604020202020204" pitchFamily="34" charset="0"/>
              </a:rPr>
              <a:t>]</a:t>
            </a:r>
            <a:endParaRPr lang="en-US" altLang="zh-CN" sz="2400" b="1" dirty="0">
              <a:latin typeface="Arial" panose="020B0604020202020204" pitchFamily="34" charset="0"/>
            </a:endParaRPr>
          </a:p>
        </p:txBody>
      </p:sp>
      <p:sp>
        <p:nvSpPr>
          <p:cNvPr id="1066027" name="AutoShape 43"/>
          <p:cNvSpPr/>
          <p:nvPr/>
        </p:nvSpPr>
        <p:spPr>
          <a:xfrm>
            <a:off x="5951538" y="5302250"/>
            <a:ext cx="936625" cy="144463"/>
          </a:xfrm>
          <a:prstGeom prst="rightArrow">
            <a:avLst>
              <a:gd name="adj1" fmla="val 50000"/>
              <a:gd name="adj2" fmla="val 162087"/>
            </a:avLst>
          </a:prstGeom>
          <a:noFill/>
          <a:ln w="9525" cap="flat" cmpd="sng">
            <a:solidFill>
              <a:schemeClr val="tx1"/>
            </a:solidFill>
            <a:prstDash val="solid"/>
            <a:miter/>
            <a:headEnd type="none" w="med" len="med"/>
            <a:tailEnd type="none" w="med" len="med"/>
          </a:ln>
        </p:spPr>
        <p:txBody>
          <a:bodyPr wrap="none" anchor="ctr" anchorCtr="0"/>
          <a:lstStyle>
            <a:lvl1pPr marL="342900" indent="-3429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80000"/>
              <a:buFont typeface="Wingdings" panose="05000000000000000000" pitchFamily="2" charset="2"/>
              <a:buChar char="n"/>
              <a:defRPr sz="3200" b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defRPr>
            </a:lvl1pPr>
            <a:lvl2pPr marL="742950" indent="-28575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Char char="–"/>
              <a:defRPr sz="2800">
                <a:solidFill>
                  <a:schemeClr val="tx1"/>
                </a:solidFill>
                <a:effectLst/>
                <a:latin typeface="+mn-lt"/>
                <a:ea typeface="+mn-ea"/>
              </a:defRPr>
            </a:lvl2pPr>
            <a:lvl3pPr marL="11430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Font typeface="Wingdings" panose="05000000000000000000" pitchFamily="2" charset="2"/>
              <a:buChar char="§"/>
              <a:defRPr sz="2400">
                <a:solidFill>
                  <a:schemeClr val="tx1"/>
                </a:solidFill>
                <a:effectLst/>
                <a:latin typeface="+mn-lt"/>
                <a:ea typeface="+mn-ea"/>
              </a:defRPr>
            </a:lvl3pPr>
            <a:lvl4pPr marL="16002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–"/>
              <a:defRPr sz="2000">
                <a:solidFill>
                  <a:schemeClr val="tx1"/>
                </a:solidFill>
                <a:effectLst/>
                <a:latin typeface="+mn-lt"/>
                <a:ea typeface="+mn-ea"/>
              </a:defRPr>
            </a:lvl4pPr>
            <a:lvl5pPr marL="20574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effectLst/>
                <a:latin typeface="+mn-lt"/>
                <a:ea typeface="+mn-ea"/>
              </a:defRPr>
            </a:lvl5pPr>
          </a:lstStyle>
          <a:p>
            <a:pPr marL="0" lvl="0" indent="0" eaLnBrk="1" hangingPunct="1">
              <a:spcBef>
                <a:spcPct val="0"/>
              </a:spcBef>
              <a:buClrTx/>
              <a:buSzTx/>
              <a:buFontTx/>
              <a:buNone/>
            </a:pPr>
            <a:endParaRPr lang="zh-CN" altLang="en-US" sz="2000" b="1" dirty="0">
              <a:ea typeface="黑体" panose="02010609060101010101" pitchFamily="49" charset="-122"/>
            </a:endParaRPr>
          </a:p>
        </p:txBody>
      </p:sp>
      <p:sp>
        <p:nvSpPr>
          <p:cNvPr id="1066028" name="Rectangle 44"/>
          <p:cNvSpPr/>
          <p:nvPr/>
        </p:nvSpPr>
        <p:spPr>
          <a:xfrm>
            <a:off x="7248525" y="5157788"/>
            <a:ext cx="1930400" cy="431800"/>
          </a:xfrm>
          <a:prstGeom prst="rect">
            <a:avLst/>
          </a:prstGeom>
          <a:noFill/>
          <a:ln w="9525">
            <a:noFill/>
          </a:ln>
        </p:spPr>
        <p:txBody>
          <a:bodyPr wrap="none" anchor="ctr" anchorCtr="0"/>
          <a:lstStyle>
            <a:lvl1pPr marL="342900" indent="-3429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80000"/>
              <a:buFont typeface="Wingdings" panose="05000000000000000000" pitchFamily="2" charset="2"/>
              <a:buChar char="n"/>
              <a:defRPr sz="3200" b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defRPr>
            </a:lvl1pPr>
            <a:lvl2pPr marL="742950" indent="-28575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Char char="–"/>
              <a:defRPr sz="2800">
                <a:solidFill>
                  <a:schemeClr val="tx1"/>
                </a:solidFill>
                <a:effectLst/>
                <a:latin typeface="+mn-lt"/>
                <a:ea typeface="+mn-ea"/>
              </a:defRPr>
            </a:lvl2pPr>
            <a:lvl3pPr marL="11430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Font typeface="Wingdings" panose="05000000000000000000" pitchFamily="2" charset="2"/>
              <a:buChar char="§"/>
              <a:defRPr sz="2400">
                <a:solidFill>
                  <a:schemeClr val="tx1"/>
                </a:solidFill>
                <a:effectLst/>
                <a:latin typeface="+mn-lt"/>
                <a:ea typeface="+mn-ea"/>
              </a:defRPr>
            </a:lvl3pPr>
            <a:lvl4pPr marL="16002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–"/>
              <a:defRPr sz="2000">
                <a:solidFill>
                  <a:schemeClr val="tx1"/>
                </a:solidFill>
                <a:effectLst/>
                <a:latin typeface="+mn-lt"/>
                <a:ea typeface="+mn-ea"/>
              </a:defRPr>
            </a:lvl4pPr>
            <a:lvl5pPr marL="20574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effectLst/>
                <a:latin typeface="+mn-lt"/>
                <a:ea typeface="+mn-ea"/>
              </a:defRPr>
            </a:lvl5pPr>
          </a:lstStyle>
          <a:p>
            <a:pPr marL="0" lvl="0" indent="0" eaLnBrk="1" hangingPunct="1">
              <a:spcBef>
                <a:spcPct val="0"/>
              </a:spcBef>
              <a:buClrTx/>
              <a:buSzTx/>
              <a:buFontTx/>
              <a:buNone/>
            </a:pPr>
            <a:r>
              <a:rPr lang="en-US" altLang="zh-CN" sz="2400" b="1" dirty="0">
                <a:latin typeface="Arial" panose="020B0604020202020204" pitchFamily="34" charset="0"/>
              </a:rPr>
              <a:t>b[</a:t>
            </a:r>
            <a:r>
              <a:rPr lang="en-US" altLang="zh-CN" sz="2400" b="1" dirty="0">
                <a:solidFill>
                  <a:srgbClr val="FFFF00"/>
                </a:solidFill>
                <a:latin typeface="Arial" panose="020B0604020202020204" pitchFamily="34" charset="0"/>
              </a:rPr>
              <a:t>0</a:t>
            </a:r>
            <a:r>
              <a:rPr lang="en-US" altLang="zh-CN" sz="2400" b="1" dirty="0">
                <a:latin typeface="Arial" panose="020B0604020202020204" pitchFamily="34" charset="0"/>
              </a:rPr>
              <a:t>] [</a:t>
            </a:r>
            <a:r>
              <a:rPr lang="en-US" altLang="zh-CN" sz="2400" b="1" dirty="0">
                <a:solidFill>
                  <a:srgbClr val="F608E8"/>
                </a:solidFill>
                <a:latin typeface="Arial" panose="020B0604020202020204" pitchFamily="34" charset="0"/>
              </a:rPr>
              <a:t>?</a:t>
            </a:r>
            <a:r>
              <a:rPr lang="en-US" altLang="zh-CN" sz="2400" b="1" dirty="0">
                <a:latin typeface="Arial" panose="020B0604020202020204" pitchFamily="34" charset="0"/>
              </a:rPr>
              <a:t>]</a:t>
            </a:r>
            <a:endParaRPr lang="en-US" altLang="zh-CN" sz="2400" b="1" dirty="0">
              <a:latin typeface="Arial" panose="020B0604020202020204" pitchFamily="34" charset="0"/>
            </a:endParaRPr>
          </a:p>
        </p:txBody>
      </p:sp>
      <p:sp>
        <p:nvSpPr>
          <p:cNvPr id="1066029" name="Text Box 45"/>
          <p:cNvSpPr txBox="1"/>
          <p:nvPr/>
        </p:nvSpPr>
        <p:spPr>
          <a:xfrm>
            <a:off x="4583113" y="4076700"/>
            <a:ext cx="7227887" cy="830263"/>
          </a:xfrm>
          <a:prstGeom prst="rect">
            <a:avLst/>
          </a:prstGeom>
          <a:noFill/>
          <a:ln w="9525">
            <a:noFill/>
          </a:ln>
        </p:spPr>
        <p:txBody>
          <a:bodyPr>
            <a:spAutoFit/>
          </a:bodyPr>
          <a:lstStyle>
            <a:lvl1pPr marL="342900" indent="-3429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80000"/>
              <a:buFont typeface="Wingdings" panose="05000000000000000000" pitchFamily="2" charset="2"/>
              <a:buChar char="n"/>
              <a:defRPr sz="3200" b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defRPr>
            </a:lvl1pPr>
            <a:lvl2pPr marL="742950" indent="-28575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Char char="–"/>
              <a:defRPr sz="2800">
                <a:solidFill>
                  <a:schemeClr val="tx1"/>
                </a:solidFill>
                <a:effectLst/>
                <a:latin typeface="+mn-lt"/>
                <a:ea typeface="+mn-ea"/>
              </a:defRPr>
            </a:lvl2pPr>
            <a:lvl3pPr marL="11430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Font typeface="Wingdings" panose="05000000000000000000" pitchFamily="2" charset="2"/>
              <a:buChar char="§"/>
              <a:defRPr sz="2400">
                <a:solidFill>
                  <a:schemeClr val="tx1"/>
                </a:solidFill>
                <a:effectLst/>
                <a:latin typeface="+mn-lt"/>
                <a:ea typeface="+mn-ea"/>
              </a:defRPr>
            </a:lvl3pPr>
            <a:lvl4pPr marL="16002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–"/>
              <a:defRPr sz="2000">
                <a:solidFill>
                  <a:schemeClr val="tx1"/>
                </a:solidFill>
                <a:effectLst/>
                <a:latin typeface="+mn-lt"/>
                <a:ea typeface="+mn-ea"/>
              </a:defRPr>
            </a:lvl4pPr>
            <a:lvl5pPr marL="20574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effectLst/>
                <a:latin typeface="+mn-lt"/>
                <a:ea typeface="+mn-ea"/>
              </a:defRPr>
            </a:lvl5pPr>
          </a:lstStyle>
          <a:p>
            <a:pPr marL="0" lvl="0" indent="0" eaLnBrk="1" hangingPunct="1">
              <a:spcBef>
                <a:spcPct val="50000"/>
              </a:spcBef>
              <a:buClrTx/>
              <a:buSzTx/>
              <a:buFontTx/>
              <a:buNone/>
            </a:pPr>
            <a:r>
              <a:rPr lang="zh-CN" altLang="en-US" sz="2400" b="1" dirty="0">
                <a:latin typeface="Arial" panose="020B0604020202020204" pitchFamily="34" charset="0"/>
              </a:rPr>
              <a:t>任意的二维数组</a:t>
            </a:r>
            <a:r>
              <a:rPr lang="en-US" altLang="zh-CN" sz="2400" b="1" dirty="0">
                <a:latin typeface="Arial" panose="020B0604020202020204" pitchFamily="34" charset="0"/>
              </a:rPr>
              <a:t>b[M][N]</a:t>
            </a:r>
            <a:r>
              <a:rPr lang="zh-CN" altLang="en-US" sz="2400" b="1" dirty="0">
                <a:latin typeface="Arial" panose="020B0604020202020204" pitchFamily="34" charset="0"/>
              </a:rPr>
              <a:t>的</a:t>
            </a:r>
            <a:r>
              <a:rPr lang="zh-CN" altLang="en-US" sz="2400" b="1" dirty="0">
                <a:solidFill>
                  <a:srgbClr val="FFFF00"/>
                </a:solidFill>
                <a:latin typeface="Arial" panose="020B0604020202020204" pitchFamily="34" charset="0"/>
              </a:rPr>
              <a:t>下标表达式</a:t>
            </a:r>
            <a:r>
              <a:rPr lang="zh-CN" altLang="en-US" sz="2400" b="1" dirty="0">
                <a:latin typeface="Arial" panose="020B0604020202020204" pitchFamily="34" charset="0"/>
              </a:rPr>
              <a:t>，可以转换为如下形式：</a:t>
            </a:r>
            <a:endParaRPr lang="zh-CN" altLang="en-US" sz="2400" b="1" dirty="0">
              <a:latin typeface="Arial" panose="020B0604020202020204" pitchFamily="34" charset="0"/>
            </a:endParaRPr>
          </a:p>
        </p:txBody>
      </p:sp>
      <p:sp>
        <p:nvSpPr>
          <p:cNvPr id="1066031" name="Rectangle 47"/>
          <p:cNvSpPr/>
          <p:nvPr/>
        </p:nvSpPr>
        <p:spPr>
          <a:xfrm>
            <a:off x="4583113" y="6165850"/>
            <a:ext cx="1152525" cy="431800"/>
          </a:xfrm>
          <a:prstGeom prst="rect">
            <a:avLst/>
          </a:prstGeom>
          <a:noFill/>
          <a:ln w="9525">
            <a:noFill/>
          </a:ln>
        </p:spPr>
        <p:txBody>
          <a:bodyPr wrap="none" anchor="ctr" anchorCtr="0"/>
          <a:lstStyle>
            <a:lvl1pPr marL="342900" indent="-3429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80000"/>
              <a:buFont typeface="Wingdings" panose="05000000000000000000" pitchFamily="2" charset="2"/>
              <a:buChar char="n"/>
              <a:defRPr sz="3200" b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defRPr>
            </a:lvl1pPr>
            <a:lvl2pPr marL="742950" indent="-28575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Char char="–"/>
              <a:defRPr sz="2800">
                <a:solidFill>
                  <a:schemeClr val="tx1"/>
                </a:solidFill>
                <a:effectLst/>
                <a:latin typeface="+mn-lt"/>
                <a:ea typeface="+mn-ea"/>
              </a:defRPr>
            </a:lvl2pPr>
            <a:lvl3pPr marL="11430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Font typeface="Wingdings" panose="05000000000000000000" pitchFamily="2" charset="2"/>
              <a:buChar char="§"/>
              <a:defRPr sz="2400">
                <a:solidFill>
                  <a:schemeClr val="tx1"/>
                </a:solidFill>
                <a:effectLst/>
                <a:latin typeface="+mn-lt"/>
                <a:ea typeface="+mn-ea"/>
              </a:defRPr>
            </a:lvl3pPr>
            <a:lvl4pPr marL="16002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–"/>
              <a:defRPr sz="2000">
                <a:solidFill>
                  <a:schemeClr val="tx1"/>
                </a:solidFill>
                <a:effectLst/>
                <a:latin typeface="+mn-lt"/>
                <a:ea typeface="+mn-ea"/>
              </a:defRPr>
            </a:lvl4pPr>
            <a:lvl5pPr marL="20574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effectLst/>
                <a:latin typeface="+mn-lt"/>
                <a:ea typeface="+mn-ea"/>
              </a:defRPr>
            </a:lvl5pPr>
          </a:lstStyle>
          <a:p>
            <a:pPr marL="0" lvl="0" indent="0" algn="ctr" eaLnBrk="1" hangingPunct="1">
              <a:spcBef>
                <a:spcPct val="0"/>
              </a:spcBef>
              <a:buClrTx/>
              <a:buSzTx/>
              <a:buFontTx/>
              <a:buNone/>
            </a:pPr>
            <a:r>
              <a:rPr lang="en-US" altLang="zh-CN" sz="2400" b="1" dirty="0">
                <a:latin typeface="Arial" panose="020B0604020202020204" pitchFamily="34" charset="0"/>
              </a:rPr>
              <a:t>b[</a:t>
            </a:r>
            <a:r>
              <a:rPr lang="en-US" altLang="zh-CN" sz="2400" b="1" dirty="0">
                <a:solidFill>
                  <a:srgbClr val="FFFF00"/>
                </a:solidFill>
                <a:latin typeface="Arial" panose="020B0604020202020204" pitchFamily="34" charset="0"/>
              </a:rPr>
              <a:t>1</a:t>
            </a:r>
            <a:r>
              <a:rPr lang="en-US" altLang="zh-CN" sz="2400" b="1" dirty="0">
                <a:latin typeface="Arial" panose="020B0604020202020204" pitchFamily="34" charset="0"/>
              </a:rPr>
              <a:t>][</a:t>
            </a:r>
            <a:r>
              <a:rPr lang="en-US" altLang="zh-CN" sz="2400" b="1" dirty="0">
                <a:solidFill>
                  <a:srgbClr val="FFFF00"/>
                </a:solidFill>
                <a:latin typeface="Arial" panose="020B0604020202020204" pitchFamily="34" charset="0"/>
              </a:rPr>
              <a:t>1</a:t>
            </a:r>
            <a:r>
              <a:rPr lang="en-US" altLang="zh-CN" sz="2400" b="1" dirty="0">
                <a:latin typeface="Arial" panose="020B0604020202020204" pitchFamily="34" charset="0"/>
              </a:rPr>
              <a:t>]</a:t>
            </a:r>
            <a:endParaRPr lang="en-US" altLang="zh-CN" sz="2400" b="1" dirty="0">
              <a:latin typeface="Arial" panose="020B0604020202020204" pitchFamily="34" charset="0"/>
            </a:endParaRPr>
          </a:p>
        </p:txBody>
      </p:sp>
      <p:sp>
        <p:nvSpPr>
          <p:cNvPr id="1066032" name="AutoShape 48"/>
          <p:cNvSpPr/>
          <p:nvPr/>
        </p:nvSpPr>
        <p:spPr>
          <a:xfrm>
            <a:off x="5951538" y="6310313"/>
            <a:ext cx="936625" cy="144462"/>
          </a:xfrm>
          <a:prstGeom prst="rightArrow">
            <a:avLst>
              <a:gd name="adj1" fmla="val 50000"/>
              <a:gd name="adj2" fmla="val 162088"/>
            </a:avLst>
          </a:prstGeom>
          <a:noFill/>
          <a:ln w="9525" cap="flat" cmpd="sng">
            <a:solidFill>
              <a:schemeClr val="tx1"/>
            </a:solidFill>
            <a:prstDash val="solid"/>
            <a:miter/>
            <a:headEnd type="none" w="med" len="med"/>
            <a:tailEnd type="none" w="med" len="med"/>
          </a:ln>
        </p:spPr>
        <p:txBody>
          <a:bodyPr wrap="none" anchor="ctr" anchorCtr="0"/>
          <a:lstStyle>
            <a:lvl1pPr marL="342900" indent="-3429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80000"/>
              <a:buFont typeface="Wingdings" panose="05000000000000000000" pitchFamily="2" charset="2"/>
              <a:buChar char="n"/>
              <a:defRPr sz="3200" b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defRPr>
            </a:lvl1pPr>
            <a:lvl2pPr marL="742950" indent="-28575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Char char="–"/>
              <a:defRPr sz="2800">
                <a:solidFill>
                  <a:schemeClr val="tx1"/>
                </a:solidFill>
                <a:effectLst/>
                <a:latin typeface="+mn-lt"/>
                <a:ea typeface="+mn-ea"/>
              </a:defRPr>
            </a:lvl2pPr>
            <a:lvl3pPr marL="11430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Font typeface="Wingdings" panose="05000000000000000000" pitchFamily="2" charset="2"/>
              <a:buChar char="§"/>
              <a:defRPr sz="2400">
                <a:solidFill>
                  <a:schemeClr val="tx1"/>
                </a:solidFill>
                <a:effectLst/>
                <a:latin typeface="+mn-lt"/>
                <a:ea typeface="+mn-ea"/>
              </a:defRPr>
            </a:lvl3pPr>
            <a:lvl4pPr marL="16002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–"/>
              <a:defRPr sz="2000">
                <a:solidFill>
                  <a:schemeClr val="tx1"/>
                </a:solidFill>
                <a:effectLst/>
                <a:latin typeface="+mn-lt"/>
                <a:ea typeface="+mn-ea"/>
              </a:defRPr>
            </a:lvl4pPr>
            <a:lvl5pPr marL="20574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effectLst/>
                <a:latin typeface="+mn-lt"/>
                <a:ea typeface="+mn-ea"/>
              </a:defRPr>
            </a:lvl5pPr>
          </a:lstStyle>
          <a:p>
            <a:pPr marL="0" lvl="0" indent="0" eaLnBrk="1" hangingPunct="1">
              <a:spcBef>
                <a:spcPct val="0"/>
              </a:spcBef>
              <a:buClrTx/>
              <a:buSzTx/>
              <a:buFontTx/>
              <a:buNone/>
            </a:pPr>
            <a:endParaRPr lang="zh-CN" altLang="en-US" sz="2000" b="1" dirty="0">
              <a:ea typeface="黑体" panose="02010609060101010101" pitchFamily="49" charset="-122"/>
            </a:endParaRPr>
          </a:p>
        </p:txBody>
      </p:sp>
      <p:sp>
        <p:nvSpPr>
          <p:cNvPr id="1066033" name="Rectangle 49"/>
          <p:cNvSpPr/>
          <p:nvPr/>
        </p:nvSpPr>
        <p:spPr>
          <a:xfrm>
            <a:off x="7248525" y="6165850"/>
            <a:ext cx="1930400" cy="431800"/>
          </a:xfrm>
          <a:prstGeom prst="rect">
            <a:avLst/>
          </a:prstGeom>
          <a:noFill/>
          <a:ln w="9525">
            <a:noFill/>
          </a:ln>
        </p:spPr>
        <p:txBody>
          <a:bodyPr wrap="none" anchor="ctr" anchorCtr="0"/>
          <a:lstStyle>
            <a:lvl1pPr marL="342900" indent="-3429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80000"/>
              <a:buFont typeface="Wingdings" panose="05000000000000000000" pitchFamily="2" charset="2"/>
              <a:buChar char="n"/>
              <a:defRPr sz="3200" b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defRPr>
            </a:lvl1pPr>
            <a:lvl2pPr marL="742950" indent="-28575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Char char="–"/>
              <a:defRPr sz="2800">
                <a:solidFill>
                  <a:schemeClr val="tx1"/>
                </a:solidFill>
                <a:effectLst/>
                <a:latin typeface="+mn-lt"/>
                <a:ea typeface="+mn-ea"/>
              </a:defRPr>
            </a:lvl2pPr>
            <a:lvl3pPr marL="11430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Font typeface="Wingdings" panose="05000000000000000000" pitchFamily="2" charset="2"/>
              <a:buChar char="§"/>
              <a:defRPr sz="2400">
                <a:solidFill>
                  <a:schemeClr val="tx1"/>
                </a:solidFill>
                <a:effectLst/>
                <a:latin typeface="+mn-lt"/>
                <a:ea typeface="+mn-ea"/>
              </a:defRPr>
            </a:lvl3pPr>
            <a:lvl4pPr marL="16002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–"/>
              <a:defRPr sz="2000">
                <a:solidFill>
                  <a:schemeClr val="tx1"/>
                </a:solidFill>
                <a:effectLst/>
                <a:latin typeface="+mn-lt"/>
                <a:ea typeface="+mn-ea"/>
              </a:defRPr>
            </a:lvl4pPr>
            <a:lvl5pPr marL="20574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effectLst/>
                <a:latin typeface="+mn-lt"/>
                <a:ea typeface="+mn-ea"/>
              </a:defRPr>
            </a:lvl5pPr>
          </a:lstStyle>
          <a:p>
            <a:pPr marL="0" lvl="0" indent="0" eaLnBrk="1" hangingPunct="1">
              <a:spcBef>
                <a:spcPct val="0"/>
              </a:spcBef>
              <a:buClrTx/>
              <a:buSzTx/>
              <a:buFontTx/>
              <a:buNone/>
            </a:pPr>
            <a:r>
              <a:rPr lang="en-US" altLang="zh-CN" sz="2400" b="1" dirty="0">
                <a:latin typeface="Arial" panose="020B0604020202020204" pitchFamily="34" charset="0"/>
              </a:rPr>
              <a:t>b[</a:t>
            </a:r>
            <a:r>
              <a:rPr lang="en-US" altLang="zh-CN" sz="2400" b="1" dirty="0">
                <a:solidFill>
                  <a:srgbClr val="FFFF00"/>
                </a:solidFill>
                <a:latin typeface="Arial" panose="020B0604020202020204" pitchFamily="34" charset="0"/>
              </a:rPr>
              <a:t>0</a:t>
            </a:r>
            <a:r>
              <a:rPr lang="en-US" altLang="zh-CN" sz="2400" b="1" dirty="0">
                <a:latin typeface="Arial" panose="020B0604020202020204" pitchFamily="34" charset="0"/>
              </a:rPr>
              <a:t>][</a:t>
            </a:r>
            <a:r>
              <a:rPr lang="en-US" altLang="zh-CN" sz="2400" b="1" dirty="0">
                <a:solidFill>
                  <a:srgbClr val="FFFF00"/>
                </a:solidFill>
                <a:latin typeface="Arial" panose="020B0604020202020204" pitchFamily="34" charset="0"/>
              </a:rPr>
              <a:t>1</a:t>
            </a:r>
            <a:r>
              <a:rPr lang="en-US" altLang="zh-CN" sz="2400" b="1" dirty="0">
                <a:latin typeface="Arial" panose="020B0604020202020204" pitchFamily="34" charset="0"/>
              </a:rPr>
              <a:t>*3+</a:t>
            </a:r>
            <a:r>
              <a:rPr lang="en-US" altLang="zh-CN" sz="2400" b="1" dirty="0">
                <a:solidFill>
                  <a:srgbClr val="FFFF00"/>
                </a:solidFill>
                <a:latin typeface="Arial" panose="020B0604020202020204" pitchFamily="34" charset="0"/>
              </a:rPr>
              <a:t>1</a:t>
            </a:r>
            <a:r>
              <a:rPr lang="en-US" altLang="zh-CN" sz="2400" b="1" dirty="0">
                <a:latin typeface="Arial" panose="020B0604020202020204" pitchFamily="34" charset="0"/>
              </a:rPr>
              <a:t>]</a:t>
            </a:r>
            <a:endParaRPr lang="en-US" altLang="zh-CN" sz="2400" b="1" dirty="0">
              <a:latin typeface="Arial" panose="020B0604020202020204" pitchFamily="34" charset="0"/>
            </a:endParaRPr>
          </a:p>
        </p:txBody>
      </p:sp>
      <p:sp>
        <p:nvSpPr>
          <p:cNvPr id="1066034" name="Text Box 50"/>
          <p:cNvSpPr txBox="1"/>
          <p:nvPr/>
        </p:nvSpPr>
        <p:spPr>
          <a:xfrm>
            <a:off x="4583113" y="5805488"/>
            <a:ext cx="792162" cy="366712"/>
          </a:xfrm>
          <a:prstGeom prst="rect">
            <a:avLst/>
          </a:prstGeom>
          <a:noFill/>
          <a:ln w="9525">
            <a:noFill/>
          </a:ln>
        </p:spPr>
        <p:txBody>
          <a:bodyPr>
            <a:spAutoFit/>
          </a:bodyPr>
          <a:lstStyle>
            <a:lvl1pPr marL="342900" indent="-3429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80000"/>
              <a:buFont typeface="Wingdings" panose="05000000000000000000" pitchFamily="2" charset="2"/>
              <a:buChar char="n"/>
              <a:defRPr sz="3200" b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defRPr>
            </a:lvl1pPr>
            <a:lvl2pPr marL="742950" indent="-28575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Char char="–"/>
              <a:defRPr sz="2800">
                <a:solidFill>
                  <a:schemeClr val="tx1"/>
                </a:solidFill>
                <a:effectLst/>
                <a:latin typeface="+mn-lt"/>
                <a:ea typeface="+mn-ea"/>
              </a:defRPr>
            </a:lvl2pPr>
            <a:lvl3pPr marL="11430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Font typeface="Wingdings" panose="05000000000000000000" pitchFamily="2" charset="2"/>
              <a:buChar char="§"/>
              <a:defRPr sz="2400">
                <a:solidFill>
                  <a:schemeClr val="tx1"/>
                </a:solidFill>
                <a:effectLst/>
                <a:latin typeface="+mn-lt"/>
                <a:ea typeface="+mn-ea"/>
              </a:defRPr>
            </a:lvl3pPr>
            <a:lvl4pPr marL="16002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–"/>
              <a:defRPr sz="2000">
                <a:solidFill>
                  <a:schemeClr val="tx1"/>
                </a:solidFill>
                <a:effectLst/>
                <a:latin typeface="+mn-lt"/>
                <a:ea typeface="+mn-ea"/>
              </a:defRPr>
            </a:lvl4pPr>
            <a:lvl5pPr marL="20574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effectLst/>
                <a:latin typeface="+mn-lt"/>
                <a:ea typeface="+mn-ea"/>
              </a:defRPr>
            </a:lvl5pPr>
          </a:lstStyle>
          <a:p>
            <a:pPr marL="0" lvl="0" indent="0" eaLnBrk="1" hangingPunct="1">
              <a:spcBef>
                <a:spcPct val="50000"/>
              </a:spcBef>
              <a:buClrTx/>
              <a:buSzTx/>
              <a:buFontTx/>
              <a:buNone/>
            </a:pPr>
            <a:r>
              <a:rPr lang="zh-CN" altLang="en-US" sz="1800" b="1" dirty="0">
                <a:latin typeface="Arial" panose="020B0604020202020204" pitchFamily="34" charset="0"/>
              </a:rPr>
              <a:t>例：</a:t>
            </a:r>
            <a:endParaRPr lang="zh-CN" altLang="en-US" sz="1800" b="1" dirty="0">
              <a:latin typeface="Arial" panose="020B0604020202020204" pitchFamily="34" charset="0"/>
            </a:endParaRPr>
          </a:p>
        </p:txBody>
      </p:sp>
      <p:sp>
        <p:nvSpPr>
          <p:cNvPr id="53" name="Rectangle 44"/>
          <p:cNvSpPr/>
          <p:nvPr/>
        </p:nvSpPr>
        <p:spPr>
          <a:xfrm>
            <a:off x="7924165" y="5157788"/>
            <a:ext cx="1223963" cy="431800"/>
          </a:xfrm>
          <a:prstGeom prst="rect">
            <a:avLst/>
          </a:prstGeom>
          <a:solidFill>
            <a:srgbClr val="021A40"/>
          </a:solidFill>
          <a:ln w="9525">
            <a:noFill/>
          </a:ln>
        </p:spPr>
        <p:txBody>
          <a:bodyPr wrap="none" anchor="ctr" anchorCtr="0"/>
          <a:lstStyle>
            <a:lvl1pPr marL="342900" indent="-3429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80000"/>
              <a:buFont typeface="Wingdings" panose="05000000000000000000" pitchFamily="2" charset="2"/>
              <a:buChar char="n"/>
              <a:defRPr sz="3200" b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defRPr>
            </a:lvl1pPr>
            <a:lvl2pPr marL="742950" indent="-28575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Char char="–"/>
              <a:defRPr sz="2800">
                <a:solidFill>
                  <a:schemeClr val="tx1"/>
                </a:solidFill>
                <a:effectLst/>
                <a:latin typeface="+mn-lt"/>
                <a:ea typeface="+mn-ea"/>
              </a:defRPr>
            </a:lvl2pPr>
            <a:lvl3pPr marL="11430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Font typeface="Wingdings" panose="05000000000000000000" pitchFamily="2" charset="2"/>
              <a:buChar char="§"/>
              <a:defRPr sz="2400">
                <a:solidFill>
                  <a:schemeClr val="tx1"/>
                </a:solidFill>
                <a:effectLst/>
                <a:latin typeface="+mn-lt"/>
                <a:ea typeface="+mn-ea"/>
              </a:defRPr>
            </a:lvl3pPr>
            <a:lvl4pPr marL="16002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–"/>
              <a:defRPr sz="2000">
                <a:solidFill>
                  <a:schemeClr val="tx1"/>
                </a:solidFill>
                <a:effectLst/>
                <a:latin typeface="+mn-lt"/>
                <a:ea typeface="+mn-ea"/>
              </a:defRPr>
            </a:lvl4pPr>
            <a:lvl5pPr marL="20574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effectLst/>
                <a:latin typeface="+mn-lt"/>
                <a:ea typeface="+mn-ea"/>
              </a:defRPr>
            </a:lvl5pPr>
          </a:lstStyle>
          <a:p>
            <a:pPr marL="0" lvl="0" indent="0" eaLnBrk="1" hangingPunct="1">
              <a:spcBef>
                <a:spcPct val="0"/>
              </a:spcBef>
              <a:buClrTx/>
              <a:buSzTx/>
              <a:buFontTx/>
              <a:buNone/>
            </a:pPr>
            <a:r>
              <a:rPr lang="en-US" altLang="zh-CN" sz="2400" b="1" dirty="0">
                <a:latin typeface="Arial" panose="020B0604020202020204" pitchFamily="34" charset="0"/>
              </a:rPr>
              <a:t>[</a:t>
            </a:r>
            <a:r>
              <a:rPr lang="en-US" altLang="zh-CN" sz="2400" b="1" dirty="0">
                <a:solidFill>
                  <a:srgbClr val="FFFF00"/>
                </a:solidFill>
                <a:latin typeface="Arial" panose="020B0604020202020204" pitchFamily="34" charset="0"/>
              </a:rPr>
              <a:t>i</a:t>
            </a:r>
            <a:r>
              <a:rPr lang="en-US" altLang="zh-CN" sz="2400" b="1" dirty="0">
                <a:latin typeface="Arial" panose="020B0604020202020204" pitchFamily="34" charset="0"/>
              </a:rPr>
              <a:t>*N+</a:t>
            </a:r>
            <a:r>
              <a:rPr lang="en-US" altLang="zh-CN" sz="2400" b="1" dirty="0">
                <a:solidFill>
                  <a:srgbClr val="FFFF00"/>
                </a:solidFill>
                <a:latin typeface="Arial" panose="020B0604020202020204" pitchFamily="34" charset="0"/>
              </a:rPr>
              <a:t>j</a:t>
            </a:r>
            <a:r>
              <a:rPr lang="en-US" altLang="zh-CN" sz="2400" b="1" dirty="0">
                <a:latin typeface="Arial" panose="020B0604020202020204" pitchFamily="34" charset="0"/>
              </a:rPr>
              <a:t>]</a:t>
            </a:r>
            <a:endParaRPr lang="en-US" altLang="zh-CN" sz="2400" b="1" dirty="0">
              <a:latin typeface="Arial" panose="020B0604020202020204" pitchFamily="34" charset="0"/>
            </a:endParaRPr>
          </a:p>
        </p:txBody>
      </p:sp>
      <p:graphicFrame>
        <p:nvGraphicFramePr>
          <p:cNvPr id="4" name="表格 3"/>
          <p:cNvGraphicFramePr>
            <a:graphicFrameLocks noGrp="1"/>
          </p:cNvGraphicFramePr>
          <p:nvPr/>
        </p:nvGraphicFramePr>
        <p:xfrm>
          <a:off x="9067800" y="463550"/>
          <a:ext cx="2743200" cy="1082676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914400"/>
                <a:gridCol w="914400"/>
                <a:gridCol w="914400"/>
              </a:tblGrid>
              <a:tr h="541338"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2800" dirty="0"/>
                        <a:t>1</a:t>
                      </a:r>
                      <a:endParaRPr lang="zh-CN" altLang="en-US" sz="2800" dirty="0"/>
                    </a:p>
                  </a:txBody>
                  <a:tcPr marL="91442" marR="91442" marT="45701" marB="45701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2800" dirty="0"/>
                        <a:t>2</a:t>
                      </a:r>
                      <a:endParaRPr lang="zh-CN" altLang="en-US" sz="2800" dirty="0"/>
                    </a:p>
                  </a:txBody>
                  <a:tcPr marL="91442" marR="91442" marT="45701" marB="45701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2800" dirty="0"/>
                        <a:t>100</a:t>
                      </a:r>
                      <a:endParaRPr lang="zh-CN" altLang="en-US" sz="2800" dirty="0"/>
                    </a:p>
                  </a:txBody>
                  <a:tcPr marL="91442" marR="91442" marT="45701" marB="45701"/>
                </a:tc>
              </a:tr>
              <a:tr h="541338"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2800" dirty="0"/>
                        <a:t>10</a:t>
                      </a:r>
                      <a:endParaRPr lang="zh-CN" altLang="en-US" sz="2800" dirty="0"/>
                    </a:p>
                  </a:txBody>
                  <a:tcPr marL="91442" marR="91442" marT="45701" marB="45701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2800" dirty="0">
                          <a:solidFill>
                            <a:srgbClr val="FF0000"/>
                          </a:solidFill>
                        </a:rPr>
                        <a:t>11</a:t>
                      </a:r>
                      <a:endParaRPr lang="zh-CN" altLang="en-US" sz="2800" dirty="0">
                        <a:solidFill>
                          <a:srgbClr val="FF0000"/>
                        </a:solidFill>
                      </a:endParaRPr>
                    </a:p>
                  </a:txBody>
                  <a:tcPr marL="91442" marR="91442" marT="45701" marB="45701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2800" dirty="0"/>
                        <a:t>-2</a:t>
                      </a:r>
                      <a:endParaRPr lang="zh-CN" altLang="en-US" sz="2800" dirty="0"/>
                    </a:p>
                  </a:txBody>
                  <a:tcPr marL="91442" marR="91442" marT="45701" marB="45701"/>
                </a:tc>
              </a:tr>
            </a:tbl>
          </a:graphicData>
        </a:graphic>
      </p:graphicFrame>
    </p:spTree>
  </p:cSld>
  <p:clrMapOvr>
    <a:masterClrMapping/>
  </p:clrMapOvr>
  <p:transition spd="slow"/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3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660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11" dur="500"/>
                                        <p:tgtEl>
                                          <p:spTgt spid="106602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2" fill="hold">
                      <p:stCondLst>
                        <p:cond delay="indefinite"/>
                      </p:stCondLst>
                      <p:childTnLst>
                        <p:par>
                          <p:cTn id="13" fill="hold">
                            <p:stCondLst>
                              <p:cond delay="0"/>
                            </p:stCondLst>
                            <p:childTnLst>
                              <p:par>
                                <p:cTn id="14" presetID="3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660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16" dur="500"/>
                                        <p:tgtEl>
                                          <p:spTgt spid="106602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7" fill="hold">
                      <p:stCondLst>
                        <p:cond delay="indefinite"/>
                      </p:stCondLst>
                      <p:childTnLst>
                        <p:par>
                          <p:cTn id="18" fill="hold">
                            <p:stCondLst>
                              <p:cond delay="0"/>
                            </p:stCondLst>
                            <p:childTnLst>
                              <p:par>
                                <p:cTn id="19" presetID="3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660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21" dur="500"/>
                                        <p:tgtEl>
                                          <p:spTgt spid="106602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2" fill="hold">
                      <p:stCondLst>
                        <p:cond delay="indefinite"/>
                      </p:stCondLst>
                      <p:childTnLst>
                        <p:par>
                          <p:cTn id="23" fill="hold">
                            <p:stCondLst>
                              <p:cond delay="0"/>
                            </p:stCondLst>
                            <p:childTnLst>
                              <p:par>
                                <p:cTn id="24" presetID="3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660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26" dur="500"/>
                                        <p:tgtEl>
                                          <p:spTgt spid="106602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7" fill="hold">
                      <p:stCondLst>
                        <p:cond delay="indefinite"/>
                      </p:stCondLst>
                      <p:childTnLst>
                        <p:par>
                          <p:cTn id="28" fill="hold">
                            <p:stCondLst>
                              <p:cond delay="0"/>
                            </p:stCondLst>
                            <p:childTnLst>
                              <p:par>
                                <p:cTn id="29" presetID="3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660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31" dur="500"/>
                                        <p:tgtEl>
                                          <p:spTgt spid="106602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2" fill="hold">
                      <p:stCondLst>
                        <p:cond delay="indefinite"/>
                      </p:stCondLst>
                      <p:childTnLst>
                        <p:par>
                          <p:cTn id="33" fill="hold">
                            <p:stCondLst>
                              <p:cond delay="0"/>
                            </p:stCondLst>
                            <p:childTnLst>
                              <p:par>
                                <p:cTn id="34" presetID="3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660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36" dur="500"/>
                                        <p:tgtEl>
                                          <p:spTgt spid="106602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7" fill="hold">
                      <p:stCondLst>
                        <p:cond delay="indefinite"/>
                      </p:stCondLst>
                      <p:childTnLst>
                        <p:par>
                          <p:cTn id="38" fill="hold">
                            <p:stCondLst>
                              <p:cond delay="0"/>
                            </p:stCondLst>
                            <p:childTnLst>
                              <p:par>
                                <p:cTn id="39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6602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41" dur="500" fill="hold"/>
                                        <p:tgtEl>
                                          <p:spTgt spid="1066029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42" dur="500" fill="hold"/>
                                        <p:tgtEl>
                                          <p:spTgt spid="1066029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3" fill="hold">
                      <p:stCondLst>
                        <p:cond delay="indefinite"/>
                      </p:stCondLst>
                      <p:childTnLst>
                        <p:par>
                          <p:cTn id="44" fill="hold">
                            <p:stCondLst>
                              <p:cond delay="0"/>
                            </p:stCondLst>
                            <p:childTnLst>
                              <p:par>
                                <p:cTn id="4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6603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47" presetID="3" presetClass="entr" presetSubtype="1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6603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49" dur="500"/>
                                        <p:tgtEl>
                                          <p:spTgt spid="106603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50" presetID="3" presetClass="entr" presetSubtype="1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6603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52" dur="500"/>
                                        <p:tgtEl>
                                          <p:spTgt spid="106603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3" fill="hold">
                      <p:stCondLst>
                        <p:cond delay="indefinite"/>
                      </p:stCondLst>
                      <p:childTnLst>
                        <p:par>
                          <p:cTn id="54" fill="hold">
                            <p:stCondLst>
                              <p:cond delay="0"/>
                            </p:stCondLst>
                            <p:childTnLst>
                              <p:par>
                                <p:cTn id="55" presetID="3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6603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57" dur="500"/>
                                        <p:tgtEl>
                                          <p:spTgt spid="106603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8" fill="hold">
                      <p:stCondLst>
                        <p:cond delay="indefinite"/>
                      </p:stCondLst>
                      <p:childTnLst>
                        <p:par>
                          <p:cTn id="59" fill="hold">
                            <p:stCondLst>
                              <p:cond delay="0"/>
                            </p:stCondLst>
                            <p:childTnLst>
                              <p:par>
                                <p:cTn id="60" presetID="3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6602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62" dur="500"/>
                                        <p:tgtEl>
                                          <p:spTgt spid="106602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63" presetID="3" presetClass="entr" presetSubtype="1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6602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65" dur="500"/>
                                        <p:tgtEl>
                                          <p:spTgt spid="106602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6" fill="hold">
                      <p:stCondLst>
                        <p:cond delay="indefinite"/>
                      </p:stCondLst>
                      <p:childTnLst>
                        <p:par>
                          <p:cTn id="67" fill="hold">
                            <p:stCondLst>
                              <p:cond delay="0"/>
                            </p:stCondLst>
                            <p:childTnLst>
                              <p:par>
                                <p:cTn id="68" presetID="3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6602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70" dur="500"/>
                                        <p:tgtEl>
                                          <p:spTgt spid="106602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1" fill="hold">
                      <p:stCondLst>
                        <p:cond delay="indefinite"/>
                      </p:stCondLst>
                      <p:childTnLst>
                        <p:par>
                          <p:cTn id="72" fill="hold">
                            <p:stCondLst>
                              <p:cond delay="0"/>
                            </p:stCondLst>
                            <p:childTnLst>
                              <p:par>
                                <p:cTn id="73" presetID="3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75" dur="500"/>
                                        <p:tgtEl>
                                          <p:spTgt spid="5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066020" grpId="0"/>
      <p:bldP spid="1066021" grpId="0"/>
      <p:bldP spid="1066022" grpId="0"/>
      <p:bldP spid="1066023" grpId="0"/>
      <p:bldP spid="1066024" grpId="0"/>
      <p:bldP spid="1066025" grpId="0"/>
      <p:bldP spid="1066026" grpId="0" animBg="1"/>
      <p:bldP spid="1066027" grpId="0" bldLvl="0" animBg="1"/>
      <p:bldP spid="1066028" grpId="0" animBg="1"/>
      <p:bldP spid="1066029" grpId="0"/>
      <p:bldP spid="1066031" grpId="0"/>
      <p:bldP spid="1066032" grpId="0" bldLvl="0" animBg="1"/>
      <p:bldP spid="1066033" grpId="0" animBg="1"/>
      <p:bldP spid="1066034" grpId="0"/>
      <p:bldP spid="53" grpId="0" bldLvl="0" animBg="1"/>
    </p:bldLst>
  </p:timing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6" name="灯片编号占位符 5"/>
          <p:cNvSpPr txBox="1">
            <a:spLocks noGrp="1"/>
          </p:cNvSpPr>
          <p:nvPr>
            <p:ph type="sldNum" sz="quarter" idx="4"/>
          </p:nvPr>
        </p:nvSpPr>
        <p:spPr bwMode="auto"/>
        <p:txBody>
          <a:bodyPr wrap="square" lIns="91440" tIns="45720" rIns="91440" bIns="45720" numCol="1" anchor="b" anchorCtr="0" compatLnSpc="1"/>
          <a:lstStyle>
            <a:lvl1pPr>
              <a:defRPr b="1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1pPr>
            <a:lvl2pPr marL="742950" indent="-285750">
              <a:defRPr b="1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2pPr>
            <a:lvl3pPr marL="1143000" indent="-228600">
              <a:defRPr b="1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3pPr>
            <a:lvl4pPr marL="1600200" indent="-228600">
              <a:defRPr b="1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4pPr>
            <a:lvl5pPr marL="2057400" indent="-228600">
              <a:defRPr b="1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b="1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b="1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b="1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b="1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9pPr>
          </a:lstStyle>
          <a:p>
            <a:pPr marL="0" marR="0" lvl="0" indent="0" algn="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fld id="{E56CCA03-54E2-467A-BB6F-2317FD4754F7}" type="slidenum">
              <a:rPr kumimoji="0" lang="en-US" altLang="zh-CN" sz="1200" b="0" i="0" u="none" strike="noStrike" kern="1200" cap="none" spc="0" normalizeH="0" baseline="0" noProof="0" smtClean="0">
                <a:ln>
                  <a:noFill/>
                </a:ln>
                <a:solidFill>
                  <a:schemeClr val="tx1"/>
                </a:solidFill>
                <a:effectLst>
                  <a:outerShdw blurRad="38100" dist="38100" dir="2700000" algn="tl">
                    <a:srgbClr val="000000"/>
                  </a:outerShdw>
                </a:effectLst>
                <a:uLnTx/>
                <a:uFillTx/>
                <a:latin typeface="Tahoma" panose="020B0604030504040204" pitchFamily="34" charset="0"/>
                <a:ea typeface="宋体" panose="02010600030101010101" pitchFamily="2" charset="-122"/>
                <a:cs typeface="+mn-cs"/>
              </a:rPr>
            </a:fld>
            <a:endParaRPr kumimoji="0" lang="en-US" altLang="zh-CN" sz="1200" b="0" i="0" u="none" strike="noStrike" kern="1200" cap="none" spc="0" normalizeH="0" baseline="0" noProof="0">
              <a:ln>
                <a:noFill/>
              </a:ln>
              <a:solidFill>
                <a:schemeClr val="tx1"/>
              </a:solidFill>
              <a:effectLst>
                <a:outerShdw blurRad="38100" dist="38100" dir="2700000" algn="tl">
                  <a:srgbClr val="000000"/>
                </a:outerShdw>
              </a:effectLst>
              <a:uLnTx/>
              <a:uFillTx/>
              <a:latin typeface="Tahoma" panose="020B0604030504040204" pitchFamily="34" charset="0"/>
              <a:ea typeface="宋体" panose="02010600030101010101" pitchFamily="2" charset="-122"/>
              <a:cs typeface="+mn-cs"/>
            </a:endParaRPr>
          </a:p>
        </p:txBody>
      </p:sp>
      <p:sp>
        <p:nvSpPr>
          <p:cNvPr id="55299" name="Rectangle 2"/>
          <p:cNvSpPr/>
          <p:nvPr/>
        </p:nvSpPr>
        <p:spPr>
          <a:xfrm>
            <a:off x="6350" y="0"/>
            <a:ext cx="9238615" cy="6585585"/>
          </a:xfrm>
          <a:prstGeom prst="rect">
            <a:avLst/>
          </a:prstGeom>
          <a:noFill/>
          <a:ln w="9525">
            <a:noFill/>
          </a:ln>
        </p:spPr>
        <p:txBody>
          <a:bodyPr wrap="square">
            <a:spAutoFit/>
          </a:bodyPr>
          <a:lstStyle>
            <a:lvl1pPr marL="342900" indent="-3429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80000"/>
              <a:buFont typeface="Wingdings" panose="05000000000000000000" pitchFamily="2" charset="2"/>
              <a:buChar char="n"/>
              <a:defRPr sz="3200" b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defRPr>
            </a:lvl1pPr>
            <a:lvl2pPr marL="742950" indent="-28575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Char char="–"/>
              <a:defRPr sz="2800">
                <a:solidFill>
                  <a:schemeClr val="tx1"/>
                </a:solidFill>
                <a:effectLst/>
                <a:latin typeface="+mn-lt"/>
                <a:ea typeface="+mn-ea"/>
              </a:defRPr>
            </a:lvl2pPr>
            <a:lvl3pPr marL="11430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Font typeface="Wingdings" panose="05000000000000000000" pitchFamily="2" charset="2"/>
              <a:buChar char="§"/>
              <a:defRPr sz="2400">
                <a:solidFill>
                  <a:schemeClr val="tx1"/>
                </a:solidFill>
                <a:effectLst/>
                <a:latin typeface="+mn-lt"/>
                <a:ea typeface="+mn-ea"/>
              </a:defRPr>
            </a:lvl3pPr>
            <a:lvl4pPr marL="16002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–"/>
              <a:defRPr sz="2000">
                <a:solidFill>
                  <a:schemeClr val="tx1"/>
                </a:solidFill>
                <a:effectLst/>
                <a:latin typeface="+mn-lt"/>
                <a:ea typeface="+mn-ea"/>
              </a:defRPr>
            </a:lvl4pPr>
            <a:lvl5pPr marL="20574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effectLst/>
                <a:latin typeface="+mn-lt"/>
                <a:ea typeface="+mn-ea"/>
              </a:defRPr>
            </a:lvl5pPr>
          </a:lstStyle>
          <a:p>
            <a:pPr marL="0" lvl="0" indent="0" eaLnBrk="1" hangingPunct="1">
              <a:spcBef>
                <a:spcPct val="0"/>
              </a:spcBef>
              <a:buClrTx/>
              <a:buSzTx/>
              <a:buFontTx/>
              <a:buNone/>
            </a:pPr>
            <a:r>
              <a:rPr lang="en-US" altLang="zh-CN" sz="2800" b="1" dirty="0">
                <a:solidFill>
                  <a:srgbClr val="FFFF00"/>
                </a:solidFill>
                <a:latin typeface="Arial" panose="020B0604020202020204" pitchFamily="34" charset="0"/>
              </a:rPr>
              <a:t>【</a:t>
            </a:r>
            <a:r>
              <a:rPr lang="zh-CN" altLang="en-US" sz="2800" b="1" dirty="0">
                <a:solidFill>
                  <a:srgbClr val="FFFF00"/>
                </a:solidFill>
                <a:latin typeface="Arial" panose="020B0604020202020204" pitchFamily="34" charset="0"/>
              </a:rPr>
              <a:t>课后实践</a:t>
            </a:r>
            <a:r>
              <a:rPr lang="en-US" altLang="zh-CN" sz="2800" b="1" dirty="0">
                <a:solidFill>
                  <a:srgbClr val="FFFF00"/>
                </a:solidFill>
                <a:latin typeface="Arial" panose="020B0604020202020204" pitchFamily="34" charset="0"/>
              </a:rPr>
              <a:t>】</a:t>
            </a:r>
            <a:r>
              <a:rPr lang="zh-CN" altLang="en-US" sz="2800" b="1" dirty="0">
                <a:solidFill>
                  <a:srgbClr val="FFFF00"/>
                </a:solidFill>
                <a:latin typeface="Arial" panose="020B0604020202020204" pitchFamily="34" charset="0"/>
              </a:rPr>
              <a:t>程序的运行结果是什么？思考原因。</a:t>
            </a:r>
            <a:endParaRPr lang="zh-CN" altLang="en-US" sz="2800" b="1" dirty="0">
              <a:solidFill>
                <a:srgbClr val="FFFF00"/>
              </a:solidFill>
              <a:latin typeface="Arial" panose="020B0604020202020204" pitchFamily="34" charset="0"/>
            </a:endParaRPr>
          </a:p>
          <a:p>
            <a:pPr marL="0" lvl="0" indent="0" eaLnBrk="1" hangingPunct="1">
              <a:spcBef>
                <a:spcPct val="0"/>
              </a:spcBef>
              <a:buClrTx/>
              <a:buSzTx/>
              <a:buFontTx/>
              <a:buNone/>
            </a:pPr>
            <a:r>
              <a:rPr lang="en-US" altLang="zh-CN" sz="1600" b="1" dirty="0">
                <a:solidFill>
                  <a:schemeClr val="tx1"/>
                </a:solidFill>
                <a:latin typeface="Arial" panose="020B0604020202020204" pitchFamily="34" charset="0"/>
              </a:rPr>
              <a:t>#include&lt;stdio.h&gt;</a:t>
            </a:r>
            <a:endParaRPr lang="en-US" altLang="zh-CN" sz="1600" b="1" dirty="0">
              <a:solidFill>
                <a:schemeClr val="tx1"/>
              </a:solidFill>
              <a:latin typeface="Arial" panose="020B0604020202020204" pitchFamily="34" charset="0"/>
            </a:endParaRPr>
          </a:p>
          <a:p>
            <a:pPr marL="0" lvl="0" indent="0" eaLnBrk="1" hangingPunct="1">
              <a:spcBef>
                <a:spcPct val="0"/>
              </a:spcBef>
              <a:buClrTx/>
              <a:buSzTx/>
              <a:buFontTx/>
              <a:buNone/>
            </a:pPr>
            <a:r>
              <a:rPr lang="en-US" altLang="zh-CN" sz="1600" b="1" dirty="0">
                <a:solidFill>
                  <a:schemeClr val="tx1"/>
                </a:solidFill>
                <a:latin typeface="Arial" panose="020B0604020202020204" pitchFamily="34" charset="0"/>
              </a:rPr>
              <a:t>#define M 2</a:t>
            </a:r>
            <a:endParaRPr lang="en-US" altLang="zh-CN" sz="1600" b="1" dirty="0">
              <a:solidFill>
                <a:schemeClr val="tx1"/>
              </a:solidFill>
              <a:latin typeface="Arial" panose="020B0604020202020204" pitchFamily="34" charset="0"/>
            </a:endParaRPr>
          </a:p>
          <a:p>
            <a:pPr marL="0" lvl="0" indent="0" eaLnBrk="1" hangingPunct="1">
              <a:spcBef>
                <a:spcPct val="0"/>
              </a:spcBef>
              <a:buClrTx/>
              <a:buSzTx/>
              <a:buFontTx/>
              <a:buNone/>
            </a:pPr>
            <a:r>
              <a:rPr lang="en-US" altLang="zh-CN" sz="1600" b="1" dirty="0">
                <a:solidFill>
                  <a:schemeClr val="tx1"/>
                </a:solidFill>
                <a:latin typeface="Arial" panose="020B0604020202020204" pitchFamily="34" charset="0"/>
              </a:rPr>
              <a:t>#define N 3</a:t>
            </a:r>
            <a:endParaRPr lang="en-US" altLang="zh-CN" sz="1600" b="1" dirty="0">
              <a:solidFill>
                <a:schemeClr val="tx1"/>
              </a:solidFill>
              <a:latin typeface="Arial" panose="020B0604020202020204" pitchFamily="34" charset="0"/>
            </a:endParaRPr>
          </a:p>
          <a:p>
            <a:pPr marL="0" lvl="0" indent="0" eaLnBrk="1" hangingPunct="1">
              <a:spcBef>
                <a:spcPct val="0"/>
              </a:spcBef>
              <a:buClrTx/>
              <a:buSzTx/>
              <a:buFontTx/>
              <a:buNone/>
            </a:pPr>
            <a:r>
              <a:rPr lang="en-US" altLang="zh-CN" sz="1600" b="1" dirty="0">
                <a:solidFill>
                  <a:schemeClr val="tx1"/>
                </a:solidFill>
                <a:latin typeface="Arial" panose="020B0604020202020204" pitchFamily="34" charset="0"/>
              </a:rPr>
              <a:t>int main()</a:t>
            </a:r>
            <a:endParaRPr lang="en-US" altLang="zh-CN" sz="1600" b="1" dirty="0">
              <a:solidFill>
                <a:schemeClr val="tx1"/>
              </a:solidFill>
              <a:latin typeface="Arial" panose="020B0604020202020204" pitchFamily="34" charset="0"/>
            </a:endParaRPr>
          </a:p>
          <a:p>
            <a:pPr marL="0" lvl="0" indent="0" eaLnBrk="1" hangingPunct="1">
              <a:spcBef>
                <a:spcPct val="0"/>
              </a:spcBef>
              <a:buClrTx/>
              <a:buSzTx/>
              <a:buFontTx/>
              <a:buNone/>
            </a:pPr>
            <a:r>
              <a:rPr lang="en-US" altLang="zh-CN" sz="1600" b="1" dirty="0">
                <a:solidFill>
                  <a:schemeClr val="tx1"/>
                </a:solidFill>
                <a:latin typeface="Arial" panose="020B0604020202020204" pitchFamily="34" charset="0"/>
              </a:rPr>
              <a:t>{	int i,j;</a:t>
            </a:r>
            <a:endParaRPr lang="en-US" altLang="zh-CN" sz="1600" b="1" dirty="0">
              <a:solidFill>
                <a:schemeClr val="tx1"/>
              </a:solidFill>
              <a:latin typeface="Arial" panose="020B0604020202020204" pitchFamily="34" charset="0"/>
            </a:endParaRPr>
          </a:p>
          <a:p>
            <a:pPr marL="0" lvl="0" indent="0" eaLnBrk="1" hangingPunct="1">
              <a:spcBef>
                <a:spcPct val="0"/>
              </a:spcBef>
              <a:buClrTx/>
              <a:buSzTx/>
              <a:buFontTx/>
              <a:buNone/>
            </a:pPr>
            <a:r>
              <a:rPr lang="en-US" altLang="zh-CN" sz="1600" b="1" dirty="0">
                <a:solidFill>
                  <a:schemeClr val="tx1"/>
                </a:solidFill>
                <a:latin typeface="Arial" panose="020B0604020202020204" pitchFamily="34" charset="0"/>
              </a:rPr>
              <a:t>	int b[M][N]={1,2,100,10,11,-2};</a:t>
            </a:r>
            <a:endParaRPr lang="en-US" altLang="zh-CN" sz="1600" b="1" dirty="0">
              <a:solidFill>
                <a:schemeClr val="tx1"/>
              </a:solidFill>
              <a:latin typeface="Arial" panose="020B0604020202020204" pitchFamily="34" charset="0"/>
            </a:endParaRPr>
          </a:p>
          <a:p>
            <a:pPr marL="0" lvl="0" indent="0" eaLnBrk="1" hangingPunct="1">
              <a:spcBef>
                <a:spcPct val="0"/>
              </a:spcBef>
              <a:buClrTx/>
              <a:buSzTx/>
              <a:buFontTx/>
              <a:buNone/>
            </a:pPr>
            <a:r>
              <a:rPr lang="en-US" altLang="zh-CN" sz="1600" b="1" dirty="0">
                <a:solidFill>
                  <a:schemeClr val="tx1"/>
                </a:solidFill>
                <a:latin typeface="Arial" panose="020B0604020202020204" pitchFamily="34" charset="0"/>
              </a:rPr>
              <a:t>	printf(“</a:t>
            </a:r>
            <a:r>
              <a:rPr lang="zh-CN" altLang="en-US" sz="1600" b="1" dirty="0">
                <a:solidFill>
                  <a:schemeClr val="tx1"/>
                </a:solidFill>
                <a:latin typeface="Arial" panose="020B0604020202020204" pitchFamily="34" charset="0"/>
              </a:rPr>
              <a:t>输出方式</a:t>
            </a:r>
            <a:r>
              <a:rPr lang="en-US" altLang="zh-CN" sz="1600" b="1" dirty="0">
                <a:solidFill>
                  <a:schemeClr val="tx1"/>
                </a:solidFill>
                <a:latin typeface="Arial" panose="020B0604020202020204" pitchFamily="34" charset="0"/>
              </a:rPr>
              <a:t>1</a:t>
            </a:r>
            <a:r>
              <a:rPr lang="zh-CN" altLang="en-US" sz="1600" b="1" dirty="0">
                <a:solidFill>
                  <a:schemeClr val="tx1"/>
                </a:solidFill>
                <a:latin typeface="Arial" panose="020B0604020202020204" pitchFamily="34" charset="0"/>
              </a:rPr>
              <a:t>：</a:t>
            </a:r>
            <a:r>
              <a:rPr lang="en-US" altLang="zh-CN" sz="1600" b="1" dirty="0">
                <a:solidFill>
                  <a:schemeClr val="tx1"/>
                </a:solidFill>
                <a:latin typeface="Arial" panose="020B0604020202020204" pitchFamily="34" charset="0"/>
              </a:rPr>
              <a:t>\n");</a:t>
            </a:r>
            <a:endParaRPr lang="en-US" altLang="zh-CN" sz="1600" b="1" dirty="0">
              <a:solidFill>
                <a:schemeClr val="tx1"/>
              </a:solidFill>
              <a:latin typeface="Arial" panose="020B0604020202020204" pitchFamily="34" charset="0"/>
            </a:endParaRPr>
          </a:p>
          <a:p>
            <a:pPr marL="0" lvl="0" indent="0" eaLnBrk="1" hangingPunct="1">
              <a:spcBef>
                <a:spcPct val="0"/>
              </a:spcBef>
              <a:buClrTx/>
              <a:buSzTx/>
              <a:buFontTx/>
              <a:buNone/>
            </a:pPr>
            <a:r>
              <a:rPr lang="en-US" altLang="zh-CN" sz="2400" b="1" dirty="0">
                <a:solidFill>
                  <a:schemeClr val="tx1"/>
                </a:solidFill>
                <a:latin typeface="Arial" panose="020B0604020202020204" pitchFamily="34" charset="0"/>
              </a:rPr>
              <a:t>	</a:t>
            </a:r>
            <a:r>
              <a:rPr lang="en-US" altLang="zh-CN" sz="2800" b="1" dirty="0">
                <a:solidFill>
                  <a:schemeClr val="tx1"/>
                </a:solidFill>
                <a:latin typeface="Arial" panose="020B0604020202020204" pitchFamily="34" charset="0"/>
              </a:rPr>
              <a:t>for(i=0;i&lt;M;i++)</a:t>
            </a:r>
            <a:endParaRPr lang="en-US" altLang="zh-CN" sz="2800" b="1" dirty="0">
              <a:solidFill>
                <a:schemeClr val="tx1"/>
              </a:solidFill>
              <a:latin typeface="Arial" panose="020B0604020202020204" pitchFamily="34" charset="0"/>
            </a:endParaRPr>
          </a:p>
          <a:p>
            <a:pPr marL="0" lvl="0" indent="0" eaLnBrk="1" hangingPunct="1">
              <a:spcBef>
                <a:spcPct val="0"/>
              </a:spcBef>
              <a:buClrTx/>
              <a:buSzTx/>
              <a:buFontTx/>
              <a:buNone/>
            </a:pPr>
            <a:r>
              <a:rPr lang="en-US" altLang="zh-CN" sz="2800" b="1" dirty="0">
                <a:solidFill>
                  <a:schemeClr val="tx1"/>
                </a:solidFill>
                <a:latin typeface="Arial" panose="020B0604020202020204" pitchFamily="34" charset="0"/>
              </a:rPr>
              <a:t>		for(j=0;j&lt;N;j++)</a:t>
            </a:r>
            <a:endParaRPr lang="en-US" altLang="zh-CN" sz="2800" b="1" dirty="0">
              <a:solidFill>
                <a:schemeClr val="tx1"/>
              </a:solidFill>
              <a:latin typeface="Arial" panose="020B0604020202020204" pitchFamily="34" charset="0"/>
            </a:endParaRPr>
          </a:p>
          <a:p>
            <a:pPr marL="0" lvl="0" indent="0" eaLnBrk="1" hangingPunct="1">
              <a:spcBef>
                <a:spcPct val="0"/>
              </a:spcBef>
              <a:buClrTx/>
              <a:buSzTx/>
              <a:buFontTx/>
              <a:buNone/>
            </a:pPr>
            <a:r>
              <a:rPr lang="en-US" altLang="zh-CN" sz="2800" b="1" dirty="0">
                <a:solidFill>
                  <a:schemeClr val="tx1"/>
                </a:solidFill>
                <a:latin typeface="Arial" panose="020B0604020202020204" pitchFamily="34" charset="0"/>
              </a:rPr>
              <a:t>			printf("%4d",b[i][j]);</a:t>
            </a:r>
            <a:endParaRPr lang="en-US" altLang="zh-CN" sz="2800" b="1" dirty="0">
              <a:solidFill>
                <a:schemeClr val="tx1"/>
              </a:solidFill>
              <a:latin typeface="Arial" panose="020B0604020202020204" pitchFamily="34" charset="0"/>
            </a:endParaRPr>
          </a:p>
          <a:p>
            <a:pPr marL="0" lvl="0" indent="0" eaLnBrk="1" hangingPunct="1">
              <a:spcBef>
                <a:spcPct val="0"/>
              </a:spcBef>
              <a:buClrTx/>
              <a:buSzTx/>
              <a:buFontTx/>
              <a:buNone/>
            </a:pPr>
            <a:r>
              <a:rPr lang="en-US" altLang="zh-CN" sz="2400" b="1" dirty="0">
                <a:solidFill>
                  <a:schemeClr val="tx1"/>
                </a:solidFill>
                <a:latin typeface="Arial" panose="020B0604020202020204" pitchFamily="34" charset="0"/>
              </a:rPr>
              <a:t>	</a:t>
            </a:r>
            <a:r>
              <a:rPr lang="en-US" altLang="zh-CN" sz="1800" b="1" dirty="0">
                <a:solidFill>
                  <a:schemeClr val="tx1"/>
                </a:solidFill>
                <a:latin typeface="Arial" panose="020B0604020202020204" pitchFamily="34" charset="0"/>
              </a:rPr>
              <a:t>printf("\n</a:t>
            </a:r>
            <a:r>
              <a:rPr lang="zh-CN" altLang="en-US" sz="1800" b="1" dirty="0">
                <a:solidFill>
                  <a:schemeClr val="tx1"/>
                </a:solidFill>
                <a:latin typeface="Arial" panose="020B0604020202020204" pitchFamily="34" charset="0"/>
              </a:rPr>
              <a:t>输出方式</a:t>
            </a:r>
            <a:r>
              <a:rPr lang="en-US" altLang="zh-CN" sz="1800" b="1" dirty="0">
                <a:solidFill>
                  <a:schemeClr val="tx1"/>
                </a:solidFill>
                <a:latin typeface="Arial" panose="020B0604020202020204" pitchFamily="34" charset="0"/>
              </a:rPr>
              <a:t>2</a:t>
            </a:r>
            <a:r>
              <a:rPr lang="zh-CN" altLang="en-US" sz="1800" b="1" dirty="0">
                <a:solidFill>
                  <a:schemeClr val="tx1"/>
                </a:solidFill>
                <a:latin typeface="Arial" panose="020B0604020202020204" pitchFamily="34" charset="0"/>
              </a:rPr>
              <a:t>：</a:t>
            </a:r>
            <a:r>
              <a:rPr lang="en-US" altLang="zh-CN" sz="1800" b="1" dirty="0">
                <a:solidFill>
                  <a:schemeClr val="tx1"/>
                </a:solidFill>
                <a:latin typeface="Arial" panose="020B0604020202020204" pitchFamily="34" charset="0"/>
              </a:rPr>
              <a:t>\n");</a:t>
            </a:r>
            <a:endParaRPr lang="en-US" altLang="zh-CN" sz="1800" b="1" dirty="0">
              <a:solidFill>
                <a:schemeClr val="tx1"/>
              </a:solidFill>
              <a:latin typeface="Arial" panose="020B0604020202020204" pitchFamily="34" charset="0"/>
            </a:endParaRPr>
          </a:p>
          <a:p>
            <a:pPr marL="0" lvl="0" indent="0" eaLnBrk="1" hangingPunct="1">
              <a:spcBef>
                <a:spcPct val="0"/>
              </a:spcBef>
              <a:buClrTx/>
              <a:buSzTx/>
              <a:buFontTx/>
              <a:buNone/>
            </a:pPr>
            <a:r>
              <a:rPr lang="en-US" altLang="zh-CN" sz="2400" b="1" dirty="0">
                <a:solidFill>
                  <a:schemeClr val="tx1"/>
                </a:solidFill>
                <a:latin typeface="Arial" panose="020B0604020202020204" pitchFamily="34" charset="0"/>
              </a:rPr>
              <a:t>	</a:t>
            </a:r>
            <a:r>
              <a:rPr lang="en-US" altLang="zh-CN" sz="2800" b="1" dirty="0">
                <a:solidFill>
                  <a:schemeClr val="tx1"/>
                </a:solidFill>
                <a:latin typeface="Arial" panose="020B0604020202020204" pitchFamily="34" charset="0"/>
              </a:rPr>
              <a:t>for(i=0;i&lt;M;i++)</a:t>
            </a:r>
            <a:endParaRPr lang="en-US" altLang="zh-CN" sz="2800" b="1" dirty="0">
              <a:solidFill>
                <a:schemeClr val="tx1"/>
              </a:solidFill>
              <a:latin typeface="Arial" panose="020B0604020202020204" pitchFamily="34" charset="0"/>
            </a:endParaRPr>
          </a:p>
          <a:p>
            <a:pPr marL="0" lvl="0" indent="0" eaLnBrk="1" hangingPunct="1">
              <a:spcBef>
                <a:spcPct val="0"/>
              </a:spcBef>
              <a:buClrTx/>
              <a:buSzTx/>
              <a:buFontTx/>
              <a:buNone/>
            </a:pPr>
            <a:r>
              <a:rPr lang="en-US" altLang="zh-CN" sz="2800" b="1" dirty="0">
                <a:solidFill>
                  <a:schemeClr val="tx1"/>
                </a:solidFill>
                <a:latin typeface="Arial" panose="020B0604020202020204" pitchFamily="34" charset="0"/>
              </a:rPr>
              <a:t>		for(j=0;j&lt;N;j++)</a:t>
            </a:r>
            <a:endParaRPr lang="en-US" altLang="zh-CN" sz="2800" b="1" dirty="0">
              <a:solidFill>
                <a:schemeClr val="tx1"/>
              </a:solidFill>
              <a:latin typeface="Arial" panose="020B0604020202020204" pitchFamily="34" charset="0"/>
            </a:endParaRPr>
          </a:p>
          <a:p>
            <a:pPr marL="0" lvl="0" indent="0" eaLnBrk="1" hangingPunct="1">
              <a:spcBef>
                <a:spcPct val="0"/>
              </a:spcBef>
              <a:buClrTx/>
              <a:buSzTx/>
              <a:buFontTx/>
              <a:buNone/>
            </a:pPr>
            <a:r>
              <a:rPr lang="en-US" altLang="zh-CN" sz="2800" b="1" dirty="0">
                <a:solidFill>
                  <a:schemeClr val="tx1"/>
                </a:solidFill>
                <a:latin typeface="Arial" panose="020B0604020202020204" pitchFamily="34" charset="0"/>
              </a:rPr>
              <a:t>			printf("%4d",</a:t>
            </a:r>
            <a:r>
              <a:rPr lang="en-US" altLang="zh-CN" sz="2800" b="1" dirty="0">
                <a:solidFill>
                  <a:srgbClr val="FFFF00"/>
                </a:solidFill>
                <a:latin typeface="Arial" panose="020B0604020202020204" pitchFamily="34" charset="0"/>
              </a:rPr>
              <a:t>b[0][i*N+j]</a:t>
            </a:r>
            <a:r>
              <a:rPr lang="en-US" altLang="zh-CN" sz="2800" b="1" dirty="0">
                <a:solidFill>
                  <a:schemeClr val="tx1"/>
                </a:solidFill>
                <a:latin typeface="Arial" panose="020B0604020202020204" pitchFamily="34" charset="0"/>
              </a:rPr>
              <a:t>);</a:t>
            </a:r>
            <a:endParaRPr lang="en-US" altLang="zh-CN" sz="2800" b="1" dirty="0">
              <a:solidFill>
                <a:schemeClr val="tx1"/>
              </a:solidFill>
              <a:latin typeface="Arial" panose="020B0604020202020204" pitchFamily="34" charset="0"/>
            </a:endParaRPr>
          </a:p>
          <a:p>
            <a:pPr marL="1143000" lvl="2" indent="-228600" eaLnBrk="1" hangingPunct="1">
              <a:spcBef>
                <a:spcPct val="0"/>
              </a:spcBef>
              <a:buClrTx/>
              <a:buFontTx/>
              <a:buNone/>
            </a:pPr>
            <a:r>
              <a:rPr lang="en-US" altLang="zh-CN" sz="1600" b="1" dirty="0">
                <a:solidFill>
                  <a:schemeClr val="tx1"/>
                </a:solidFill>
                <a:latin typeface="Arial" panose="020B0604020202020204" pitchFamily="34" charset="0"/>
              </a:rPr>
              <a:t>printf("\n</a:t>
            </a:r>
            <a:r>
              <a:rPr lang="zh-CN" altLang="en-US" sz="1600" b="1" dirty="0">
                <a:solidFill>
                  <a:schemeClr val="tx1"/>
                </a:solidFill>
                <a:latin typeface="Arial" panose="020B0604020202020204" pitchFamily="34" charset="0"/>
              </a:rPr>
              <a:t>输出方式</a:t>
            </a:r>
            <a:r>
              <a:rPr lang="en-US" altLang="zh-CN" sz="1600" b="1" dirty="0">
                <a:solidFill>
                  <a:schemeClr val="tx1"/>
                </a:solidFill>
                <a:latin typeface="Arial" panose="020B0604020202020204" pitchFamily="34" charset="0"/>
              </a:rPr>
              <a:t>3</a:t>
            </a:r>
            <a:r>
              <a:rPr lang="zh-CN" altLang="en-US" sz="1600" b="1" dirty="0">
                <a:solidFill>
                  <a:schemeClr val="tx1"/>
                </a:solidFill>
                <a:latin typeface="Arial" panose="020B0604020202020204" pitchFamily="34" charset="0"/>
              </a:rPr>
              <a:t>：</a:t>
            </a:r>
            <a:r>
              <a:rPr lang="en-US" altLang="zh-CN" sz="1600" b="1" dirty="0">
                <a:solidFill>
                  <a:schemeClr val="tx1"/>
                </a:solidFill>
                <a:latin typeface="Arial" panose="020B0604020202020204" pitchFamily="34" charset="0"/>
              </a:rPr>
              <a:t>\n");</a:t>
            </a:r>
            <a:endParaRPr lang="en-US" altLang="zh-CN" sz="1600" b="1" dirty="0">
              <a:solidFill>
                <a:schemeClr val="tx1"/>
              </a:solidFill>
              <a:latin typeface="Arial" panose="020B0604020202020204" pitchFamily="34" charset="0"/>
            </a:endParaRPr>
          </a:p>
          <a:p>
            <a:pPr marL="1143000" lvl="2" indent="-228600" eaLnBrk="1" hangingPunct="1">
              <a:spcBef>
                <a:spcPct val="0"/>
              </a:spcBef>
              <a:buClrTx/>
              <a:buFontTx/>
              <a:buNone/>
            </a:pPr>
            <a:r>
              <a:rPr lang="en-US" altLang="zh-CN" sz="2800" b="1" dirty="0">
                <a:solidFill>
                  <a:srgbClr val="FFFF00"/>
                </a:solidFill>
                <a:latin typeface="Arial" panose="020B0604020202020204" pitchFamily="34" charset="0"/>
              </a:rPr>
              <a:t>	for(i=0;i&lt;M*N;i++)</a:t>
            </a:r>
            <a:endParaRPr lang="en-US" altLang="zh-CN" sz="2800" b="1" dirty="0">
              <a:solidFill>
                <a:srgbClr val="FFFF00"/>
              </a:solidFill>
              <a:latin typeface="Arial" panose="020B0604020202020204" pitchFamily="34" charset="0"/>
            </a:endParaRPr>
          </a:p>
          <a:p>
            <a:pPr marL="1143000" lvl="2" indent="-228600" eaLnBrk="1" hangingPunct="1">
              <a:spcBef>
                <a:spcPct val="0"/>
              </a:spcBef>
              <a:buClrTx/>
              <a:buFontTx/>
              <a:buNone/>
            </a:pPr>
            <a:r>
              <a:rPr lang="en-US" altLang="zh-CN" sz="2800" b="1" dirty="0">
                <a:solidFill>
                  <a:srgbClr val="FFFF00"/>
                </a:solidFill>
                <a:latin typeface="Arial" panose="020B0604020202020204" pitchFamily="34" charset="0"/>
              </a:rPr>
              <a:t>		printf("%4d",b[0][i]);</a:t>
            </a:r>
            <a:endParaRPr lang="en-US" altLang="zh-CN" sz="1200" b="1" dirty="0">
              <a:solidFill>
                <a:srgbClr val="FFFF00"/>
              </a:solidFill>
              <a:latin typeface="Arial" panose="020B0604020202020204" pitchFamily="34" charset="0"/>
            </a:endParaRPr>
          </a:p>
          <a:p>
            <a:pPr marL="0" lvl="0" indent="0" eaLnBrk="1" hangingPunct="1">
              <a:spcBef>
                <a:spcPct val="0"/>
              </a:spcBef>
              <a:buClrTx/>
              <a:buSzTx/>
              <a:buFontTx/>
              <a:buNone/>
            </a:pPr>
            <a:r>
              <a:rPr lang="en-US" altLang="zh-CN" sz="1800" b="1" dirty="0">
                <a:latin typeface="Arial" panose="020B0604020202020204" pitchFamily="34" charset="0"/>
              </a:rPr>
              <a:t>}</a:t>
            </a:r>
            <a:endParaRPr lang="en-US" altLang="zh-CN" sz="1800" b="1" dirty="0">
              <a:latin typeface="Arial" panose="020B0604020202020204" pitchFamily="34" charset="0"/>
            </a:endParaRPr>
          </a:p>
        </p:txBody>
      </p:sp>
    </p:spTree>
  </p:cSld>
  <p:clrMapOvr>
    <a:masterClrMapping/>
  </p:clrMapOvr>
  <p:transition spd="slow"/>
  <p:timing>
    <p:tnLst>
      <p:par>
        <p:cTn id="1" dur="indefinite" restart="never" nodeType="tmRoot"/>
      </p:par>
    </p:tnLst>
  </p:timing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52" name="灯片编号占位符 6"/>
          <p:cNvSpPr txBox="1">
            <a:spLocks noGrp="1"/>
          </p:cNvSpPr>
          <p:nvPr>
            <p:ph type="sldNum" sz="quarter" idx="4"/>
          </p:nvPr>
        </p:nvSpPr>
        <p:spPr bwMode="auto"/>
        <p:txBody>
          <a:bodyPr wrap="square" lIns="91440" tIns="45720" rIns="91440" bIns="45720" numCol="1" anchor="b" anchorCtr="0" compatLnSpc="1"/>
          <a:lstStyle>
            <a:lvl1pPr>
              <a:defRPr b="1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1pPr>
            <a:lvl2pPr marL="742950" indent="-285750">
              <a:defRPr b="1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2pPr>
            <a:lvl3pPr marL="1143000" indent="-228600">
              <a:defRPr b="1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3pPr>
            <a:lvl4pPr marL="1600200" indent="-228600">
              <a:defRPr b="1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4pPr>
            <a:lvl5pPr marL="2057400" indent="-228600">
              <a:defRPr b="1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b="1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b="1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b="1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b="1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9pPr>
          </a:lstStyle>
          <a:p>
            <a:pPr marL="0" marR="0" lvl="0" indent="0" algn="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fld id="{E76EB396-6F0C-44EC-B0DF-DF15DDC4F3EA}" type="slidenum">
              <a:rPr kumimoji="0" lang="en-US" altLang="zh-CN" sz="1200" b="0" i="0" u="none" strike="noStrike" kern="1200" cap="none" spc="0" normalizeH="0" baseline="0" noProof="0" smtClean="0">
                <a:ln>
                  <a:noFill/>
                </a:ln>
                <a:solidFill>
                  <a:schemeClr val="tx1"/>
                </a:solidFill>
                <a:effectLst>
                  <a:outerShdw blurRad="38100" dist="38100" dir="2700000" algn="tl">
                    <a:srgbClr val="000000"/>
                  </a:outerShdw>
                </a:effectLst>
                <a:uLnTx/>
                <a:uFillTx/>
                <a:latin typeface="Tahoma" panose="020B0604030504040204" pitchFamily="34" charset="0"/>
                <a:ea typeface="宋体" panose="02010600030101010101" pitchFamily="2" charset="-122"/>
                <a:cs typeface="+mn-cs"/>
              </a:rPr>
            </a:fld>
            <a:endParaRPr kumimoji="0" lang="en-US" altLang="zh-CN" sz="1200" b="0" i="0" u="none" strike="noStrike" kern="1200" cap="none" spc="0" normalizeH="0" baseline="0" noProof="0">
              <a:ln>
                <a:noFill/>
              </a:ln>
              <a:solidFill>
                <a:schemeClr val="tx1"/>
              </a:solidFill>
              <a:effectLst>
                <a:outerShdw blurRad="38100" dist="38100" dir="2700000" algn="tl">
                  <a:srgbClr val="000000"/>
                </a:outerShdw>
              </a:effectLst>
              <a:uLnTx/>
              <a:uFillTx/>
              <a:latin typeface="Tahoma" panose="020B0604030504040204" pitchFamily="34" charset="0"/>
              <a:ea typeface="宋体" panose="02010600030101010101" pitchFamily="2" charset="-122"/>
              <a:cs typeface="+mn-cs"/>
            </a:endParaRPr>
          </a:p>
        </p:txBody>
      </p:sp>
      <p:sp>
        <p:nvSpPr>
          <p:cNvPr id="1345538" name="Rectangle 2"/>
          <p:cNvSpPr>
            <a:spLocks noGrp="1" noChangeArrowheads="1"/>
          </p:cNvSpPr>
          <p:nvPr>
            <p:ph type="title"/>
          </p:nvPr>
        </p:nvSpPr>
        <p:spPr>
          <a:xfrm>
            <a:off x="1981200" y="274638"/>
            <a:ext cx="8229600" cy="633413"/>
          </a:xfrm>
        </p:spPr>
        <p:txBody>
          <a:bodyPr vert="horz" wrap="square" lIns="91440" tIns="45720" rIns="91440" bIns="45720" numCol="1" anchor="ctr" anchorCtr="0" compatLnSpc="1"/>
          <a:lstStyle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r>
              <a:rPr kumimoji="0" lang="zh-CN" altLang="en-US" sz="4000" b="1" i="0" u="none" strike="noStrike" kern="0" cap="none" spc="0" normalizeH="0" baseline="0" noProof="0">
                <a:ln>
                  <a:noFill/>
                </a:ln>
                <a:solidFill>
                  <a:schemeClr val="tx2"/>
                </a:solidFill>
                <a:effectLst>
                  <a:outerShdw blurRad="38100" dist="38100" dir="2700000" algn="tl">
                    <a:srgbClr val="000000"/>
                  </a:outerShdw>
                </a:effectLst>
                <a:uLnTx/>
                <a:uFillTx/>
                <a:latin typeface="Arial" panose="020B0604020202020204" pitchFamily="34" charset="0"/>
                <a:ea typeface="+mj-ea"/>
                <a:cs typeface="+mj-cs"/>
              </a:rPr>
              <a:t>二维数组初始化</a:t>
            </a:r>
            <a:endParaRPr kumimoji="0" lang="zh-CN" altLang="en-US" sz="4000" b="1" i="0" u="none" strike="noStrike" kern="0" cap="none" spc="0" normalizeH="0" baseline="0" noProof="0">
              <a:ln>
                <a:noFill/>
              </a:ln>
              <a:solidFill>
                <a:schemeClr val="tx2"/>
              </a:solidFill>
              <a:effectLst>
                <a:outerShdw blurRad="38100" dist="38100" dir="2700000" algn="tl">
                  <a:srgbClr val="000000"/>
                </a:outerShdw>
              </a:effectLst>
              <a:uLnTx/>
              <a:uFillTx/>
              <a:latin typeface="Arial" panose="020B0604020202020204" pitchFamily="34" charset="0"/>
              <a:ea typeface="+mj-ea"/>
              <a:cs typeface="+mj-cs"/>
            </a:endParaRPr>
          </a:p>
        </p:txBody>
      </p:sp>
      <p:sp>
        <p:nvSpPr>
          <p:cNvPr id="1345539" name="Rectangle 3"/>
          <p:cNvSpPr>
            <a:spLocks noGrp="1" noChangeArrowheads="1"/>
          </p:cNvSpPr>
          <p:nvPr>
            <p:ph type="body" sz="half" idx="1"/>
          </p:nvPr>
        </p:nvSpPr>
        <p:spPr>
          <a:xfrm>
            <a:off x="0" y="3733800"/>
            <a:ext cx="11703685" cy="2944495"/>
          </a:xfrm>
        </p:spPr>
        <p:txBody>
          <a:bodyPr vert="horz" wrap="square" lIns="91440" tIns="45720" rIns="91440" bIns="45720" numCol="1" anchor="t" anchorCtr="0" compatLnSpc="1"/>
          <a:lstStyle/>
          <a:p>
            <a:pPr marL="342900" marR="0" lvl="0" indent="-34290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defRPr/>
            </a:pPr>
            <a:r>
              <a:rPr kumimoji="0" lang="zh-CN" altLang="en-US" sz="2800" b="1" i="0" u="none" strike="noStrike" kern="0" cap="none" spc="0" normalizeH="0" baseline="0" noProof="0" dirty="0">
                <a:ln>
                  <a:noFill/>
                </a:ln>
                <a:solidFill>
                  <a:schemeClr val="tx1"/>
                </a:solidFill>
                <a:effectLst>
                  <a:outerShdw blurRad="38100" dist="38100" dir="2700000" algn="tl">
                    <a:srgbClr val="000000"/>
                  </a:outerShdw>
                </a:effectLst>
                <a:uLnTx/>
                <a:uFillTx/>
                <a:latin typeface="+mn-lt"/>
                <a:ea typeface="+mn-ea"/>
                <a:cs typeface="+mn-cs"/>
              </a:rPr>
              <a:t>分行进行：</a:t>
            </a:r>
            <a:r>
              <a:rPr kumimoji="0" lang="zh-CN" altLang="en-US" sz="2800" b="1" i="0" u="none" strike="noStrike" kern="0" cap="none" spc="0" normalizeH="0" baseline="0" noProof="0" dirty="0">
                <a:ln>
                  <a:noFill/>
                </a:ln>
                <a:solidFill>
                  <a:schemeClr val="tx1"/>
                </a:solidFill>
                <a:effectLst>
                  <a:outerShdw blurRad="38100" dist="38100" dir="2700000" algn="tl">
                    <a:srgbClr val="000000"/>
                  </a:outerShdw>
                </a:effectLst>
                <a:uLnTx/>
                <a:uFillTx/>
                <a:latin typeface="Arial" panose="020B0604020202020204" pitchFamily="34" charset="0"/>
                <a:ea typeface="+mn-ea"/>
                <a:cs typeface="+mn-cs"/>
              </a:rPr>
              <a:t>            </a:t>
            </a:r>
            <a:endParaRPr kumimoji="0" lang="zh-CN" altLang="en-US" sz="2800" b="1" i="0" u="none" strike="noStrike" kern="0" cap="none" spc="0" normalizeH="0" baseline="0" noProof="0" dirty="0">
              <a:ln>
                <a:noFill/>
              </a:ln>
              <a:solidFill>
                <a:schemeClr val="tx1"/>
              </a:solidFill>
              <a:effectLst>
                <a:outerShdw blurRad="38100" dist="38100" dir="2700000" algn="tl">
                  <a:srgbClr val="000000"/>
                </a:outerShdw>
              </a:effectLst>
              <a:uLnTx/>
              <a:uFillTx/>
              <a:latin typeface="Arial" panose="020B0604020202020204" pitchFamily="34" charset="0"/>
              <a:ea typeface="+mn-ea"/>
              <a:cs typeface="+mn-cs"/>
            </a:endParaRPr>
          </a:p>
          <a:p>
            <a:pPr marL="342900" marR="0" lvl="0" indent="-342900" algn="l" defTabSz="914400" rtl="0" eaLnBrk="1" fontAlgn="base" latinLnBrk="0" hangingPunct="1">
              <a:lnSpc>
                <a:spcPct val="110000"/>
              </a:lnSpc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80000"/>
              <a:buFont typeface="Wingdings" panose="05000000000000000000" pitchFamily="2" charset="2"/>
              <a:buNone/>
              <a:defRPr/>
            </a:pPr>
            <a:r>
              <a:rPr kumimoji="0" lang="zh-CN" altLang="en-US" sz="2800" b="1" i="0" u="none" strike="noStrike" kern="0" cap="none" spc="0" normalizeH="0" baseline="0" noProof="0" dirty="0">
                <a:ln>
                  <a:noFill/>
                </a:ln>
                <a:solidFill>
                  <a:schemeClr val="tx1"/>
                </a:solidFill>
                <a:effectLst>
                  <a:outerShdw blurRad="38100" dist="38100" dir="2700000" algn="tl">
                    <a:srgbClr val="000000"/>
                  </a:outerShdw>
                </a:effectLst>
                <a:uLnTx/>
                <a:uFillTx/>
                <a:latin typeface="Arial" panose="020B0604020202020204" pitchFamily="34" charset="0"/>
                <a:ea typeface="+mn-ea"/>
                <a:cs typeface="+mn-cs"/>
              </a:rPr>
              <a:t>	</a:t>
            </a:r>
            <a:r>
              <a:rPr kumimoji="0" lang="en-US" altLang="zh-CN" sz="3100" b="1" i="0" u="none" strike="noStrike" kern="0" cap="none" spc="0" normalizeH="0" baseline="0" noProof="0" dirty="0">
                <a:ln>
                  <a:noFill/>
                </a:ln>
                <a:solidFill>
                  <a:schemeClr val="hlink"/>
                </a:solidFill>
                <a:effectLst>
                  <a:outerShdw blurRad="38100" dist="38100" dir="2700000" algn="tl">
                    <a:srgbClr val="000000"/>
                  </a:outerShdw>
                </a:effectLst>
                <a:uLnTx/>
                <a:uFillTx/>
                <a:latin typeface="Arial" panose="020B0604020202020204" pitchFamily="34" charset="0"/>
                <a:ea typeface="+mn-ea"/>
                <a:cs typeface="+mn-cs"/>
              </a:rPr>
              <a:t>int  a[3][5]=</a:t>
            </a:r>
            <a:r>
              <a:rPr kumimoji="0" lang="en-US" altLang="zh-CN" sz="3100" b="1" i="0" u="none" strike="noStrike" kern="0" cap="none" spc="0" normalizeH="0" baseline="0" noProof="0" dirty="0">
                <a:ln>
                  <a:noFill/>
                </a:ln>
                <a:solidFill>
                  <a:schemeClr val="tx1"/>
                </a:solidFill>
                <a:effectLst>
                  <a:outerShdw blurRad="38100" dist="38100" dir="2700000" algn="tl">
                    <a:srgbClr val="000000"/>
                  </a:outerShdw>
                </a:effectLst>
                <a:uLnTx/>
                <a:uFillTx/>
                <a:latin typeface="Arial" panose="020B0604020202020204" pitchFamily="34" charset="0"/>
                <a:ea typeface="+mn-ea"/>
                <a:cs typeface="+mn-cs"/>
              </a:rPr>
              <a:t>{</a:t>
            </a:r>
            <a:r>
              <a:rPr kumimoji="0" lang="en-US" altLang="zh-CN" sz="3100" b="1" i="0" u="none" strike="noStrike" kern="0" cap="none" spc="0" normalizeH="0" baseline="0" noProof="0" dirty="0">
                <a:ln>
                  <a:noFill/>
                </a:ln>
                <a:solidFill>
                  <a:schemeClr val="hlink"/>
                </a:solidFill>
                <a:effectLst>
                  <a:outerShdw blurRad="38100" dist="38100" dir="2700000" algn="tl">
                    <a:srgbClr val="000000"/>
                  </a:outerShdw>
                </a:effectLst>
                <a:uLnTx/>
                <a:uFillTx/>
                <a:latin typeface="Arial" panose="020B0604020202020204" pitchFamily="34" charset="0"/>
                <a:ea typeface="+mn-ea"/>
                <a:cs typeface="+mn-cs"/>
              </a:rPr>
              <a:t> { 0,1,2,3,4 },{ 1,2,3,4,5 },{ 2,3,4,5,6 } </a:t>
            </a:r>
            <a:r>
              <a:rPr kumimoji="0" lang="en-US" altLang="zh-CN" sz="3100" b="1" i="0" u="none" strike="noStrike" kern="0" cap="none" spc="0" normalizeH="0" baseline="0" noProof="0" dirty="0">
                <a:ln>
                  <a:noFill/>
                </a:ln>
                <a:solidFill>
                  <a:schemeClr val="tx1"/>
                </a:solidFill>
                <a:effectLst>
                  <a:outerShdw blurRad="38100" dist="38100" dir="2700000" algn="tl">
                    <a:srgbClr val="000000"/>
                  </a:outerShdw>
                </a:effectLst>
                <a:uLnTx/>
                <a:uFillTx/>
                <a:latin typeface="Arial" panose="020B0604020202020204" pitchFamily="34" charset="0"/>
                <a:ea typeface="+mn-ea"/>
                <a:cs typeface="+mn-cs"/>
              </a:rPr>
              <a:t>} ;</a:t>
            </a:r>
            <a:endParaRPr kumimoji="0" lang="en-US" altLang="zh-CN" sz="3100" b="1" i="0" u="none" strike="noStrike" kern="0" cap="none" spc="0" normalizeH="0" baseline="0" noProof="0" dirty="0">
              <a:ln>
                <a:noFill/>
              </a:ln>
              <a:solidFill>
                <a:schemeClr val="tx1"/>
              </a:solidFill>
              <a:effectLst>
                <a:outerShdw blurRad="38100" dist="38100" dir="2700000" algn="tl">
                  <a:srgbClr val="000000"/>
                </a:outerShdw>
              </a:effectLst>
              <a:uLnTx/>
              <a:uFillTx/>
              <a:latin typeface="Arial" panose="020B0604020202020204" pitchFamily="34" charset="0"/>
              <a:ea typeface="+mn-ea"/>
              <a:cs typeface="+mn-cs"/>
            </a:endParaRPr>
          </a:p>
          <a:p>
            <a:pPr marL="342900" marR="0" lvl="0" indent="-342900" algn="l" defTabSz="914400" rtl="0" eaLnBrk="1" fontAlgn="base" latinLnBrk="0" hangingPunct="1">
              <a:lnSpc>
                <a:spcPct val="110000"/>
              </a:lnSpc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80000"/>
              <a:buFont typeface="Wingdings" panose="05000000000000000000" pitchFamily="2" charset="2"/>
              <a:buChar char="n"/>
              <a:defRPr/>
            </a:pPr>
            <a:r>
              <a:rPr kumimoji="0" lang="zh-CN" altLang="en-US" sz="2800" b="1" i="0" u="none" strike="noStrike" kern="0" cap="none" spc="0" normalizeH="0" baseline="0" noProof="0" dirty="0">
                <a:ln>
                  <a:noFill/>
                </a:ln>
                <a:solidFill>
                  <a:schemeClr val="tx1"/>
                </a:solidFill>
                <a:effectLst>
                  <a:outerShdw blurRad="38100" dist="38100" dir="2700000" algn="tl">
                    <a:srgbClr val="000000"/>
                  </a:outerShdw>
                </a:effectLst>
                <a:uLnTx/>
                <a:uFillTx/>
                <a:latin typeface="+mn-lt"/>
                <a:ea typeface="+mn-ea"/>
                <a:cs typeface="+mn-cs"/>
              </a:rPr>
              <a:t>或，将所有数据写在一对大括号内：</a:t>
            </a:r>
            <a:endParaRPr kumimoji="0" lang="zh-CN" altLang="en-US" sz="2800" b="1" i="0" u="none" strike="noStrike" kern="0" cap="none" spc="0" normalizeH="0" baseline="0" noProof="0" dirty="0">
              <a:ln>
                <a:noFill/>
              </a:ln>
              <a:solidFill>
                <a:schemeClr val="tx1"/>
              </a:solidFill>
              <a:effectLst>
                <a:outerShdw blurRad="38100" dist="38100" dir="2700000" algn="tl">
                  <a:srgbClr val="000000"/>
                </a:outerShdw>
              </a:effectLst>
              <a:uLnTx/>
              <a:uFillTx/>
              <a:latin typeface="+mn-lt"/>
              <a:ea typeface="+mn-ea"/>
              <a:cs typeface="+mn-cs"/>
            </a:endParaRPr>
          </a:p>
          <a:p>
            <a:pPr marL="342900" marR="0" lvl="0" indent="-342900" algn="l" defTabSz="914400" rtl="0" eaLnBrk="1" fontAlgn="base" latinLnBrk="0" hangingPunct="1">
              <a:lnSpc>
                <a:spcPct val="110000"/>
              </a:lnSpc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80000"/>
              <a:buFont typeface="Wingdings" panose="05000000000000000000" pitchFamily="2" charset="2"/>
              <a:buNone/>
              <a:defRPr/>
            </a:pPr>
            <a:r>
              <a:rPr kumimoji="0" lang="zh-CN" altLang="en-US" sz="2800" b="1" i="0" u="none" strike="noStrike" kern="0" cap="none" spc="0" normalizeH="0" baseline="0" noProof="0" dirty="0">
                <a:ln>
                  <a:noFill/>
                </a:ln>
                <a:solidFill>
                  <a:schemeClr val="tx1"/>
                </a:solidFill>
                <a:effectLst>
                  <a:outerShdw blurRad="38100" dist="38100" dir="2700000" algn="tl">
                    <a:srgbClr val="000000"/>
                  </a:outerShdw>
                </a:effectLst>
                <a:uLnTx/>
                <a:uFillTx/>
                <a:latin typeface="+mn-lt"/>
                <a:ea typeface="+mn-ea"/>
                <a:cs typeface="+mn-cs"/>
              </a:rPr>
              <a:t> </a:t>
            </a:r>
            <a:r>
              <a:rPr kumimoji="0" lang="zh-CN" altLang="en-US" sz="3100" b="1" i="0" u="none" strike="noStrike" kern="0" cap="none" spc="0" normalizeH="0" baseline="0" noProof="0" dirty="0">
                <a:ln>
                  <a:noFill/>
                </a:ln>
                <a:solidFill>
                  <a:schemeClr val="tx1"/>
                </a:solidFill>
                <a:effectLst>
                  <a:outerShdw blurRad="38100" dist="38100" dir="2700000" algn="tl">
                    <a:srgbClr val="000000"/>
                  </a:outerShdw>
                </a:effectLst>
                <a:uLnTx/>
                <a:uFillTx/>
                <a:latin typeface="+mn-lt"/>
                <a:ea typeface="+mn-ea"/>
                <a:cs typeface="+mn-cs"/>
              </a:rPr>
              <a:t> </a:t>
            </a:r>
            <a:r>
              <a:rPr kumimoji="0" lang="en-US" altLang="zh-CN" sz="3100" b="1" i="0" u="none" strike="noStrike" kern="0" cap="none" spc="0" normalizeH="0" baseline="0" noProof="0" dirty="0">
                <a:ln>
                  <a:noFill/>
                </a:ln>
                <a:solidFill>
                  <a:schemeClr val="tx1"/>
                </a:solidFill>
                <a:effectLst>
                  <a:outerShdw blurRad="38100" dist="38100" dir="2700000" algn="tl">
                    <a:srgbClr val="000000"/>
                  </a:outerShdw>
                </a:effectLst>
                <a:uLnTx/>
                <a:uFillTx/>
                <a:latin typeface="+mn-lt"/>
                <a:ea typeface="+mn-ea"/>
                <a:cs typeface="+mn-cs"/>
              </a:rPr>
              <a:t> </a:t>
            </a:r>
            <a:r>
              <a:rPr kumimoji="0" lang="en-US" altLang="zh-CN" sz="3100" b="1" i="0" u="none" strike="noStrike" kern="0" cap="none" spc="0" normalizeH="0" baseline="0" noProof="0" dirty="0">
                <a:ln>
                  <a:noFill/>
                </a:ln>
                <a:solidFill>
                  <a:schemeClr val="hlink"/>
                </a:solidFill>
                <a:effectLst>
                  <a:outerShdw blurRad="38100" dist="38100" dir="2700000" algn="tl">
                    <a:srgbClr val="000000"/>
                  </a:outerShdw>
                </a:effectLst>
                <a:uLnTx/>
                <a:uFillTx/>
                <a:latin typeface="+mn-lt"/>
                <a:ea typeface="+mn-ea"/>
                <a:cs typeface="+mn-cs"/>
              </a:rPr>
              <a:t>int a[3][5]</a:t>
            </a:r>
            <a:r>
              <a:rPr kumimoji="0" lang="en-US" altLang="zh-CN" sz="3100" b="1" i="0" u="none" strike="noStrike" kern="0" cap="none" spc="0" normalizeH="0" baseline="0" noProof="0" dirty="0">
                <a:ln>
                  <a:noFill/>
                </a:ln>
                <a:solidFill>
                  <a:schemeClr val="tx1"/>
                </a:solidFill>
                <a:effectLst>
                  <a:outerShdw blurRad="38100" dist="38100" dir="2700000" algn="tl">
                    <a:srgbClr val="000000"/>
                  </a:outerShdw>
                </a:effectLst>
                <a:uLnTx/>
                <a:uFillTx/>
                <a:latin typeface="+mn-lt"/>
                <a:ea typeface="+mn-ea"/>
                <a:cs typeface="+mn-cs"/>
              </a:rPr>
              <a:t> ={</a:t>
            </a:r>
            <a:r>
              <a:rPr kumimoji="0" lang="en-US" altLang="zh-CN" sz="3100" b="1" i="0" u="none" strike="noStrike" kern="0" cap="none" spc="0" normalizeH="0" baseline="0" noProof="0" dirty="0">
                <a:ln>
                  <a:noFill/>
                </a:ln>
                <a:solidFill>
                  <a:schemeClr val="hlink"/>
                </a:solidFill>
                <a:effectLst>
                  <a:outerShdw blurRad="38100" dist="38100" dir="2700000" algn="tl">
                    <a:srgbClr val="000000"/>
                  </a:outerShdw>
                </a:effectLst>
                <a:uLnTx/>
                <a:uFillTx/>
                <a:latin typeface="+mn-lt"/>
                <a:ea typeface="+mn-ea"/>
                <a:cs typeface="+mn-cs"/>
              </a:rPr>
              <a:t>0,1,2,3,4</a:t>
            </a:r>
            <a:r>
              <a:rPr kumimoji="0" lang="en-US" altLang="zh-CN" sz="3100" b="1" i="0" u="none" strike="noStrike" kern="0" cap="none" spc="0" normalizeH="0" baseline="0" noProof="0" dirty="0">
                <a:ln>
                  <a:noFill/>
                </a:ln>
                <a:solidFill>
                  <a:schemeClr val="folHlink"/>
                </a:solidFill>
                <a:effectLst>
                  <a:outerShdw blurRad="38100" dist="38100" dir="2700000" algn="tl">
                    <a:srgbClr val="000000"/>
                  </a:outerShdw>
                </a:effectLst>
                <a:uLnTx/>
                <a:uFillTx/>
                <a:latin typeface="+mn-lt"/>
                <a:ea typeface="+mn-ea"/>
                <a:cs typeface="+mn-cs"/>
              </a:rPr>
              <a:t>,</a:t>
            </a:r>
            <a:r>
              <a:rPr kumimoji="0" lang="en-US" altLang="zh-CN" sz="3100" b="1" i="0" u="none" strike="noStrike" kern="0" cap="none" spc="0" normalizeH="0" baseline="0" noProof="0" dirty="0">
                <a:ln>
                  <a:noFill/>
                </a:ln>
                <a:solidFill>
                  <a:srgbClr val="FF00FF"/>
                </a:solidFill>
                <a:effectLst>
                  <a:outerShdw blurRad="38100" dist="38100" dir="2700000" algn="tl">
                    <a:srgbClr val="000000"/>
                  </a:outerShdw>
                </a:effectLst>
                <a:uLnTx/>
                <a:uFillTx/>
                <a:latin typeface="+mn-lt"/>
                <a:ea typeface="+mn-ea"/>
                <a:cs typeface="+mn-cs"/>
              </a:rPr>
              <a:t>1,2,3,4,5</a:t>
            </a:r>
            <a:r>
              <a:rPr kumimoji="0" lang="en-US" altLang="zh-CN" sz="3100" b="1" i="0" u="none" strike="noStrike" kern="0" cap="none" spc="0" normalizeH="0" baseline="0" noProof="0" dirty="0">
                <a:ln>
                  <a:noFill/>
                </a:ln>
                <a:solidFill>
                  <a:schemeClr val="folHlink"/>
                </a:solidFill>
                <a:effectLst>
                  <a:outerShdw blurRad="38100" dist="38100" dir="2700000" algn="tl">
                    <a:srgbClr val="000000"/>
                  </a:outerShdw>
                </a:effectLst>
                <a:uLnTx/>
                <a:uFillTx/>
                <a:latin typeface="+mn-lt"/>
                <a:ea typeface="+mn-ea"/>
                <a:cs typeface="+mn-cs"/>
              </a:rPr>
              <a:t>,</a:t>
            </a:r>
            <a:r>
              <a:rPr kumimoji="0" lang="en-US" altLang="zh-CN" sz="3100" b="1" i="0" u="none" strike="noStrike" kern="0" cap="none" spc="0" normalizeH="0" baseline="0" noProof="0" dirty="0">
                <a:ln>
                  <a:noFill/>
                </a:ln>
                <a:solidFill>
                  <a:schemeClr val="hlink"/>
                </a:solidFill>
                <a:effectLst>
                  <a:outerShdw blurRad="38100" dist="38100" dir="2700000" algn="tl">
                    <a:srgbClr val="000000"/>
                  </a:outerShdw>
                </a:effectLst>
                <a:uLnTx/>
                <a:uFillTx/>
                <a:latin typeface="+mn-lt"/>
                <a:ea typeface="+mn-ea"/>
                <a:cs typeface="+mn-cs"/>
              </a:rPr>
              <a:t>2,3,4,5,6</a:t>
            </a:r>
            <a:r>
              <a:rPr kumimoji="0" lang="en-US" altLang="zh-CN" sz="3100" b="1" i="0" u="none" strike="noStrike" kern="0" cap="none" spc="0" normalizeH="0" baseline="0" noProof="0" dirty="0">
                <a:ln>
                  <a:noFill/>
                </a:ln>
                <a:solidFill>
                  <a:schemeClr val="tx1"/>
                </a:solidFill>
                <a:effectLst>
                  <a:outerShdw blurRad="38100" dist="38100" dir="2700000" algn="tl">
                    <a:srgbClr val="000000"/>
                  </a:outerShdw>
                </a:effectLst>
                <a:uLnTx/>
                <a:uFillTx/>
                <a:latin typeface="+mn-lt"/>
                <a:ea typeface="+mn-ea"/>
                <a:cs typeface="+mn-cs"/>
              </a:rPr>
              <a:t>};</a:t>
            </a:r>
            <a:endParaRPr kumimoji="0" lang="en-US" altLang="zh-CN" sz="3100" b="1" i="0" u="none" strike="noStrike" kern="0" cap="none" spc="0" normalizeH="0" baseline="0" noProof="0" dirty="0">
              <a:ln>
                <a:noFill/>
              </a:ln>
              <a:solidFill>
                <a:schemeClr val="tx1"/>
              </a:solidFill>
              <a:effectLst>
                <a:outerShdw blurRad="38100" dist="38100" dir="2700000" algn="tl">
                  <a:srgbClr val="000000"/>
                </a:outerShdw>
              </a:effectLst>
              <a:uLnTx/>
              <a:uFillTx/>
              <a:latin typeface="+mn-lt"/>
              <a:ea typeface="+mn-ea"/>
              <a:cs typeface="+mn-cs"/>
            </a:endParaRPr>
          </a:p>
          <a:p>
            <a:pPr marL="342900" marR="0" lvl="0" indent="-342900" algn="l" defTabSz="914400" rtl="0" eaLnBrk="1" fontAlgn="base" latinLnBrk="0" hangingPunct="1">
              <a:lnSpc>
                <a:spcPct val="110000"/>
              </a:lnSpc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80000"/>
              <a:buFont typeface="Wingdings" panose="05000000000000000000" pitchFamily="2" charset="2"/>
              <a:buNone/>
              <a:defRPr/>
            </a:pPr>
            <a:r>
              <a:rPr kumimoji="0" lang="en-US" altLang="zh-CN" sz="2800" b="1" i="0" u="none" strike="noStrike" kern="0" cap="none" spc="0" normalizeH="0" baseline="0" noProof="0" dirty="0">
                <a:ln>
                  <a:noFill/>
                </a:ln>
                <a:solidFill>
                  <a:schemeClr val="tx1"/>
                </a:solidFill>
                <a:effectLst>
                  <a:outerShdw blurRad="38100" dist="38100" dir="2700000" algn="tl">
                    <a:srgbClr val="000000"/>
                  </a:outerShdw>
                </a:effectLst>
                <a:uLnTx/>
                <a:uFillTx/>
                <a:latin typeface="+mn-lt"/>
                <a:ea typeface="+mn-ea"/>
                <a:cs typeface="+mn-cs"/>
              </a:rPr>
              <a:t>  </a:t>
            </a:r>
            <a:r>
              <a:rPr kumimoji="0" lang="zh-CN" altLang="en-US" sz="2800" b="1" i="0" u="none" strike="noStrike" kern="0" cap="none" spc="0" normalizeH="0" baseline="0" noProof="0" dirty="0">
                <a:ln>
                  <a:noFill/>
                </a:ln>
                <a:solidFill>
                  <a:schemeClr val="tx1"/>
                </a:solidFill>
                <a:effectLst>
                  <a:outerShdw blurRad="38100" dist="38100" dir="2700000" algn="tl">
                    <a:srgbClr val="000000"/>
                  </a:outerShdw>
                </a:effectLst>
                <a:uLnTx/>
                <a:uFillTx/>
                <a:latin typeface="+mn-lt"/>
                <a:ea typeface="+mn-ea"/>
                <a:cs typeface="+mn-cs"/>
              </a:rPr>
              <a:t>按数组元素在内存中的存放顺序依次赋值</a:t>
            </a:r>
            <a:endParaRPr kumimoji="0" lang="zh-CN" altLang="en-US" sz="2800" b="1" i="0" u="none" strike="noStrike" kern="0" cap="none" spc="0" normalizeH="0" baseline="0" noProof="0" dirty="0">
              <a:ln>
                <a:noFill/>
              </a:ln>
              <a:solidFill>
                <a:schemeClr val="tx1"/>
              </a:solidFill>
              <a:effectLst>
                <a:outerShdw blurRad="38100" dist="38100" dir="2700000" algn="tl">
                  <a:srgbClr val="000000"/>
                </a:outerShdw>
              </a:effectLst>
              <a:uLnTx/>
              <a:uFillTx/>
              <a:latin typeface="+mn-lt"/>
              <a:ea typeface="+mn-ea"/>
              <a:cs typeface="+mn-cs"/>
            </a:endParaRPr>
          </a:p>
          <a:p>
            <a:pPr marL="342900" marR="0" lvl="0" indent="-342900" algn="l" defTabSz="914400" rtl="0" eaLnBrk="1" fontAlgn="base" latinLnBrk="0" hangingPunct="1">
              <a:lnSpc>
                <a:spcPct val="100000"/>
              </a:lnSpc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80000"/>
              <a:buFont typeface="Wingdings" panose="05000000000000000000" pitchFamily="2" charset="2"/>
              <a:buChar char="n"/>
              <a:defRPr/>
            </a:pPr>
            <a:endParaRPr kumimoji="0" lang="en-US" altLang="zh-CN" sz="2800" b="1" i="0" u="none" strike="noStrike" kern="0" cap="none" spc="0" normalizeH="0" baseline="0" noProof="0" dirty="0">
              <a:ln>
                <a:noFill/>
              </a:ln>
              <a:solidFill>
                <a:schemeClr val="hlink"/>
              </a:solidFill>
              <a:effectLst>
                <a:outerShdw blurRad="38100" dist="38100" dir="2700000" algn="tl">
                  <a:srgbClr val="000000"/>
                </a:outerShdw>
              </a:effectLst>
              <a:uLnTx/>
              <a:uFillTx/>
              <a:latin typeface="Arial" panose="020B0604020202020204" pitchFamily="34" charset="0"/>
              <a:ea typeface="+mn-ea"/>
              <a:cs typeface="+mn-cs"/>
            </a:endParaRPr>
          </a:p>
        </p:txBody>
      </p:sp>
      <p:graphicFrame>
        <p:nvGraphicFramePr>
          <p:cNvPr id="1345540" name="Group 4"/>
          <p:cNvGraphicFramePr>
            <a:graphicFrameLocks noGrp="1"/>
          </p:cNvGraphicFramePr>
          <p:nvPr>
            <p:ph sz="half" idx="1"/>
          </p:nvPr>
        </p:nvGraphicFramePr>
        <p:xfrm>
          <a:off x="456883" y="1142683"/>
          <a:ext cx="3554412" cy="2305051"/>
        </p:xfrm>
        <a:graphic>
          <a:graphicData uri="http://schemas.openxmlformats.org/drawingml/2006/table">
            <a:tbl>
              <a:tblPr/>
              <a:tblGrid>
                <a:gridCol w="549275"/>
                <a:gridCol w="549275"/>
                <a:gridCol w="595312"/>
                <a:gridCol w="655638"/>
                <a:gridCol w="609600"/>
                <a:gridCol w="595312"/>
              </a:tblGrid>
              <a:tr h="574675">
                <a:tc>
                  <a:txBody>
                    <a:bodyPr/>
                    <a:lstStyle>
                      <a:lvl1pPr>
                        <a:spcBef>
                          <a:spcPct val="20000"/>
                        </a:spcBef>
                        <a:buClr>
                          <a:schemeClr val="hlink"/>
                        </a:buClr>
                        <a:buSzPct val="80000"/>
                        <a:buFont typeface="Wingdings" panose="05000000000000000000" pitchFamily="2" charset="2"/>
                        <a:defRPr sz="2800"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1pPr>
                      <a:lvl2pPr marL="742950" indent="-285750">
                        <a:spcBef>
                          <a:spcPct val="20000"/>
                        </a:spcBef>
                        <a:buClr>
                          <a:schemeClr val="tx1"/>
                        </a:buClr>
                        <a:defRPr sz="2400"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2pPr>
                      <a:lvl3pPr marL="1143000" indent="-228600">
                        <a:spcBef>
                          <a:spcPct val="20000"/>
                        </a:spcBef>
                        <a:buClr>
                          <a:schemeClr val="hlink"/>
                        </a:buClr>
                        <a:buFont typeface="Wingdings" panose="05000000000000000000" pitchFamily="2" charset="2"/>
                        <a:defRPr sz="2000"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3pPr>
                      <a:lvl4pPr marL="1600200" indent="-228600">
                        <a:spcBef>
                          <a:spcPct val="20000"/>
                        </a:spcBef>
                        <a:defRPr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4pPr>
                      <a:lvl5pPr marL="2057400" indent="-228600">
                        <a:spcBef>
                          <a:spcPct val="20000"/>
                        </a:spcBef>
                        <a:buClr>
                          <a:schemeClr val="hlink"/>
                        </a:buClr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5pPr>
                      <a:lvl6pPr marL="25146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6pPr>
                      <a:lvl7pPr marL="29718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7pPr>
                      <a:lvl8pPr marL="34290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8pPr>
                      <a:lvl9pPr marL="38862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9pPr>
                    </a:lstStyle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buSzPct val="80000"/>
                        <a:buFont typeface="Wingdings" panose="05000000000000000000" pitchFamily="2" charset="2"/>
                        <a:buNone/>
                      </a:pPr>
                      <a:endParaRPr kumimoji="0" lang="zh-CN" altLang="zh-CN" sz="2800" b="1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>
                          <a:outerShdw blurRad="38100" dist="38100" dir="2700000" algn="tl">
                            <a:srgbClr val="000000"/>
                          </a:outerShdw>
                        </a:effectLst>
                        <a:latin typeface="Tahoma" panose="020B0604030504040204" pitchFamily="34" charset="0"/>
                        <a:ea typeface="宋体" panose="02010600030101010101" pitchFamily="2" charset="-122"/>
                      </a:endParaRPr>
                    </a:p>
                  </a:txBody>
                  <a:tcPr horzOverflow="overflow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>
                        <a:spcBef>
                          <a:spcPct val="20000"/>
                        </a:spcBef>
                        <a:buClr>
                          <a:schemeClr val="hlink"/>
                        </a:buClr>
                        <a:buSzPct val="80000"/>
                        <a:buFont typeface="Wingdings" panose="05000000000000000000" pitchFamily="2" charset="2"/>
                        <a:defRPr sz="2800"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1pPr>
                      <a:lvl2pPr marL="742950" indent="-285750">
                        <a:spcBef>
                          <a:spcPct val="20000"/>
                        </a:spcBef>
                        <a:buClr>
                          <a:schemeClr val="tx1"/>
                        </a:buClr>
                        <a:defRPr sz="2400"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2pPr>
                      <a:lvl3pPr marL="1143000" indent="-228600">
                        <a:spcBef>
                          <a:spcPct val="20000"/>
                        </a:spcBef>
                        <a:buClr>
                          <a:schemeClr val="hlink"/>
                        </a:buClr>
                        <a:buFont typeface="Wingdings" panose="05000000000000000000" pitchFamily="2" charset="2"/>
                        <a:defRPr sz="2000"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3pPr>
                      <a:lvl4pPr marL="1600200" indent="-228600">
                        <a:spcBef>
                          <a:spcPct val="20000"/>
                        </a:spcBef>
                        <a:defRPr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4pPr>
                      <a:lvl5pPr marL="2057400" indent="-228600">
                        <a:spcBef>
                          <a:spcPct val="20000"/>
                        </a:spcBef>
                        <a:buClr>
                          <a:schemeClr val="hlink"/>
                        </a:buClr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5pPr>
                      <a:lvl6pPr marL="25146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6pPr>
                      <a:lvl7pPr marL="29718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7pPr>
                      <a:lvl8pPr marL="34290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8pPr>
                      <a:lvl9pPr marL="38862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9pPr>
                    </a:lstStyle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buSzPct val="80000"/>
                        <a:buFont typeface="Wingdings" panose="05000000000000000000" pitchFamily="2" charset="2"/>
                        <a:buNone/>
                      </a:pPr>
                      <a:r>
                        <a:rPr kumimoji="0" lang="zh-CN" altLang="en-US" sz="2800" b="1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/>
                            </a:outerShdw>
                          </a:effectLst>
                          <a:latin typeface="Tahoma" panose="020B0604030504040204" pitchFamily="34" charset="0"/>
                          <a:ea typeface="宋体" panose="02010600030101010101" pitchFamily="2" charset="-122"/>
                        </a:rPr>
                        <a:t>零</a:t>
                      </a:r>
                      <a:endParaRPr kumimoji="0" lang="zh-CN" altLang="en-US" sz="2800" b="1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>
                          <a:outerShdw blurRad="38100" dist="38100" dir="2700000" algn="tl">
                            <a:srgbClr val="000000"/>
                          </a:outerShdw>
                        </a:effectLst>
                        <a:latin typeface="Tahoma" panose="020B0604030504040204" pitchFamily="34" charset="0"/>
                        <a:ea typeface="宋体" panose="02010600030101010101" pitchFamily="2" charset="-122"/>
                      </a:endParaRPr>
                    </a:p>
                  </a:txBody>
                  <a:tcPr horzOverflow="overflow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>
                        <a:spcBef>
                          <a:spcPct val="20000"/>
                        </a:spcBef>
                        <a:buClr>
                          <a:schemeClr val="hlink"/>
                        </a:buClr>
                        <a:buSzPct val="80000"/>
                        <a:buFont typeface="Wingdings" panose="05000000000000000000" pitchFamily="2" charset="2"/>
                        <a:defRPr sz="2800"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1pPr>
                      <a:lvl2pPr marL="742950" indent="-285750">
                        <a:spcBef>
                          <a:spcPct val="20000"/>
                        </a:spcBef>
                        <a:buClr>
                          <a:schemeClr val="tx1"/>
                        </a:buClr>
                        <a:defRPr sz="2400"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2pPr>
                      <a:lvl3pPr marL="1143000" indent="-228600">
                        <a:spcBef>
                          <a:spcPct val="20000"/>
                        </a:spcBef>
                        <a:buClr>
                          <a:schemeClr val="hlink"/>
                        </a:buClr>
                        <a:buFont typeface="Wingdings" panose="05000000000000000000" pitchFamily="2" charset="2"/>
                        <a:defRPr sz="2000"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3pPr>
                      <a:lvl4pPr marL="1600200" indent="-228600">
                        <a:spcBef>
                          <a:spcPct val="20000"/>
                        </a:spcBef>
                        <a:defRPr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4pPr>
                      <a:lvl5pPr marL="2057400" indent="-228600">
                        <a:spcBef>
                          <a:spcPct val="20000"/>
                        </a:spcBef>
                        <a:buClr>
                          <a:schemeClr val="hlink"/>
                        </a:buClr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5pPr>
                      <a:lvl6pPr marL="25146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6pPr>
                      <a:lvl7pPr marL="29718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7pPr>
                      <a:lvl8pPr marL="34290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8pPr>
                      <a:lvl9pPr marL="38862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9pPr>
                    </a:lstStyle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buSzPct val="80000"/>
                        <a:buFont typeface="Wingdings" panose="05000000000000000000" pitchFamily="2" charset="2"/>
                        <a:buNone/>
                      </a:pPr>
                      <a:r>
                        <a:rPr kumimoji="0" lang="zh-CN" altLang="en-US" sz="2800" b="1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/>
                            </a:outerShdw>
                          </a:effectLst>
                          <a:latin typeface="Tahoma" panose="020B0604030504040204" pitchFamily="34" charset="0"/>
                          <a:ea typeface="宋体" panose="02010600030101010101" pitchFamily="2" charset="-122"/>
                        </a:rPr>
                        <a:t>一</a:t>
                      </a:r>
                      <a:endParaRPr kumimoji="0" lang="zh-CN" altLang="en-US" sz="2800" b="1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>
                          <a:outerShdw blurRad="38100" dist="38100" dir="2700000" algn="tl">
                            <a:srgbClr val="000000"/>
                          </a:outerShdw>
                        </a:effectLst>
                        <a:latin typeface="Tahoma" panose="020B0604030504040204" pitchFamily="34" charset="0"/>
                        <a:ea typeface="宋体" panose="02010600030101010101" pitchFamily="2" charset="-122"/>
                      </a:endParaRPr>
                    </a:p>
                  </a:txBody>
                  <a:tcPr horzOverflow="overflow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>
                        <a:spcBef>
                          <a:spcPct val="20000"/>
                        </a:spcBef>
                        <a:buClr>
                          <a:schemeClr val="hlink"/>
                        </a:buClr>
                        <a:buSzPct val="80000"/>
                        <a:buFont typeface="Wingdings" panose="05000000000000000000" pitchFamily="2" charset="2"/>
                        <a:defRPr sz="2800"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1pPr>
                      <a:lvl2pPr marL="742950" indent="-285750">
                        <a:spcBef>
                          <a:spcPct val="20000"/>
                        </a:spcBef>
                        <a:buClr>
                          <a:schemeClr val="tx1"/>
                        </a:buClr>
                        <a:defRPr sz="2400"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2pPr>
                      <a:lvl3pPr marL="1143000" indent="-228600">
                        <a:spcBef>
                          <a:spcPct val="20000"/>
                        </a:spcBef>
                        <a:buClr>
                          <a:schemeClr val="hlink"/>
                        </a:buClr>
                        <a:buFont typeface="Wingdings" panose="05000000000000000000" pitchFamily="2" charset="2"/>
                        <a:defRPr sz="2000"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3pPr>
                      <a:lvl4pPr marL="1600200" indent="-228600">
                        <a:spcBef>
                          <a:spcPct val="20000"/>
                        </a:spcBef>
                        <a:defRPr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4pPr>
                      <a:lvl5pPr marL="2057400" indent="-228600">
                        <a:spcBef>
                          <a:spcPct val="20000"/>
                        </a:spcBef>
                        <a:buClr>
                          <a:schemeClr val="hlink"/>
                        </a:buClr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5pPr>
                      <a:lvl6pPr marL="25146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6pPr>
                      <a:lvl7pPr marL="29718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7pPr>
                      <a:lvl8pPr marL="34290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8pPr>
                      <a:lvl9pPr marL="38862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9pPr>
                    </a:lstStyle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buSzPct val="80000"/>
                        <a:buFont typeface="Wingdings" panose="05000000000000000000" pitchFamily="2" charset="2"/>
                        <a:buNone/>
                      </a:pPr>
                      <a:r>
                        <a:rPr kumimoji="0" lang="zh-CN" altLang="en-US" sz="2800" b="1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/>
                            </a:outerShdw>
                          </a:effectLst>
                          <a:latin typeface="Tahoma" panose="020B0604030504040204" pitchFamily="34" charset="0"/>
                          <a:ea typeface="宋体" panose="02010600030101010101" pitchFamily="2" charset="-122"/>
                        </a:rPr>
                        <a:t>二</a:t>
                      </a:r>
                      <a:endParaRPr kumimoji="0" lang="zh-CN" altLang="en-US" sz="2800" b="1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>
                          <a:outerShdw blurRad="38100" dist="38100" dir="2700000" algn="tl">
                            <a:srgbClr val="000000"/>
                          </a:outerShdw>
                        </a:effectLst>
                        <a:latin typeface="Tahoma" panose="020B0604030504040204" pitchFamily="34" charset="0"/>
                        <a:ea typeface="宋体" panose="02010600030101010101" pitchFamily="2" charset="-122"/>
                      </a:endParaRPr>
                    </a:p>
                  </a:txBody>
                  <a:tcPr horzOverflow="overflow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>
                        <a:spcBef>
                          <a:spcPct val="20000"/>
                        </a:spcBef>
                        <a:buClr>
                          <a:schemeClr val="hlink"/>
                        </a:buClr>
                        <a:buSzPct val="80000"/>
                        <a:buFont typeface="Wingdings" panose="05000000000000000000" pitchFamily="2" charset="2"/>
                        <a:defRPr sz="2800"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1pPr>
                      <a:lvl2pPr marL="742950" indent="-285750">
                        <a:spcBef>
                          <a:spcPct val="20000"/>
                        </a:spcBef>
                        <a:buClr>
                          <a:schemeClr val="tx1"/>
                        </a:buClr>
                        <a:defRPr sz="2400"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2pPr>
                      <a:lvl3pPr marL="1143000" indent="-228600">
                        <a:spcBef>
                          <a:spcPct val="20000"/>
                        </a:spcBef>
                        <a:buClr>
                          <a:schemeClr val="hlink"/>
                        </a:buClr>
                        <a:buFont typeface="Wingdings" panose="05000000000000000000" pitchFamily="2" charset="2"/>
                        <a:defRPr sz="2000"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3pPr>
                      <a:lvl4pPr marL="1600200" indent="-228600">
                        <a:spcBef>
                          <a:spcPct val="20000"/>
                        </a:spcBef>
                        <a:defRPr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4pPr>
                      <a:lvl5pPr marL="2057400" indent="-228600">
                        <a:spcBef>
                          <a:spcPct val="20000"/>
                        </a:spcBef>
                        <a:buClr>
                          <a:schemeClr val="hlink"/>
                        </a:buClr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5pPr>
                      <a:lvl6pPr marL="25146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6pPr>
                      <a:lvl7pPr marL="29718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7pPr>
                      <a:lvl8pPr marL="34290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8pPr>
                      <a:lvl9pPr marL="38862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9pPr>
                    </a:lstStyle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buSzPct val="80000"/>
                        <a:buFont typeface="Wingdings" panose="05000000000000000000" pitchFamily="2" charset="2"/>
                        <a:buNone/>
                      </a:pPr>
                      <a:r>
                        <a:rPr kumimoji="0" lang="zh-CN" altLang="en-US" sz="2800" b="1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/>
                            </a:outerShdw>
                          </a:effectLst>
                          <a:latin typeface="Tahoma" panose="020B0604030504040204" pitchFamily="34" charset="0"/>
                          <a:ea typeface="宋体" panose="02010600030101010101" pitchFamily="2" charset="-122"/>
                        </a:rPr>
                        <a:t>三</a:t>
                      </a:r>
                      <a:endParaRPr kumimoji="0" lang="zh-CN" altLang="en-US" sz="2800" b="1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>
                          <a:outerShdw blurRad="38100" dist="38100" dir="2700000" algn="tl">
                            <a:srgbClr val="000000"/>
                          </a:outerShdw>
                        </a:effectLst>
                        <a:latin typeface="Tahoma" panose="020B0604030504040204" pitchFamily="34" charset="0"/>
                        <a:ea typeface="宋体" panose="02010600030101010101" pitchFamily="2" charset="-122"/>
                      </a:endParaRPr>
                    </a:p>
                  </a:txBody>
                  <a:tcPr horzOverflow="overflow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>
                        <a:spcBef>
                          <a:spcPct val="20000"/>
                        </a:spcBef>
                        <a:buClr>
                          <a:schemeClr val="hlink"/>
                        </a:buClr>
                        <a:buSzPct val="80000"/>
                        <a:buFont typeface="Wingdings" panose="05000000000000000000" pitchFamily="2" charset="2"/>
                        <a:defRPr sz="2800"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1pPr>
                      <a:lvl2pPr marL="742950" indent="-285750">
                        <a:spcBef>
                          <a:spcPct val="20000"/>
                        </a:spcBef>
                        <a:buClr>
                          <a:schemeClr val="tx1"/>
                        </a:buClr>
                        <a:defRPr sz="2400"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2pPr>
                      <a:lvl3pPr marL="1143000" indent="-228600">
                        <a:spcBef>
                          <a:spcPct val="20000"/>
                        </a:spcBef>
                        <a:buClr>
                          <a:schemeClr val="hlink"/>
                        </a:buClr>
                        <a:buFont typeface="Wingdings" panose="05000000000000000000" pitchFamily="2" charset="2"/>
                        <a:defRPr sz="2000"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3pPr>
                      <a:lvl4pPr marL="1600200" indent="-228600">
                        <a:spcBef>
                          <a:spcPct val="20000"/>
                        </a:spcBef>
                        <a:defRPr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4pPr>
                      <a:lvl5pPr marL="2057400" indent="-228600">
                        <a:spcBef>
                          <a:spcPct val="20000"/>
                        </a:spcBef>
                        <a:buClr>
                          <a:schemeClr val="hlink"/>
                        </a:buClr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5pPr>
                      <a:lvl6pPr marL="25146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6pPr>
                      <a:lvl7pPr marL="29718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7pPr>
                      <a:lvl8pPr marL="34290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8pPr>
                      <a:lvl9pPr marL="38862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9pPr>
                    </a:lstStyle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buSzPct val="80000"/>
                        <a:buFont typeface="Wingdings" panose="05000000000000000000" pitchFamily="2" charset="2"/>
                        <a:buNone/>
                      </a:pPr>
                      <a:r>
                        <a:rPr kumimoji="0" lang="zh-CN" altLang="en-US" sz="2800" b="1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/>
                            </a:outerShdw>
                          </a:effectLst>
                          <a:latin typeface="Tahoma" panose="020B0604030504040204" pitchFamily="34" charset="0"/>
                          <a:ea typeface="宋体" panose="02010600030101010101" pitchFamily="2" charset="-122"/>
                        </a:rPr>
                        <a:t>四</a:t>
                      </a:r>
                      <a:endParaRPr kumimoji="0" lang="zh-CN" altLang="en-US" sz="2800" b="1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>
                          <a:outerShdw blurRad="38100" dist="38100" dir="2700000" algn="tl">
                            <a:srgbClr val="000000"/>
                          </a:outerShdw>
                        </a:effectLst>
                        <a:latin typeface="Tahoma" panose="020B0604030504040204" pitchFamily="34" charset="0"/>
                        <a:ea typeface="宋体" panose="02010600030101010101" pitchFamily="2" charset="-122"/>
                      </a:endParaRPr>
                    </a:p>
                  </a:txBody>
                  <a:tcPr horzOverflow="overflow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</a:tr>
              <a:tr h="579438">
                <a:tc>
                  <a:txBody>
                    <a:bodyPr/>
                    <a:lstStyle>
                      <a:lvl1pPr>
                        <a:spcBef>
                          <a:spcPct val="20000"/>
                        </a:spcBef>
                        <a:buClr>
                          <a:schemeClr val="hlink"/>
                        </a:buClr>
                        <a:buSzPct val="80000"/>
                        <a:buFont typeface="Wingdings" panose="05000000000000000000" pitchFamily="2" charset="2"/>
                        <a:defRPr sz="2800"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1pPr>
                      <a:lvl2pPr marL="742950" indent="-285750">
                        <a:spcBef>
                          <a:spcPct val="20000"/>
                        </a:spcBef>
                        <a:buClr>
                          <a:schemeClr val="tx1"/>
                        </a:buClr>
                        <a:defRPr sz="2400"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2pPr>
                      <a:lvl3pPr marL="1143000" indent="-228600">
                        <a:spcBef>
                          <a:spcPct val="20000"/>
                        </a:spcBef>
                        <a:buClr>
                          <a:schemeClr val="hlink"/>
                        </a:buClr>
                        <a:buFont typeface="Wingdings" panose="05000000000000000000" pitchFamily="2" charset="2"/>
                        <a:defRPr sz="2000"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3pPr>
                      <a:lvl4pPr marL="1600200" indent="-228600">
                        <a:spcBef>
                          <a:spcPct val="20000"/>
                        </a:spcBef>
                        <a:defRPr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4pPr>
                      <a:lvl5pPr marL="2057400" indent="-228600">
                        <a:spcBef>
                          <a:spcPct val="20000"/>
                        </a:spcBef>
                        <a:buClr>
                          <a:schemeClr val="hlink"/>
                        </a:buClr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5pPr>
                      <a:lvl6pPr marL="25146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6pPr>
                      <a:lvl7pPr marL="29718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7pPr>
                      <a:lvl8pPr marL="34290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8pPr>
                      <a:lvl9pPr marL="38862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9pPr>
                    </a:lstStyle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buSzPct val="80000"/>
                        <a:buFont typeface="Wingdings" panose="05000000000000000000" pitchFamily="2" charset="2"/>
                        <a:buNone/>
                      </a:pPr>
                      <a:r>
                        <a:rPr kumimoji="0" lang="zh-CN" altLang="en-US" sz="28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/>
                            </a:outerShdw>
                          </a:effectLst>
                          <a:latin typeface="Tahoma" panose="020B0604030504040204" pitchFamily="34" charset="0"/>
                          <a:ea typeface="宋体" panose="02010600030101010101" pitchFamily="2" charset="-122"/>
                        </a:rPr>
                        <a:t>零</a:t>
                      </a:r>
                      <a:endParaRPr kumimoji="0" lang="zh-CN" altLang="en-US" sz="2800" b="1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>
                          <a:outerShdw blurRad="38100" dist="38100" dir="2700000" algn="tl">
                            <a:srgbClr val="000000"/>
                          </a:outerShdw>
                        </a:effectLst>
                        <a:latin typeface="Tahoma" panose="020B0604030504040204" pitchFamily="34" charset="0"/>
                        <a:ea typeface="宋体" panose="02010600030101010101" pitchFamily="2" charset="-122"/>
                      </a:endParaRPr>
                    </a:p>
                  </a:txBody>
                  <a:tcPr horzOverflow="overflow">
                    <a:lnL>
                      <a:noFill/>
                    </a:lnL>
                    <a:lnR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>
                      <a:noFill/>
                    </a:lnT>
                    <a:lnB>
                      <a:noFill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>
                        <a:spcBef>
                          <a:spcPct val="20000"/>
                        </a:spcBef>
                        <a:buClr>
                          <a:schemeClr val="hlink"/>
                        </a:buClr>
                        <a:buSzPct val="80000"/>
                        <a:buFont typeface="Wingdings" panose="05000000000000000000" pitchFamily="2" charset="2"/>
                        <a:defRPr sz="2800"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1pPr>
                      <a:lvl2pPr marL="742950" indent="-285750">
                        <a:spcBef>
                          <a:spcPct val="20000"/>
                        </a:spcBef>
                        <a:buClr>
                          <a:schemeClr val="tx1"/>
                        </a:buClr>
                        <a:defRPr sz="2400"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2pPr>
                      <a:lvl3pPr marL="1143000" indent="-228600">
                        <a:spcBef>
                          <a:spcPct val="20000"/>
                        </a:spcBef>
                        <a:buClr>
                          <a:schemeClr val="hlink"/>
                        </a:buClr>
                        <a:buFont typeface="Wingdings" panose="05000000000000000000" pitchFamily="2" charset="2"/>
                        <a:defRPr sz="2000"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3pPr>
                      <a:lvl4pPr marL="1600200" indent="-228600">
                        <a:spcBef>
                          <a:spcPct val="20000"/>
                        </a:spcBef>
                        <a:defRPr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4pPr>
                      <a:lvl5pPr marL="2057400" indent="-228600">
                        <a:spcBef>
                          <a:spcPct val="20000"/>
                        </a:spcBef>
                        <a:buClr>
                          <a:schemeClr val="hlink"/>
                        </a:buClr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5pPr>
                      <a:lvl6pPr marL="25146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6pPr>
                      <a:lvl7pPr marL="29718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7pPr>
                      <a:lvl8pPr marL="34290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8pPr>
                      <a:lvl9pPr marL="38862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9pPr>
                    </a:lstStyle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buSzPct val="80000"/>
                        <a:buFont typeface="Wingdings" panose="05000000000000000000" pitchFamily="2" charset="2"/>
                        <a:buNone/>
                      </a:pPr>
                      <a:r>
                        <a:rPr kumimoji="0" lang="en-US" altLang="zh-CN" sz="2800" b="1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/>
                            </a:outerShdw>
                          </a:effectLst>
                          <a:latin typeface="Tahoma" panose="020B0604030504040204" pitchFamily="34" charset="0"/>
                          <a:ea typeface="宋体" panose="02010600030101010101" pitchFamily="2" charset="-122"/>
                        </a:rPr>
                        <a:t>0</a:t>
                      </a:r>
                      <a:endParaRPr kumimoji="0" lang="en-US" altLang="zh-CN" sz="2800" b="1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>
                          <a:outerShdw blurRad="38100" dist="38100" dir="2700000" algn="tl">
                            <a:srgbClr val="000000"/>
                          </a:outerShdw>
                        </a:effectLst>
                        <a:latin typeface="Tahoma" panose="020B0604030504040204" pitchFamily="34" charset="0"/>
                        <a:ea typeface="宋体" panose="02010600030101010101" pitchFamily="2" charset="-122"/>
                      </a:endParaRPr>
                    </a:p>
                  </a:txBody>
                  <a:tcPr horzOverflow="overflow">
                    <a:lnL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>
                        <a:spcBef>
                          <a:spcPct val="20000"/>
                        </a:spcBef>
                        <a:buClr>
                          <a:schemeClr val="hlink"/>
                        </a:buClr>
                        <a:buSzPct val="80000"/>
                        <a:buFont typeface="Wingdings" panose="05000000000000000000" pitchFamily="2" charset="2"/>
                        <a:defRPr sz="2800"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1pPr>
                      <a:lvl2pPr marL="742950" indent="-285750">
                        <a:spcBef>
                          <a:spcPct val="20000"/>
                        </a:spcBef>
                        <a:buClr>
                          <a:schemeClr val="tx1"/>
                        </a:buClr>
                        <a:defRPr sz="2400"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2pPr>
                      <a:lvl3pPr marL="1143000" indent="-228600">
                        <a:spcBef>
                          <a:spcPct val="20000"/>
                        </a:spcBef>
                        <a:buClr>
                          <a:schemeClr val="hlink"/>
                        </a:buClr>
                        <a:buFont typeface="Wingdings" panose="05000000000000000000" pitchFamily="2" charset="2"/>
                        <a:defRPr sz="2000"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3pPr>
                      <a:lvl4pPr marL="1600200" indent="-228600">
                        <a:spcBef>
                          <a:spcPct val="20000"/>
                        </a:spcBef>
                        <a:defRPr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4pPr>
                      <a:lvl5pPr marL="2057400" indent="-228600">
                        <a:spcBef>
                          <a:spcPct val="20000"/>
                        </a:spcBef>
                        <a:buClr>
                          <a:schemeClr val="hlink"/>
                        </a:buClr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5pPr>
                      <a:lvl6pPr marL="25146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6pPr>
                      <a:lvl7pPr marL="29718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7pPr>
                      <a:lvl8pPr marL="34290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8pPr>
                      <a:lvl9pPr marL="38862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9pPr>
                    </a:lstStyle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buSzPct val="80000"/>
                        <a:buFont typeface="Wingdings" panose="05000000000000000000" pitchFamily="2" charset="2"/>
                        <a:buNone/>
                      </a:pPr>
                      <a:r>
                        <a:rPr kumimoji="0" lang="en-US" altLang="zh-CN" sz="2800" b="1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/>
                            </a:outerShdw>
                          </a:effectLst>
                          <a:latin typeface="Tahoma" panose="020B0604030504040204" pitchFamily="34" charset="0"/>
                          <a:ea typeface="宋体" panose="02010600030101010101" pitchFamily="2" charset="-122"/>
                        </a:rPr>
                        <a:t>1</a:t>
                      </a:r>
                      <a:endParaRPr kumimoji="0" lang="en-US" altLang="zh-CN" sz="2800" b="1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>
                          <a:outerShdw blurRad="38100" dist="38100" dir="2700000" algn="tl">
                            <a:srgbClr val="000000"/>
                          </a:outerShdw>
                        </a:effectLst>
                        <a:latin typeface="Tahoma" panose="020B0604030504040204" pitchFamily="34" charset="0"/>
                        <a:ea typeface="宋体" panose="02010600030101010101" pitchFamily="2" charset="-122"/>
                      </a:endParaRP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>
                        <a:spcBef>
                          <a:spcPct val="20000"/>
                        </a:spcBef>
                        <a:buClr>
                          <a:schemeClr val="hlink"/>
                        </a:buClr>
                        <a:buSzPct val="80000"/>
                        <a:buFont typeface="Wingdings" panose="05000000000000000000" pitchFamily="2" charset="2"/>
                        <a:defRPr sz="2800"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1pPr>
                      <a:lvl2pPr marL="742950" indent="-285750">
                        <a:spcBef>
                          <a:spcPct val="20000"/>
                        </a:spcBef>
                        <a:buClr>
                          <a:schemeClr val="tx1"/>
                        </a:buClr>
                        <a:defRPr sz="2400"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2pPr>
                      <a:lvl3pPr marL="1143000" indent="-228600">
                        <a:spcBef>
                          <a:spcPct val="20000"/>
                        </a:spcBef>
                        <a:buClr>
                          <a:schemeClr val="hlink"/>
                        </a:buClr>
                        <a:buFont typeface="Wingdings" panose="05000000000000000000" pitchFamily="2" charset="2"/>
                        <a:defRPr sz="2000"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3pPr>
                      <a:lvl4pPr marL="1600200" indent="-228600">
                        <a:spcBef>
                          <a:spcPct val="20000"/>
                        </a:spcBef>
                        <a:defRPr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4pPr>
                      <a:lvl5pPr marL="2057400" indent="-228600">
                        <a:spcBef>
                          <a:spcPct val="20000"/>
                        </a:spcBef>
                        <a:buClr>
                          <a:schemeClr val="hlink"/>
                        </a:buClr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5pPr>
                      <a:lvl6pPr marL="25146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6pPr>
                      <a:lvl7pPr marL="29718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7pPr>
                      <a:lvl8pPr marL="34290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8pPr>
                      <a:lvl9pPr marL="38862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9pPr>
                    </a:lstStyle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buSzPct val="80000"/>
                        <a:buFont typeface="Wingdings" panose="05000000000000000000" pitchFamily="2" charset="2"/>
                        <a:buNone/>
                      </a:pPr>
                      <a:r>
                        <a:rPr kumimoji="0" lang="en-US" altLang="zh-CN" sz="2800" b="1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/>
                            </a:outerShdw>
                          </a:effectLst>
                          <a:latin typeface="Tahoma" panose="020B0604030504040204" pitchFamily="34" charset="0"/>
                          <a:ea typeface="宋体" panose="02010600030101010101" pitchFamily="2" charset="-122"/>
                        </a:rPr>
                        <a:t>2</a:t>
                      </a:r>
                      <a:endParaRPr kumimoji="0" lang="en-US" altLang="zh-CN" sz="2800" b="1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>
                          <a:outerShdw blurRad="38100" dist="38100" dir="2700000" algn="tl">
                            <a:srgbClr val="000000"/>
                          </a:outerShdw>
                        </a:effectLst>
                        <a:latin typeface="Tahoma" panose="020B0604030504040204" pitchFamily="34" charset="0"/>
                        <a:ea typeface="宋体" panose="02010600030101010101" pitchFamily="2" charset="-122"/>
                      </a:endParaRP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>
                        <a:spcBef>
                          <a:spcPct val="20000"/>
                        </a:spcBef>
                        <a:buClr>
                          <a:schemeClr val="hlink"/>
                        </a:buClr>
                        <a:buSzPct val="80000"/>
                        <a:buFont typeface="Wingdings" panose="05000000000000000000" pitchFamily="2" charset="2"/>
                        <a:defRPr sz="2800"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1pPr>
                      <a:lvl2pPr marL="742950" indent="-285750">
                        <a:spcBef>
                          <a:spcPct val="20000"/>
                        </a:spcBef>
                        <a:buClr>
                          <a:schemeClr val="tx1"/>
                        </a:buClr>
                        <a:defRPr sz="2400"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2pPr>
                      <a:lvl3pPr marL="1143000" indent="-228600">
                        <a:spcBef>
                          <a:spcPct val="20000"/>
                        </a:spcBef>
                        <a:buClr>
                          <a:schemeClr val="hlink"/>
                        </a:buClr>
                        <a:buFont typeface="Wingdings" panose="05000000000000000000" pitchFamily="2" charset="2"/>
                        <a:defRPr sz="2000"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3pPr>
                      <a:lvl4pPr marL="1600200" indent="-228600">
                        <a:spcBef>
                          <a:spcPct val="20000"/>
                        </a:spcBef>
                        <a:defRPr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4pPr>
                      <a:lvl5pPr marL="2057400" indent="-228600">
                        <a:spcBef>
                          <a:spcPct val="20000"/>
                        </a:spcBef>
                        <a:buClr>
                          <a:schemeClr val="hlink"/>
                        </a:buClr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5pPr>
                      <a:lvl6pPr marL="25146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6pPr>
                      <a:lvl7pPr marL="29718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7pPr>
                      <a:lvl8pPr marL="34290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8pPr>
                      <a:lvl9pPr marL="38862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9pPr>
                    </a:lstStyle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buSzPct val="80000"/>
                        <a:buFont typeface="Wingdings" panose="05000000000000000000" pitchFamily="2" charset="2"/>
                        <a:buNone/>
                      </a:pPr>
                      <a:r>
                        <a:rPr kumimoji="0" lang="en-US" altLang="zh-CN" sz="2800" b="1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/>
                            </a:outerShdw>
                          </a:effectLst>
                          <a:latin typeface="Tahoma" panose="020B0604030504040204" pitchFamily="34" charset="0"/>
                          <a:ea typeface="宋体" panose="02010600030101010101" pitchFamily="2" charset="-122"/>
                        </a:rPr>
                        <a:t>3</a:t>
                      </a:r>
                      <a:endParaRPr kumimoji="0" lang="en-US" altLang="zh-CN" sz="2800" b="1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>
                          <a:outerShdw blurRad="38100" dist="38100" dir="2700000" algn="tl">
                            <a:srgbClr val="000000"/>
                          </a:outerShdw>
                        </a:effectLst>
                        <a:latin typeface="Tahoma" panose="020B0604030504040204" pitchFamily="34" charset="0"/>
                        <a:ea typeface="宋体" panose="02010600030101010101" pitchFamily="2" charset="-122"/>
                      </a:endParaRP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>
                        <a:spcBef>
                          <a:spcPct val="20000"/>
                        </a:spcBef>
                        <a:buClr>
                          <a:schemeClr val="hlink"/>
                        </a:buClr>
                        <a:buSzPct val="80000"/>
                        <a:buFont typeface="Wingdings" panose="05000000000000000000" pitchFamily="2" charset="2"/>
                        <a:defRPr sz="2800"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1pPr>
                      <a:lvl2pPr marL="742950" indent="-285750">
                        <a:spcBef>
                          <a:spcPct val="20000"/>
                        </a:spcBef>
                        <a:buClr>
                          <a:schemeClr val="tx1"/>
                        </a:buClr>
                        <a:defRPr sz="2400"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2pPr>
                      <a:lvl3pPr marL="1143000" indent="-228600">
                        <a:spcBef>
                          <a:spcPct val="20000"/>
                        </a:spcBef>
                        <a:buClr>
                          <a:schemeClr val="hlink"/>
                        </a:buClr>
                        <a:buFont typeface="Wingdings" panose="05000000000000000000" pitchFamily="2" charset="2"/>
                        <a:defRPr sz="2000"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3pPr>
                      <a:lvl4pPr marL="1600200" indent="-228600">
                        <a:spcBef>
                          <a:spcPct val="20000"/>
                        </a:spcBef>
                        <a:defRPr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4pPr>
                      <a:lvl5pPr marL="2057400" indent="-228600">
                        <a:spcBef>
                          <a:spcPct val="20000"/>
                        </a:spcBef>
                        <a:buClr>
                          <a:schemeClr val="hlink"/>
                        </a:buClr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5pPr>
                      <a:lvl6pPr marL="25146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6pPr>
                      <a:lvl7pPr marL="29718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7pPr>
                      <a:lvl8pPr marL="34290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8pPr>
                      <a:lvl9pPr marL="38862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9pPr>
                    </a:lstStyle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buSzPct val="80000"/>
                        <a:buFont typeface="Wingdings" panose="05000000000000000000" pitchFamily="2" charset="2"/>
                        <a:buNone/>
                      </a:pPr>
                      <a:r>
                        <a:rPr kumimoji="0" lang="en-US" altLang="zh-CN" sz="2800" b="1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/>
                            </a:outerShdw>
                          </a:effectLst>
                          <a:latin typeface="Tahoma" panose="020B0604030504040204" pitchFamily="34" charset="0"/>
                          <a:ea typeface="宋体" panose="02010600030101010101" pitchFamily="2" charset="-122"/>
                        </a:rPr>
                        <a:t>4</a:t>
                      </a:r>
                      <a:endParaRPr kumimoji="0" lang="en-US" altLang="zh-CN" sz="2800" b="1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>
                          <a:outerShdw blurRad="38100" dist="38100" dir="2700000" algn="tl">
                            <a:srgbClr val="000000"/>
                          </a:outerShdw>
                        </a:effectLst>
                        <a:latin typeface="Tahoma" panose="020B0604030504040204" pitchFamily="34" charset="0"/>
                        <a:ea typeface="宋体" panose="02010600030101010101" pitchFamily="2" charset="-122"/>
                      </a:endParaRP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</a:tr>
              <a:tr h="576263">
                <a:tc>
                  <a:txBody>
                    <a:bodyPr/>
                    <a:lstStyle>
                      <a:lvl1pPr>
                        <a:spcBef>
                          <a:spcPct val="20000"/>
                        </a:spcBef>
                        <a:buClr>
                          <a:schemeClr val="hlink"/>
                        </a:buClr>
                        <a:buSzPct val="80000"/>
                        <a:buFont typeface="Wingdings" panose="05000000000000000000" pitchFamily="2" charset="2"/>
                        <a:defRPr sz="2800"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1pPr>
                      <a:lvl2pPr marL="742950" indent="-285750">
                        <a:spcBef>
                          <a:spcPct val="20000"/>
                        </a:spcBef>
                        <a:buClr>
                          <a:schemeClr val="tx1"/>
                        </a:buClr>
                        <a:defRPr sz="2400"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2pPr>
                      <a:lvl3pPr marL="1143000" indent="-228600">
                        <a:spcBef>
                          <a:spcPct val="20000"/>
                        </a:spcBef>
                        <a:buClr>
                          <a:schemeClr val="hlink"/>
                        </a:buClr>
                        <a:buFont typeface="Wingdings" panose="05000000000000000000" pitchFamily="2" charset="2"/>
                        <a:defRPr sz="2000"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3pPr>
                      <a:lvl4pPr marL="1600200" indent="-228600">
                        <a:spcBef>
                          <a:spcPct val="20000"/>
                        </a:spcBef>
                        <a:defRPr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4pPr>
                      <a:lvl5pPr marL="2057400" indent="-228600">
                        <a:spcBef>
                          <a:spcPct val="20000"/>
                        </a:spcBef>
                        <a:buClr>
                          <a:schemeClr val="hlink"/>
                        </a:buClr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5pPr>
                      <a:lvl6pPr marL="25146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6pPr>
                      <a:lvl7pPr marL="29718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7pPr>
                      <a:lvl8pPr marL="34290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8pPr>
                      <a:lvl9pPr marL="38862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9pPr>
                    </a:lstStyle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buSzPct val="80000"/>
                        <a:buFont typeface="Wingdings" panose="05000000000000000000" pitchFamily="2" charset="2"/>
                        <a:buNone/>
                      </a:pPr>
                      <a:r>
                        <a:rPr kumimoji="0" lang="zh-CN" altLang="en-US" sz="2800" b="1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/>
                            </a:outerShdw>
                          </a:effectLst>
                          <a:latin typeface="Tahoma" panose="020B0604030504040204" pitchFamily="34" charset="0"/>
                          <a:ea typeface="宋体" panose="02010600030101010101" pitchFamily="2" charset="-122"/>
                        </a:rPr>
                        <a:t>一</a:t>
                      </a:r>
                      <a:endParaRPr kumimoji="0" lang="zh-CN" altLang="en-US" sz="2800" b="1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>
                          <a:outerShdw blurRad="38100" dist="38100" dir="2700000" algn="tl">
                            <a:srgbClr val="000000"/>
                          </a:outerShdw>
                        </a:effectLst>
                        <a:latin typeface="Tahoma" panose="020B0604030504040204" pitchFamily="34" charset="0"/>
                        <a:ea typeface="宋体" panose="02010600030101010101" pitchFamily="2" charset="-122"/>
                      </a:endParaRPr>
                    </a:p>
                  </a:txBody>
                  <a:tcPr horzOverflow="overflow">
                    <a:lnL>
                      <a:noFill/>
                    </a:lnL>
                    <a:lnR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>
                      <a:noFill/>
                    </a:lnT>
                    <a:lnB>
                      <a:noFill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>
                        <a:spcBef>
                          <a:spcPct val="20000"/>
                        </a:spcBef>
                        <a:buClr>
                          <a:schemeClr val="hlink"/>
                        </a:buClr>
                        <a:buSzPct val="80000"/>
                        <a:buFont typeface="Wingdings" panose="05000000000000000000" pitchFamily="2" charset="2"/>
                        <a:defRPr sz="2800"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1pPr>
                      <a:lvl2pPr marL="742950" indent="-285750">
                        <a:spcBef>
                          <a:spcPct val="20000"/>
                        </a:spcBef>
                        <a:buClr>
                          <a:schemeClr val="tx1"/>
                        </a:buClr>
                        <a:defRPr sz="2400"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2pPr>
                      <a:lvl3pPr marL="1143000" indent="-228600">
                        <a:spcBef>
                          <a:spcPct val="20000"/>
                        </a:spcBef>
                        <a:buClr>
                          <a:schemeClr val="hlink"/>
                        </a:buClr>
                        <a:buFont typeface="Wingdings" panose="05000000000000000000" pitchFamily="2" charset="2"/>
                        <a:defRPr sz="2000"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3pPr>
                      <a:lvl4pPr marL="1600200" indent="-228600">
                        <a:spcBef>
                          <a:spcPct val="20000"/>
                        </a:spcBef>
                        <a:defRPr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4pPr>
                      <a:lvl5pPr marL="2057400" indent="-228600">
                        <a:spcBef>
                          <a:spcPct val="20000"/>
                        </a:spcBef>
                        <a:buClr>
                          <a:schemeClr val="hlink"/>
                        </a:buClr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5pPr>
                      <a:lvl6pPr marL="25146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6pPr>
                      <a:lvl7pPr marL="29718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7pPr>
                      <a:lvl8pPr marL="34290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8pPr>
                      <a:lvl9pPr marL="38862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9pPr>
                    </a:lstStyle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buSzPct val="80000"/>
                        <a:buFont typeface="Wingdings" panose="05000000000000000000" pitchFamily="2" charset="2"/>
                        <a:buNone/>
                      </a:pPr>
                      <a:r>
                        <a:rPr kumimoji="0" lang="en-US" altLang="zh-CN" sz="2800" b="1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/>
                            </a:outerShdw>
                          </a:effectLst>
                          <a:latin typeface="Tahoma" panose="020B0604030504040204" pitchFamily="34" charset="0"/>
                          <a:ea typeface="宋体" panose="02010600030101010101" pitchFamily="2" charset="-122"/>
                        </a:rPr>
                        <a:t>1</a:t>
                      </a:r>
                      <a:endParaRPr kumimoji="0" lang="en-US" altLang="zh-CN" sz="2800" b="1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>
                          <a:outerShdw blurRad="38100" dist="38100" dir="2700000" algn="tl">
                            <a:srgbClr val="000000"/>
                          </a:outerShdw>
                        </a:effectLst>
                        <a:latin typeface="Tahoma" panose="020B0604030504040204" pitchFamily="34" charset="0"/>
                        <a:ea typeface="宋体" panose="02010600030101010101" pitchFamily="2" charset="-122"/>
                      </a:endParaRPr>
                    </a:p>
                  </a:txBody>
                  <a:tcPr horzOverflow="overflow">
                    <a:lnL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>
                        <a:spcBef>
                          <a:spcPct val="20000"/>
                        </a:spcBef>
                        <a:buClr>
                          <a:schemeClr val="hlink"/>
                        </a:buClr>
                        <a:buSzPct val="80000"/>
                        <a:buFont typeface="Wingdings" panose="05000000000000000000" pitchFamily="2" charset="2"/>
                        <a:defRPr sz="2800"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1pPr>
                      <a:lvl2pPr marL="742950" indent="-285750">
                        <a:spcBef>
                          <a:spcPct val="20000"/>
                        </a:spcBef>
                        <a:buClr>
                          <a:schemeClr val="tx1"/>
                        </a:buClr>
                        <a:defRPr sz="2400"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2pPr>
                      <a:lvl3pPr marL="1143000" indent="-228600">
                        <a:spcBef>
                          <a:spcPct val="20000"/>
                        </a:spcBef>
                        <a:buClr>
                          <a:schemeClr val="hlink"/>
                        </a:buClr>
                        <a:buFont typeface="Wingdings" panose="05000000000000000000" pitchFamily="2" charset="2"/>
                        <a:defRPr sz="2000"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3pPr>
                      <a:lvl4pPr marL="1600200" indent="-228600">
                        <a:spcBef>
                          <a:spcPct val="20000"/>
                        </a:spcBef>
                        <a:defRPr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4pPr>
                      <a:lvl5pPr marL="2057400" indent="-228600">
                        <a:spcBef>
                          <a:spcPct val="20000"/>
                        </a:spcBef>
                        <a:buClr>
                          <a:schemeClr val="hlink"/>
                        </a:buClr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5pPr>
                      <a:lvl6pPr marL="25146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6pPr>
                      <a:lvl7pPr marL="29718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7pPr>
                      <a:lvl8pPr marL="34290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8pPr>
                      <a:lvl9pPr marL="38862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9pPr>
                    </a:lstStyle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buSzPct val="80000"/>
                        <a:buFont typeface="Wingdings" panose="05000000000000000000" pitchFamily="2" charset="2"/>
                        <a:buNone/>
                      </a:pPr>
                      <a:r>
                        <a:rPr kumimoji="0" lang="en-US" altLang="zh-CN" sz="2800" b="1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/>
                            </a:outerShdw>
                          </a:effectLst>
                          <a:latin typeface="Tahoma" panose="020B0604030504040204" pitchFamily="34" charset="0"/>
                          <a:ea typeface="宋体" panose="02010600030101010101" pitchFamily="2" charset="-122"/>
                        </a:rPr>
                        <a:t>2</a:t>
                      </a:r>
                      <a:endParaRPr kumimoji="0" lang="en-US" altLang="zh-CN" sz="2800" b="1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>
                          <a:outerShdw blurRad="38100" dist="38100" dir="2700000" algn="tl">
                            <a:srgbClr val="000000"/>
                          </a:outerShdw>
                        </a:effectLst>
                        <a:latin typeface="Tahoma" panose="020B0604030504040204" pitchFamily="34" charset="0"/>
                        <a:ea typeface="宋体" panose="02010600030101010101" pitchFamily="2" charset="-122"/>
                      </a:endParaRP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>
                        <a:spcBef>
                          <a:spcPct val="20000"/>
                        </a:spcBef>
                        <a:buClr>
                          <a:schemeClr val="hlink"/>
                        </a:buClr>
                        <a:buSzPct val="80000"/>
                        <a:buFont typeface="Wingdings" panose="05000000000000000000" pitchFamily="2" charset="2"/>
                        <a:defRPr sz="2800"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1pPr>
                      <a:lvl2pPr marL="742950" indent="-285750">
                        <a:spcBef>
                          <a:spcPct val="20000"/>
                        </a:spcBef>
                        <a:buClr>
                          <a:schemeClr val="tx1"/>
                        </a:buClr>
                        <a:defRPr sz="2400"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2pPr>
                      <a:lvl3pPr marL="1143000" indent="-228600">
                        <a:spcBef>
                          <a:spcPct val="20000"/>
                        </a:spcBef>
                        <a:buClr>
                          <a:schemeClr val="hlink"/>
                        </a:buClr>
                        <a:buFont typeface="Wingdings" panose="05000000000000000000" pitchFamily="2" charset="2"/>
                        <a:defRPr sz="2000"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3pPr>
                      <a:lvl4pPr marL="1600200" indent="-228600">
                        <a:spcBef>
                          <a:spcPct val="20000"/>
                        </a:spcBef>
                        <a:defRPr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4pPr>
                      <a:lvl5pPr marL="2057400" indent="-228600">
                        <a:spcBef>
                          <a:spcPct val="20000"/>
                        </a:spcBef>
                        <a:buClr>
                          <a:schemeClr val="hlink"/>
                        </a:buClr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5pPr>
                      <a:lvl6pPr marL="25146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6pPr>
                      <a:lvl7pPr marL="29718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7pPr>
                      <a:lvl8pPr marL="34290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8pPr>
                      <a:lvl9pPr marL="38862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9pPr>
                    </a:lstStyle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buSzPct val="80000"/>
                        <a:buFont typeface="Wingdings" panose="05000000000000000000" pitchFamily="2" charset="2"/>
                        <a:buNone/>
                      </a:pPr>
                      <a:r>
                        <a:rPr kumimoji="0" lang="en-US" altLang="zh-CN" sz="2800" b="1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/>
                            </a:outerShdw>
                          </a:effectLst>
                          <a:latin typeface="Tahoma" panose="020B0604030504040204" pitchFamily="34" charset="0"/>
                          <a:ea typeface="宋体" panose="02010600030101010101" pitchFamily="2" charset="-122"/>
                        </a:rPr>
                        <a:t>3</a:t>
                      </a:r>
                      <a:endParaRPr kumimoji="0" lang="en-US" altLang="zh-CN" sz="2800" b="1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>
                          <a:outerShdw blurRad="38100" dist="38100" dir="2700000" algn="tl">
                            <a:srgbClr val="000000"/>
                          </a:outerShdw>
                        </a:effectLst>
                        <a:latin typeface="Tahoma" panose="020B0604030504040204" pitchFamily="34" charset="0"/>
                        <a:ea typeface="宋体" panose="02010600030101010101" pitchFamily="2" charset="-122"/>
                      </a:endParaRP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>
                        <a:spcBef>
                          <a:spcPct val="20000"/>
                        </a:spcBef>
                        <a:buClr>
                          <a:schemeClr val="hlink"/>
                        </a:buClr>
                        <a:buSzPct val="80000"/>
                        <a:buFont typeface="Wingdings" panose="05000000000000000000" pitchFamily="2" charset="2"/>
                        <a:defRPr sz="2800"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1pPr>
                      <a:lvl2pPr marL="742950" indent="-285750">
                        <a:spcBef>
                          <a:spcPct val="20000"/>
                        </a:spcBef>
                        <a:buClr>
                          <a:schemeClr val="tx1"/>
                        </a:buClr>
                        <a:defRPr sz="2400"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2pPr>
                      <a:lvl3pPr marL="1143000" indent="-228600">
                        <a:spcBef>
                          <a:spcPct val="20000"/>
                        </a:spcBef>
                        <a:buClr>
                          <a:schemeClr val="hlink"/>
                        </a:buClr>
                        <a:buFont typeface="Wingdings" panose="05000000000000000000" pitchFamily="2" charset="2"/>
                        <a:defRPr sz="2000"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3pPr>
                      <a:lvl4pPr marL="1600200" indent="-228600">
                        <a:spcBef>
                          <a:spcPct val="20000"/>
                        </a:spcBef>
                        <a:defRPr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4pPr>
                      <a:lvl5pPr marL="2057400" indent="-228600">
                        <a:spcBef>
                          <a:spcPct val="20000"/>
                        </a:spcBef>
                        <a:buClr>
                          <a:schemeClr val="hlink"/>
                        </a:buClr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5pPr>
                      <a:lvl6pPr marL="25146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6pPr>
                      <a:lvl7pPr marL="29718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7pPr>
                      <a:lvl8pPr marL="34290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8pPr>
                      <a:lvl9pPr marL="38862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9pPr>
                    </a:lstStyle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buSzPct val="80000"/>
                        <a:buFont typeface="Wingdings" panose="05000000000000000000" pitchFamily="2" charset="2"/>
                        <a:buNone/>
                      </a:pPr>
                      <a:r>
                        <a:rPr kumimoji="0" lang="en-US" altLang="zh-CN" sz="2800" b="1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/>
                            </a:outerShdw>
                          </a:effectLst>
                          <a:latin typeface="Tahoma" panose="020B0604030504040204" pitchFamily="34" charset="0"/>
                          <a:ea typeface="宋体" panose="02010600030101010101" pitchFamily="2" charset="-122"/>
                        </a:rPr>
                        <a:t>4</a:t>
                      </a:r>
                      <a:endParaRPr kumimoji="0" lang="en-US" altLang="zh-CN" sz="2800" b="1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>
                          <a:outerShdw blurRad="38100" dist="38100" dir="2700000" algn="tl">
                            <a:srgbClr val="000000"/>
                          </a:outerShdw>
                        </a:effectLst>
                        <a:latin typeface="Tahoma" panose="020B0604030504040204" pitchFamily="34" charset="0"/>
                        <a:ea typeface="宋体" panose="02010600030101010101" pitchFamily="2" charset="-122"/>
                      </a:endParaRP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>
                        <a:spcBef>
                          <a:spcPct val="20000"/>
                        </a:spcBef>
                        <a:buClr>
                          <a:schemeClr val="hlink"/>
                        </a:buClr>
                        <a:buSzPct val="80000"/>
                        <a:buFont typeface="Wingdings" panose="05000000000000000000" pitchFamily="2" charset="2"/>
                        <a:defRPr sz="2800"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1pPr>
                      <a:lvl2pPr marL="742950" indent="-285750">
                        <a:spcBef>
                          <a:spcPct val="20000"/>
                        </a:spcBef>
                        <a:buClr>
                          <a:schemeClr val="tx1"/>
                        </a:buClr>
                        <a:defRPr sz="2400"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2pPr>
                      <a:lvl3pPr marL="1143000" indent="-228600">
                        <a:spcBef>
                          <a:spcPct val="20000"/>
                        </a:spcBef>
                        <a:buClr>
                          <a:schemeClr val="hlink"/>
                        </a:buClr>
                        <a:buFont typeface="Wingdings" panose="05000000000000000000" pitchFamily="2" charset="2"/>
                        <a:defRPr sz="2000"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3pPr>
                      <a:lvl4pPr marL="1600200" indent="-228600">
                        <a:spcBef>
                          <a:spcPct val="20000"/>
                        </a:spcBef>
                        <a:defRPr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4pPr>
                      <a:lvl5pPr marL="2057400" indent="-228600">
                        <a:spcBef>
                          <a:spcPct val="20000"/>
                        </a:spcBef>
                        <a:buClr>
                          <a:schemeClr val="hlink"/>
                        </a:buClr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5pPr>
                      <a:lvl6pPr marL="25146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6pPr>
                      <a:lvl7pPr marL="29718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7pPr>
                      <a:lvl8pPr marL="34290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8pPr>
                      <a:lvl9pPr marL="38862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9pPr>
                    </a:lstStyle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buSzPct val="80000"/>
                        <a:buFont typeface="Wingdings" panose="05000000000000000000" pitchFamily="2" charset="2"/>
                        <a:buNone/>
                      </a:pPr>
                      <a:r>
                        <a:rPr kumimoji="0" lang="en-US" altLang="zh-CN" sz="2800" b="1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/>
                            </a:outerShdw>
                          </a:effectLst>
                          <a:latin typeface="Tahoma" panose="020B0604030504040204" pitchFamily="34" charset="0"/>
                          <a:ea typeface="宋体" panose="02010600030101010101" pitchFamily="2" charset="-122"/>
                        </a:rPr>
                        <a:t>5</a:t>
                      </a:r>
                      <a:endParaRPr kumimoji="0" lang="en-US" altLang="zh-CN" sz="2800" b="1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>
                          <a:outerShdw blurRad="38100" dist="38100" dir="2700000" algn="tl">
                            <a:srgbClr val="000000"/>
                          </a:outerShdw>
                        </a:effectLst>
                        <a:latin typeface="Tahoma" panose="020B0604030504040204" pitchFamily="34" charset="0"/>
                        <a:ea typeface="宋体" panose="02010600030101010101" pitchFamily="2" charset="-122"/>
                      </a:endParaRP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</a:tr>
              <a:tr h="574675">
                <a:tc>
                  <a:txBody>
                    <a:bodyPr/>
                    <a:lstStyle>
                      <a:lvl1pPr>
                        <a:spcBef>
                          <a:spcPct val="20000"/>
                        </a:spcBef>
                        <a:buClr>
                          <a:schemeClr val="hlink"/>
                        </a:buClr>
                        <a:buSzPct val="80000"/>
                        <a:buFont typeface="Wingdings" panose="05000000000000000000" pitchFamily="2" charset="2"/>
                        <a:defRPr sz="2800"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1pPr>
                      <a:lvl2pPr marL="742950" indent="-285750">
                        <a:spcBef>
                          <a:spcPct val="20000"/>
                        </a:spcBef>
                        <a:buClr>
                          <a:schemeClr val="tx1"/>
                        </a:buClr>
                        <a:defRPr sz="2400"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2pPr>
                      <a:lvl3pPr marL="1143000" indent="-228600">
                        <a:spcBef>
                          <a:spcPct val="20000"/>
                        </a:spcBef>
                        <a:buClr>
                          <a:schemeClr val="hlink"/>
                        </a:buClr>
                        <a:buFont typeface="Wingdings" panose="05000000000000000000" pitchFamily="2" charset="2"/>
                        <a:defRPr sz="2000"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3pPr>
                      <a:lvl4pPr marL="1600200" indent="-228600">
                        <a:spcBef>
                          <a:spcPct val="20000"/>
                        </a:spcBef>
                        <a:defRPr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4pPr>
                      <a:lvl5pPr marL="2057400" indent="-228600">
                        <a:spcBef>
                          <a:spcPct val="20000"/>
                        </a:spcBef>
                        <a:buClr>
                          <a:schemeClr val="hlink"/>
                        </a:buClr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5pPr>
                      <a:lvl6pPr marL="25146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6pPr>
                      <a:lvl7pPr marL="29718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7pPr>
                      <a:lvl8pPr marL="34290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8pPr>
                      <a:lvl9pPr marL="38862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9pPr>
                    </a:lstStyle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buSzPct val="80000"/>
                        <a:buFont typeface="Wingdings" panose="05000000000000000000" pitchFamily="2" charset="2"/>
                        <a:buNone/>
                      </a:pPr>
                      <a:r>
                        <a:rPr kumimoji="0" lang="zh-CN" altLang="en-US" sz="2800" b="1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/>
                            </a:outerShdw>
                          </a:effectLst>
                          <a:latin typeface="Tahoma" panose="020B0604030504040204" pitchFamily="34" charset="0"/>
                          <a:ea typeface="宋体" panose="02010600030101010101" pitchFamily="2" charset="-122"/>
                        </a:rPr>
                        <a:t>二</a:t>
                      </a:r>
                      <a:endParaRPr kumimoji="0" lang="zh-CN" altLang="en-US" sz="2800" b="1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>
                          <a:outerShdw blurRad="38100" dist="38100" dir="2700000" algn="tl">
                            <a:srgbClr val="000000"/>
                          </a:outerShdw>
                        </a:effectLst>
                        <a:latin typeface="Tahoma" panose="020B0604030504040204" pitchFamily="34" charset="0"/>
                        <a:ea typeface="宋体" panose="02010600030101010101" pitchFamily="2" charset="-122"/>
                      </a:endParaRPr>
                    </a:p>
                  </a:txBody>
                  <a:tcPr horzOverflow="overflow">
                    <a:lnL>
                      <a:noFill/>
                    </a:lnL>
                    <a:lnR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>
                      <a:noFill/>
                    </a:lnT>
                    <a:lnB>
                      <a:noFill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>
                        <a:spcBef>
                          <a:spcPct val="20000"/>
                        </a:spcBef>
                        <a:buClr>
                          <a:schemeClr val="hlink"/>
                        </a:buClr>
                        <a:buSzPct val="80000"/>
                        <a:buFont typeface="Wingdings" panose="05000000000000000000" pitchFamily="2" charset="2"/>
                        <a:defRPr sz="2800"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1pPr>
                      <a:lvl2pPr marL="742950" indent="-285750">
                        <a:spcBef>
                          <a:spcPct val="20000"/>
                        </a:spcBef>
                        <a:buClr>
                          <a:schemeClr val="tx1"/>
                        </a:buClr>
                        <a:defRPr sz="2400"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2pPr>
                      <a:lvl3pPr marL="1143000" indent="-228600">
                        <a:spcBef>
                          <a:spcPct val="20000"/>
                        </a:spcBef>
                        <a:buClr>
                          <a:schemeClr val="hlink"/>
                        </a:buClr>
                        <a:buFont typeface="Wingdings" panose="05000000000000000000" pitchFamily="2" charset="2"/>
                        <a:defRPr sz="2000"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3pPr>
                      <a:lvl4pPr marL="1600200" indent="-228600">
                        <a:spcBef>
                          <a:spcPct val="20000"/>
                        </a:spcBef>
                        <a:defRPr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4pPr>
                      <a:lvl5pPr marL="2057400" indent="-228600">
                        <a:spcBef>
                          <a:spcPct val="20000"/>
                        </a:spcBef>
                        <a:buClr>
                          <a:schemeClr val="hlink"/>
                        </a:buClr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5pPr>
                      <a:lvl6pPr marL="25146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6pPr>
                      <a:lvl7pPr marL="29718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7pPr>
                      <a:lvl8pPr marL="34290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8pPr>
                      <a:lvl9pPr marL="38862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9pPr>
                    </a:lstStyle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buSzPct val="80000"/>
                        <a:buFont typeface="Wingdings" panose="05000000000000000000" pitchFamily="2" charset="2"/>
                        <a:buNone/>
                      </a:pPr>
                      <a:r>
                        <a:rPr kumimoji="0" lang="en-US" altLang="zh-CN" sz="2800" b="1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/>
                            </a:outerShdw>
                          </a:effectLst>
                          <a:latin typeface="Tahoma" panose="020B0604030504040204" pitchFamily="34" charset="0"/>
                          <a:ea typeface="宋体" panose="02010600030101010101" pitchFamily="2" charset="-122"/>
                        </a:rPr>
                        <a:t>2</a:t>
                      </a:r>
                      <a:endParaRPr kumimoji="0" lang="en-US" altLang="zh-CN" sz="2800" b="1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>
                          <a:outerShdw blurRad="38100" dist="38100" dir="2700000" algn="tl">
                            <a:srgbClr val="000000"/>
                          </a:outerShdw>
                        </a:effectLst>
                        <a:latin typeface="Tahoma" panose="020B0604030504040204" pitchFamily="34" charset="0"/>
                        <a:ea typeface="宋体" panose="02010600030101010101" pitchFamily="2" charset="-122"/>
                      </a:endParaRPr>
                    </a:p>
                  </a:txBody>
                  <a:tcPr horzOverflow="overflow">
                    <a:lnL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>
                        <a:spcBef>
                          <a:spcPct val="20000"/>
                        </a:spcBef>
                        <a:buClr>
                          <a:schemeClr val="hlink"/>
                        </a:buClr>
                        <a:buSzPct val="80000"/>
                        <a:buFont typeface="Wingdings" panose="05000000000000000000" pitchFamily="2" charset="2"/>
                        <a:defRPr sz="2800"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1pPr>
                      <a:lvl2pPr marL="742950" indent="-285750">
                        <a:spcBef>
                          <a:spcPct val="20000"/>
                        </a:spcBef>
                        <a:buClr>
                          <a:schemeClr val="tx1"/>
                        </a:buClr>
                        <a:defRPr sz="2400"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2pPr>
                      <a:lvl3pPr marL="1143000" indent="-228600">
                        <a:spcBef>
                          <a:spcPct val="20000"/>
                        </a:spcBef>
                        <a:buClr>
                          <a:schemeClr val="hlink"/>
                        </a:buClr>
                        <a:buFont typeface="Wingdings" panose="05000000000000000000" pitchFamily="2" charset="2"/>
                        <a:defRPr sz="2000"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3pPr>
                      <a:lvl4pPr marL="1600200" indent="-228600">
                        <a:spcBef>
                          <a:spcPct val="20000"/>
                        </a:spcBef>
                        <a:defRPr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4pPr>
                      <a:lvl5pPr marL="2057400" indent="-228600">
                        <a:spcBef>
                          <a:spcPct val="20000"/>
                        </a:spcBef>
                        <a:buClr>
                          <a:schemeClr val="hlink"/>
                        </a:buClr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5pPr>
                      <a:lvl6pPr marL="25146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6pPr>
                      <a:lvl7pPr marL="29718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7pPr>
                      <a:lvl8pPr marL="34290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8pPr>
                      <a:lvl9pPr marL="38862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9pPr>
                    </a:lstStyle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buSzPct val="80000"/>
                        <a:buFont typeface="Wingdings" panose="05000000000000000000" pitchFamily="2" charset="2"/>
                        <a:buNone/>
                      </a:pPr>
                      <a:r>
                        <a:rPr kumimoji="0" lang="en-US" altLang="zh-CN" sz="2800" b="1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/>
                            </a:outerShdw>
                          </a:effectLst>
                          <a:latin typeface="Tahoma" panose="020B0604030504040204" pitchFamily="34" charset="0"/>
                          <a:ea typeface="宋体" panose="02010600030101010101" pitchFamily="2" charset="-122"/>
                        </a:rPr>
                        <a:t>3</a:t>
                      </a:r>
                      <a:endParaRPr kumimoji="0" lang="en-US" altLang="zh-CN" sz="2800" b="1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>
                          <a:outerShdw blurRad="38100" dist="38100" dir="2700000" algn="tl">
                            <a:srgbClr val="000000"/>
                          </a:outerShdw>
                        </a:effectLst>
                        <a:latin typeface="Tahoma" panose="020B0604030504040204" pitchFamily="34" charset="0"/>
                        <a:ea typeface="宋体" panose="02010600030101010101" pitchFamily="2" charset="-122"/>
                      </a:endParaRP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>
                        <a:spcBef>
                          <a:spcPct val="20000"/>
                        </a:spcBef>
                        <a:buClr>
                          <a:schemeClr val="hlink"/>
                        </a:buClr>
                        <a:buSzPct val="80000"/>
                        <a:buFont typeface="Wingdings" panose="05000000000000000000" pitchFamily="2" charset="2"/>
                        <a:defRPr sz="2800"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1pPr>
                      <a:lvl2pPr marL="742950" indent="-285750">
                        <a:spcBef>
                          <a:spcPct val="20000"/>
                        </a:spcBef>
                        <a:buClr>
                          <a:schemeClr val="tx1"/>
                        </a:buClr>
                        <a:defRPr sz="2400"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2pPr>
                      <a:lvl3pPr marL="1143000" indent="-228600">
                        <a:spcBef>
                          <a:spcPct val="20000"/>
                        </a:spcBef>
                        <a:buClr>
                          <a:schemeClr val="hlink"/>
                        </a:buClr>
                        <a:buFont typeface="Wingdings" panose="05000000000000000000" pitchFamily="2" charset="2"/>
                        <a:defRPr sz="2000"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3pPr>
                      <a:lvl4pPr marL="1600200" indent="-228600">
                        <a:spcBef>
                          <a:spcPct val="20000"/>
                        </a:spcBef>
                        <a:defRPr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4pPr>
                      <a:lvl5pPr marL="2057400" indent="-228600">
                        <a:spcBef>
                          <a:spcPct val="20000"/>
                        </a:spcBef>
                        <a:buClr>
                          <a:schemeClr val="hlink"/>
                        </a:buClr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5pPr>
                      <a:lvl6pPr marL="25146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6pPr>
                      <a:lvl7pPr marL="29718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7pPr>
                      <a:lvl8pPr marL="34290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8pPr>
                      <a:lvl9pPr marL="38862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9pPr>
                    </a:lstStyle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buSzPct val="80000"/>
                        <a:buFont typeface="Wingdings" panose="05000000000000000000" pitchFamily="2" charset="2"/>
                        <a:buNone/>
                      </a:pPr>
                      <a:r>
                        <a:rPr kumimoji="0" lang="en-US" altLang="zh-CN" sz="2800" b="1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/>
                            </a:outerShdw>
                          </a:effectLst>
                          <a:latin typeface="Tahoma" panose="020B0604030504040204" pitchFamily="34" charset="0"/>
                          <a:ea typeface="宋体" panose="02010600030101010101" pitchFamily="2" charset="-122"/>
                        </a:rPr>
                        <a:t>4</a:t>
                      </a:r>
                      <a:endParaRPr kumimoji="0" lang="en-US" altLang="zh-CN" sz="2800" b="1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>
                          <a:outerShdw blurRad="38100" dist="38100" dir="2700000" algn="tl">
                            <a:srgbClr val="000000"/>
                          </a:outerShdw>
                        </a:effectLst>
                        <a:latin typeface="Tahoma" panose="020B0604030504040204" pitchFamily="34" charset="0"/>
                        <a:ea typeface="宋体" panose="02010600030101010101" pitchFamily="2" charset="-122"/>
                      </a:endParaRP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>
                        <a:spcBef>
                          <a:spcPct val="20000"/>
                        </a:spcBef>
                        <a:buClr>
                          <a:schemeClr val="hlink"/>
                        </a:buClr>
                        <a:buSzPct val="80000"/>
                        <a:buFont typeface="Wingdings" panose="05000000000000000000" pitchFamily="2" charset="2"/>
                        <a:defRPr sz="2800"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1pPr>
                      <a:lvl2pPr marL="742950" indent="-285750">
                        <a:spcBef>
                          <a:spcPct val="20000"/>
                        </a:spcBef>
                        <a:buClr>
                          <a:schemeClr val="tx1"/>
                        </a:buClr>
                        <a:defRPr sz="2400"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2pPr>
                      <a:lvl3pPr marL="1143000" indent="-228600">
                        <a:spcBef>
                          <a:spcPct val="20000"/>
                        </a:spcBef>
                        <a:buClr>
                          <a:schemeClr val="hlink"/>
                        </a:buClr>
                        <a:buFont typeface="Wingdings" panose="05000000000000000000" pitchFamily="2" charset="2"/>
                        <a:defRPr sz="2000"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3pPr>
                      <a:lvl4pPr marL="1600200" indent="-228600">
                        <a:spcBef>
                          <a:spcPct val="20000"/>
                        </a:spcBef>
                        <a:defRPr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4pPr>
                      <a:lvl5pPr marL="2057400" indent="-228600">
                        <a:spcBef>
                          <a:spcPct val="20000"/>
                        </a:spcBef>
                        <a:buClr>
                          <a:schemeClr val="hlink"/>
                        </a:buClr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5pPr>
                      <a:lvl6pPr marL="25146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6pPr>
                      <a:lvl7pPr marL="29718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7pPr>
                      <a:lvl8pPr marL="34290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8pPr>
                      <a:lvl9pPr marL="38862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9pPr>
                    </a:lstStyle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buSzPct val="80000"/>
                        <a:buFont typeface="Wingdings" panose="05000000000000000000" pitchFamily="2" charset="2"/>
                        <a:buNone/>
                      </a:pPr>
                      <a:r>
                        <a:rPr kumimoji="0" lang="en-US" altLang="zh-CN" sz="2800" b="1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/>
                            </a:outerShdw>
                          </a:effectLst>
                          <a:latin typeface="Tahoma" panose="020B0604030504040204" pitchFamily="34" charset="0"/>
                          <a:ea typeface="宋体" panose="02010600030101010101" pitchFamily="2" charset="-122"/>
                        </a:rPr>
                        <a:t>5</a:t>
                      </a:r>
                      <a:endParaRPr kumimoji="0" lang="en-US" altLang="zh-CN" sz="2800" b="1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>
                          <a:outerShdw blurRad="38100" dist="38100" dir="2700000" algn="tl">
                            <a:srgbClr val="000000"/>
                          </a:outerShdw>
                        </a:effectLst>
                        <a:latin typeface="Tahoma" panose="020B0604030504040204" pitchFamily="34" charset="0"/>
                        <a:ea typeface="宋体" panose="02010600030101010101" pitchFamily="2" charset="-122"/>
                      </a:endParaRP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>
                        <a:spcBef>
                          <a:spcPct val="20000"/>
                        </a:spcBef>
                        <a:buClr>
                          <a:schemeClr val="hlink"/>
                        </a:buClr>
                        <a:buSzPct val="80000"/>
                        <a:buFont typeface="Wingdings" panose="05000000000000000000" pitchFamily="2" charset="2"/>
                        <a:defRPr sz="2800"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1pPr>
                      <a:lvl2pPr marL="742950" indent="-285750">
                        <a:spcBef>
                          <a:spcPct val="20000"/>
                        </a:spcBef>
                        <a:buClr>
                          <a:schemeClr val="tx1"/>
                        </a:buClr>
                        <a:defRPr sz="2400"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2pPr>
                      <a:lvl3pPr marL="1143000" indent="-228600">
                        <a:spcBef>
                          <a:spcPct val="20000"/>
                        </a:spcBef>
                        <a:buClr>
                          <a:schemeClr val="hlink"/>
                        </a:buClr>
                        <a:buFont typeface="Wingdings" panose="05000000000000000000" pitchFamily="2" charset="2"/>
                        <a:defRPr sz="2000"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3pPr>
                      <a:lvl4pPr marL="1600200" indent="-228600">
                        <a:spcBef>
                          <a:spcPct val="20000"/>
                        </a:spcBef>
                        <a:defRPr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4pPr>
                      <a:lvl5pPr marL="2057400" indent="-228600">
                        <a:spcBef>
                          <a:spcPct val="20000"/>
                        </a:spcBef>
                        <a:buClr>
                          <a:schemeClr val="hlink"/>
                        </a:buClr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5pPr>
                      <a:lvl6pPr marL="25146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6pPr>
                      <a:lvl7pPr marL="29718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7pPr>
                      <a:lvl8pPr marL="34290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8pPr>
                      <a:lvl9pPr marL="38862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9pPr>
                    </a:lstStyle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buSzPct val="80000"/>
                        <a:buFont typeface="Wingdings" panose="05000000000000000000" pitchFamily="2" charset="2"/>
                        <a:buNone/>
                      </a:pPr>
                      <a:r>
                        <a:rPr kumimoji="0" lang="en-US" altLang="zh-CN" sz="28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/>
                            </a:outerShdw>
                          </a:effectLst>
                          <a:latin typeface="Tahoma" panose="020B0604030504040204" pitchFamily="34" charset="0"/>
                          <a:ea typeface="宋体" panose="02010600030101010101" pitchFamily="2" charset="-122"/>
                        </a:rPr>
                        <a:t>6</a:t>
                      </a:r>
                      <a:endParaRPr kumimoji="0" lang="en-US" altLang="zh-CN" sz="2800" b="1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>
                          <a:outerShdw blurRad="38100" dist="38100" dir="2700000" algn="tl">
                            <a:srgbClr val="000000"/>
                          </a:outerShdw>
                        </a:effectLst>
                        <a:latin typeface="Tahoma" panose="020B0604030504040204" pitchFamily="34" charset="0"/>
                        <a:ea typeface="宋体" panose="02010600030101010101" pitchFamily="2" charset="-122"/>
                      </a:endParaRP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</a:tr>
            </a:tbl>
          </a:graphicData>
        </a:graphic>
      </p:graphicFrame>
    </p:spTree>
  </p:cSld>
  <p:clrMapOvr>
    <a:masterClrMapping/>
  </p:clrMapOvr>
  <p:transition>
    <p:random/>
  </p:transition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7" name="灯片编号占位符 5"/>
          <p:cNvSpPr txBox="1">
            <a:spLocks noGrp="1"/>
          </p:cNvSpPr>
          <p:nvPr>
            <p:ph type="sldNum" sz="quarter" idx="4"/>
          </p:nvPr>
        </p:nvSpPr>
        <p:spPr bwMode="auto"/>
        <p:txBody>
          <a:bodyPr wrap="square" lIns="91440" tIns="45720" rIns="91440" bIns="45720" numCol="1" anchor="b" anchorCtr="0" compatLnSpc="1"/>
          <a:lstStyle>
            <a:lvl1pPr>
              <a:defRPr b="1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1pPr>
            <a:lvl2pPr marL="742950" indent="-285750">
              <a:defRPr b="1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2pPr>
            <a:lvl3pPr marL="1143000" indent="-228600">
              <a:defRPr b="1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3pPr>
            <a:lvl4pPr marL="1600200" indent="-228600">
              <a:defRPr b="1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4pPr>
            <a:lvl5pPr marL="2057400" indent="-228600">
              <a:defRPr b="1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b="1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b="1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b="1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b="1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9pPr>
          </a:lstStyle>
          <a:p>
            <a:pPr marL="0" marR="0" lvl="0" indent="0" algn="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fld id="{BB351B39-4CE5-4A8D-84B0-C1FE555D69B8}" type="slidenum">
              <a:rPr kumimoji="0" lang="en-US" altLang="zh-CN" sz="1200" b="0" i="0" u="none" strike="noStrike" kern="1200" cap="none" spc="0" normalizeH="0" baseline="0" noProof="0" smtClean="0">
                <a:ln>
                  <a:noFill/>
                </a:ln>
                <a:solidFill>
                  <a:schemeClr val="tx1"/>
                </a:solidFill>
                <a:effectLst>
                  <a:outerShdw blurRad="38100" dist="38100" dir="2700000" algn="tl">
                    <a:srgbClr val="000000"/>
                  </a:outerShdw>
                </a:effectLst>
                <a:uLnTx/>
                <a:uFillTx/>
                <a:latin typeface="Tahoma" panose="020B0604030504040204" pitchFamily="34" charset="0"/>
                <a:ea typeface="宋体" panose="02010600030101010101" pitchFamily="2" charset="-122"/>
                <a:cs typeface="+mn-cs"/>
              </a:rPr>
            </a:fld>
            <a:endParaRPr kumimoji="0" lang="en-US" altLang="zh-CN" sz="1200" b="0" i="0" u="none" strike="noStrike" kern="1200" cap="none" spc="0" normalizeH="0" baseline="0" noProof="0">
              <a:ln>
                <a:noFill/>
              </a:ln>
              <a:solidFill>
                <a:schemeClr val="tx1"/>
              </a:solidFill>
              <a:effectLst>
                <a:outerShdw blurRad="38100" dist="38100" dir="2700000" algn="tl">
                  <a:srgbClr val="000000"/>
                </a:outerShdw>
              </a:effectLst>
              <a:uLnTx/>
              <a:uFillTx/>
              <a:latin typeface="Tahoma" panose="020B0604030504040204" pitchFamily="34" charset="0"/>
              <a:ea typeface="宋体" panose="02010600030101010101" pitchFamily="2" charset="-122"/>
              <a:cs typeface="+mn-cs"/>
            </a:endParaRPr>
          </a:p>
        </p:txBody>
      </p:sp>
      <p:sp>
        <p:nvSpPr>
          <p:cNvPr id="1349634" name="Rectangle 2"/>
          <p:cNvSpPr>
            <a:spLocks noGrp="1" noChangeArrowheads="1"/>
          </p:cNvSpPr>
          <p:nvPr>
            <p:ph idx="1"/>
          </p:nvPr>
        </p:nvSpPr>
        <p:spPr>
          <a:xfrm>
            <a:off x="0" y="609600"/>
            <a:ext cx="12192000" cy="5532755"/>
          </a:xfrm>
        </p:spPr>
        <p:txBody>
          <a:bodyPr vert="horz" wrap="square" lIns="91440" tIns="45720" rIns="91440" bIns="45720" numCol="1" anchor="t" anchorCtr="0" compatLnSpc="1"/>
          <a:lstStyle/>
          <a:p>
            <a:pPr marL="342900" marR="0" lvl="0" indent="-342900" algn="l" defTabSz="914400" rtl="0" eaLnBrk="1" fontAlgn="base" latinLnBrk="0" hangingPunct="1">
              <a:lnSpc>
                <a:spcPct val="90000"/>
              </a:lnSpc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80000"/>
              <a:buFont typeface="Wingdings" panose="05000000000000000000" pitchFamily="2" charset="2"/>
              <a:buNone/>
              <a:defRPr/>
            </a:pPr>
            <a:r>
              <a:rPr kumimoji="0" lang="en-US" altLang="zh-CN" sz="3100" b="1" i="0" u="none" strike="noStrike" kern="0" cap="none" spc="0" normalizeH="0" baseline="0" noProof="0" dirty="0">
                <a:ln>
                  <a:noFill/>
                </a:ln>
                <a:solidFill>
                  <a:schemeClr val="hlink"/>
                </a:solidFill>
                <a:effectLst>
                  <a:outerShdw blurRad="38100" dist="38100" dir="2700000" algn="tl">
                    <a:srgbClr val="000000"/>
                  </a:outerShdw>
                </a:effectLst>
                <a:uLnTx/>
                <a:uFillTx/>
                <a:latin typeface="Arial" panose="020B0604020202020204" pitchFamily="34" charset="0"/>
                <a:ea typeface="+mn-ea"/>
                <a:cs typeface="+mn-cs"/>
              </a:rPr>
              <a:t>int b</a:t>
            </a:r>
            <a:r>
              <a:rPr kumimoji="0" lang="en-US" altLang="zh-CN" sz="3100" b="1" i="0" u="none" strike="noStrike" kern="0" cap="none" spc="0" normalizeH="0" baseline="0" noProof="0" dirty="0">
                <a:ln>
                  <a:noFill/>
                </a:ln>
                <a:solidFill>
                  <a:srgbClr val="FFFF00"/>
                </a:solidFill>
                <a:effectLst>
                  <a:outerShdw blurRad="38100" dist="38100" dir="2700000" algn="tl">
                    <a:srgbClr val="000000"/>
                  </a:outerShdw>
                </a:effectLst>
                <a:uLnTx/>
                <a:uFillTx/>
                <a:latin typeface="Arial" panose="020B0604020202020204" pitchFamily="34" charset="0"/>
                <a:ea typeface="+mn-ea"/>
                <a:cs typeface="+mn-cs"/>
              </a:rPr>
              <a:t>[ ][4]</a:t>
            </a:r>
            <a:r>
              <a:rPr kumimoji="0" lang="en-US" altLang="zh-CN" sz="3100" b="1" i="0" u="none" strike="noStrike" kern="0" cap="none" spc="0" normalizeH="0" baseline="0" noProof="0" dirty="0">
                <a:ln>
                  <a:noFill/>
                </a:ln>
                <a:solidFill>
                  <a:schemeClr val="hlink"/>
                </a:solidFill>
                <a:effectLst>
                  <a:outerShdw blurRad="38100" dist="38100" dir="2700000" algn="tl">
                    <a:srgbClr val="000000"/>
                  </a:outerShdw>
                </a:effectLst>
                <a:uLnTx/>
                <a:uFillTx/>
                <a:latin typeface="Arial" panose="020B0604020202020204" pitchFamily="34" charset="0"/>
                <a:ea typeface="+mn-ea"/>
                <a:cs typeface="+mn-cs"/>
              </a:rPr>
              <a:t>={ </a:t>
            </a:r>
            <a:r>
              <a:rPr kumimoji="0" lang="en-US" altLang="zh-CN" sz="3100" b="1" i="0" u="none" strike="noStrike" kern="0" cap="none" spc="0" normalizeH="0" baseline="0" noProof="0" dirty="0">
                <a:ln>
                  <a:noFill/>
                </a:ln>
                <a:solidFill>
                  <a:schemeClr val="tx1"/>
                </a:solidFill>
                <a:effectLst>
                  <a:outerShdw blurRad="38100" dist="38100" dir="2700000" algn="tl">
                    <a:srgbClr val="000000"/>
                  </a:outerShdw>
                </a:effectLst>
                <a:uLnTx/>
                <a:uFillTx/>
                <a:latin typeface="Arial" panose="020B0604020202020204" pitchFamily="34" charset="0"/>
                <a:ea typeface="+mn-ea"/>
                <a:cs typeface="+mn-cs"/>
              </a:rPr>
              <a:t>{ 0,1,2,3 } </a:t>
            </a:r>
            <a:r>
              <a:rPr kumimoji="0" lang="zh-CN" altLang="en-US" sz="3100" b="1" i="0" u="none" strike="noStrike" kern="0" cap="none" spc="0" normalizeH="0" baseline="0" noProof="0" dirty="0">
                <a:ln>
                  <a:noFill/>
                </a:ln>
                <a:solidFill>
                  <a:schemeClr val="tx1"/>
                </a:solidFill>
                <a:effectLst>
                  <a:outerShdw blurRad="38100" dist="38100" dir="2700000" algn="tl">
                    <a:srgbClr val="000000"/>
                  </a:outerShdw>
                </a:effectLst>
                <a:uLnTx/>
                <a:uFillTx/>
                <a:latin typeface="Arial" panose="020B0604020202020204" pitchFamily="34" charset="0"/>
                <a:ea typeface="+mn-ea"/>
                <a:cs typeface="+mn-cs"/>
              </a:rPr>
              <a:t>，</a:t>
            </a:r>
            <a:r>
              <a:rPr kumimoji="0" lang="en-US" altLang="zh-CN" sz="3100" b="1" i="0" u="none" strike="noStrike" kern="0" cap="none" spc="0" normalizeH="0" baseline="0" noProof="0" dirty="0">
                <a:ln>
                  <a:noFill/>
                </a:ln>
                <a:solidFill>
                  <a:schemeClr val="tx1"/>
                </a:solidFill>
                <a:effectLst>
                  <a:outerShdw blurRad="38100" dist="38100" dir="2700000" algn="tl">
                    <a:srgbClr val="000000"/>
                  </a:outerShdw>
                </a:effectLst>
                <a:uLnTx/>
                <a:uFillTx/>
                <a:latin typeface="Arial" panose="020B0604020202020204" pitchFamily="34" charset="0"/>
                <a:ea typeface="+mn-ea"/>
                <a:cs typeface="+mn-cs"/>
              </a:rPr>
              <a:t>{ 1,2,3,4 }</a:t>
            </a:r>
            <a:r>
              <a:rPr kumimoji="0" lang="zh-CN" altLang="en-US" sz="3100" b="1" i="0" u="none" strike="noStrike" kern="0" cap="none" spc="0" normalizeH="0" baseline="0" noProof="0" dirty="0">
                <a:ln>
                  <a:noFill/>
                </a:ln>
                <a:solidFill>
                  <a:schemeClr val="tx1"/>
                </a:solidFill>
                <a:effectLst>
                  <a:outerShdw blurRad="38100" dist="38100" dir="2700000" algn="tl">
                    <a:srgbClr val="000000"/>
                  </a:outerShdw>
                </a:effectLst>
                <a:uLnTx/>
                <a:uFillTx/>
                <a:latin typeface="Arial" panose="020B0604020202020204" pitchFamily="34" charset="0"/>
                <a:ea typeface="+mn-ea"/>
                <a:cs typeface="+mn-cs"/>
              </a:rPr>
              <a:t>，</a:t>
            </a:r>
            <a:r>
              <a:rPr kumimoji="0" lang="en-US" altLang="zh-CN" sz="3100" b="1" i="0" u="none" strike="noStrike" kern="0" cap="none" spc="0" normalizeH="0" baseline="0" noProof="0" dirty="0">
                <a:ln>
                  <a:noFill/>
                </a:ln>
                <a:solidFill>
                  <a:schemeClr val="tx1"/>
                </a:solidFill>
                <a:effectLst>
                  <a:outerShdw blurRad="38100" dist="38100" dir="2700000" algn="tl">
                    <a:srgbClr val="000000"/>
                  </a:outerShdw>
                </a:effectLst>
                <a:uLnTx/>
                <a:uFillTx/>
                <a:latin typeface="Arial" panose="020B0604020202020204" pitchFamily="34" charset="0"/>
                <a:ea typeface="+mn-ea"/>
                <a:cs typeface="+mn-cs"/>
              </a:rPr>
              <a:t>{ 2,3,4,5 }</a:t>
            </a:r>
            <a:r>
              <a:rPr kumimoji="0" lang="zh-CN" altLang="en-US" sz="3100" b="1" i="0" u="none" strike="noStrike" kern="0" cap="none" spc="0" normalizeH="0" baseline="0" noProof="0" dirty="0">
                <a:ln>
                  <a:noFill/>
                </a:ln>
                <a:solidFill>
                  <a:schemeClr val="tx1"/>
                </a:solidFill>
                <a:effectLst>
                  <a:outerShdw blurRad="38100" dist="38100" dir="2700000" algn="tl">
                    <a:srgbClr val="000000"/>
                  </a:outerShdw>
                </a:effectLst>
                <a:uLnTx/>
                <a:uFillTx/>
                <a:latin typeface="Arial" panose="020B0604020202020204" pitchFamily="34" charset="0"/>
                <a:ea typeface="+mn-ea"/>
                <a:cs typeface="+mn-cs"/>
              </a:rPr>
              <a:t>，</a:t>
            </a:r>
            <a:r>
              <a:rPr kumimoji="0" lang="en-US" altLang="zh-CN" sz="3100" b="1" i="0" u="none" strike="noStrike" kern="0" cap="none" spc="0" normalizeH="0" baseline="0" noProof="0" dirty="0">
                <a:ln>
                  <a:noFill/>
                </a:ln>
                <a:solidFill>
                  <a:schemeClr val="tx1"/>
                </a:solidFill>
                <a:effectLst>
                  <a:outerShdw blurRad="38100" dist="38100" dir="2700000" algn="tl">
                    <a:srgbClr val="000000"/>
                  </a:outerShdw>
                </a:effectLst>
                <a:uLnTx/>
                <a:uFillTx/>
                <a:latin typeface="Arial" panose="020B0604020202020204" pitchFamily="34" charset="0"/>
                <a:ea typeface="+mn-ea"/>
                <a:cs typeface="+mn-cs"/>
              </a:rPr>
              <a:t>    </a:t>
            </a:r>
            <a:endParaRPr kumimoji="0" lang="en-US" altLang="zh-CN" sz="3100" b="1" i="0" u="none" strike="noStrike" kern="0" cap="none" spc="0" normalizeH="0" baseline="0" noProof="0" dirty="0">
              <a:ln>
                <a:noFill/>
              </a:ln>
              <a:solidFill>
                <a:schemeClr val="tx1"/>
              </a:solidFill>
              <a:effectLst>
                <a:outerShdw blurRad="38100" dist="38100" dir="2700000" algn="tl">
                  <a:srgbClr val="000000"/>
                </a:outerShdw>
              </a:effectLst>
              <a:uLnTx/>
              <a:uFillTx/>
              <a:latin typeface="Arial" panose="020B0604020202020204" pitchFamily="34" charset="0"/>
              <a:ea typeface="+mn-ea"/>
              <a:cs typeface="+mn-cs"/>
            </a:endParaRPr>
          </a:p>
          <a:p>
            <a:pPr marL="1714500" marR="0" lvl="3" indent="457200" algn="l" defTabSz="914400" rtl="0" eaLnBrk="1" fontAlgn="base" latinLnBrk="0" hangingPunct="1">
              <a:lnSpc>
                <a:spcPct val="90000"/>
              </a:lnSpc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80000"/>
              <a:buFont typeface="Wingdings" panose="05000000000000000000" pitchFamily="2" charset="2"/>
              <a:buNone/>
              <a:defRPr/>
            </a:pPr>
            <a:r>
              <a:rPr kumimoji="0" lang="en-US" altLang="zh-CN" sz="3100" b="1" i="0" u="none" strike="noStrike" kern="0" cap="none" spc="0" normalizeH="0" baseline="0" noProof="0" dirty="0">
                <a:ln>
                  <a:noFill/>
                </a:ln>
                <a:solidFill>
                  <a:schemeClr val="tx1"/>
                </a:solidFill>
                <a:effectLst>
                  <a:outerShdw blurRad="38100" dist="38100" dir="2700000" algn="tl">
                    <a:srgbClr val="000000"/>
                  </a:outerShdw>
                </a:effectLst>
                <a:uLnTx/>
                <a:uFillTx/>
                <a:latin typeface="Arial" panose="020B0604020202020204" pitchFamily="34" charset="0"/>
                <a:ea typeface="+mn-ea"/>
                <a:cs typeface="+mn-cs"/>
              </a:rPr>
              <a:t>{ 3,4,5,6 }</a:t>
            </a:r>
            <a:r>
              <a:rPr kumimoji="0" lang="zh-CN" altLang="en-US" sz="3100" b="1" i="0" u="none" strike="noStrike" kern="0" cap="none" spc="0" normalizeH="0" baseline="0" noProof="0" dirty="0">
                <a:ln>
                  <a:noFill/>
                </a:ln>
                <a:solidFill>
                  <a:schemeClr val="tx1"/>
                </a:solidFill>
                <a:effectLst>
                  <a:outerShdw blurRad="38100" dist="38100" dir="2700000" algn="tl">
                    <a:srgbClr val="000000"/>
                  </a:outerShdw>
                </a:effectLst>
                <a:uLnTx/>
                <a:uFillTx/>
                <a:latin typeface="Arial" panose="020B0604020202020204" pitchFamily="34" charset="0"/>
                <a:ea typeface="+mn-ea"/>
                <a:cs typeface="+mn-cs"/>
              </a:rPr>
              <a:t>，</a:t>
            </a:r>
            <a:r>
              <a:rPr kumimoji="0" lang="en-US" altLang="zh-CN" sz="3100" b="1" i="0" u="none" strike="noStrike" kern="0" cap="none" spc="0" normalizeH="0" baseline="0" noProof="0" dirty="0">
                <a:ln>
                  <a:noFill/>
                </a:ln>
                <a:solidFill>
                  <a:schemeClr val="tx1"/>
                </a:solidFill>
                <a:effectLst>
                  <a:outerShdw blurRad="38100" dist="38100" dir="2700000" algn="tl">
                    <a:srgbClr val="000000"/>
                  </a:outerShdw>
                </a:effectLst>
                <a:uLnTx/>
                <a:uFillTx/>
                <a:latin typeface="Arial" panose="020B0604020202020204" pitchFamily="34" charset="0"/>
                <a:ea typeface="+mn-ea"/>
                <a:cs typeface="+mn-cs"/>
              </a:rPr>
              <a:t>{4,5,6,7 } </a:t>
            </a:r>
            <a:r>
              <a:rPr kumimoji="0" lang="en-US" altLang="zh-CN" sz="3100" b="1" i="0" u="none" strike="noStrike" kern="0" cap="none" spc="0" normalizeH="0" baseline="0" noProof="0" dirty="0">
                <a:ln>
                  <a:noFill/>
                </a:ln>
                <a:solidFill>
                  <a:schemeClr val="hlink"/>
                </a:solidFill>
                <a:effectLst>
                  <a:outerShdw blurRad="38100" dist="38100" dir="2700000" algn="tl">
                    <a:srgbClr val="000000"/>
                  </a:outerShdw>
                </a:effectLst>
                <a:uLnTx/>
                <a:uFillTx/>
                <a:latin typeface="Arial" panose="020B0604020202020204" pitchFamily="34" charset="0"/>
                <a:ea typeface="+mn-ea"/>
                <a:cs typeface="+mn-cs"/>
              </a:rPr>
              <a:t>};</a:t>
            </a:r>
            <a:r>
              <a:rPr kumimoji="0" lang="en-US" altLang="zh-CN" sz="3100" b="1" i="0" u="none" strike="noStrike" kern="0" cap="none" spc="0" normalizeH="0" baseline="0" noProof="0" dirty="0">
                <a:ln>
                  <a:noFill/>
                </a:ln>
                <a:solidFill>
                  <a:schemeClr val="tx1"/>
                </a:solidFill>
                <a:effectLst>
                  <a:outerShdw blurRad="38100" dist="38100" dir="2700000" algn="tl">
                    <a:srgbClr val="000000"/>
                  </a:outerShdw>
                </a:effectLst>
                <a:uLnTx/>
                <a:uFillTx/>
                <a:latin typeface="Arial" panose="020B0604020202020204" pitchFamily="34" charset="0"/>
                <a:ea typeface="+mn-ea"/>
                <a:cs typeface="+mn-cs"/>
              </a:rPr>
              <a:t>	</a:t>
            </a:r>
            <a:endParaRPr kumimoji="0" lang="en-US" altLang="zh-CN" sz="3100" b="1" i="0" u="none" strike="noStrike" kern="0" cap="none" spc="0" normalizeH="0" baseline="0" noProof="0" dirty="0">
              <a:ln>
                <a:noFill/>
              </a:ln>
              <a:solidFill>
                <a:schemeClr val="tx1"/>
              </a:solidFill>
              <a:effectLst>
                <a:outerShdw blurRad="38100" dist="38100" dir="2700000" algn="tl">
                  <a:srgbClr val="000000"/>
                </a:outerShdw>
              </a:effectLst>
              <a:uLnTx/>
              <a:uFillTx/>
              <a:latin typeface="Arial" panose="020B0604020202020204" pitchFamily="34" charset="0"/>
              <a:ea typeface="+mn-ea"/>
              <a:cs typeface="+mn-cs"/>
            </a:endParaRPr>
          </a:p>
          <a:p>
            <a:pPr marL="342900" marR="0" lvl="0" indent="-342900" algn="l" defTabSz="914400" rtl="0" eaLnBrk="1" fontAlgn="base" latinLnBrk="0" hangingPunct="1">
              <a:lnSpc>
                <a:spcPct val="90000"/>
              </a:lnSpc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80000"/>
              <a:buFont typeface="Wingdings" panose="05000000000000000000" pitchFamily="2" charset="2"/>
              <a:buNone/>
              <a:defRPr/>
            </a:pPr>
            <a:r>
              <a:rPr kumimoji="0" lang="zh-CN" altLang="en-US" sz="2400" b="1" i="0" u="none" strike="noStrike" kern="0" cap="none" spc="0" normalizeH="0" baseline="0" noProof="0" dirty="0">
                <a:ln>
                  <a:noFill/>
                </a:ln>
                <a:solidFill>
                  <a:schemeClr val="tx1">
                    <a:lumMod val="65000"/>
                  </a:schemeClr>
                </a:solidFill>
                <a:effectLst>
                  <a:outerShdw blurRad="38100" dist="38100" dir="2700000" algn="tl">
                    <a:srgbClr val="000000"/>
                  </a:outerShdw>
                </a:effectLst>
                <a:uLnTx/>
                <a:uFillTx/>
                <a:latin typeface="Arial" panose="020B0604020202020204" pitchFamily="34" charset="0"/>
                <a:ea typeface="+mn-ea"/>
                <a:cs typeface="+mn-cs"/>
              </a:rPr>
              <a:t>定义二维数组</a:t>
            </a:r>
            <a:r>
              <a:rPr kumimoji="0" lang="en-US" altLang="zh-CN" sz="2400" b="1" i="0" u="none" strike="noStrike" kern="0" cap="none" spc="0" normalizeH="0" baseline="0" noProof="0" dirty="0">
                <a:ln>
                  <a:noFill/>
                </a:ln>
                <a:solidFill>
                  <a:schemeClr val="tx1">
                    <a:lumMod val="65000"/>
                  </a:schemeClr>
                </a:solidFill>
                <a:effectLst>
                  <a:outerShdw blurRad="38100" dist="38100" dir="2700000" algn="tl">
                    <a:srgbClr val="000000"/>
                  </a:outerShdw>
                </a:effectLst>
                <a:uLnTx/>
                <a:uFillTx/>
                <a:latin typeface="Arial" panose="020B0604020202020204" pitchFamily="34" charset="0"/>
                <a:ea typeface="+mn-ea"/>
                <a:cs typeface="+mn-cs"/>
              </a:rPr>
              <a:t>b </a:t>
            </a:r>
            <a:r>
              <a:rPr kumimoji="0" lang="zh-CN" altLang="en-US" sz="2400" b="1" i="0" u="none" strike="noStrike" kern="0" cap="none" spc="0" normalizeH="0" baseline="0" noProof="0" dirty="0">
                <a:ln>
                  <a:noFill/>
                </a:ln>
                <a:solidFill>
                  <a:schemeClr val="tx1">
                    <a:lumMod val="65000"/>
                  </a:schemeClr>
                </a:solidFill>
                <a:effectLst>
                  <a:outerShdw blurRad="38100" dist="38100" dir="2700000" algn="tl">
                    <a:srgbClr val="000000"/>
                  </a:outerShdw>
                </a:effectLst>
                <a:uLnTx/>
                <a:uFillTx/>
                <a:latin typeface="Arial" panose="020B0604020202020204" pitchFamily="34" charset="0"/>
                <a:ea typeface="+mn-ea"/>
                <a:cs typeface="+mn-cs"/>
              </a:rPr>
              <a:t>，</a:t>
            </a:r>
            <a:r>
              <a:rPr kumimoji="0" lang="en-US" altLang="zh-CN" sz="2400" b="1" i="0" u="none" strike="noStrike" kern="0" cap="none" spc="0" normalizeH="0" baseline="0" noProof="0" dirty="0">
                <a:ln>
                  <a:noFill/>
                </a:ln>
                <a:solidFill>
                  <a:schemeClr val="tx1">
                    <a:lumMod val="65000"/>
                  </a:schemeClr>
                </a:solidFill>
                <a:effectLst>
                  <a:outerShdw blurRad="38100" dist="38100" dir="2700000" algn="tl">
                    <a:srgbClr val="000000"/>
                  </a:outerShdw>
                </a:effectLst>
                <a:uLnTx/>
                <a:uFillTx/>
                <a:latin typeface="Arial" panose="020B0604020202020204" pitchFamily="34" charset="0"/>
                <a:ea typeface="+mn-ea"/>
                <a:cs typeface="+mn-cs"/>
              </a:rPr>
              <a:t>b</a:t>
            </a:r>
            <a:r>
              <a:rPr kumimoji="0" lang="zh-CN" altLang="en-US" sz="2400" b="1" i="0" u="none" strike="noStrike" kern="0" cap="none" spc="0" normalizeH="0" baseline="0" noProof="0" dirty="0">
                <a:ln>
                  <a:noFill/>
                </a:ln>
                <a:solidFill>
                  <a:schemeClr val="tx1">
                    <a:lumMod val="65000"/>
                  </a:schemeClr>
                </a:solidFill>
                <a:effectLst>
                  <a:outerShdw blurRad="38100" dist="38100" dir="2700000" algn="tl">
                    <a:srgbClr val="000000"/>
                  </a:outerShdw>
                </a:effectLst>
                <a:uLnTx/>
                <a:uFillTx/>
                <a:latin typeface="Arial" panose="020B0604020202020204" pitchFamily="34" charset="0"/>
                <a:ea typeface="+mn-ea"/>
                <a:cs typeface="+mn-cs"/>
              </a:rPr>
              <a:t>有五行（虽然在定义中没有指出</a:t>
            </a:r>
            <a:r>
              <a:rPr kumimoji="0" lang="en-US" altLang="zh-CN" sz="2400" b="1" i="0" u="none" strike="noStrike" kern="0" cap="none" spc="0" normalizeH="0" baseline="0" noProof="0" dirty="0">
                <a:ln>
                  <a:noFill/>
                </a:ln>
                <a:solidFill>
                  <a:schemeClr val="tx1">
                    <a:lumMod val="65000"/>
                  </a:schemeClr>
                </a:solidFill>
                <a:effectLst>
                  <a:outerShdw blurRad="38100" dist="38100" dir="2700000" algn="tl">
                    <a:srgbClr val="000000"/>
                  </a:outerShdw>
                </a:effectLst>
                <a:uLnTx/>
                <a:uFillTx/>
                <a:latin typeface="Arial" panose="020B0604020202020204" pitchFamily="34" charset="0"/>
                <a:ea typeface="+mn-ea"/>
                <a:cs typeface="+mn-cs"/>
              </a:rPr>
              <a:t>b</a:t>
            </a:r>
            <a:r>
              <a:rPr kumimoji="0" lang="zh-CN" altLang="en-US" sz="2400" b="1" i="0" u="none" strike="noStrike" kern="0" cap="none" spc="0" normalizeH="0" baseline="0" noProof="0" dirty="0">
                <a:ln>
                  <a:noFill/>
                </a:ln>
                <a:solidFill>
                  <a:schemeClr val="tx1">
                    <a:lumMod val="65000"/>
                  </a:schemeClr>
                </a:solidFill>
                <a:effectLst>
                  <a:outerShdw blurRad="38100" dist="38100" dir="2700000" algn="tl">
                    <a:srgbClr val="000000"/>
                  </a:outerShdw>
                </a:effectLst>
                <a:uLnTx/>
                <a:uFillTx/>
                <a:latin typeface="Arial" panose="020B0604020202020204" pitchFamily="34" charset="0"/>
                <a:ea typeface="+mn-ea"/>
                <a:cs typeface="+mn-cs"/>
              </a:rPr>
              <a:t>数组有几行），每行四个元素 </a:t>
            </a:r>
            <a:endParaRPr kumimoji="0" lang="zh-CN" altLang="en-US" sz="2400" b="1" i="0" u="none" strike="noStrike" kern="0" cap="none" spc="0" normalizeH="0" baseline="0" noProof="0" dirty="0">
              <a:ln>
                <a:noFill/>
              </a:ln>
              <a:solidFill>
                <a:schemeClr val="tx1">
                  <a:lumMod val="65000"/>
                </a:schemeClr>
              </a:solidFill>
              <a:effectLst>
                <a:outerShdw blurRad="38100" dist="38100" dir="2700000" algn="tl">
                  <a:srgbClr val="000000"/>
                </a:outerShdw>
              </a:effectLst>
              <a:uLnTx/>
              <a:uFillTx/>
              <a:latin typeface="Arial" panose="020B0604020202020204" pitchFamily="34" charset="0"/>
              <a:ea typeface="+mn-ea"/>
              <a:cs typeface="+mn-cs"/>
            </a:endParaRPr>
          </a:p>
          <a:p>
            <a:pPr marL="342900" marR="0" lvl="0" indent="-342900" algn="l" defTabSz="914400" rtl="0" eaLnBrk="1" fontAlgn="base" latinLnBrk="0" hangingPunct="1">
              <a:lnSpc>
                <a:spcPct val="90000"/>
              </a:lnSpc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SzPct val="80000"/>
              <a:buFont typeface="Wingdings" panose="05000000000000000000" pitchFamily="2" charset="2"/>
              <a:buNone/>
              <a:defRPr/>
            </a:pPr>
            <a:r>
              <a:rPr kumimoji="0" lang="zh-CN" altLang="en-US" sz="3200" b="0" i="0" u="none" strike="noStrike" kern="0" cap="none" spc="0" normalizeH="0" baseline="0" noProof="0" dirty="0">
                <a:ln>
                  <a:noFill/>
                </a:ln>
                <a:solidFill>
                  <a:schemeClr val="tx1"/>
                </a:solidFill>
                <a:effectLst>
                  <a:outerShdw blurRad="38100" dist="38100" dir="2700000" algn="tl">
                    <a:srgbClr val="000000"/>
                  </a:outerShdw>
                </a:effectLst>
                <a:uLnTx/>
                <a:uFillTx/>
                <a:latin typeface="Arial" panose="020B0604020202020204" pitchFamily="34" charset="0"/>
                <a:ea typeface="+mn-ea"/>
                <a:cs typeface="+mn-cs"/>
              </a:rPr>
              <a:t>	</a:t>
            </a:r>
            <a:endParaRPr kumimoji="0" lang="en-US" altLang="zh-CN" sz="3200" b="0" i="0" u="none" strike="noStrike" kern="0" cap="none" spc="0" normalizeH="0" baseline="0" noProof="0" dirty="0">
              <a:ln>
                <a:noFill/>
              </a:ln>
              <a:solidFill>
                <a:schemeClr val="tx1"/>
              </a:solidFill>
              <a:effectLst>
                <a:outerShdw blurRad="38100" dist="38100" dir="2700000" algn="tl">
                  <a:srgbClr val="000000"/>
                </a:outerShdw>
              </a:effectLst>
              <a:uLnTx/>
              <a:uFillTx/>
              <a:latin typeface="Arial" panose="020B0604020202020204" pitchFamily="34" charset="0"/>
              <a:ea typeface="+mn-ea"/>
              <a:cs typeface="+mn-cs"/>
            </a:endParaRPr>
          </a:p>
          <a:p>
            <a:pPr marL="342900" marR="0" lvl="0" indent="-342900" algn="l" defTabSz="914400" rtl="0" eaLnBrk="1" fontAlgn="base" latinLnBrk="0" hangingPunct="1">
              <a:lnSpc>
                <a:spcPct val="90000"/>
              </a:lnSpc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SzPct val="80000"/>
              <a:buFont typeface="Wingdings" panose="05000000000000000000" pitchFamily="2" charset="2"/>
              <a:buNone/>
              <a:defRPr/>
            </a:pPr>
            <a:r>
              <a:rPr kumimoji="0" lang="en-US" altLang="zh-CN" sz="3200" b="1" i="0" u="none" strike="noStrike" kern="0" cap="none" spc="0" normalizeH="0" baseline="0" noProof="0" dirty="0">
                <a:ln>
                  <a:noFill/>
                </a:ln>
                <a:solidFill>
                  <a:schemeClr val="tx1"/>
                </a:solidFill>
                <a:effectLst>
                  <a:outerShdw blurRad="38100" dist="38100" dir="2700000" algn="tl">
                    <a:srgbClr val="000000"/>
                  </a:outerShdw>
                </a:effectLst>
                <a:uLnTx/>
                <a:uFillTx/>
                <a:latin typeface="Arial" panose="020B0604020202020204" pitchFamily="34" charset="0"/>
                <a:ea typeface="+mn-ea"/>
                <a:cs typeface="+mn-cs"/>
              </a:rPr>
              <a:t>	</a:t>
            </a:r>
            <a:r>
              <a:rPr kumimoji="0" lang="zh-CN" altLang="en-US" sz="3200" b="1" i="0" u="none" strike="noStrike" kern="0" cap="none" spc="0" normalizeH="0" baseline="0" noProof="0" dirty="0">
                <a:ln>
                  <a:noFill/>
                </a:ln>
                <a:solidFill>
                  <a:schemeClr val="tx1"/>
                </a:solidFill>
                <a:effectLst>
                  <a:outerShdw blurRad="38100" dist="38100" dir="2700000" algn="tl">
                    <a:srgbClr val="000000"/>
                  </a:outerShdw>
                </a:effectLst>
                <a:uLnTx/>
                <a:uFillTx/>
                <a:latin typeface="Arial" panose="020B0604020202020204" pitchFamily="34" charset="0"/>
                <a:ea typeface="+mn-ea"/>
                <a:cs typeface="+mn-cs"/>
              </a:rPr>
              <a:t>注意：</a:t>
            </a:r>
            <a:endParaRPr kumimoji="0" lang="en-US" altLang="zh-CN" sz="3200" b="1" i="0" u="none" strike="noStrike" kern="0" cap="none" spc="0" normalizeH="0" baseline="0" noProof="0" dirty="0">
              <a:ln>
                <a:noFill/>
              </a:ln>
              <a:solidFill>
                <a:schemeClr val="tx1"/>
              </a:solidFill>
              <a:effectLst>
                <a:outerShdw blurRad="38100" dist="38100" dir="2700000" algn="tl">
                  <a:srgbClr val="000000"/>
                </a:outerShdw>
              </a:effectLst>
              <a:uLnTx/>
              <a:uFillTx/>
              <a:latin typeface="Arial" panose="020B0604020202020204" pitchFamily="34" charset="0"/>
              <a:ea typeface="+mn-ea"/>
              <a:cs typeface="+mn-cs"/>
            </a:endParaRPr>
          </a:p>
          <a:p>
            <a:pPr marL="342900" marR="0" lvl="0" indent="-342900" algn="l" defTabSz="914400" rtl="0" eaLnBrk="1" fontAlgn="base" latinLnBrk="0" hangingPunct="1">
              <a:lnSpc>
                <a:spcPct val="90000"/>
              </a:lnSpc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SzPct val="80000"/>
              <a:buFont typeface="Wingdings" panose="05000000000000000000" pitchFamily="2" charset="2"/>
              <a:buNone/>
              <a:defRPr/>
            </a:pPr>
            <a:r>
              <a:rPr kumimoji="0" lang="en-US" altLang="zh-CN" sz="3200" b="1" i="0" u="none" strike="noStrike" kern="0" cap="none" spc="0" normalizeH="0" baseline="0" noProof="0" dirty="0">
                <a:ln>
                  <a:noFill/>
                </a:ln>
                <a:solidFill>
                  <a:schemeClr val="tx1"/>
                </a:solidFill>
                <a:effectLst>
                  <a:outerShdw blurRad="38100" dist="38100" dir="2700000" algn="tl">
                    <a:srgbClr val="000000"/>
                  </a:outerShdw>
                </a:effectLst>
                <a:uLnTx/>
                <a:uFillTx/>
                <a:latin typeface="Arial" panose="020B0604020202020204" pitchFamily="34" charset="0"/>
                <a:ea typeface="+mn-ea"/>
                <a:cs typeface="+mn-cs"/>
              </a:rPr>
              <a:t>	</a:t>
            </a:r>
            <a:r>
              <a:rPr kumimoji="0" lang="zh-CN" altLang="en-US" sz="3200" b="1" i="0" u="none" strike="noStrike" kern="0" cap="none" spc="0" normalizeH="0" baseline="0" noProof="0" dirty="0">
                <a:ln>
                  <a:noFill/>
                </a:ln>
                <a:solidFill>
                  <a:schemeClr val="tx1"/>
                </a:solidFill>
                <a:effectLst>
                  <a:outerShdw blurRad="38100" dist="38100" dir="2700000" algn="tl">
                    <a:srgbClr val="000000"/>
                  </a:outerShdw>
                </a:effectLst>
                <a:uLnTx/>
                <a:uFillTx/>
                <a:latin typeface="Arial" panose="020B0604020202020204" pitchFamily="34" charset="0"/>
                <a:ea typeface="+mn-ea"/>
                <a:cs typeface="+mn-cs"/>
              </a:rPr>
              <a:t>多维数组定义中，</a:t>
            </a:r>
            <a:r>
              <a:rPr kumimoji="0" lang="zh-CN" altLang="en-US" sz="3200" b="1" i="0" u="none" strike="noStrike" kern="0" cap="none" spc="0" normalizeH="0" baseline="0" noProof="0" dirty="0">
                <a:ln>
                  <a:noFill/>
                </a:ln>
                <a:solidFill>
                  <a:srgbClr val="FFFF00"/>
                </a:solidFill>
                <a:effectLst>
                  <a:outerShdw blurRad="38100" dist="38100" dir="2700000" algn="tl">
                    <a:srgbClr val="000000"/>
                  </a:outerShdw>
                </a:effectLst>
                <a:uLnTx/>
                <a:uFillTx/>
                <a:latin typeface="Arial" panose="020B0604020202020204" pitchFamily="34" charset="0"/>
                <a:ea typeface="+mn-ea"/>
                <a:cs typeface="+mn-cs"/>
              </a:rPr>
              <a:t>若省缺长度，只能是最左边的一维</a:t>
            </a:r>
            <a:r>
              <a:rPr kumimoji="0" lang="zh-CN" altLang="en-US" sz="3200" b="1" i="0" u="none" strike="noStrike" kern="0" cap="none" spc="0" normalizeH="0" baseline="0" noProof="0" dirty="0">
                <a:ln>
                  <a:noFill/>
                </a:ln>
                <a:solidFill>
                  <a:schemeClr val="tx1"/>
                </a:solidFill>
                <a:effectLst>
                  <a:outerShdw blurRad="38100" dist="38100" dir="2700000" algn="tl">
                    <a:srgbClr val="000000"/>
                  </a:outerShdw>
                </a:effectLst>
                <a:uLnTx/>
                <a:uFillTx/>
                <a:latin typeface="Arial" panose="020B0604020202020204" pitchFamily="34" charset="0"/>
                <a:ea typeface="+mn-ea"/>
                <a:cs typeface="+mn-cs"/>
              </a:rPr>
              <a:t>，即最外层一维，下述写法都是错误的。</a:t>
            </a:r>
            <a:endParaRPr kumimoji="0" lang="zh-CN" altLang="en-US" sz="3200" b="1" i="0" u="none" strike="noStrike" kern="0" cap="none" spc="0" normalizeH="0" baseline="0" noProof="0" dirty="0">
              <a:ln>
                <a:noFill/>
              </a:ln>
              <a:solidFill>
                <a:schemeClr val="tx1"/>
              </a:solidFill>
              <a:effectLst>
                <a:outerShdw blurRad="38100" dist="38100" dir="2700000" algn="tl">
                  <a:srgbClr val="000000"/>
                </a:outerShdw>
              </a:effectLst>
              <a:uLnTx/>
              <a:uFillTx/>
              <a:latin typeface="Arial" panose="020B0604020202020204" pitchFamily="34" charset="0"/>
              <a:ea typeface="+mn-ea"/>
              <a:cs typeface="Times New Roman" panose="02020603050405020304" pitchFamily="18" charset="0"/>
            </a:endParaRPr>
          </a:p>
          <a:p>
            <a:pPr marL="1600200" marR="0" lvl="3" indent="-228600" algn="l" defTabSz="914400" rtl="0" eaLnBrk="1" fontAlgn="base" latinLnBrk="0" hangingPunct="1">
              <a:lnSpc>
                <a:spcPct val="90000"/>
              </a:lnSpc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SzTx/>
              <a:buFontTx/>
              <a:buNone/>
              <a:defRPr/>
            </a:pPr>
            <a:r>
              <a:rPr kumimoji="0" lang="zh-CN" altLang="en-US" sz="3200" b="1" i="0" u="none" strike="noStrike" kern="0" cap="none" spc="0" normalizeH="0" baseline="0" noProof="0" dirty="0">
                <a:ln>
                  <a:noFill/>
                </a:ln>
                <a:solidFill>
                  <a:schemeClr val="tx1"/>
                </a:solidFill>
                <a:effectLst>
                  <a:outerShdw blurRad="38100" dist="38100" dir="2700000" algn="tl">
                    <a:srgbClr val="000000"/>
                  </a:outerShdw>
                </a:effectLst>
                <a:uLnTx/>
                <a:uFillTx/>
                <a:latin typeface="Arial" panose="020B0604020202020204" pitchFamily="34" charset="0"/>
                <a:ea typeface="+mn-ea"/>
              </a:rPr>
              <a:t>      </a:t>
            </a:r>
            <a:r>
              <a:rPr kumimoji="0" lang="en-US" altLang="zh-CN" sz="3200" b="1" i="0" u="none" strike="noStrike" kern="0" cap="none" spc="0" normalizeH="0" baseline="0" noProof="0" dirty="0" err="1">
                <a:ln>
                  <a:noFill/>
                </a:ln>
                <a:solidFill>
                  <a:schemeClr val="tx1"/>
                </a:solidFill>
                <a:effectLst>
                  <a:outerShdw blurRad="38100" dist="38100" dir="2700000" algn="tl">
                    <a:srgbClr val="000000"/>
                  </a:outerShdw>
                </a:effectLst>
                <a:uLnTx/>
                <a:uFillTx/>
                <a:latin typeface="Arial" panose="020B0604020202020204" pitchFamily="34" charset="0"/>
                <a:ea typeface="+mn-ea"/>
              </a:rPr>
              <a:t>int</a:t>
            </a:r>
            <a:r>
              <a:rPr kumimoji="0" lang="en-US" altLang="zh-CN" sz="3200" b="1" i="0" u="none" strike="noStrike" kern="0" cap="none" spc="0" normalizeH="0" baseline="0" noProof="0" dirty="0">
                <a:ln>
                  <a:noFill/>
                </a:ln>
                <a:solidFill>
                  <a:schemeClr val="tx1"/>
                </a:solidFill>
                <a:effectLst>
                  <a:outerShdw blurRad="38100" dist="38100" dir="2700000" algn="tl">
                    <a:srgbClr val="000000"/>
                  </a:outerShdw>
                </a:effectLst>
                <a:uLnTx/>
                <a:uFillTx/>
                <a:latin typeface="Arial" panose="020B0604020202020204" pitchFamily="34" charset="0"/>
                <a:ea typeface="+mn-ea"/>
              </a:rPr>
              <a:t>  a[3][ ]= ...</a:t>
            </a:r>
            <a:endParaRPr kumimoji="0" lang="en-US" altLang="zh-CN" sz="3200" b="1" i="0" u="none" strike="noStrike" kern="0" cap="none" spc="0" normalizeH="0" baseline="0" noProof="0" dirty="0">
              <a:ln>
                <a:noFill/>
              </a:ln>
              <a:solidFill>
                <a:schemeClr val="tx1"/>
              </a:solidFill>
              <a:effectLst>
                <a:outerShdw blurRad="38100" dist="38100" dir="2700000" algn="tl">
                  <a:srgbClr val="000000"/>
                </a:outerShdw>
              </a:effectLst>
              <a:uLnTx/>
              <a:uFillTx/>
              <a:latin typeface="Arial" panose="020B0604020202020204" pitchFamily="34" charset="0"/>
              <a:ea typeface="+mn-ea"/>
              <a:cs typeface="Times New Roman" panose="02020603050405020304" pitchFamily="18" charset="0"/>
            </a:endParaRPr>
          </a:p>
          <a:p>
            <a:pPr marL="1600200" marR="0" lvl="3" indent="-228600" algn="l" defTabSz="914400" rtl="0" eaLnBrk="1" fontAlgn="base" latinLnBrk="0" hangingPunct="1">
              <a:lnSpc>
                <a:spcPct val="90000"/>
              </a:lnSpc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SzTx/>
              <a:buFontTx/>
              <a:buNone/>
              <a:defRPr/>
            </a:pPr>
            <a:r>
              <a:rPr kumimoji="0" lang="en-US" altLang="zh-CN" sz="3200" b="1" i="0" u="none" strike="noStrike" kern="0" cap="none" spc="0" normalizeH="0" baseline="0" noProof="0" dirty="0">
                <a:ln>
                  <a:noFill/>
                </a:ln>
                <a:solidFill>
                  <a:schemeClr val="tx1"/>
                </a:solidFill>
                <a:effectLst>
                  <a:outerShdw blurRad="38100" dist="38100" dir="2700000" algn="tl">
                    <a:srgbClr val="000000"/>
                  </a:outerShdw>
                </a:effectLst>
                <a:uLnTx/>
                <a:uFillTx/>
                <a:latin typeface="Arial" panose="020B0604020202020204" pitchFamily="34" charset="0"/>
                <a:ea typeface="+mn-ea"/>
              </a:rPr>
              <a:t>      </a:t>
            </a:r>
            <a:r>
              <a:rPr kumimoji="0" lang="en-US" altLang="zh-CN" sz="3200" b="1" i="0" u="none" strike="noStrike" kern="0" cap="none" spc="0" normalizeH="0" baseline="0" noProof="0" dirty="0" err="1">
                <a:ln>
                  <a:noFill/>
                </a:ln>
                <a:solidFill>
                  <a:schemeClr val="tx1"/>
                </a:solidFill>
                <a:effectLst>
                  <a:outerShdw blurRad="38100" dist="38100" dir="2700000" algn="tl">
                    <a:srgbClr val="000000"/>
                  </a:outerShdw>
                </a:effectLst>
                <a:uLnTx/>
                <a:uFillTx/>
                <a:latin typeface="Arial" panose="020B0604020202020204" pitchFamily="34" charset="0"/>
                <a:ea typeface="+mn-ea"/>
              </a:rPr>
              <a:t>int</a:t>
            </a:r>
            <a:r>
              <a:rPr kumimoji="0" lang="en-US" altLang="zh-CN" sz="3200" b="1" i="0" u="none" strike="noStrike" kern="0" cap="none" spc="0" normalizeH="0" baseline="0" noProof="0" dirty="0">
                <a:ln>
                  <a:noFill/>
                </a:ln>
                <a:solidFill>
                  <a:schemeClr val="tx1"/>
                </a:solidFill>
                <a:effectLst>
                  <a:outerShdw blurRad="38100" dist="38100" dir="2700000" algn="tl">
                    <a:srgbClr val="000000"/>
                  </a:outerShdw>
                </a:effectLst>
                <a:uLnTx/>
                <a:uFillTx/>
                <a:latin typeface="Arial" panose="020B0604020202020204" pitchFamily="34" charset="0"/>
                <a:ea typeface="+mn-ea"/>
              </a:rPr>
              <a:t>  b[ ][ ][4]= ...</a:t>
            </a:r>
            <a:endParaRPr kumimoji="0" lang="en-US" altLang="zh-CN" sz="3200" b="1" i="0" u="none" strike="noStrike" kern="0" cap="none" spc="0" normalizeH="0" baseline="0" noProof="0" dirty="0">
              <a:ln>
                <a:noFill/>
              </a:ln>
              <a:solidFill>
                <a:schemeClr val="tx1"/>
              </a:solidFill>
              <a:effectLst>
                <a:outerShdw blurRad="38100" dist="38100" dir="2700000" algn="tl">
                  <a:srgbClr val="000000"/>
                </a:outerShdw>
              </a:effectLst>
              <a:uLnTx/>
              <a:uFillTx/>
              <a:latin typeface="Arial" panose="020B0604020202020204" pitchFamily="34" charset="0"/>
              <a:ea typeface="+mn-ea"/>
              <a:cs typeface="Times New Roman" panose="02020603050405020304" pitchFamily="18" charset="0"/>
            </a:endParaRPr>
          </a:p>
          <a:p>
            <a:pPr marL="1600200" marR="0" lvl="3" indent="-228600" algn="l" defTabSz="914400" rtl="0" eaLnBrk="1" fontAlgn="base" latinLnBrk="0" hangingPunct="1">
              <a:lnSpc>
                <a:spcPct val="90000"/>
              </a:lnSpc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SzTx/>
              <a:buFontTx/>
              <a:buNone/>
              <a:defRPr/>
            </a:pPr>
            <a:r>
              <a:rPr kumimoji="0" lang="en-US" altLang="zh-CN" sz="3200" b="1" i="0" u="none" strike="noStrike" kern="0" cap="none" spc="0" normalizeH="0" baseline="0" noProof="0" dirty="0">
                <a:ln>
                  <a:noFill/>
                </a:ln>
                <a:solidFill>
                  <a:schemeClr val="tx1"/>
                </a:solidFill>
                <a:effectLst>
                  <a:outerShdw blurRad="38100" dist="38100" dir="2700000" algn="tl">
                    <a:srgbClr val="000000"/>
                  </a:outerShdw>
                </a:effectLst>
                <a:uLnTx/>
                <a:uFillTx/>
                <a:latin typeface="Arial" panose="020B0604020202020204" pitchFamily="34" charset="0"/>
                <a:ea typeface="+mn-ea"/>
              </a:rPr>
              <a:t>      </a:t>
            </a:r>
            <a:r>
              <a:rPr kumimoji="0" lang="en-US" altLang="zh-CN" sz="3200" b="1" i="0" u="none" strike="noStrike" kern="0" cap="none" spc="0" normalizeH="0" baseline="0" noProof="0" dirty="0" err="1">
                <a:ln>
                  <a:noFill/>
                </a:ln>
                <a:solidFill>
                  <a:schemeClr val="tx1"/>
                </a:solidFill>
                <a:effectLst>
                  <a:outerShdw blurRad="38100" dist="38100" dir="2700000" algn="tl">
                    <a:srgbClr val="000000"/>
                  </a:outerShdw>
                </a:effectLst>
                <a:uLnTx/>
                <a:uFillTx/>
                <a:latin typeface="Arial" panose="020B0604020202020204" pitchFamily="34" charset="0"/>
                <a:ea typeface="+mn-ea"/>
              </a:rPr>
              <a:t>int</a:t>
            </a:r>
            <a:r>
              <a:rPr kumimoji="0" lang="en-US" altLang="zh-CN" sz="3200" b="1" i="0" u="none" strike="noStrike" kern="0" cap="none" spc="0" normalizeH="0" baseline="0" noProof="0" dirty="0">
                <a:ln>
                  <a:noFill/>
                </a:ln>
                <a:solidFill>
                  <a:schemeClr val="tx1"/>
                </a:solidFill>
                <a:effectLst>
                  <a:outerShdw blurRad="38100" dist="38100" dir="2700000" algn="tl">
                    <a:srgbClr val="000000"/>
                  </a:outerShdw>
                </a:effectLst>
                <a:uLnTx/>
                <a:uFillTx/>
                <a:latin typeface="Arial" panose="020B0604020202020204" pitchFamily="34" charset="0"/>
                <a:ea typeface="+mn-ea"/>
              </a:rPr>
              <a:t>  c[2][ ][5]= ...</a:t>
            </a:r>
            <a:endParaRPr kumimoji="0" lang="en-US" altLang="zh-CN" sz="3200" b="1" i="0" u="none" strike="noStrike" kern="0" cap="none" spc="0" normalizeH="0" baseline="0" noProof="0" dirty="0">
              <a:ln>
                <a:noFill/>
              </a:ln>
              <a:solidFill>
                <a:schemeClr val="tx1"/>
              </a:solidFill>
              <a:effectLst>
                <a:outerShdw blurRad="38100" dist="38100" dir="2700000" algn="tl">
                  <a:srgbClr val="000000"/>
                </a:outerShdw>
              </a:effectLst>
              <a:uLnTx/>
              <a:uFillTx/>
              <a:latin typeface="Arial" panose="020B0604020202020204" pitchFamily="34" charset="0"/>
              <a:ea typeface="+mn-ea"/>
            </a:endParaRPr>
          </a:p>
          <a:p>
            <a:pPr marL="1600200" marR="0" lvl="3" indent="-228600" algn="l" defTabSz="914400" rtl="0" eaLnBrk="1" fontAlgn="base" latinLnBrk="0" hangingPunct="1">
              <a:lnSpc>
                <a:spcPct val="90000"/>
              </a:lnSpc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SzTx/>
              <a:buFontTx/>
              <a:buNone/>
              <a:defRPr/>
            </a:pPr>
            <a:endParaRPr kumimoji="0" lang="en-US" altLang="zh-CN" sz="3200" b="0" i="0" u="none" strike="noStrike" kern="0" cap="none" spc="0" normalizeH="0" baseline="0" noProof="0" dirty="0">
              <a:ln>
                <a:noFill/>
              </a:ln>
              <a:solidFill>
                <a:schemeClr val="tx1"/>
              </a:solidFill>
              <a:effectLst>
                <a:outerShdw blurRad="38100" dist="38100" dir="2700000" algn="tl">
                  <a:srgbClr val="000000"/>
                </a:outerShdw>
              </a:effectLst>
              <a:uLnTx/>
              <a:uFillTx/>
              <a:latin typeface="Arial" panose="020B0604020202020204" pitchFamily="34" charset="0"/>
              <a:ea typeface="+mn-ea"/>
            </a:endParaRPr>
          </a:p>
        </p:txBody>
      </p:sp>
      <p:grpSp>
        <p:nvGrpSpPr>
          <p:cNvPr id="2" name="Group 3"/>
          <p:cNvGrpSpPr/>
          <p:nvPr/>
        </p:nvGrpSpPr>
        <p:grpSpPr>
          <a:xfrm>
            <a:off x="5257800" y="4217670"/>
            <a:ext cx="709613" cy="1417638"/>
            <a:chOff x="3904" y="1706"/>
            <a:chExt cx="1425" cy="941"/>
          </a:xfrm>
        </p:grpSpPr>
        <p:sp>
          <p:nvSpPr>
            <p:cNvPr id="66565" name="Line 4"/>
            <p:cNvSpPr/>
            <p:nvPr/>
          </p:nvSpPr>
          <p:spPr>
            <a:xfrm>
              <a:off x="3969" y="1706"/>
              <a:ext cx="1360" cy="908"/>
            </a:xfrm>
            <a:prstGeom prst="line">
              <a:avLst/>
            </a:prstGeom>
            <a:ln w="57150" cap="flat" cmpd="sng">
              <a:solidFill>
                <a:srgbClr val="F608E8"/>
              </a:solidFill>
              <a:prstDash val="solid"/>
              <a:headEnd type="none" w="med" len="med"/>
              <a:tailEnd type="none" w="med" len="med"/>
            </a:ln>
          </p:spPr>
        </p:sp>
        <p:sp>
          <p:nvSpPr>
            <p:cNvPr id="66566" name="Line 5"/>
            <p:cNvSpPr/>
            <p:nvPr/>
          </p:nvSpPr>
          <p:spPr>
            <a:xfrm flipH="1">
              <a:off x="3904" y="1739"/>
              <a:ext cx="1360" cy="908"/>
            </a:xfrm>
            <a:prstGeom prst="line">
              <a:avLst/>
            </a:prstGeom>
            <a:ln w="57150" cap="flat" cmpd="sng">
              <a:solidFill>
                <a:srgbClr val="F608E8"/>
              </a:solidFill>
              <a:prstDash val="solid"/>
              <a:headEnd type="none" w="med" len="med"/>
              <a:tailEnd type="none" w="med" len="med"/>
            </a:ln>
          </p:spPr>
        </p:sp>
      </p:grpSp>
    </p:spTree>
  </p:cSld>
  <p:clrMapOvr>
    <a:masterClrMapping/>
  </p:clrMapOvr>
  <p:transition>
    <p:random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49634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49634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9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49634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1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49634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3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49634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5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4" name="灯片编号占位符 5"/>
          <p:cNvSpPr txBox="1">
            <a:spLocks noGrp="1"/>
          </p:cNvSpPr>
          <p:nvPr>
            <p:ph type="sldNum" sz="quarter" idx="4"/>
          </p:nvPr>
        </p:nvSpPr>
        <p:spPr bwMode="auto"/>
        <p:txBody>
          <a:bodyPr wrap="square" lIns="91440" tIns="45720" rIns="91440" bIns="45720" numCol="1" anchor="b" anchorCtr="0" compatLnSpc="1"/>
          <a:lstStyle>
            <a:lvl1pPr>
              <a:defRPr b="1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1pPr>
            <a:lvl2pPr marL="742950" indent="-285750">
              <a:defRPr b="1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2pPr>
            <a:lvl3pPr marL="1143000" indent="-228600">
              <a:defRPr b="1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3pPr>
            <a:lvl4pPr marL="1600200" indent="-228600">
              <a:defRPr b="1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4pPr>
            <a:lvl5pPr marL="2057400" indent="-228600">
              <a:defRPr b="1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b="1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b="1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b="1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b="1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9pPr>
          </a:lstStyle>
          <a:p>
            <a:pPr marL="0" marR="0" lvl="0" indent="0" algn="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fld id="{26F8A416-9F11-449A-A81B-5F6F92DCF4F5}" type="slidenum">
              <a:rPr kumimoji="0" lang="en-US" altLang="zh-CN" sz="1200" b="0" i="0" u="none" strike="noStrike" kern="1200" cap="none" spc="0" normalizeH="0" baseline="0" noProof="0" smtClean="0">
                <a:ln>
                  <a:noFill/>
                </a:ln>
                <a:solidFill>
                  <a:schemeClr val="tx1"/>
                </a:solidFill>
                <a:effectLst>
                  <a:outerShdw blurRad="38100" dist="38100" dir="2700000" algn="tl">
                    <a:srgbClr val="000000"/>
                  </a:outerShdw>
                </a:effectLst>
                <a:uLnTx/>
                <a:uFillTx/>
                <a:latin typeface="Tahoma" panose="020B0604030504040204" pitchFamily="34" charset="0"/>
                <a:ea typeface="宋体" panose="02010600030101010101" pitchFamily="2" charset="-122"/>
                <a:cs typeface="+mn-cs"/>
              </a:rPr>
            </a:fld>
            <a:endParaRPr kumimoji="0" lang="en-US" altLang="zh-CN" sz="1200" b="0" i="0" u="none" strike="noStrike" kern="1200" cap="none" spc="0" normalizeH="0" baseline="0" noProof="0">
              <a:ln>
                <a:noFill/>
              </a:ln>
              <a:solidFill>
                <a:schemeClr val="tx1"/>
              </a:solidFill>
              <a:effectLst>
                <a:outerShdw blurRad="38100" dist="38100" dir="2700000" algn="tl">
                  <a:srgbClr val="000000"/>
                </a:outerShdw>
              </a:effectLst>
              <a:uLnTx/>
              <a:uFillTx/>
              <a:latin typeface="Tahoma" panose="020B0604030504040204" pitchFamily="34" charset="0"/>
              <a:ea typeface="宋体" panose="02010600030101010101" pitchFamily="2" charset="-122"/>
              <a:cs typeface="+mn-cs"/>
            </a:endParaRPr>
          </a:p>
        </p:txBody>
      </p:sp>
      <p:sp>
        <p:nvSpPr>
          <p:cNvPr id="1560578" name="Rectangle 2"/>
          <p:cNvSpPr>
            <a:spLocks noGrp="1" noChangeArrowheads="1"/>
          </p:cNvSpPr>
          <p:nvPr>
            <p:ph idx="1"/>
          </p:nvPr>
        </p:nvSpPr>
        <p:spPr>
          <a:xfrm>
            <a:off x="0" y="533400"/>
            <a:ext cx="8737600" cy="5105400"/>
          </a:xfrm>
        </p:spPr>
        <p:txBody>
          <a:bodyPr vert="horz" wrap="square" lIns="91440" tIns="45720" rIns="91440" bIns="45720" numCol="1" anchor="t" anchorCtr="0" compatLnSpc="1"/>
          <a:lstStyle/>
          <a:p>
            <a:pPr marL="342900" marR="0" lvl="0" indent="-342900" algn="l" defTabSz="914400" rtl="0" eaLnBrk="1" fontAlgn="base" latinLnBrk="0" hangingPunct="1">
              <a:lnSpc>
                <a:spcPct val="100000"/>
              </a:lnSpc>
              <a:spcBef>
                <a:spcPct val="10000"/>
              </a:spcBef>
              <a:spcAft>
                <a:spcPct val="10000"/>
              </a:spcAft>
              <a:buClr>
                <a:schemeClr val="hlink"/>
              </a:buClr>
              <a:buSzPct val="80000"/>
              <a:buFont typeface="Wingdings" panose="05000000000000000000" pitchFamily="2" charset="2"/>
              <a:buNone/>
              <a:defRPr/>
            </a:pPr>
            <a:r>
              <a:rPr kumimoji="0" lang="en-US" altLang="zh-CN" sz="1800" b="1" i="0" u="none" strike="noStrike" kern="0" cap="none" spc="0" normalizeH="0" baseline="0" noProof="0" dirty="0">
                <a:ln>
                  <a:noFill/>
                </a:ln>
                <a:solidFill>
                  <a:schemeClr val="tx1"/>
                </a:solidFill>
                <a:effectLst>
                  <a:outerShdw blurRad="38100" dist="38100" dir="2700000" algn="tl">
                    <a:srgbClr val="000000"/>
                  </a:outerShdw>
                </a:effectLst>
                <a:uLnTx/>
                <a:uFillTx/>
                <a:latin typeface="Arial" panose="020B0604020202020204" pitchFamily="34" charset="0"/>
                <a:ea typeface="+mn-ea"/>
                <a:cs typeface="+mn-cs"/>
              </a:rPr>
              <a:t>   </a:t>
            </a:r>
            <a:r>
              <a:rPr kumimoji="0" lang="en-US" altLang="zh-CN" sz="1800" b="1" i="0" u="none" strike="noStrike" kern="0" cap="none" spc="0" normalizeH="0" baseline="0" noProof="0" dirty="0">
                <a:ln>
                  <a:noFill/>
                </a:ln>
                <a:solidFill>
                  <a:schemeClr val="hlink"/>
                </a:solidFill>
                <a:effectLst>
                  <a:outerShdw blurRad="38100" dist="38100" dir="2700000" algn="tl">
                    <a:srgbClr val="000000"/>
                  </a:outerShdw>
                </a:effectLst>
                <a:uLnTx/>
                <a:uFillTx/>
                <a:latin typeface="Arial" panose="020B0604020202020204" pitchFamily="34" charset="0"/>
                <a:ea typeface="+mn-ea"/>
                <a:cs typeface="+mn-cs"/>
              </a:rPr>
              <a:t>	        </a:t>
            </a:r>
            <a:r>
              <a:rPr kumimoji="0" lang="en-US" altLang="zh-CN" sz="2800" b="1" i="0" u="none" strike="noStrike" kern="0" cap="none" spc="0" normalizeH="0" baseline="0" noProof="0" dirty="0">
                <a:ln>
                  <a:noFill/>
                </a:ln>
                <a:solidFill>
                  <a:schemeClr val="hlink"/>
                </a:solidFill>
                <a:effectLst>
                  <a:outerShdw blurRad="38100" dist="38100" dir="2700000" algn="tl">
                    <a:srgbClr val="000000"/>
                  </a:outerShdw>
                </a:effectLst>
                <a:uLnTx/>
                <a:uFillTx/>
                <a:latin typeface="Arial" panose="020B0604020202020204" pitchFamily="34" charset="0"/>
                <a:ea typeface="+mn-ea"/>
                <a:cs typeface="+mn-cs"/>
              </a:rPr>
              <a:t>int  x[5][2][26];</a:t>
            </a:r>
            <a:endParaRPr kumimoji="0" lang="en-US" altLang="zh-CN" sz="2800" b="1" i="0" u="none" strike="noStrike" kern="0" cap="none" spc="0" normalizeH="0" baseline="0" noProof="0" dirty="0">
              <a:ln>
                <a:noFill/>
              </a:ln>
              <a:solidFill>
                <a:schemeClr val="hlink"/>
              </a:solidFill>
              <a:effectLst>
                <a:outerShdw blurRad="38100" dist="38100" dir="2700000" algn="tl">
                  <a:srgbClr val="000000"/>
                </a:outerShdw>
              </a:effectLst>
              <a:uLnTx/>
              <a:uFillTx/>
              <a:latin typeface="Arial" panose="020B0604020202020204" pitchFamily="34" charset="0"/>
              <a:ea typeface="+mn-ea"/>
              <a:cs typeface="+mn-cs"/>
            </a:endParaRPr>
          </a:p>
          <a:p>
            <a:pPr marL="342900" marR="0" lvl="0" indent="-342900" algn="l" defTabSz="914400" rtl="0" eaLnBrk="1" fontAlgn="base" latinLnBrk="0" hangingPunct="1">
              <a:lnSpc>
                <a:spcPct val="100000"/>
              </a:lnSpc>
              <a:spcBef>
                <a:spcPct val="10000"/>
              </a:spcBef>
              <a:spcAft>
                <a:spcPct val="10000"/>
              </a:spcAft>
              <a:buClr>
                <a:schemeClr val="hlink"/>
              </a:buClr>
              <a:buSzPct val="80000"/>
              <a:buFont typeface="Wingdings" panose="05000000000000000000" pitchFamily="2" charset="2"/>
              <a:buNone/>
              <a:defRPr/>
            </a:pPr>
            <a:endParaRPr kumimoji="0" lang="en-US" altLang="zh-CN" sz="2800" b="1" i="0" u="none" strike="noStrike" kern="0" cap="none" spc="0" normalizeH="0" baseline="0" noProof="0" dirty="0">
              <a:ln>
                <a:noFill/>
              </a:ln>
              <a:solidFill>
                <a:schemeClr val="hlink"/>
              </a:solidFill>
              <a:effectLst>
                <a:outerShdw blurRad="38100" dist="38100" dir="2700000" algn="tl">
                  <a:srgbClr val="000000"/>
                </a:outerShdw>
              </a:effectLst>
              <a:uLnTx/>
              <a:uFillTx/>
              <a:latin typeface="Arial" panose="020B0604020202020204" pitchFamily="34" charset="0"/>
              <a:ea typeface="+mn-ea"/>
              <a:cs typeface="+mn-cs"/>
            </a:endParaRPr>
          </a:p>
          <a:p>
            <a:pPr marL="742950" marR="0" lvl="1" indent="-285750" algn="l" defTabSz="914400" rtl="0" eaLnBrk="1" fontAlgn="base" latinLnBrk="0" hangingPunct="1">
              <a:lnSpc>
                <a:spcPct val="100000"/>
              </a:lnSpc>
              <a:spcBef>
                <a:spcPct val="10000"/>
              </a:spcBef>
              <a:spcAft>
                <a:spcPct val="10000"/>
              </a:spcAft>
              <a:buClr>
                <a:schemeClr val="tx1"/>
              </a:buClr>
              <a:buSzTx/>
              <a:buFontTx/>
              <a:buChar char="–"/>
              <a:defRPr/>
            </a:pPr>
            <a:r>
              <a:rPr kumimoji="0" lang="zh-CN" altLang="en-US" sz="2800" b="1" i="0" u="none" strike="noStrike" kern="0" cap="none" spc="0" normalizeH="0" baseline="0" noProof="0" dirty="0">
                <a:ln>
                  <a:noFill/>
                </a:ln>
                <a:solidFill>
                  <a:schemeClr val="tx1"/>
                </a:solidFill>
                <a:effectLst>
                  <a:outerShdw blurRad="38100" dist="38100" dir="2700000" algn="tl">
                    <a:srgbClr val="000000"/>
                  </a:outerShdw>
                </a:effectLst>
                <a:uLnTx/>
                <a:uFillTx/>
                <a:latin typeface="Arial" panose="020B0604020202020204" pitchFamily="34" charset="0"/>
                <a:ea typeface="+mn-ea"/>
              </a:rPr>
              <a:t>定义</a:t>
            </a:r>
            <a:r>
              <a:rPr kumimoji="0" lang="en-US" altLang="zh-CN" sz="2800" b="1" i="0" u="none" strike="noStrike" kern="0" cap="none" spc="0" normalizeH="0" baseline="0" noProof="0" dirty="0">
                <a:ln>
                  <a:noFill/>
                </a:ln>
                <a:solidFill>
                  <a:schemeClr val="tx1"/>
                </a:solidFill>
                <a:effectLst>
                  <a:outerShdw blurRad="38100" dist="38100" dir="2700000" algn="tl">
                    <a:srgbClr val="000000"/>
                  </a:outerShdw>
                </a:effectLst>
                <a:uLnTx/>
                <a:uFillTx/>
                <a:latin typeface="Arial" panose="020B0604020202020204" pitchFamily="34" charset="0"/>
                <a:ea typeface="+mn-ea"/>
              </a:rPr>
              <a:t>:</a:t>
            </a:r>
            <a:r>
              <a:rPr kumimoji="0" lang="zh-CN" altLang="en-US" sz="2800" b="1" i="0" u="none" strike="noStrike" kern="0" cap="none" spc="0" normalizeH="0" baseline="0" noProof="0" dirty="0">
                <a:ln>
                  <a:noFill/>
                </a:ln>
                <a:solidFill>
                  <a:schemeClr val="tx1"/>
                </a:solidFill>
                <a:effectLst>
                  <a:outerShdw blurRad="38100" dist="38100" dir="2700000" algn="tl">
                    <a:srgbClr val="000000"/>
                  </a:outerShdw>
                </a:effectLst>
                <a:uLnTx/>
                <a:uFillTx/>
                <a:latin typeface="Arial" panose="020B0604020202020204" pitchFamily="34" charset="0"/>
                <a:ea typeface="+mn-ea"/>
              </a:rPr>
              <a:t> </a:t>
            </a:r>
            <a:r>
              <a:rPr kumimoji="0" lang="en-US" altLang="zh-CN" sz="2800" b="1" i="0" u="none" strike="noStrike" kern="0" cap="none" spc="0" normalizeH="0" baseline="0" noProof="0" dirty="0">
                <a:ln>
                  <a:noFill/>
                </a:ln>
                <a:solidFill>
                  <a:schemeClr val="tx1"/>
                </a:solidFill>
                <a:effectLst>
                  <a:outerShdw blurRad="38100" dist="38100" dir="2700000" algn="tl">
                    <a:srgbClr val="000000"/>
                  </a:outerShdw>
                </a:effectLst>
                <a:uLnTx/>
                <a:uFillTx/>
                <a:latin typeface="Arial" panose="020B0604020202020204" pitchFamily="34" charset="0"/>
                <a:ea typeface="+mn-ea"/>
              </a:rPr>
              <a:t>x </a:t>
            </a:r>
            <a:r>
              <a:rPr kumimoji="0" lang="zh-CN" altLang="en-US" sz="2800" b="1" i="0" u="none" strike="noStrike" kern="0" cap="none" spc="0" normalizeH="0" baseline="0" noProof="0" dirty="0">
                <a:ln>
                  <a:noFill/>
                </a:ln>
                <a:solidFill>
                  <a:schemeClr val="tx1"/>
                </a:solidFill>
                <a:effectLst>
                  <a:outerShdw blurRad="38100" dist="38100" dir="2700000" algn="tl">
                    <a:srgbClr val="000000"/>
                  </a:outerShdw>
                </a:effectLst>
                <a:uLnTx/>
                <a:uFillTx/>
                <a:latin typeface="Arial" panose="020B0604020202020204" pitchFamily="34" charset="0"/>
                <a:ea typeface="+mn-ea"/>
              </a:rPr>
              <a:t>是一个</a:t>
            </a:r>
            <a:r>
              <a:rPr kumimoji="0" lang="en-US" altLang="zh-CN" sz="2800" b="1" i="0" u="none" strike="noStrike" kern="0" cap="none" spc="0" normalizeH="0" baseline="0" noProof="0" dirty="0">
                <a:ln>
                  <a:noFill/>
                </a:ln>
                <a:solidFill>
                  <a:schemeClr val="tx1"/>
                </a:solidFill>
                <a:effectLst>
                  <a:outerShdw blurRad="38100" dist="38100" dir="2700000" algn="tl">
                    <a:srgbClr val="000000"/>
                  </a:outerShdw>
                </a:effectLst>
                <a:uLnTx/>
                <a:uFillTx/>
                <a:latin typeface="Arial" panose="020B0604020202020204" pitchFamily="34" charset="0"/>
                <a:ea typeface="+mn-ea"/>
              </a:rPr>
              <a:t>3</a:t>
            </a:r>
            <a:r>
              <a:rPr kumimoji="0" lang="zh-CN" altLang="en-US" sz="2800" b="1" i="0" u="none" strike="noStrike" kern="0" cap="none" spc="0" normalizeH="0" baseline="0" noProof="0" dirty="0">
                <a:ln>
                  <a:noFill/>
                </a:ln>
                <a:solidFill>
                  <a:schemeClr val="tx1"/>
                </a:solidFill>
                <a:effectLst>
                  <a:outerShdw blurRad="38100" dist="38100" dir="2700000" algn="tl">
                    <a:srgbClr val="000000"/>
                  </a:outerShdw>
                </a:effectLst>
                <a:uLnTx/>
                <a:uFillTx/>
                <a:latin typeface="Arial" panose="020B0604020202020204" pitchFamily="34" charset="0"/>
                <a:ea typeface="+mn-ea"/>
              </a:rPr>
              <a:t>维数组。它的成分类型是</a:t>
            </a:r>
            <a:r>
              <a:rPr kumimoji="0" lang="en-US" altLang="zh-CN" sz="2800" b="1" i="0" u="none" strike="noStrike" kern="0" cap="none" spc="0" normalizeH="0" baseline="0" noProof="0" dirty="0" err="1">
                <a:ln>
                  <a:noFill/>
                </a:ln>
                <a:solidFill>
                  <a:schemeClr val="hlink"/>
                </a:solidFill>
                <a:effectLst>
                  <a:outerShdw blurRad="38100" dist="38100" dir="2700000" algn="tl">
                    <a:srgbClr val="000000"/>
                  </a:outerShdw>
                </a:effectLst>
                <a:uLnTx/>
                <a:uFillTx/>
                <a:latin typeface="Arial" panose="020B0604020202020204" pitchFamily="34" charset="0"/>
                <a:ea typeface="+mn-ea"/>
              </a:rPr>
              <a:t>int</a:t>
            </a:r>
            <a:r>
              <a:rPr kumimoji="0" lang="zh-CN" altLang="en-US" sz="2800" b="1" i="0" u="none" strike="noStrike" kern="0" cap="none" spc="0" normalizeH="0" baseline="0" noProof="0" dirty="0">
                <a:ln>
                  <a:noFill/>
                </a:ln>
                <a:solidFill>
                  <a:schemeClr val="hlink"/>
                </a:solidFill>
                <a:effectLst>
                  <a:outerShdw blurRad="38100" dist="38100" dir="2700000" algn="tl">
                    <a:srgbClr val="000000"/>
                  </a:outerShdw>
                </a:effectLst>
                <a:uLnTx/>
                <a:uFillTx/>
                <a:latin typeface="Arial" panose="020B0604020202020204" pitchFamily="34" charset="0"/>
                <a:ea typeface="+mn-ea"/>
              </a:rPr>
              <a:t>型</a:t>
            </a:r>
            <a:endParaRPr kumimoji="0" lang="zh-CN" altLang="en-US" sz="2800" b="1" i="0" u="none" strike="noStrike" kern="0" cap="none" spc="0" normalizeH="0" baseline="0" noProof="0" dirty="0">
              <a:ln>
                <a:noFill/>
              </a:ln>
              <a:solidFill>
                <a:schemeClr val="hlink"/>
              </a:solidFill>
              <a:effectLst>
                <a:outerShdw blurRad="38100" dist="38100" dir="2700000" algn="tl">
                  <a:srgbClr val="000000"/>
                </a:outerShdw>
              </a:effectLst>
              <a:uLnTx/>
              <a:uFillTx/>
              <a:latin typeface="Arial" panose="020B0604020202020204" pitchFamily="34" charset="0"/>
              <a:ea typeface="+mn-ea"/>
            </a:endParaRPr>
          </a:p>
          <a:p>
            <a:pPr marL="1143000" marR="0" lvl="2" indent="-228600" algn="l" defTabSz="914400" rtl="0" eaLnBrk="1" fontAlgn="base" latinLnBrk="0" hangingPunct="1">
              <a:lnSpc>
                <a:spcPct val="100000"/>
              </a:lnSpc>
              <a:spcBef>
                <a:spcPct val="10000"/>
              </a:spcBef>
              <a:spcAft>
                <a:spcPct val="10000"/>
              </a:spcAft>
              <a:buClr>
                <a:schemeClr val="hlink"/>
              </a:buClr>
              <a:buSzTx/>
              <a:buFont typeface="Wingdings" panose="05000000000000000000" pitchFamily="2" charset="2"/>
              <a:buChar char="§"/>
              <a:defRPr/>
            </a:pPr>
            <a:r>
              <a:rPr kumimoji="0" lang="zh-CN" altLang="en-US" sz="2400" b="1" i="0" u="none" strike="noStrike" kern="0" cap="none" spc="0" normalizeH="0" baseline="0" noProof="0" dirty="0">
                <a:ln>
                  <a:noFill/>
                </a:ln>
                <a:solidFill>
                  <a:schemeClr val="tx1"/>
                </a:solidFill>
                <a:effectLst>
                  <a:outerShdw blurRad="38100" dist="38100" dir="2700000" algn="tl">
                    <a:srgbClr val="000000"/>
                  </a:outerShdw>
                </a:effectLst>
                <a:uLnTx/>
                <a:uFillTx/>
                <a:latin typeface="Arial" panose="020B0604020202020204" pitchFamily="34" charset="0"/>
                <a:ea typeface="+mn-ea"/>
              </a:rPr>
              <a:t>第一维</a:t>
            </a:r>
            <a:r>
              <a:rPr kumimoji="0" lang="en-US" altLang="zh-CN" sz="2400" b="1" i="0" u="none" strike="noStrike" kern="0" cap="none" spc="0" normalizeH="0" baseline="0" noProof="0" dirty="0">
                <a:ln>
                  <a:noFill/>
                </a:ln>
                <a:solidFill>
                  <a:schemeClr val="tx1"/>
                </a:solidFill>
                <a:effectLst>
                  <a:outerShdw blurRad="38100" dist="38100" dir="2700000" algn="tl">
                    <a:srgbClr val="000000"/>
                  </a:outerShdw>
                </a:effectLst>
                <a:uLnTx/>
                <a:uFillTx/>
                <a:latin typeface="Arial" panose="020B0604020202020204" pitchFamily="34" charset="0"/>
                <a:ea typeface="+mn-ea"/>
              </a:rPr>
              <a:t>5</a:t>
            </a:r>
            <a:r>
              <a:rPr kumimoji="0" lang="zh-CN" altLang="en-US" sz="2400" b="1" i="0" u="none" strike="noStrike" kern="0" cap="none" spc="0" normalizeH="0" baseline="0" noProof="0" dirty="0">
                <a:ln>
                  <a:noFill/>
                </a:ln>
                <a:solidFill>
                  <a:schemeClr val="tx1"/>
                </a:solidFill>
                <a:effectLst>
                  <a:outerShdw blurRad="38100" dist="38100" dir="2700000" algn="tl">
                    <a:srgbClr val="000000"/>
                  </a:outerShdw>
                </a:effectLst>
                <a:uLnTx/>
                <a:uFillTx/>
                <a:latin typeface="Arial" panose="020B0604020202020204" pitchFamily="34" charset="0"/>
                <a:ea typeface="+mn-ea"/>
              </a:rPr>
              <a:t>个成分</a:t>
            </a:r>
            <a:endParaRPr kumimoji="0" lang="zh-CN" altLang="en-US" sz="2400" b="1" i="0" u="none" strike="noStrike" kern="0" cap="none" spc="0" normalizeH="0" baseline="0" noProof="0" dirty="0">
              <a:ln>
                <a:noFill/>
              </a:ln>
              <a:solidFill>
                <a:schemeClr val="tx1"/>
              </a:solidFill>
              <a:effectLst>
                <a:outerShdw blurRad="38100" dist="38100" dir="2700000" algn="tl">
                  <a:srgbClr val="000000"/>
                </a:outerShdw>
              </a:effectLst>
              <a:uLnTx/>
              <a:uFillTx/>
              <a:latin typeface="Arial" panose="020B0604020202020204" pitchFamily="34" charset="0"/>
              <a:ea typeface="+mn-ea"/>
            </a:endParaRPr>
          </a:p>
          <a:p>
            <a:pPr marL="1143000" marR="0" lvl="2" indent="-228600" algn="l" defTabSz="914400" rtl="0" eaLnBrk="1" fontAlgn="base" latinLnBrk="0" hangingPunct="1">
              <a:lnSpc>
                <a:spcPct val="100000"/>
              </a:lnSpc>
              <a:spcBef>
                <a:spcPct val="10000"/>
              </a:spcBef>
              <a:spcAft>
                <a:spcPct val="10000"/>
              </a:spcAft>
              <a:buClr>
                <a:schemeClr val="hlink"/>
              </a:buClr>
              <a:buSzTx/>
              <a:buFont typeface="Wingdings" panose="05000000000000000000" pitchFamily="2" charset="2"/>
              <a:buChar char="§"/>
              <a:defRPr/>
            </a:pPr>
            <a:r>
              <a:rPr kumimoji="0" lang="zh-CN" altLang="en-US" sz="2400" b="1" i="0" u="none" strike="noStrike" kern="0" cap="none" spc="0" normalizeH="0" baseline="0" noProof="0" dirty="0">
                <a:ln>
                  <a:noFill/>
                </a:ln>
                <a:solidFill>
                  <a:schemeClr val="tx1"/>
                </a:solidFill>
                <a:effectLst>
                  <a:outerShdw blurRad="38100" dist="38100" dir="2700000" algn="tl">
                    <a:srgbClr val="000000"/>
                  </a:outerShdw>
                </a:effectLst>
                <a:uLnTx/>
                <a:uFillTx/>
                <a:latin typeface="Arial" panose="020B0604020202020204" pitchFamily="34" charset="0"/>
                <a:ea typeface="+mn-ea"/>
              </a:rPr>
              <a:t>第二维</a:t>
            </a:r>
            <a:r>
              <a:rPr kumimoji="0" lang="en-US" altLang="zh-CN" sz="2400" b="1" i="0" u="none" strike="noStrike" kern="0" cap="none" spc="0" normalizeH="0" baseline="0" noProof="0" dirty="0">
                <a:ln>
                  <a:noFill/>
                </a:ln>
                <a:solidFill>
                  <a:schemeClr val="tx1"/>
                </a:solidFill>
                <a:effectLst>
                  <a:outerShdw blurRad="38100" dist="38100" dir="2700000" algn="tl">
                    <a:srgbClr val="000000"/>
                  </a:outerShdw>
                </a:effectLst>
                <a:uLnTx/>
                <a:uFillTx/>
                <a:latin typeface="Arial" panose="020B0604020202020204" pitchFamily="34" charset="0"/>
                <a:ea typeface="+mn-ea"/>
              </a:rPr>
              <a:t>2</a:t>
            </a:r>
            <a:r>
              <a:rPr kumimoji="0" lang="zh-CN" altLang="en-US" sz="2400" b="1" i="0" u="none" strike="noStrike" kern="0" cap="none" spc="0" normalizeH="0" baseline="0" noProof="0" dirty="0">
                <a:ln>
                  <a:noFill/>
                </a:ln>
                <a:solidFill>
                  <a:schemeClr val="tx1"/>
                </a:solidFill>
                <a:effectLst>
                  <a:outerShdw blurRad="38100" dist="38100" dir="2700000" algn="tl">
                    <a:srgbClr val="000000"/>
                  </a:outerShdw>
                </a:effectLst>
                <a:uLnTx/>
                <a:uFillTx/>
                <a:latin typeface="Arial" panose="020B0604020202020204" pitchFamily="34" charset="0"/>
                <a:ea typeface="+mn-ea"/>
              </a:rPr>
              <a:t>个成分</a:t>
            </a:r>
            <a:endParaRPr kumimoji="0" lang="zh-CN" altLang="en-US" sz="2400" b="1" i="0" u="none" strike="noStrike" kern="0" cap="none" spc="0" normalizeH="0" baseline="0" noProof="0" dirty="0">
              <a:ln>
                <a:noFill/>
              </a:ln>
              <a:solidFill>
                <a:schemeClr val="tx1"/>
              </a:solidFill>
              <a:effectLst>
                <a:outerShdw blurRad="38100" dist="38100" dir="2700000" algn="tl">
                  <a:srgbClr val="000000"/>
                </a:outerShdw>
              </a:effectLst>
              <a:uLnTx/>
              <a:uFillTx/>
              <a:latin typeface="Arial" panose="020B0604020202020204" pitchFamily="34" charset="0"/>
              <a:ea typeface="+mn-ea"/>
            </a:endParaRPr>
          </a:p>
          <a:p>
            <a:pPr marL="1143000" marR="0" lvl="2" indent="-228600" algn="l" defTabSz="914400" rtl="0" eaLnBrk="1" fontAlgn="base" latinLnBrk="0" hangingPunct="1">
              <a:lnSpc>
                <a:spcPct val="100000"/>
              </a:lnSpc>
              <a:spcBef>
                <a:spcPct val="10000"/>
              </a:spcBef>
              <a:spcAft>
                <a:spcPct val="10000"/>
              </a:spcAft>
              <a:buClr>
                <a:schemeClr val="hlink"/>
              </a:buClr>
              <a:buSzTx/>
              <a:buFont typeface="Wingdings" panose="05000000000000000000" pitchFamily="2" charset="2"/>
              <a:buChar char="§"/>
              <a:defRPr/>
            </a:pPr>
            <a:r>
              <a:rPr kumimoji="0" lang="zh-CN" altLang="en-US" sz="2400" b="1" i="0" u="none" strike="noStrike" kern="0" cap="none" spc="0" normalizeH="0" baseline="0" noProof="0" dirty="0">
                <a:ln>
                  <a:noFill/>
                </a:ln>
                <a:solidFill>
                  <a:schemeClr val="tx1"/>
                </a:solidFill>
                <a:effectLst>
                  <a:outerShdw blurRad="38100" dist="38100" dir="2700000" algn="tl">
                    <a:srgbClr val="000000"/>
                  </a:outerShdw>
                </a:effectLst>
                <a:uLnTx/>
                <a:uFillTx/>
                <a:latin typeface="Arial" panose="020B0604020202020204" pitchFamily="34" charset="0"/>
                <a:ea typeface="+mn-ea"/>
              </a:rPr>
              <a:t>第三维</a:t>
            </a:r>
            <a:r>
              <a:rPr kumimoji="0" lang="en-US" altLang="zh-CN" sz="2400" b="1" i="0" u="none" strike="noStrike" kern="0" cap="none" spc="0" normalizeH="0" baseline="0" noProof="0" dirty="0">
                <a:ln>
                  <a:noFill/>
                </a:ln>
                <a:solidFill>
                  <a:schemeClr val="tx1"/>
                </a:solidFill>
                <a:effectLst>
                  <a:outerShdw blurRad="38100" dist="38100" dir="2700000" algn="tl">
                    <a:srgbClr val="000000"/>
                  </a:outerShdw>
                </a:effectLst>
                <a:uLnTx/>
                <a:uFillTx/>
                <a:latin typeface="Arial" panose="020B0604020202020204" pitchFamily="34" charset="0"/>
                <a:ea typeface="+mn-ea"/>
              </a:rPr>
              <a:t>26</a:t>
            </a:r>
            <a:r>
              <a:rPr kumimoji="0" lang="zh-CN" altLang="en-US" sz="2400" b="1" i="0" u="none" strike="noStrike" kern="0" cap="none" spc="0" normalizeH="0" baseline="0" noProof="0" dirty="0">
                <a:ln>
                  <a:noFill/>
                </a:ln>
                <a:solidFill>
                  <a:schemeClr val="tx1"/>
                </a:solidFill>
                <a:effectLst>
                  <a:outerShdw blurRad="38100" dist="38100" dir="2700000" algn="tl">
                    <a:srgbClr val="000000"/>
                  </a:outerShdw>
                </a:effectLst>
                <a:uLnTx/>
                <a:uFillTx/>
                <a:latin typeface="Arial" panose="020B0604020202020204" pitchFamily="34" charset="0"/>
                <a:ea typeface="+mn-ea"/>
              </a:rPr>
              <a:t>个成分</a:t>
            </a:r>
            <a:endParaRPr kumimoji="0" lang="en-US" altLang="zh-CN" sz="2400" b="1" i="0" u="none" strike="noStrike" kern="0" cap="none" spc="0" normalizeH="0" baseline="0" noProof="0" dirty="0">
              <a:ln>
                <a:noFill/>
              </a:ln>
              <a:solidFill>
                <a:schemeClr val="tx1"/>
              </a:solidFill>
              <a:effectLst>
                <a:outerShdw blurRad="38100" dist="38100" dir="2700000" algn="tl">
                  <a:srgbClr val="000000"/>
                </a:outerShdw>
              </a:effectLst>
              <a:uLnTx/>
              <a:uFillTx/>
              <a:latin typeface="Arial" panose="020B0604020202020204" pitchFamily="34" charset="0"/>
              <a:ea typeface="+mn-ea"/>
            </a:endParaRPr>
          </a:p>
          <a:p>
            <a:pPr marL="1143000" marR="0" lvl="2" indent="-228600" algn="l" defTabSz="914400" rtl="0" eaLnBrk="1" fontAlgn="base" latinLnBrk="0" hangingPunct="1">
              <a:lnSpc>
                <a:spcPct val="100000"/>
              </a:lnSpc>
              <a:spcBef>
                <a:spcPct val="10000"/>
              </a:spcBef>
              <a:spcAft>
                <a:spcPct val="10000"/>
              </a:spcAft>
              <a:buClr>
                <a:schemeClr val="hlink"/>
              </a:buClr>
              <a:buSzTx/>
              <a:buFont typeface="Wingdings" panose="05000000000000000000" pitchFamily="2" charset="2"/>
              <a:buChar char="§"/>
              <a:defRPr/>
            </a:pPr>
            <a:endParaRPr kumimoji="0" lang="zh-CN" altLang="en-US" sz="2400" b="1" i="0" u="none" strike="noStrike" kern="0" cap="none" spc="0" normalizeH="0" baseline="0" noProof="0" dirty="0">
              <a:ln>
                <a:noFill/>
              </a:ln>
              <a:solidFill>
                <a:schemeClr val="tx1"/>
              </a:solidFill>
              <a:effectLst>
                <a:outerShdw blurRad="38100" dist="38100" dir="2700000" algn="tl">
                  <a:srgbClr val="000000"/>
                </a:outerShdw>
              </a:effectLst>
              <a:uLnTx/>
              <a:uFillTx/>
              <a:latin typeface="Arial" panose="020B0604020202020204" pitchFamily="34" charset="0"/>
              <a:ea typeface="+mn-ea"/>
            </a:endParaRPr>
          </a:p>
          <a:p>
            <a:pPr marL="742950" marR="0" lvl="1" indent="-285750" algn="l" defTabSz="914400" rtl="0" eaLnBrk="1" fontAlgn="base" latinLnBrk="0" hangingPunct="1">
              <a:lnSpc>
                <a:spcPct val="100000"/>
              </a:lnSpc>
              <a:spcBef>
                <a:spcPct val="10000"/>
              </a:spcBef>
              <a:spcAft>
                <a:spcPct val="10000"/>
              </a:spcAft>
              <a:buClr>
                <a:schemeClr val="tx1"/>
              </a:buClr>
              <a:buSzTx/>
              <a:buFontTx/>
              <a:buChar char="–"/>
              <a:defRPr/>
            </a:pPr>
            <a:r>
              <a:rPr kumimoji="0" lang="zh-CN" altLang="en-US" sz="2800" b="1" i="0" u="none" strike="noStrike" kern="0" cap="none" spc="0" normalizeH="0" baseline="0" noProof="0" dirty="0">
                <a:ln>
                  <a:noFill/>
                </a:ln>
                <a:solidFill>
                  <a:schemeClr val="tx1"/>
                </a:solidFill>
                <a:effectLst>
                  <a:outerShdw blurRad="38100" dist="38100" dir="2700000" algn="tl">
                    <a:srgbClr val="000000"/>
                  </a:outerShdw>
                </a:effectLst>
                <a:uLnTx/>
                <a:uFillTx/>
                <a:latin typeface="Arial" panose="020B0604020202020204" pitchFamily="34" charset="0"/>
                <a:ea typeface="+mn-ea"/>
              </a:rPr>
              <a:t>访问：下标表达式 </a:t>
            </a:r>
            <a:endParaRPr kumimoji="0" lang="zh-CN" altLang="en-US" sz="2800" b="1" i="0" u="none" strike="noStrike" kern="0" cap="none" spc="0" normalizeH="0" baseline="0" noProof="0" dirty="0">
              <a:ln>
                <a:noFill/>
              </a:ln>
              <a:solidFill>
                <a:schemeClr val="tx1"/>
              </a:solidFill>
              <a:effectLst>
                <a:outerShdw blurRad="38100" dist="38100" dir="2700000" algn="tl">
                  <a:srgbClr val="000000"/>
                </a:outerShdw>
              </a:effectLst>
              <a:uLnTx/>
              <a:uFillTx/>
              <a:latin typeface="Arial" panose="020B0604020202020204" pitchFamily="34" charset="0"/>
              <a:ea typeface="+mn-ea"/>
            </a:endParaRPr>
          </a:p>
          <a:p>
            <a:pPr marL="1143000" marR="0" lvl="2" indent="-228600" algn="l" defTabSz="914400" rtl="0" eaLnBrk="1" fontAlgn="base" latinLnBrk="0" hangingPunct="1">
              <a:lnSpc>
                <a:spcPct val="100000"/>
              </a:lnSpc>
              <a:spcBef>
                <a:spcPct val="10000"/>
              </a:spcBef>
              <a:spcAft>
                <a:spcPct val="10000"/>
              </a:spcAft>
              <a:buClr>
                <a:schemeClr val="hlink"/>
              </a:buClr>
              <a:buSzTx/>
              <a:buFont typeface="Wingdings" panose="05000000000000000000" pitchFamily="2" charset="2"/>
              <a:buChar char="§"/>
              <a:defRPr/>
            </a:pPr>
            <a:r>
              <a:rPr kumimoji="0" lang="zh-CN" altLang="en-US" sz="2400" b="1" i="0" u="none" strike="noStrike" kern="0" cap="none" spc="0" normalizeH="0" baseline="0" noProof="0" dirty="0">
                <a:ln>
                  <a:noFill/>
                </a:ln>
                <a:solidFill>
                  <a:schemeClr val="tx1"/>
                </a:solidFill>
                <a:effectLst>
                  <a:outerShdw blurRad="38100" dist="38100" dir="2700000" algn="tl">
                    <a:srgbClr val="000000"/>
                  </a:outerShdw>
                </a:effectLst>
                <a:uLnTx/>
                <a:uFillTx/>
                <a:latin typeface="Arial" panose="020B0604020202020204" pitchFamily="34" charset="0"/>
                <a:ea typeface="+mn-ea"/>
              </a:rPr>
              <a:t>在 </a:t>
            </a:r>
            <a:r>
              <a:rPr kumimoji="0" lang="en-US" altLang="zh-CN" sz="2400" b="1" i="0" u="none" strike="noStrike" kern="0" cap="none" spc="0" normalizeH="0" baseline="0" noProof="0" dirty="0">
                <a:ln>
                  <a:noFill/>
                </a:ln>
                <a:solidFill>
                  <a:schemeClr val="hlink"/>
                </a:solidFill>
                <a:effectLst>
                  <a:outerShdw blurRad="38100" dist="38100" dir="2700000" algn="tl">
                    <a:srgbClr val="000000"/>
                  </a:outerShdw>
                </a:effectLst>
                <a:uLnTx/>
                <a:uFillTx/>
                <a:latin typeface="Arial" panose="020B0604020202020204" pitchFamily="34" charset="0"/>
                <a:ea typeface="+mn-ea"/>
              </a:rPr>
              <a:t>m= x[0][1][3] </a:t>
            </a:r>
            <a:r>
              <a:rPr kumimoji="0" lang="en-US" altLang="zh-CN" sz="2400" b="1" i="0" u="none" strike="noStrike" kern="0" cap="none" spc="0" normalizeH="0" baseline="0" noProof="0" dirty="0">
                <a:ln>
                  <a:noFill/>
                </a:ln>
                <a:solidFill>
                  <a:schemeClr val="tx1"/>
                </a:solidFill>
                <a:effectLst>
                  <a:outerShdw blurRad="38100" dist="38100" dir="2700000" algn="tl">
                    <a:srgbClr val="000000"/>
                  </a:outerShdw>
                </a:effectLst>
                <a:uLnTx/>
                <a:uFillTx/>
                <a:latin typeface="Arial" panose="020B0604020202020204" pitchFamily="34" charset="0"/>
                <a:ea typeface="+mn-ea"/>
              </a:rPr>
              <a:t> </a:t>
            </a:r>
            <a:r>
              <a:rPr kumimoji="0" lang="zh-CN" altLang="en-US" sz="2400" b="1" i="0" u="none" strike="noStrike" kern="0" cap="none" spc="0" normalizeH="0" baseline="0" noProof="0" dirty="0">
                <a:ln>
                  <a:noFill/>
                </a:ln>
                <a:solidFill>
                  <a:schemeClr val="tx1"/>
                </a:solidFill>
                <a:effectLst>
                  <a:outerShdw blurRad="38100" dist="38100" dir="2700000" algn="tl">
                    <a:srgbClr val="000000"/>
                  </a:outerShdw>
                </a:effectLst>
                <a:uLnTx/>
                <a:uFillTx/>
                <a:latin typeface="Arial" panose="020B0604020202020204" pitchFamily="34" charset="0"/>
                <a:ea typeface="+mn-ea"/>
              </a:rPr>
              <a:t>中 </a:t>
            </a:r>
            <a:r>
              <a:rPr kumimoji="0" lang="en-US" altLang="zh-CN" sz="2400" b="1" i="0" u="none" strike="noStrike" kern="0" cap="none" spc="0" normalizeH="0" baseline="0" noProof="0" dirty="0">
                <a:ln>
                  <a:noFill/>
                </a:ln>
                <a:solidFill>
                  <a:schemeClr val="tx1"/>
                </a:solidFill>
                <a:effectLst>
                  <a:outerShdw blurRad="38100" dist="38100" dir="2700000" algn="tl">
                    <a:srgbClr val="000000"/>
                  </a:outerShdw>
                </a:effectLst>
                <a:uLnTx/>
                <a:uFillTx/>
                <a:latin typeface="Arial" panose="020B0604020202020204" pitchFamily="34" charset="0"/>
                <a:ea typeface="+mn-ea"/>
              </a:rPr>
              <a:t>:</a:t>
            </a:r>
            <a:endParaRPr kumimoji="0" lang="zh-CN" altLang="en-US" sz="2400" b="1" i="0" u="none" strike="noStrike" kern="0" cap="none" spc="0" normalizeH="0" baseline="0" noProof="0" dirty="0">
              <a:ln>
                <a:noFill/>
              </a:ln>
              <a:solidFill>
                <a:schemeClr val="tx1"/>
              </a:solidFill>
              <a:effectLst>
                <a:outerShdw blurRad="38100" dist="38100" dir="2700000" algn="tl">
                  <a:srgbClr val="000000"/>
                </a:outerShdw>
              </a:effectLst>
              <a:uLnTx/>
              <a:uFillTx/>
              <a:latin typeface="Arial" panose="020B0604020202020204" pitchFamily="34" charset="0"/>
              <a:ea typeface="+mn-ea"/>
            </a:endParaRPr>
          </a:p>
          <a:p>
            <a:pPr marL="1143000" marR="0" lvl="2" indent="-228600" algn="l" defTabSz="914400" rtl="0" eaLnBrk="1" fontAlgn="base" latinLnBrk="0" hangingPunct="1">
              <a:lnSpc>
                <a:spcPct val="100000"/>
              </a:lnSpc>
              <a:spcBef>
                <a:spcPct val="10000"/>
              </a:spcBef>
              <a:spcAft>
                <a:spcPct val="10000"/>
              </a:spcAft>
              <a:buClr>
                <a:schemeClr val="hlink"/>
              </a:buClr>
              <a:buSzTx/>
              <a:buFont typeface="Wingdings" panose="05000000000000000000" pitchFamily="2" charset="2"/>
              <a:buNone/>
              <a:defRPr/>
            </a:pPr>
            <a:r>
              <a:rPr kumimoji="0" lang="zh-CN" altLang="en-US" sz="2400" b="1" i="0" u="none" strike="noStrike" kern="0" cap="none" spc="0" normalizeH="0" baseline="0" noProof="0" dirty="0">
                <a:ln>
                  <a:noFill/>
                </a:ln>
                <a:solidFill>
                  <a:schemeClr val="hlink"/>
                </a:solidFill>
                <a:effectLst>
                  <a:outerShdw blurRad="38100" dist="38100" dir="2700000" algn="tl">
                    <a:srgbClr val="000000"/>
                  </a:outerShdw>
                </a:effectLst>
                <a:uLnTx/>
                <a:uFillTx/>
                <a:latin typeface="Arial" panose="020B0604020202020204" pitchFamily="34" charset="0"/>
                <a:ea typeface="+mn-ea"/>
              </a:rPr>
              <a:t>   </a:t>
            </a:r>
            <a:r>
              <a:rPr kumimoji="0" lang="en-US" altLang="zh-CN" sz="2400" b="1" i="0" u="none" strike="noStrike" kern="0" cap="none" spc="0" normalizeH="0" baseline="0" noProof="0" dirty="0">
                <a:ln>
                  <a:noFill/>
                </a:ln>
                <a:solidFill>
                  <a:schemeClr val="hlink"/>
                </a:solidFill>
                <a:effectLst>
                  <a:outerShdw blurRad="38100" dist="38100" dir="2700000" algn="tl">
                    <a:srgbClr val="000000"/>
                  </a:outerShdw>
                </a:effectLst>
                <a:uLnTx/>
                <a:uFillTx/>
                <a:latin typeface="Arial" panose="020B0604020202020204" pitchFamily="34" charset="0"/>
                <a:ea typeface="+mn-ea"/>
              </a:rPr>
              <a:t>x[0][1][3]</a:t>
            </a:r>
            <a:r>
              <a:rPr kumimoji="0" lang="zh-CN" altLang="en-US" sz="2400" b="1" i="0" u="none" strike="noStrike" kern="0" cap="none" spc="0" normalizeH="0" baseline="0" noProof="0" dirty="0">
                <a:ln>
                  <a:noFill/>
                </a:ln>
                <a:solidFill>
                  <a:schemeClr val="tx1"/>
                </a:solidFill>
                <a:effectLst>
                  <a:outerShdw blurRad="38100" dist="38100" dir="2700000" algn="tl">
                    <a:srgbClr val="000000"/>
                  </a:outerShdw>
                </a:effectLst>
                <a:uLnTx/>
                <a:uFillTx/>
                <a:latin typeface="Arial" panose="020B0604020202020204" pitchFamily="34" charset="0"/>
                <a:ea typeface="+mn-ea"/>
              </a:rPr>
              <a:t>是 三维数组</a:t>
            </a:r>
            <a:r>
              <a:rPr kumimoji="0" lang="en-US" altLang="zh-CN" sz="2400" b="1" i="0" u="none" strike="noStrike" kern="0" cap="none" spc="0" normalizeH="0" baseline="0" noProof="0" dirty="0">
                <a:ln>
                  <a:noFill/>
                </a:ln>
                <a:solidFill>
                  <a:schemeClr val="tx1"/>
                </a:solidFill>
                <a:effectLst>
                  <a:outerShdw blurRad="38100" dist="38100" dir="2700000" algn="tl">
                    <a:srgbClr val="000000"/>
                  </a:outerShdw>
                </a:effectLst>
                <a:uLnTx/>
                <a:uFillTx/>
                <a:latin typeface="Arial" panose="020B0604020202020204" pitchFamily="34" charset="0"/>
                <a:ea typeface="+mn-ea"/>
              </a:rPr>
              <a:t>x </a:t>
            </a:r>
            <a:r>
              <a:rPr kumimoji="0" lang="zh-CN" altLang="en-US" sz="2400" b="1" i="0" u="none" strike="noStrike" kern="0" cap="none" spc="0" normalizeH="0" baseline="0" noProof="0" dirty="0">
                <a:ln>
                  <a:noFill/>
                </a:ln>
                <a:solidFill>
                  <a:schemeClr val="tx1"/>
                </a:solidFill>
                <a:effectLst>
                  <a:outerShdw blurRad="38100" dist="38100" dir="2700000" algn="tl">
                    <a:srgbClr val="000000"/>
                  </a:outerShdw>
                </a:effectLst>
                <a:uLnTx/>
                <a:uFillTx/>
                <a:latin typeface="Arial" panose="020B0604020202020204" pitchFamily="34" charset="0"/>
                <a:ea typeface="+mn-ea"/>
              </a:rPr>
              <a:t>的一个元素</a:t>
            </a:r>
            <a:r>
              <a:rPr kumimoji="0" lang="en-US" altLang="zh-CN" sz="2400" b="1" i="0" u="none" strike="noStrike" kern="0" cap="none" spc="0" normalizeH="0" baseline="0" noProof="0" dirty="0">
                <a:ln>
                  <a:noFill/>
                </a:ln>
                <a:solidFill>
                  <a:schemeClr val="tx1"/>
                </a:solidFill>
                <a:effectLst>
                  <a:outerShdw blurRad="38100" dist="38100" dir="2700000" algn="tl">
                    <a:srgbClr val="000000"/>
                  </a:outerShdw>
                </a:effectLst>
                <a:uLnTx/>
                <a:uFillTx/>
                <a:latin typeface="Arial" panose="020B0604020202020204" pitchFamily="34" charset="0"/>
                <a:ea typeface="+mn-ea"/>
              </a:rPr>
              <a:t>, </a:t>
            </a:r>
            <a:r>
              <a:rPr kumimoji="0" lang="zh-CN" altLang="en-US" sz="2400" b="1" i="0" u="none" strike="noStrike" kern="0" cap="none" spc="0" normalizeH="0" baseline="0" noProof="0" dirty="0">
                <a:ln>
                  <a:noFill/>
                </a:ln>
                <a:solidFill>
                  <a:schemeClr val="tx1"/>
                </a:solidFill>
                <a:effectLst>
                  <a:outerShdw blurRad="38100" dist="38100" dir="2700000" algn="tl">
                    <a:srgbClr val="000000"/>
                  </a:outerShdw>
                </a:effectLst>
                <a:uLnTx/>
                <a:uFillTx/>
                <a:latin typeface="Arial" panose="020B0604020202020204" pitchFamily="34" charset="0"/>
                <a:ea typeface="+mn-ea"/>
              </a:rPr>
              <a:t>类型是</a:t>
            </a:r>
            <a:r>
              <a:rPr kumimoji="0" lang="en-US" altLang="zh-CN" sz="2400" b="1" i="0" u="none" strike="noStrike" kern="0" cap="none" spc="0" normalizeH="0" baseline="0" noProof="0" dirty="0" err="1">
                <a:ln>
                  <a:noFill/>
                </a:ln>
                <a:solidFill>
                  <a:schemeClr val="tx1"/>
                </a:solidFill>
                <a:effectLst>
                  <a:outerShdw blurRad="38100" dist="38100" dir="2700000" algn="tl">
                    <a:srgbClr val="000000"/>
                  </a:outerShdw>
                </a:effectLst>
                <a:uLnTx/>
                <a:uFillTx/>
                <a:latin typeface="Arial" panose="020B0604020202020204" pitchFamily="34" charset="0"/>
                <a:ea typeface="+mn-ea"/>
              </a:rPr>
              <a:t>int</a:t>
            </a:r>
            <a:r>
              <a:rPr kumimoji="0" lang="zh-CN" altLang="en-US" sz="2400" b="1" i="0" u="none" strike="noStrike" kern="0" cap="none" spc="0" normalizeH="0" baseline="0" noProof="0" dirty="0">
                <a:ln>
                  <a:noFill/>
                </a:ln>
                <a:solidFill>
                  <a:schemeClr val="tx1"/>
                </a:solidFill>
                <a:effectLst>
                  <a:outerShdw blurRad="38100" dist="38100" dir="2700000" algn="tl">
                    <a:srgbClr val="000000"/>
                  </a:outerShdw>
                </a:effectLst>
                <a:uLnTx/>
                <a:uFillTx/>
                <a:latin typeface="Arial" panose="020B0604020202020204" pitchFamily="34" charset="0"/>
                <a:ea typeface="+mn-ea"/>
              </a:rPr>
              <a:t>型。</a:t>
            </a:r>
            <a:endParaRPr kumimoji="0" lang="zh-CN" altLang="en-US" sz="2400" b="1" i="0" u="none" strike="noStrike" kern="0" cap="none" spc="0" normalizeH="0" baseline="0" noProof="0" dirty="0">
              <a:ln>
                <a:noFill/>
              </a:ln>
              <a:solidFill>
                <a:schemeClr val="tx1"/>
              </a:solidFill>
              <a:effectLst>
                <a:outerShdw blurRad="38100" dist="38100" dir="2700000" algn="tl">
                  <a:srgbClr val="000000"/>
                </a:outerShdw>
              </a:effectLst>
              <a:uLnTx/>
              <a:uFillTx/>
              <a:latin typeface="Arial" panose="020B0604020202020204" pitchFamily="34" charset="0"/>
              <a:ea typeface="+mn-ea"/>
            </a:endParaRPr>
          </a:p>
        </p:txBody>
      </p:sp>
    </p:spTree>
  </p:cSld>
  <p:clrMapOvr>
    <a:masterClrMapping/>
  </p:clrMapOvr>
  <p:transition>
    <p:random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60578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60578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9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60578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1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60578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3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60578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5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60578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7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60578">
                                            <p:txEl>
                                              <p:pRg st="9" end="9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18" name="灯片编号占位符 5"/>
          <p:cNvSpPr txBox="1">
            <a:spLocks noGrp="1"/>
          </p:cNvSpPr>
          <p:nvPr>
            <p:ph type="sldNum" sz="quarter" idx="4"/>
          </p:nvPr>
        </p:nvSpPr>
        <p:spPr bwMode="auto"/>
        <p:txBody>
          <a:bodyPr wrap="square" lIns="91440" tIns="45720" rIns="91440" bIns="45720" numCol="1" anchor="b" anchorCtr="0" compatLnSpc="1"/>
          <a:lstStyle>
            <a:lvl1pPr>
              <a:defRPr b="1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1pPr>
            <a:lvl2pPr marL="742950" indent="-285750">
              <a:defRPr b="1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2pPr>
            <a:lvl3pPr marL="1143000" indent="-228600">
              <a:defRPr b="1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3pPr>
            <a:lvl4pPr marL="1600200" indent="-228600">
              <a:defRPr b="1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4pPr>
            <a:lvl5pPr marL="2057400" indent="-228600">
              <a:defRPr b="1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b="1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b="1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b="1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b="1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9pPr>
          </a:lstStyle>
          <a:p>
            <a:pPr marL="0" marR="0" lvl="0" indent="0" algn="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fld id="{FB1E0DE6-7F73-4CA6-8BC8-5EC89E65D657}" type="slidenum">
              <a:rPr kumimoji="0" lang="en-US" altLang="zh-CN" sz="1200" b="0" i="0" u="none" strike="noStrike" kern="1200" cap="none" spc="0" normalizeH="0" baseline="0" noProof="0" smtClean="0">
                <a:ln>
                  <a:noFill/>
                </a:ln>
                <a:solidFill>
                  <a:schemeClr val="tx1"/>
                </a:solidFill>
                <a:effectLst>
                  <a:outerShdw blurRad="38100" dist="38100" dir="2700000" algn="tl">
                    <a:srgbClr val="000000"/>
                  </a:outerShdw>
                </a:effectLst>
                <a:uLnTx/>
                <a:uFillTx/>
                <a:latin typeface="Tahoma" panose="020B0604030504040204" pitchFamily="34" charset="0"/>
                <a:ea typeface="宋体" panose="02010600030101010101" pitchFamily="2" charset="-122"/>
                <a:cs typeface="+mn-cs"/>
              </a:rPr>
            </a:fld>
            <a:endParaRPr kumimoji="0" lang="en-US" altLang="zh-CN" sz="1200" b="0" i="0" u="none" strike="noStrike" kern="1200" cap="none" spc="0" normalizeH="0" baseline="0" noProof="0">
              <a:ln>
                <a:noFill/>
              </a:ln>
              <a:solidFill>
                <a:schemeClr val="tx1"/>
              </a:solidFill>
              <a:effectLst>
                <a:outerShdw blurRad="38100" dist="38100" dir="2700000" algn="tl">
                  <a:srgbClr val="000000"/>
                </a:outerShdw>
              </a:effectLst>
              <a:uLnTx/>
              <a:uFillTx/>
              <a:latin typeface="Tahoma" panose="020B0604030504040204" pitchFamily="34" charset="0"/>
              <a:ea typeface="宋体" panose="02010600030101010101" pitchFamily="2" charset="-122"/>
              <a:cs typeface="+mn-cs"/>
            </a:endParaRPr>
          </a:p>
        </p:txBody>
      </p:sp>
      <p:grpSp>
        <p:nvGrpSpPr>
          <p:cNvPr id="2" name="Group 2"/>
          <p:cNvGrpSpPr/>
          <p:nvPr/>
        </p:nvGrpSpPr>
        <p:grpSpPr>
          <a:xfrm>
            <a:off x="271780" y="828675"/>
            <a:ext cx="5958678" cy="3357955"/>
            <a:chOff x="158" y="890"/>
            <a:chExt cx="2419" cy="2115"/>
          </a:xfrm>
        </p:grpSpPr>
        <p:sp>
          <p:nvSpPr>
            <p:cNvPr id="35881" name="Text Box 3"/>
            <p:cNvSpPr txBox="1"/>
            <p:nvPr/>
          </p:nvSpPr>
          <p:spPr>
            <a:xfrm>
              <a:off x="204" y="1480"/>
              <a:ext cx="1088" cy="833"/>
            </a:xfrm>
            <a:prstGeom prst="rect">
              <a:avLst/>
            </a:prstGeom>
            <a:noFill/>
            <a:ln w="9525">
              <a:noFill/>
            </a:ln>
          </p:spPr>
          <p:txBody>
            <a:bodyPr>
              <a:spAutoFit/>
            </a:bodyPr>
            <a:lstStyle>
              <a:lvl1pPr marL="342900" indent="-342900" algn="l" rtl="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hlink"/>
                </a:buClr>
                <a:buSzPct val="80000"/>
                <a:buFont typeface="Wingdings" panose="05000000000000000000" pitchFamily="2" charset="2"/>
                <a:buChar char="n"/>
                <a:defRPr sz="3200" b="0">
                  <a:solidFill>
                    <a:schemeClr val="tx1"/>
                  </a:solidFill>
                  <a:effectLst/>
                  <a:latin typeface="+mn-lt"/>
                  <a:ea typeface="+mn-ea"/>
                  <a:cs typeface="+mn-cs"/>
                </a:defRPr>
              </a:lvl1pPr>
              <a:lvl2pPr marL="742950" indent="-285750" algn="l" rtl="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tx1"/>
                </a:buClr>
                <a:buChar char="–"/>
                <a:defRPr sz="2800">
                  <a:solidFill>
                    <a:schemeClr val="tx1"/>
                  </a:solidFill>
                  <a:effectLst/>
                  <a:latin typeface="+mn-lt"/>
                  <a:ea typeface="+mn-ea"/>
                </a:defRPr>
              </a:lvl2pPr>
              <a:lvl3pPr marL="11430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hlink"/>
                </a:buClr>
                <a:buFont typeface="Wingdings" panose="05000000000000000000" pitchFamily="2" charset="2"/>
                <a:buChar char="§"/>
                <a:defRPr sz="2400">
                  <a:solidFill>
                    <a:schemeClr val="tx1"/>
                  </a:solidFill>
                  <a:effectLst/>
                  <a:latin typeface="+mn-lt"/>
                  <a:ea typeface="+mn-ea"/>
                </a:defRPr>
              </a:lvl3pPr>
              <a:lvl4pPr marL="16002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–"/>
                <a:defRPr sz="2000">
                  <a:solidFill>
                    <a:schemeClr val="tx1"/>
                  </a:solidFill>
                  <a:effectLst/>
                  <a:latin typeface="+mn-lt"/>
                  <a:ea typeface="+mn-ea"/>
                </a:defRPr>
              </a:lvl4pPr>
              <a:lvl5pPr marL="20574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hlink"/>
                </a:buClr>
                <a:buFont typeface="Wingdings" panose="05000000000000000000" pitchFamily="2" charset="2"/>
                <a:buChar char="§"/>
                <a:defRPr sz="2000">
                  <a:solidFill>
                    <a:schemeClr val="tx1"/>
                  </a:solidFill>
                  <a:effectLst/>
                  <a:latin typeface="+mn-lt"/>
                  <a:ea typeface="+mn-ea"/>
                </a:defRPr>
              </a:lvl5pPr>
            </a:lstStyle>
            <a:p>
              <a:pPr marL="0" lvl="0" indent="0" eaLnBrk="1" hangingPunct="1">
                <a:spcBef>
                  <a:spcPct val="50000"/>
                </a:spcBef>
                <a:buClrTx/>
                <a:buSzTx/>
                <a:buFontTx/>
                <a:buNone/>
              </a:pPr>
              <a:r>
                <a:rPr lang="en-US" altLang="zh-CN" b="1" dirty="0">
                  <a:solidFill>
                    <a:srgbClr val="FFFF00"/>
                  </a:solidFill>
                  <a:latin typeface="Arial" panose="020B0604020202020204" pitchFamily="34" charset="0"/>
                </a:rPr>
                <a:t>1  0  3  -1</a:t>
              </a:r>
              <a:endParaRPr lang="en-US" altLang="zh-CN" b="1" dirty="0">
                <a:solidFill>
                  <a:srgbClr val="FFFF00"/>
                </a:solidFill>
                <a:latin typeface="Arial" panose="020B0604020202020204" pitchFamily="34" charset="0"/>
              </a:endParaRPr>
            </a:p>
            <a:p>
              <a:pPr marL="0" lvl="0" indent="0" eaLnBrk="1" hangingPunct="1">
                <a:spcBef>
                  <a:spcPct val="50000"/>
                </a:spcBef>
                <a:buClrTx/>
                <a:buSzTx/>
                <a:buFontTx/>
                <a:buNone/>
              </a:pPr>
              <a:r>
                <a:rPr lang="en-US" altLang="zh-CN" b="1" dirty="0">
                  <a:latin typeface="Arial" panose="020B0604020202020204" pitchFamily="34" charset="0"/>
                </a:rPr>
                <a:t>2  1  0   2</a:t>
              </a:r>
              <a:endParaRPr lang="en-US" altLang="zh-CN" b="1" dirty="0">
                <a:latin typeface="Arial" panose="020B0604020202020204" pitchFamily="34" charset="0"/>
              </a:endParaRPr>
            </a:p>
          </p:txBody>
        </p:sp>
        <p:sp>
          <p:nvSpPr>
            <p:cNvPr id="35882" name="Text Box 4"/>
            <p:cNvSpPr txBox="1"/>
            <p:nvPr/>
          </p:nvSpPr>
          <p:spPr>
            <a:xfrm>
              <a:off x="158" y="935"/>
              <a:ext cx="772" cy="290"/>
            </a:xfrm>
            <a:prstGeom prst="rect">
              <a:avLst/>
            </a:prstGeom>
            <a:noFill/>
            <a:ln w="9525">
              <a:noFill/>
            </a:ln>
          </p:spPr>
          <p:txBody>
            <a:bodyPr>
              <a:spAutoFit/>
            </a:bodyPr>
            <a:lstStyle>
              <a:lvl1pPr marL="342900" indent="-342900" algn="l" rtl="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hlink"/>
                </a:buClr>
                <a:buSzPct val="80000"/>
                <a:buFont typeface="Wingdings" panose="05000000000000000000" pitchFamily="2" charset="2"/>
                <a:buChar char="n"/>
                <a:defRPr sz="3200" b="0">
                  <a:solidFill>
                    <a:schemeClr val="tx1"/>
                  </a:solidFill>
                  <a:effectLst/>
                  <a:latin typeface="+mn-lt"/>
                  <a:ea typeface="+mn-ea"/>
                  <a:cs typeface="+mn-cs"/>
                </a:defRPr>
              </a:lvl1pPr>
              <a:lvl2pPr marL="742950" indent="-285750" algn="l" rtl="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tx1"/>
                </a:buClr>
                <a:buChar char="–"/>
                <a:defRPr sz="2800">
                  <a:solidFill>
                    <a:schemeClr val="tx1"/>
                  </a:solidFill>
                  <a:effectLst/>
                  <a:latin typeface="+mn-lt"/>
                  <a:ea typeface="+mn-ea"/>
                </a:defRPr>
              </a:lvl2pPr>
              <a:lvl3pPr marL="11430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hlink"/>
                </a:buClr>
                <a:buFont typeface="Wingdings" panose="05000000000000000000" pitchFamily="2" charset="2"/>
                <a:buChar char="§"/>
                <a:defRPr sz="2400">
                  <a:solidFill>
                    <a:schemeClr val="tx1"/>
                  </a:solidFill>
                  <a:effectLst/>
                  <a:latin typeface="+mn-lt"/>
                  <a:ea typeface="+mn-ea"/>
                </a:defRPr>
              </a:lvl3pPr>
              <a:lvl4pPr marL="16002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–"/>
                <a:defRPr sz="2000">
                  <a:solidFill>
                    <a:schemeClr val="tx1"/>
                  </a:solidFill>
                  <a:effectLst/>
                  <a:latin typeface="+mn-lt"/>
                  <a:ea typeface="+mn-ea"/>
                </a:defRPr>
              </a:lvl4pPr>
              <a:lvl5pPr marL="20574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hlink"/>
                </a:buClr>
                <a:buFont typeface="Wingdings" panose="05000000000000000000" pitchFamily="2" charset="2"/>
                <a:buChar char="§"/>
                <a:defRPr sz="2000">
                  <a:solidFill>
                    <a:schemeClr val="tx1"/>
                  </a:solidFill>
                  <a:effectLst/>
                  <a:latin typeface="+mn-lt"/>
                  <a:ea typeface="+mn-ea"/>
                </a:defRPr>
              </a:lvl5pPr>
            </a:lstStyle>
            <a:p>
              <a:pPr marL="0" lvl="0" indent="0" eaLnBrk="1" hangingPunct="1">
                <a:spcBef>
                  <a:spcPct val="50000"/>
                </a:spcBef>
                <a:buClrTx/>
                <a:buSzTx/>
                <a:buFontTx/>
                <a:buNone/>
              </a:pPr>
              <a:r>
                <a:rPr lang="en-US" altLang="zh-CN" sz="2400" b="1" dirty="0">
                  <a:latin typeface="Arial" panose="020B0604020202020204" pitchFamily="34" charset="0"/>
                </a:rPr>
                <a:t>A:</a:t>
              </a:r>
              <a:endParaRPr lang="en-US" altLang="zh-CN" sz="2400" b="1" dirty="0">
                <a:latin typeface="Arial" panose="020B0604020202020204" pitchFamily="34" charset="0"/>
              </a:endParaRPr>
            </a:p>
          </p:txBody>
        </p:sp>
        <p:sp>
          <p:nvSpPr>
            <p:cNvPr id="35883" name="Text Box 5"/>
            <p:cNvSpPr txBox="1"/>
            <p:nvPr/>
          </p:nvSpPr>
          <p:spPr>
            <a:xfrm>
              <a:off x="1670" y="1242"/>
              <a:ext cx="907" cy="1763"/>
            </a:xfrm>
            <a:prstGeom prst="rect">
              <a:avLst/>
            </a:prstGeom>
            <a:noFill/>
            <a:ln w="9525">
              <a:noFill/>
            </a:ln>
          </p:spPr>
          <p:txBody>
            <a:bodyPr>
              <a:spAutoFit/>
            </a:bodyPr>
            <a:lstStyle>
              <a:lvl1pPr marL="342900" indent="-342900" algn="l" rtl="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hlink"/>
                </a:buClr>
                <a:buSzPct val="80000"/>
                <a:buFont typeface="Wingdings" panose="05000000000000000000" pitchFamily="2" charset="2"/>
                <a:buChar char="n"/>
                <a:defRPr sz="3200" b="0">
                  <a:solidFill>
                    <a:schemeClr val="tx1"/>
                  </a:solidFill>
                  <a:effectLst/>
                  <a:latin typeface="+mn-lt"/>
                  <a:ea typeface="+mn-ea"/>
                  <a:cs typeface="+mn-cs"/>
                </a:defRPr>
              </a:lvl1pPr>
              <a:lvl2pPr marL="742950" indent="-285750" algn="l" rtl="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tx1"/>
                </a:buClr>
                <a:buChar char="–"/>
                <a:defRPr sz="2800">
                  <a:solidFill>
                    <a:schemeClr val="tx1"/>
                  </a:solidFill>
                  <a:effectLst/>
                  <a:latin typeface="+mn-lt"/>
                  <a:ea typeface="+mn-ea"/>
                </a:defRPr>
              </a:lvl2pPr>
              <a:lvl3pPr marL="11430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hlink"/>
                </a:buClr>
                <a:buFont typeface="Wingdings" panose="05000000000000000000" pitchFamily="2" charset="2"/>
                <a:buChar char="§"/>
                <a:defRPr sz="2400">
                  <a:solidFill>
                    <a:schemeClr val="tx1"/>
                  </a:solidFill>
                  <a:effectLst/>
                  <a:latin typeface="+mn-lt"/>
                  <a:ea typeface="+mn-ea"/>
                </a:defRPr>
              </a:lvl3pPr>
              <a:lvl4pPr marL="16002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–"/>
                <a:defRPr sz="2000">
                  <a:solidFill>
                    <a:schemeClr val="tx1"/>
                  </a:solidFill>
                  <a:effectLst/>
                  <a:latin typeface="+mn-lt"/>
                  <a:ea typeface="+mn-ea"/>
                </a:defRPr>
              </a:lvl4pPr>
              <a:lvl5pPr marL="20574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hlink"/>
                </a:buClr>
                <a:buFont typeface="Wingdings" panose="05000000000000000000" pitchFamily="2" charset="2"/>
                <a:buChar char="§"/>
                <a:defRPr sz="2000">
                  <a:solidFill>
                    <a:schemeClr val="tx1"/>
                  </a:solidFill>
                  <a:effectLst/>
                  <a:latin typeface="+mn-lt"/>
                  <a:ea typeface="+mn-ea"/>
                </a:defRPr>
              </a:lvl5pPr>
            </a:lstStyle>
            <a:p>
              <a:pPr marL="0" lvl="0" indent="0" eaLnBrk="1" hangingPunct="1">
                <a:spcBef>
                  <a:spcPct val="50000"/>
                </a:spcBef>
                <a:buClrTx/>
                <a:buSzTx/>
                <a:buFontTx/>
                <a:buNone/>
              </a:pPr>
              <a:r>
                <a:rPr lang="en-US" altLang="zh-CN" sz="2400" b="1" dirty="0">
                  <a:latin typeface="Arial" panose="020B0604020202020204" pitchFamily="34" charset="0"/>
                </a:rPr>
                <a:t> </a:t>
              </a:r>
              <a:r>
                <a:rPr lang="en-US" altLang="zh-CN" b="1" dirty="0">
                  <a:solidFill>
                    <a:srgbClr val="FFFF00"/>
                  </a:solidFill>
                  <a:latin typeface="Arial" panose="020B0604020202020204" pitchFamily="34" charset="0"/>
                </a:rPr>
                <a:t>4</a:t>
              </a:r>
              <a:r>
                <a:rPr lang="en-US" altLang="zh-CN" b="1" dirty="0">
                  <a:latin typeface="Arial" panose="020B0604020202020204" pitchFamily="34" charset="0"/>
                </a:rPr>
                <a:t>  1 0</a:t>
              </a:r>
              <a:endParaRPr lang="en-US" altLang="zh-CN" b="1" dirty="0">
                <a:latin typeface="Arial" panose="020B0604020202020204" pitchFamily="34" charset="0"/>
              </a:endParaRPr>
            </a:p>
            <a:p>
              <a:pPr marL="0" lvl="0" indent="0" eaLnBrk="1" hangingPunct="1">
                <a:spcBef>
                  <a:spcPct val="50000"/>
                </a:spcBef>
                <a:buClrTx/>
                <a:buSzTx/>
                <a:buFontTx/>
                <a:buNone/>
              </a:pPr>
              <a:r>
                <a:rPr lang="en-US" altLang="zh-CN" b="1" dirty="0">
                  <a:solidFill>
                    <a:srgbClr val="FFFF00"/>
                  </a:solidFill>
                  <a:latin typeface="Arial" panose="020B0604020202020204" pitchFamily="34" charset="0"/>
                </a:rPr>
                <a:t>-1</a:t>
              </a:r>
              <a:r>
                <a:rPr lang="en-US" altLang="zh-CN" b="1" dirty="0">
                  <a:latin typeface="Arial" panose="020B0604020202020204" pitchFamily="34" charset="0"/>
                </a:rPr>
                <a:t>  1 3</a:t>
              </a:r>
              <a:endParaRPr lang="en-US" altLang="zh-CN" b="1" dirty="0">
                <a:latin typeface="Arial" panose="020B0604020202020204" pitchFamily="34" charset="0"/>
              </a:endParaRPr>
            </a:p>
            <a:p>
              <a:pPr marL="0" lvl="0" indent="0" eaLnBrk="1" hangingPunct="1">
                <a:spcBef>
                  <a:spcPct val="50000"/>
                </a:spcBef>
                <a:buClrTx/>
                <a:buSzTx/>
                <a:buFontTx/>
                <a:buNone/>
              </a:pPr>
              <a:r>
                <a:rPr lang="en-US" altLang="zh-CN" b="1" dirty="0">
                  <a:solidFill>
                    <a:srgbClr val="FFFF00"/>
                  </a:solidFill>
                  <a:latin typeface="Arial" panose="020B0604020202020204" pitchFamily="34" charset="0"/>
                </a:rPr>
                <a:t> 2</a:t>
              </a:r>
              <a:r>
                <a:rPr lang="en-US" altLang="zh-CN" b="1" dirty="0">
                  <a:latin typeface="Arial" panose="020B0604020202020204" pitchFamily="34" charset="0"/>
                </a:rPr>
                <a:t>  0 1</a:t>
              </a:r>
              <a:endParaRPr lang="en-US" altLang="zh-CN" b="1" dirty="0">
                <a:latin typeface="Arial" panose="020B0604020202020204" pitchFamily="34" charset="0"/>
              </a:endParaRPr>
            </a:p>
            <a:p>
              <a:pPr marL="0" lvl="0" indent="0" eaLnBrk="1" hangingPunct="1">
                <a:spcBef>
                  <a:spcPct val="50000"/>
                </a:spcBef>
                <a:buClrTx/>
                <a:buSzTx/>
                <a:buFontTx/>
                <a:buNone/>
              </a:pPr>
              <a:r>
                <a:rPr lang="en-US" altLang="zh-CN" b="1" dirty="0">
                  <a:solidFill>
                    <a:srgbClr val="FFFF00"/>
                  </a:solidFill>
                  <a:latin typeface="Arial" panose="020B0604020202020204" pitchFamily="34" charset="0"/>
                </a:rPr>
                <a:t> 1</a:t>
              </a:r>
              <a:r>
                <a:rPr lang="en-US" altLang="zh-CN" b="1" dirty="0">
                  <a:latin typeface="Arial" panose="020B0604020202020204" pitchFamily="34" charset="0"/>
                </a:rPr>
                <a:t>  3 4</a:t>
              </a:r>
              <a:endParaRPr lang="en-US" altLang="zh-CN" b="1" dirty="0">
                <a:latin typeface="Arial" panose="020B0604020202020204" pitchFamily="34" charset="0"/>
              </a:endParaRPr>
            </a:p>
          </p:txBody>
        </p:sp>
        <p:sp>
          <p:nvSpPr>
            <p:cNvPr id="35884" name="Text Box 6"/>
            <p:cNvSpPr txBox="1"/>
            <p:nvPr/>
          </p:nvSpPr>
          <p:spPr>
            <a:xfrm>
              <a:off x="1654" y="890"/>
              <a:ext cx="772" cy="290"/>
            </a:xfrm>
            <a:prstGeom prst="rect">
              <a:avLst/>
            </a:prstGeom>
            <a:noFill/>
            <a:ln w="9525">
              <a:noFill/>
            </a:ln>
          </p:spPr>
          <p:txBody>
            <a:bodyPr>
              <a:spAutoFit/>
            </a:bodyPr>
            <a:lstStyle>
              <a:lvl1pPr marL="342900" indent="-342900" algn="l" rtl="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hlink"/>
                </a:buClr>
                <a:buSzPct val="80000"/>
                <a:buFont typeface="Wingdings" panose="05000000000000000000" pitchFamily="2" charset="2"/>
                <a:buChar char="n"/>
                <a:defRPr sz="3200" b="0">
                  <a:solidFill>
                    <a:schemeClr val="tx1"/>
                  </a:solidFill>
                  <a:effectLst/>
                  <a:latin typeface="+mn-lt"/>
                  <a:ea typeface="+mn-ea"/>
                  <a:cs typeface="+mn-cs"/>
                </a:defRPr>
              </a:lvl1pPr>
              <a:lvl2pPr marL="742950" indent="-285750" algn="l" rtl="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tx1"/>
                </a:buClr>
                <a:buChar char="–"/>
                <a:defRPr sz="2800">
                  <a:solidFill>
                    <a:schemeClr val="tx1"/>
                  </a:solidFill>
                  <a:effectLst/>
                  <a:latin typeface="+mn-lt"/>
                  <a:ea typeface="+mn-ea"/>
                </a:defRPr>
              </a:lvl2pPr>
              <a:lvl3pPr marL="11430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hlink"/>
                </a:buClr>
                <a:buFont typeface="Wingdings" panose="05000000000000000000" pitchFamily="2" charset="2"/>
                <a:buChar char="§"/>
                <a:defRPr sz="2400">
                  <a:solidFill>
                    <a:schemeClr val="tx1"/>
                  </a:solidFill>
                  <a:effectLst/>
                  <a:latin typeface="+mn-lt"/>
                  <a:ea typeface="+mn-ea"/>
                </a:defRPr>
              </a:lvl3pPr>
              <a:lvl4pPr marL="16002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–"/>
                <a:defRPr sz="2000">
                  <a:solidFill>
                    <a:schemeClr val="tx1"/>
                  </a:solidFill>
                  <a:effectLst/>
                  <a:latin typeface="+mn-lt"/>
                  <a:ea typeface="+mn-ea"/>
                </a:defRPr>
              </a:lvl4pPr>
              <a:lvl5pPr marL="20574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hlink"/>
                </a:buClr>
                <a:buFont typeface="Wingdings" panose="05000000000000000000" pitchFamily="2" charset="2"/>
                <a:buChar char="§"/>
                <a:defRPr sz="2000">
                  <a:solidFill>
                    <a:schemeClr val="tx1"/>
                  </a:solidFill>
                  <a:effectLst/>
                  <a:latin typeface="+mn-lt"/>
                  <a:ea typeface="+mn-ea"/>
                </a:defRPr>
              </a:lvl5pPr>
            </a:lstStyle>
            <a:p>
              <a:pPr marL="0" lvl="0" indent="0" eaLnBrk="1" hangingPunct="1">
                <a:spcBef>
                  <a:spcPct val="50000"/>
                </a:spcBef>
                <a:buClrTx/>
                <a:buSzTx/>
                <a:buFontTx/>
                <a:buNone/>
              </a:pPr>
              <a:r>
                <a:rPr lang="en-US" altLang="zh-CN" sz="2400" b="1" dirty="0">
                  <a:latin typeface="Arial" panose="020B0604020202020204" pitchFamily="34" charset="0"/>
                </a:rPr>
                <a:t>B:</a:t>
              </a:r>
              <a:endParaRPr lang="en-US" altLang="zh-CN" sz="2400" b="1" dirty="0">
                <a:latin typeface="Arial" panose="020B0604020202020204" pitchFamily="34" charset="0"/>
              </a:endParaRPr>
            </a:p>
          </p:txBody>
        </p:sp>
      </p:grpSp>
      <p:grpSp>
        <p:nvGrpSpPr>
          <p:cNvPr id="3" name="Group 7"/>
          <p:cNvGrpSpPr/>
          <p:nvPr/>
        </p:nvGrpSpPr>
        <p:grpSpPr>
          <a:xfrm>
            <a:off x="7086839" y="842645"/>
            <a:ext cx="2663604" cy="2190750"/>
            <a:chOff x="2850" y="842"/>
            <a:chExt cx="1090" cy="1380"/>
          </a:xfrm>
        </p:grpSpPr>
        <p:sp>
          <p:nvSpPr>
            <p:cNvPr id="35879" name="Text Box 8"/>
            <p:cNvSpPr txBox="1"/>
            <p:nvPr/>
          </p:nvSpPr>
          <p:spPr>
            <a:xfrm>
              <a:off x="2850" y="842"/>
              <a:ext cx="1090" cy="290"/>
            </a:xfrm>
            <a:prstGeom prst="rect">
              <a:avLst/>
            </a:prstGeom>
            <a:noFill/>
            <a:ln w="9525">
              <a:noFill/>
            </a:ln>
          </p:spPr>
          <p:txBody>
            <a:bodyPr>
              <a:spAutoFit/>
            </a:bodyPr>
            <a:lstStyle>
              <a:lvl1pPr marL="342900" indent="-342900" algn="l" rtl="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hlink"/>
                </a:buClr>
                <a:buSzPct val="80000"/>
                <a:buFont typeface="Wingdings" panose="05000000000000000000" pitchFamily="2" charset="2"/>
                <a:buChar char="n"/>
                <a:defRPr sz="3200" b="0">
                  <a:solidFill>
                    <a:schemeClr val="tx1"/>
                  </a:solidFill>
                  <a:effectLst/>
                  <a:latin typeface="+mn-lt"/>
                  <a:ea typeface="+mn-ea"/>
                  <a:cs typeface="+mn-cs"/>
                </a:defRPr>
              </a:lvl1pPr>
              <a:lvl2pPr marL="742950" indent="-285750" algn="l" rtl="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tx1"/>
                </a:buClr>
                <a:buChar char="–"/>
                <a:defRPr sz="2800">
                  <a:solidFill>
                    <a:schemeClr val="tx1"/>
                  </a:solidFill>
                  <a:effectLst/>
                  <a:latin typeface="+mn-lt"/>
                  <a:ea typeface="+mn-ea"/>
                </a:defRPr>
              </a:lvl2pPr>
              <a:lvl3pPr marL="11430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hlink"/>
                </a:buClr>
                <a:buFont typeface="Wingdings" panose="05000000000000000000" pitchFamily="2" charset="2"/>
                <a:buChar char="§"/>
                <a:defRPr sz="2400">
                  <a:solidFill>
                    <a:schemeClr val="tx1"/>
                  </a:solidFill>
                  <a:effectLst/>
                  <a:latin typeface="+mn-lt"/>
                  <a:ea typeface="+mn-ea"/>
                </a:defRPr>
              </a:lvl3pPr>
              <a:lvl4pPr marL="16002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–"/>
                <a:defRPr sz="2000">
                  <a:solidFill>
                    <a:schemeClr val="tx1"/>
                  </a:solidFill>
                  <a:effectLst/>
                  <a:latin typeface="+mn-lt"/>
                  <a:ea typeface="+mn-ea"/>
                </a:defRPr>
              </a:lvl4pPr>
              <a:lvl5pPr marL="20574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hlink"/>
                </a:buClr>
                <a:buFont typeface="Wingdings" panose="05000000000000000000" pitchFamily="2" charset="2"/>
                <a:buChar char="§"/>
                <a:defRPr sz="2000">
                  <a:solidFill>
                    <a:schemeClr val="tx1"/>
                  </a:solidFill>
                  <a:effectLst/>
                  <a:latin typeface="+mn-lt"/>
                  <a:ea typeface="+mn-ea"/>
                </a:defRPr>
              </a:lvl5pPr>
            </a:lstStyle>
            <a:p>
              <a:pPr marL="0" lvl="0" indent="0" eaLnBrk="1" hangingPunct="1">
                <a:spcBef>
                  <a:spcPct val="50000"/>
                </a:spcBef>
                <a:buClrTx/>
                <a:buSzTx/>
                <a:buFontTx/>
                <a:buNone/>
              </a:pPr>
              <a:r>
                <a:rPr lang="en-US" altLang="zh-CN" sz="2400" b="1" dirty="0">
                  <a:latin typeface="Arial" panose="020B0604020202020204" pitchFamily="34" charset="0"/>
                </a:rPr>
                <a:t>C=AB</a:t>
              </a:r>
              <a:endParaRPr lang="en-US" altLang="zh-CN" sz="2400" b="1" dirty="0">
                <a:latin typeface="Arial" panose="020B0604020202020204" pitchFamily="34" charset="0"/>
              </a:endParaRPr>
            </a:p>
          </p:txBody>
        </p:sp>
        <p:sp>
          <p:nvSpPr>
            <p:cNvPr id="35880" name="Text Box 9"/>
            <p:cNvSpPr txBox="1"/>
            <p:nvPr/>
          </p:nvSpPr>
          <p:spPr>
            <a:xfrm>
              <a:off x="2925" y="1389"/>
              <a:ext cx="953" cy="833"/>
            </a:xfrm>
            <a:prstGeom prst="rect">
              <a:avLst/>
            </a:prstGeom>
            <a:noFill/>
            <a:ln w="9525">
              <a:noFill/>
            </a:ln>
          </p:spPr>
          <p:txBody>
            <a:bodyPr>
              <a:spAutoFit/>
            </a:bodyPr>
            <a:lstStyle>
              <a:lvl1pPr marL="342900" indent="-342900" algn="l" rtl="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hlink"/>
                </a:buClr>
                <a:buSzPct val="80000"/>
                <a:buFont typeface="Wingdings" panose="05000000000000000000" pitchFamily="2" charset="2"/>
                <a:buChar char="n"/>
                <a:defRPr sz="3200" b="0">
                  <a:solidFill>
                    <a:schemeClr val="tx1"/>
                  </a:solidFill>
                  <a:effectLst/>
                  <a:latin typeface="+mn-lt"/>
                  <a:ea typeface="+mn-ea"/>
                  <a:cs typeface="+mn-cs"/>
                </a:defRPr>
              </a:lvl1pPr>
              <a:lvl2pPr marL="742950" indent="-285750" algn="l" rtl="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tx1"/>
                </a:buClr>
                <a:buChar char="–"/>
                <a:defRPr sz="2800">
                  <a:solidFill>
                    <a:schemeClr val="tx1"/>
                  </a:solidFill>
                  <a:effectLst/>
                  <a:latin typeface="+mn-lt"/>
                  <a:ea typeface="+mn-ea"/>
                </a:defRPr>
              </a:lvl2pPr>
              <a:lvl3pPr marL="11430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hlink"/>
                </a:buClr>
                <a:buFont typeface="Wingdings" panose="05000000000000000000" pitchFamily="2" charset="2"/>
                <a:buChar char="§"/>
                <a:defRPr sz="2400">
                  <a:solidFill>
                    <a:schemeClr val="tx1"/>
                  </a:solidFill>
                  <a:effectLst/>
                  <a:latin typeface="+mn-lt"/>
                  <a:ea typeface="+mn-ea"/>
                </a:defRPr>
              </a:lvl3pPr>
              <a:lvl4pPr marL="16002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–"/>
                <a:defRPr sz="2000">
                  <a:solidFill>
                    <a:schemeClr val="tx1"/>
                  </a:solidFill>
                  <a:effectLst/>
                  <a:latin typeface="+mn-lt"/>
                  <a:ea typeface="+mn-ea"/>
                </a:defRPr>
              </a:lvl4pPr>
              <a:lvl5pPr marL="20574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hlink"/>
                </a:buClr>
                <a:buFont typeface="Wingdings" panose="05000000000000000000" pitchFamily="2" charset="2"/>
                <a:buChar char="§"/>
                <a:defRPr sz="2000">
                  <a:solidFill>
                    <a:schemeClr val="tx1"/>
                  </a:solidFill>
                  <a:effectLst/>
                  <a:latin typeface="+mn-lt"/>
                  <a:ea typeface="+mn-ea"/>
                </a:defRPr>
              </a:lvl5pPr>
            </a:lstStyle>
            <a:p>
              <a:pPr marL="0" lvl="0" indent="0" eaLnBrk="1" hangingPunct="1">
                <a:spcBef>
                  <a:spcPct val="50000"/>
                </a:spcBef>
                <a:buClrTx/>
                <a:buSzTx/>
                <a:buFontTx/>
                <a:buNone/>
              </a:pPr>
              <a:r>
                <a:rPr lang="en-US" altLang="zh-CN" b="1" dirty="0">
                  <a:solidFill>
                    <a:srgbClr val="FFFF00"/>
                  </a:solidFill>
                  <a:latin typeface="Arial" panose="020B0604020202020204" pitchFamily="34" charset="0"/>
                </a:rPr>
                <a:t>9</a:t>
              </a:r>
              <a:r>
                <a:rPr lang="en-US" altLang="zh-CN" b="1" dirty="0">
                  <a:latin typeface="Arial" panose="020B0604020202020204" pitchFamily="34" charset="0"/>
                </a:rPr>
                <a:t>  -2  -1</a:t>
              </a:r>
              <a:endParaRPr lang="en-US" altLang="zh-CN" b="1" dirty="0">
                <a:latin typeface="Arial" panose="020B0604020202020204" pitchFamily="34" charset="0"/>
              </a:endParaRPr>
            </a:p>
            <a:p>
              <a:pPr marL="0" lvl="0" indent="0" eaLnBrk="1" hangingPunct="1">
                <a:spcBef>
                  <a:spcPct val="50000"/>
                </a:spcBef>
                <a:buClrTx/>
                <a:buSzTx/>
                <a:buFontTx/>
                <a:buNone/>
              </a:pPr>
              <a:r>
                <a:rPr lang="en-US" altLang="zh-CN" b="1" dirty="0">
                  <a:latin typeface="Arial" panose="020B0604020202020204" pitchFamily="34" charset="0"/>
                </a:rPr>
                <a:t>9   9  11</a:t>
              </a:r>
              <a:endParaRPr lang="en-US" altLang="zh-CN" b="1" dirty="0">
                <a:latin typeface="Arial" panose="020B0604020202020204" pitchFamily="34" charset="0"/>
              </a:endParaRPr>
            </a:p>
          </p:txBody>
        </p:sp>
      </p:grpSp>
      <p:sp>
        <p:nvSpPr>
          <p:cNvPr id="1054737" name="Rectangle 17"/>
          <p:cNvSpPr>
            <a:spLocks noGrp="1" noChangeArrowheads="1"/>
          </p:cNvSpPr>
          <p:nvPr>
            <p:ph idx="1"/>
          </p:nvPr>
        </p:nvSpPr>
        <p:spPr>
          <a:xfrm>
            <a:off x="34925" y="-76200"/>
            <a:ext cx="8964613" cy="749300"/>
          </a:xfrm>
        </p:spPr>
        <p:txBody>
          <a:bodyPr vert="horz" wrap="square" lIns="91440" tIns="45720" rIns="91440" bIns="45720" numCol="1" anchor="t" anchorCtr="0" compatLnSpc="1"/>
          <a:lstStyle/>
          <a:p>
            <a:pPr marL="342900" marR="0" lvl="0" indent="-342900" algn="just" defTabSz="914400" rtl="0" eaLnBrk="1" fontAlgn="base" latinLnBrk="0" hangingPunct="1">
              <a:lnSpc>
                <a:spcPct val="100000"/>
              </a:lnSpc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80000"/>
              <a:buFont typeface="Wingdings" panose="05000000000000000000" pitchFamily="2" charset="2"/>
              <a:buNone/>
              <a:defRPr/>
            </a:pPr>
            <a:r>
              <a:rPr kumimoji="0" lang="en-US" altLang="zh-CN" sz="3200" b="1" i="0" u="none" strike="noStrike" kern="0" cap="none" spc="0" normalizeH="0" baseline="0" noProof="0" dirty="0">
                <a:ln>
                  <a:noFill/>
                </a:ln>
                <a:solidFill>
                  <a:schemeClr val="hlink"/>
                </a:solidFill>
                <a:effectLst>
                  <a:outerShdw blurRad="38100" dist="38100" dir="2700000" algn="tl">
                    <a:srgbClr val="000000"/>
                  </a:outerShdw>
                </a:effectLst>
                <a:uLnTx/>
                <a:uFillTx/>
                <a:latin typeface="+mn-lt"/>
                <a:ea typeface="+mn-ea"/>
                <a:cs typeface="+mn-cs"/>
              </a:rPr>
              <a:t>【</a:t>
            </a:r>
            <a:r>
              <a:rPr kumimoji="0" lang="zh-CN" altLang="en-US" sz="3200" b="1" i="0" u="none" strike="noStrike" kern="0" cap="none" spc="0" normalizeH="0" baseline="0" noProof="0" dirty="0">
                <a:ln>
                  <a:noFill/>
                </a:ln>
                <a:solidFill>
                  <a:schemeClr val="hlink"/>
                </a:solidFill>
                <a:effectLst>
                  <a:outerShdw blurRad="38100" dist="38100" dir="2700000" algn="tl">
                    <a:srgbClr val="000000"/>
                  </a:outerShdw>
                </a:effectLst>
                <a:uLnTx/>
                <a:uFillTx/>
                <a:latin typeface="+mn-lt"/>
                <a:ea typeface="+mn-ea"/>
                <a:cs typeface="+mn-cs"/>
              </a:rPr>
              <a:t>例</a:t>
            </a:r>
            <a:r>
              <a:rPr kumimoji="0" lang="en-US" altLang="zh-CN" sz="3200" b="1" i="0" u="none" strike="noStrike" kern="0" cap="none" spc="0" normalizeH="0" baseline="0" noProof="0" dirty="0">
                <a:ln>
                  <a:noFill/>
                </a:ln>
                <a:solidFill>
                  <a:schemeClr val="hlink"/>
                </a:solidFill>
                <a:effectLst>
                  <a:outerShdw blurRad="38100" dist="38100" dir="2700000" algn="tl">
                    <a:srgbClr val="000000"/>
                  </a:outerShdw>
                </a:effectLst>
                <a:uLnTx/>
                <a:uFillTx/>
                <a:latin typeface="+mn-lt"/>
                <a:ea typeface="+mn-ea"/>
                <a:cs typeface="+mn-cs"/>
              </a:rPr>
              <a:t>6.4】</a:t>
            </a:r>
            <a:r>
              <a:rPr kumimoji="0" lang="zh-CN" altLang="en-US" sz="3200" b="1" i="0" u="none" strike="noStrike" kern="0" cap="none" spc="0" normalizeH="0" baseline="0" noProof="0" dirty="0">
                <a:ln>
                  <a:noFill/>
                </a:ln>
                <a:solidFill>
                  <a:schemeClr val="hlink"/>
                </a:solidFill>
                <a:effectLst>
                  <a:outerShdw blurRad="38100" dist="38100" dir="2700000" algn="tl">
                    <a:srgbClr val="000000"/>
                  </a:outerShdw>
                </a:effectLst>
                <a:uLnTx/>
                <a:uFillTx/>
                <a:latin typeface="+mn-lt"/>
                <a:ea typeface="+mn-ea"/>
                <a:cs typeface="+mn-cs"/>
              </a:rPr>
              <a:t>编一个函数，求两矩阵乘积。</a:t>
            </a:r>
            <a:r>
              <a:rPr kumimoji="0" lang="zh-CN" altLang="en-US" sz="2400" b="1" i="0" u="none" strike="noStrike" kern="0" cap="none" spc="0" normalizeH="0" baseline="0" noProof="0" dirty="0">
                <a:ln>
                  <a:noFill/>
                </a:ln>
                <a:solidFill>
                  <a:schemeClr val="tx1"/>
                </a:solidFill>
                <a:effectLst>
                  <a:outerShdw blurRad="38100" dist="38100" dir="2700000" algn="tl">
                    <a:srgbClr val="000000"/>
                  </a:outerShdw>
                </a:effectLst>
                <a:uLnTx/>
                <a:uFillTx/>
                <a:latin typeface="+mn-lt"/>
                <a:ea typeface="+mn-ea"/>
                <a:cs typeface="+mn-cs"/>
              </a:rPr>
              <a:t>教材</a:t>
            </a:r>
            <a:r>
              <a:rPr kumimoji="0" lang="en-US" altLang="zh-CN" sz="2400" b="1" i="0" u="none" strike="noStrike" kern="0" cap="none" spc="0" normalizeH="0" baseline="0" noProof="0" dirty="0">
                <a:ln>
                  <a:noFill/>
                </a:ln>
                <a:solidFill>
                  <a:schemeClr val="tx1"/>
                </a:solidFill>
                <a:effectLst>
                  <a:outerShdw blurRad="38100" dist="38100" dir="2700000" algn="tl">
                    <a:srgbClr val="000000"/>
                  </a:outerShdw>
                </a:effectLst>
                <a:uLnTx/>
                <a:uFillTx/>
                <a:latin typeface="+mn-lt"/>
                <a:ea typeface="+mn-ea"/>
                <a:cs typeface="+mn-cs"/>
              </a:rPr>
              <a:t>P156</a:t>
            </a:r>
            <a:endParaRPr kumimoji="0" lang="en-US" altLang="zh-CN" sz="2400" b="1" i="0" u="none" strike="noStrike" kern="0" cap="none" spc="0" normalizeH="0" baseline="0" noProof="0" dirty="0">
              <a:ln>
                <a:noFill/>
              </a:ln>
              <a:solidFill>
                <a:schemeClr val="tx1"/>
              </a:solidFill>
              <a:effectLst>
                <a:outerShdw blurRad="38100" dist="38100" dir="2700000" algn="tl">
                  <a:srgbClr val="000000"/>
                </a:outerShdw>
              </a:effectLst>
              <a:uLnTx/>
              <a:uFillTx/>
              <a:latin typeface="+mn-lt"/>
              <a:ea typeface="+mn-ea"/>
              <a:cs typeface="+mn-cs"/>
            </a:endParaRPr>
          </a:p>
        </p:txBody>
      </p:sp>
      <p:sp>
        <p:nvSpPr>
          <p:cNvPr id="5" name="文本框 4"/>
          <p:cNvSpPr txBox="1"/>
          <p:nvPr/>
        </p:nvSpPr>
        <p:spPr>
          <a:xfrm>
            <a:off x="76200" y="4644390"/>
            <a:ext cx="7991475" cy="2061210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r>
              <a:rPr lang="zh-CN" altLang="en-US" sz="3200"/>
              <a:t>【思考】如何存储矩阵</a:t>
            </a:r>
            <a:r>
              <a:rPr lang="en-US" altLang="zh-CN" sz="3200"/>
              <a:t>A,B,C?</a:t>
            </a:r>
            <a:endParaRPr lang="en-US" altLang="zh-CN" sz="3200"/>
          </a:p>
          <a:p>
            <a:r>
              <a:rPr lang="en-US" altLang="zh-CN" sz="3200" kern="0" noProof="0" dirty="0">
                <a:ln>
                  <a:noFill/>
                </a:ln>
                <a:solidFill>
                  <a:srgbClr val="FFFF00"/>
                </a:solidFill>
                <a:effectLst>
                  <a:outerShdw blurRad="38100" dist="38100" dir="2700000" algn="tl">
                    <a:srgbClr val="000000"/>
                  </a:outerShdw>
                </a:effectLst>
                <a:uLnTx/>
                <a:uFillTx/>
                <a:latin typeface="+mn-lt"/>
                <a:ea typeface="+mn-ea"/>
                <a:sym typeface="+mn-ea"/>
              </a:rPr>
              <a:t>float  a [m][</a:t>
            </a:r>
            <a:r>
              <a:rPr lang="en-US" altLang="zh-CN" sz="3200" kern="0" noProof="0" dirty="0">
                <a:ln>
                  <a:noFill/>
                </a:ln>
                <a:solidFill>
                  <a:schemeClr val="accent6">
                    <a:lumMod val="60000"/>
                    <a:lumOff val="40000"/>
                  </a:schemeClr>
                </a:solidFill>
                <a:effectLst>
                  <a:outerShdw blurRad="38100" dist="38100" dir="2700000" algn="tl">
                    <a:srgbClr val="000000"/>
                  </a:outerShdw>
                </a:effectLst>
                <a:uLnTx/>
                <a:uFillTx/>
                <a:latin typeface="+mn-lt"/>
                <a:ea typeface="+mn-ea"/>
                <a:sym typeface="+mn-ea"/>
              </a:rPr>
              <a:t>p</a:t>
            </a:r>
            <a:r>
              <a:rPr lang="en-US" altLang="zh-CN" sz="3200" kern="0" noProof="0" dirty="0">
                <a:ln>
                  <a:noFill/>
                </a:ln>
                <a:solidFill>
                  <a:srgbClr val="FFFF00"/>
                </a:solidFill>
                <a:effectLst>
                  <a:outerShdw blurRad="38100" dist="38100" dir="2700000" algn="tl">
                    <a:srgbClr val="000000"/>
                  </a:outerShdw>
                </a:effectLst>
                <a:uLnTx/>
                <a:uFillTx/>
                <a:latin typeface="+mn-lt"/>
                <a:ea typeface="+mn-ea"/>
                <a:sym typeface="+mn-ea"/>
              </a:rPr>
              <a:t>] ;</a:t>
            </a:r>
            <a:endParaRPr lang="en-US" altLang="zh-CN" sz="3200" kern="0" noProof="0" dirty="0">
              <a:ln>
                <a:noFill/>
              </a:ln>
              <a:solidFill>
                <a:srgbClr val="FFFF00"/>
              </a:solidFill>
              <a:effectLst>
                <a:outerShdw blurRad="38100" dist="38100" dir="2700000" algn="tl">
                  <a:srgbClr val="000000"/>
                </a:outerShdw>
              </a:effectLst>
              <a:uLnTx/>
              <a:uFillTx/>
              <a:latin typeface="+mn-lt"/>
              <a:ea typeface="+mn-ea"/>
              <a:sym typeface="+mn-ea"/>
            </a:endParaRPr>
          </a:p>
          <a:p>
            <a:r>
              <a:rPr lang="en-US" altLang="zh-CN" sz="3200" kern="0" noProof="0" dirty="0">
                <a:ln>
                  <a:noFill/>
                </a:ln>
                <a:solidFill>
                  <a:srgbClr val="FFFF00"/>
                </a:solidFill>
                <a:effectLst>
                  <a:outerShdw blurRad="38100" dist="38100" dir="2700000" algn="tl">
                    <a:srgbClr val="000000"/>
                  </a:outerShdw>
                </a:effectLst>
                <a:uLnTx/>
                <a:uFillTx/>
                <a:latin typeface="+mn-lt"/>
                <a:ea typeface="+mn-ea"/>
                <a:sym typeface="+mn-ea"/>
              </a:rPr>
              <a:t>float  b [</a:t>
            </a:r>
            <a:r>
              <a:rPr lang="en-US" altLang="zh-CN" sz="3200" kern="0" noProof="0" dirty="0">
                <a:ln>
                  <a:noFill/>
                </a:ln>
                <a:solidFill>
                  <a:schemeClr val="accent6">
                    <a:lumMod val="60000"/>
                    <a:lumOff val="40000"/>
                  </a:schemeClr>
                </a:solidFill>
                <a:effectLst>
                  <a:outerShdw blurRad="38100" dist="38100" dir="2700000" algn="tl">
                    <a:srgbClr val="000000"/>
                  </a:outerShdw>
                </a:effectLst>
                <a:uLnTx/>
                <a:uFillTx/>
                <a:latin typeface="+mn-lt"/>
                <a:ea typeface="+mn-ea"/>
                <a:sym typeface="+mn-ea"/>
              </a:rPr>
              <a:t>p</a:t>
            </a:r>
            <a:r>
              <a:rPr lang="en-US" altLang="zh-CN" sz="3200" kern="0" noProof="0" dirty="0">
                <a:ln>
                  <a:noFill/>
                </a:ln>
                <a:solidFill>
                  <a:srgbClr val="FFFF00"/>
                </a:solidFill>
                <a:effectLst>
                  <a:outerShdw blurRad="38100" dist="38100" dir="2700000" algn="tl">
                    <a:srgbClr val="000000"/>
                  </a:outerShdw>
                </a:effectLst>
                <a:uLnTx/>
                <a:uFillTx/>
                <a:latin typeface="+mn-lt"/>
                <a:ea typeface="+mn-ea"/>
                <a:sym typeface="+mn-ea"/>
              </a:rPr>
              <a:t>][n] ;</a:t>
            </a:r>
            <a:endParaRPr lang="en-US" altLang="zh-CN" sz="3200" kern="0" noProof="0" dirty="0">
              <a:ln>
                <a:noFill/>
              </a:ln>
              <a:solidFill>
                <a:srgbClr val="FFFF00"/>
              </a:solidFill>
              <a:effectLst>
                <a:outerShdw blurRad="38100" dist="38100" dir="2700000" algn="tl">
                  <a:srgbClr val="000000"/>
                </a:outerShdw>
              </a:effectLst>
              <a:uLnTx/>
              <a:uFillTx/>
              <a:latin typeface="+mn-lt"/>
              <a:ea typeface="+mn-ea"/>
              <a:sym typeface="+mn-ea"/>
            </a:endParaRPr>
          </a:p>
          <a:p>
            <a:r>
              <a:rPr lang="en-US" altLang="zh-CN" sz="3200" kern="0" noProof="0" dirty="0">
                <a:ln>
                  <a:noFill/>
                </a:ln>
                <a:solidFill>
                  <a:srgbClr val="FFFF00"/>
                </a:solidFill>
                <a:effectLst>
                  <a:outerShdw blurRad="38100" dist="38100" dir="2700000" algn="tl">
                    <a:srgbClr val="000000"/>
                  </a:outerShdw>
                </a:effectLst>
                <a:uLnTx/>
                <a:uFillTx/>
                <a:latin typeface="+mn-lt"/>
                <a:ea typeface="+mn-ea"/>
                <a:sym typeface="+mn-ea"/>
              </a:rPr>
              <a:t>float  c [m][n] ;</a:t>
            </a:r>
            <a:endParaRPr lang="en-US" altLang="zh-CN" sz="3200" kern="0" noProof="0" dirty="0">
              <a:ln>
                <a:noFill/>
              </a:ln>
              <a:solidFill>
                <a:srgbClr val="FFFF00"/>
              </a:solidFill>
              <a:effectLst>
                <a:outerShdw blurRad="38100" dist="38100" dir="2700000" algn="tl">
                  <a:srgbClr val="000000"/>
                </a:outerShdw>
              </a:effectLst>
              <a:uLnTx/>
              <a:uFillTx/>
              <a:latin typeface="+mn-lt"/>
              <a:ea typeface="+mn-ea"/>
              <a:sym typeface="+mn-ea"/>
            </a:endParaRPr>
          </a:p>
        </p:txBody>
      </p:sp>
      <p:sp>
        <p:nvSpPr>
          <p:cNvPr id="10" name="矩形 9"/>
          <p:cNvSpPr/>
          <p:nvPr/>
        </p:nvSpPr>
        <p:spPr>
          <a:xfrm>
            <a:off x="304800" y="1711325"/>
            <a:ext cx="2057400" cy="706755"/>
          </a:xfrm>
          <a:prstGeom prst="rect">
            <a:avLst/>
          </a:prstGeom>
          <a:noFill/>
          <a:ln w="28575" cmpd="sng">
            <a:solidFill>
              <a:schemeClr val="tx1"/>
            </a:solidFill>
            <a:prstDash val="dash"/>
          </a:ln>
        </p:spPr>
        <p:txBody>
          <a:bodyPr wrap="square" lIns="0" rIns="0">
            <a:noAutofit/>
          </a:bodyPr>
          <a:p>
            <a:pPr lvl="0" algn="l" eaLnBrk="1" hangingPunct="1">
              <a:buClrTx/>
              <a:buSzTx/>
              <a:buFontTx/>
            </a:pPr>
            <a:endParaRPr lang="zh-CN" altLang="en-US" sz="3200" dirty="0">
              <a:latin typeface="Arial" panose="020B0604020202020204" pitchFamily="34" charset="0"/>
              <a:sym typeface="+mn-ea"/>
            </a:endParaRPr>
          </a:p>
        </p:txBody>
      </p:sp>
      <p:sp>
        <p:nvSpPr>
          <p:cNvPr id="11" name="矩形 10"/>
          <p:cNvSpPr/>
          <p:nvPr/>
        </p:nvSpPr>
        <p:spPr>
          <a:xfrm>
            <a:off x="4004945" y="1362075"/>
            <a:ext cx="621030" cy="2825115"/>
          </a:xfrm>
          <a:prstGeom prst="rect">
            <a:avLst/>
          </a:prstGeom>
          <a:noFill/>
          <a:ln w="28575" cmpd="sng">
            <a:solidFill>
              <a:schemeClr val="tx1"/>
            </a:solidFill>
            <a:prstDash val="dash"/>
          </a:ln>
        </p:spPr>
        <p:txBody>
          <a:bodyPr wrap="square" lIns="0" rIns="0">
            <a:noAutofit/>
          </a:bodyPr>
          <a:p>
            <a:pPr lvl="0" algn="l" eaLnBrk="1" hangingPunct="1">
              <a:buClrTx/>
              <a:buSzTx/>
              <a:buFontTx/>
            </a:pPr>
            <a:endParaRPr lang="zh-CN" altLang="en-US" sz="3200" dirty="0">
              <a:latin typeface="Arial" panose="020B0604020202020204" pitchFamily="34" charset="0"/>
              <a:sym typeface="+mn-ea"/>
            </a:endParaRPr>
          </a:p>
        </p:txBody>
      </p:sp>
      <p:sp>
        <p:nvSpPr>
          <p:cNvPr id="12" name="矩形 11"/>
          <p:cNvSpPr/>
          <p:nvPr/>
        </p:nvSpPr>
        <p:spPr>
          <a:xfrm>
            <a:off x="7163435" y="1676400"/>
            <a:ext cx="542925" cy="720725"/>
          </a:xfrm>
          <a:prstGeom prst="rect">
            <a:avLst/>
          </a:prstGeom>
          <a:noFill/>
          <a:ln w="28575" cmpd="sng">
            <a:solidFill>
              <a:schemeClr val="tx1"/>
            </a:solidFill>
            <a:prstDash val="dash"/>
          </a:ln>
        </p:spPr>
        <p:txBody>
          <a:bodyPr wrap="square" lIns="0" rIns="0">
            <a:noAutofit/>
          </a:bodyPr>
          <a:p>
            <a:pPr lvl="0" algn="l" eaLnBrk="1" hangingPunct="1">
              <a:buClrTx/>
              <a:buSzTx/>
              <a:buFontTx/>
            </a:pPr>
            <a:endParaRPr lang="zh-CN" altLang="en-US" sz="3200" dirty="0">
              <a:latin typeface="Arial" panose="020B0604020202020204" pitchFamily="34" charset="0"/>
              <a:sym typeface="+mn-ea"/>
            </a:endParaRPr>
          </a:p>
        </p:txBody>
      </p:sp>
      <p:grpSp>
        <p:nvGrpSpPr>
          <p:cNvPr id="13" name="Group 10"/>
          <p:cNvGrpSpPr/>
          <p:nvPr/>
        </p:nvGrpSpPr>
        <p:grpSpPr>
          <a:xfrm>
            <a:off x="7543483" y="109855"/>
            <a:ext cx="4662488" cy="719137"/>
            <a:chOff x="2400" y="2299"/>
            <a:chExt cx="2937" cy="453"/>
          </a:xfrm>
        </p:grpSpPr>
        <p:sp>
          <p:nvSpPr>
            <p:cNvPr id="14" name="AutoShape 11"/>
            <p:cNvSpPr/>
            <p:nvPr/>
          </p:nvSpPr>
          <p:spPr>
            <a:xfrm>
              <a:off x="2400" y="2299"/>
              <a:ext cx="2937" cy="453"/>
            </a:xfrm>
            <a:prstGeom prst="wedgeRoundRectCallout">
              <a:avLst>
                <a:gd name="adj1" fmla="val -50306"/>
                <a:gd name="adj2" fmla="val 156667"/>
                <a:gd name="adj3" fmla="val 16667"/>
              </a:avLst>
            </a:prstGeom>
            <a:solidFill>
              <a:schemeClr val="accent1"/>
            </a:solidFill>
            <a:ln w="9525" cap="flat" cmpd="sng">
              <a:solidFill>
                <a:schemeClr val="tx1"/>
              </a:solidFill>
              <a:prstDash val="solid"/>
              <a:miter/>
              <a:headEnd type="none" w="med" len="med"/>
              <a:tailEnd type="none" w="med" len="med"/>
            </a:ln>
          </p:spPr>
          <p:txBody>
            <a:bodyPr/>
            <a:lstStyle>
              <a:lvl1pPr marL="342900" indent="-342900" algn="l" rtl="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hlink"/>
                </a:buClr>
                <a:buSzPct val="80000"/>
                <a:buFont typeface="Wingdings" panose="05000000000000000000" pitchFamily="2" charset="2"/>
                <a:buChar char="n"/>
                <a:defRPr sz="3200" b="0">
                  <a:solidFill>
                    <a:schemeClr val="tx1"/>
                  </a:solidFill>
                  <a:effectLst/>
                  <a:latin typeface="+mn-lt"/>
                  <a:ea typeface="+mn-ea"/>
                  <a:cs typeface="+mn-cs"/>
                </a:defRPr>
              </a:lvl1pPr>
              <a:lvl2pPr marL="742950" indent="-285750" algn="l" rtl="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tx1"/>
                </a:buClr>
                <a:buChar char="–"/>
                <a:defRPr sz="2800">
                  <a:solidFill>
                    <a:schemeClr val="tx1"/>
                  </a:solidFill>
                  <a:effectLst/>
                  <a:latin typeface="+mn-lt"/>
                  <a:ea typeface="+mn-ea"/>
                </a:defRPr>
              </a:lvl2pPr>
              <a:lvl3pPr marL="11430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hlink"/>
                </a:buClr>
                <a:buFont typeface="Wingdings" panose="05000000000000000000" pitchFamily="2" charset="2"/>
                <a:buChar char="§"/>
                <a:defRPr sz="2400">
                  <a:solidFill>
                    <a:schemeClr val="tx1"/>
                  </a:solidFill>
                  <a:effectLst/>
                  <a:latin typeface="+mn-lt"/>
                  <a:ea typeface="+mn-ea"/>
                </a:defRPr>
              </a:lvl3pPr>
              <a:lvl4pPr marL="16002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–"/>
                <a:defRPr sz="2000">
                  <a:solidFill>
                    <a:schemeClr val="tx1"/>
                  </a:solidFill>
                  <a:effectLst/>
                  <a:latin typeface="+mn-lt"/>
                  <a:ea typeface="+mn-ea"/>
                </a:defRPr>
              </a:lvl4pPr>
              <a:lvl5pPr marL="20574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hlink"/>
                </a:buClr>
                <a:buFont typeface="Wingdings" panose="05000000000000000000" pitchFamily="2" charset="2"/>
                <a:buChar char="§"/>
                <a:defRPr sz="2000">
                  <a:solidFill>
                    <a:schemeClr val="tx1"/>
                  </a:solidFill>
                  <a:effectLst/>
                  <a:latin typeface="+mn-lt"/>
                  <a:ea typeface="+mn-ea"/>
                </a:defRPr>
              </a:lvl5pPr>
            </a:lstStyle>
            <a:p>
              <a:pPr marL="0" lvl="0" indent="0" algn="ctr" eaLnBrk="1" hangingPunct="1">
                <a:spcBef>
                  <a:spcPct val="0"/>
                </a:spcBef>
                <a:buClrTx/>
                <a:buSzTx/>
                <a:buFontTx/>
                <a:buNone/>
              </a:pPr>
              <a:endParaRPr lang="zh-CN" altLang="zh-CN" sz="1800" b="1" dirty="0">
                <a:latin typeface="Arial" panose="020B0604020202020204" pitchFamily="34" charset="0"/>
              </a:endParaRPr>
            </a:p>
          </p:txBody>
        </p:sp>
        <p:sp>
          <p:nvSpPr>
            <p:cNvPr id="15" name="Rectangle 12"/>
            <p:cNvSpPr/>
            <p:nvPr/>
          </p:nvSpPr>
          <p:spPr>
            <a:xfrm>
              <a:off x="2448" y="2374"/>
              <a:ext cx="2666" cy="368"/>
            </a:xfrm>
            <a:prstGeom prst="rect">
              <a:avLst/>
            </a:prstGeom>
            <a:noFill/>
            <a:ln w="9525">
              <a:noFill/>
            </a:ln>
          </p:spPr>
          <p:txBody>
            <a:bodyPr wrap="square">
              <a:spAutoFit/>
            </a:bodyPr>
            <a:lstStyle>
              <a:lvl1pPr marL="342900" indent="-342900" algn="l" rtl="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hlink"/>
                </a:buClr>
                <a:buSzPct val="80000"/>
                <a:buFont typeface="Wingdings" panose="05000000000000000000" pitchFamily="2" charset="2"/>
                <a:buChar char="n"/>
                <a:defRPr sz="3200" b="0">
                  <a:solidFill>
                    <a:schemeClr val="tx1"/>
                  </a:solidFill>
                  <a:effectLst/>
                  <a:latin typeface="+mn-lt"/>
                  <a:ea typeface="+mn-ea"/>
                  <a:cs typeface="+mn-cs"/>
                </a:defRPr>
              </a:lvl1pPr>
              <a:lvl2pPr marL="742950" indent="-285750" algn="l" rtl="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tx1"/>
                </a:buClr>
                <a:buChar char="–"/>
                <a:defRPr sz="2800">
                  <a:solidFill>
                    <a:schemeClr val="tx1"/>
                  </a:solidFill>
                  <a:effectLst/>
                  <a:latin typeface="+mn-lt"/>
                  <a:ea typeface="+mn-ea"/>
                </a:defRPr>
              </a:lvl2pPr>
              <a:lvl3pPr marL="11430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hlink"/>
                </a:buClr>
                <a:buFont typeface="Wingdings" panose="05000000000000000000" pitchFamily="2" charset="2"/>
                <a:buChar char="§"/>
                <a:defRPr sz="2400">
                  <a:solidFill>
                    <a:schemeClr val="tx1"/>
                  </a:solidFill>
                  <a:effectLst/>
                  <a:latin typeface="+mn-lt"/>
                  <a:ea typeface="+mn-ea"/>
                </a:defRPr>
              </a:lvl3pPr>
              <a:lvl4pPr marL="16002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–"/>
                <a:defRPr sz="2000">
                  <a:solidFill>
                    <a:schemeClr val="tx1"/>
                  </a:solidFill>
                  <a:effectLst/>
                  <a:latin typeface="+mn-lt"/>
                  <a:ea typeface="+mn-ea"/>
                </a:defRPr>
              </a:lvl4pPr>
              <a:lvl5pPr marL="20574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hlink"/>
                </a:buClr>
                <a:buFont typeface="Wingdings" panose="05000000000000000000" pitchFamily="2" charset="2"/>
                <a:buChar char="§"/>
                <a:defRPr sz="2000">
                  <a:solidFill>
                    <a:schemeClr val="tx1"/>
                  </a:solidFill>
                  <a:effectLst/>
                  <a:latin typeface="+mn-lt"/>
                  <a:ea typeface="+mn-ea"/>
                </a:defRPr>
              </a:lvl5pPr>
            </a:lstStyle>
            <a:p>
              <a:pPr marL="0" lvl="0" indent="0" eaLnBrk="1" hangingPunct="1">
                <a:spcBef>
                  <a:spcPct val="0"/>
                </a:spcBef>
                <a:buClrTx/>
                <a:buSzTx/>
                <a:buFontTx/>
                <a:buNone/>
              </a:pPr>
              <a:r>
                <a:rPr lang="en-US" altLang="zh-CN" b="1" dirty="0">
                  <a:latin typeface="Arial" panose="020B0604020202020204" pitchFamily="34" charset="0"/>
                </a:rPr>
                <a:t>1*4+0*(-1)+3*2+(-1)*1</a:t>
              </a:r>
              <a:endParaRPr lang="en-US" altLang="zh-CN" b="1" dirty="0">
                <a:latin typeface="Arial" panose="020B0604020202020204" pitchFamily="34" charset="0"/>
              </a:endParaRPr>
            </a:p>
          </p:txBody>
        </p:sp>
      </p:grpSp>
    </p:spTree>
  </p:cSld>
  <p:clrMapOvr>
    <a:masterClrMapping/>
  </p:clrMapOvr>
  <p:transition spd="slow"/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3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7" dur="500"/>
                                        <p:tgtEl>
                                          <p:spTgt spid="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2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4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6" fill="hold">
                      <p:stCondLst>
                        <p:cond delay="indefinite"/>
                      </p:stCondLst>
                      <p:childTnLst>
                        <p:par>
                          <p:cTn id="17" fill="hold">
                            <p:stCondLst>
                              <p:cond delay="0"/>
                            </p:stCondLst>
                            <p:childTnLst>
                              <p:par>
                                <p:cTn id="18" presetID="3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20" dur="500"/>
                                        <p:tgtEl>
                                          <p:spTgt spid="1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1" fill="hold">
                      <p:stCondLst>
                        <p:cond delay="indefinite"/>
                      </p:stCondLst>
                      <p:childTnLst>
                        <p:par>
                          <p:cTn id="22" fill="hold">
                            <p:stCondLst>
                              <p:cond delay="0"/>
                            </p:stCondLst>
                            <p:childTnLst>
                              <p:par>
                                <p:cTn id="23" presetID="3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25" dur="500"/>
                                        <p:tgtEl>
                                          <p:spTgt spid="1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6" fill="hold">
                      <p:stCondLst>
                        <p:cond delay="indefinite"/>
                      </p:stCondLst>
                      <p:childTnLst>
                        <p:par>
                          <p:cTn id="27" fill="hold">
                            <p:stCondLst>
                              <p:cond delay="0"/>
                            </p:stCondLst>
                            <p:childTnLst>
                              <p:par>
                                <p:cTn id="28" presetID="3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30" dur="500"/>
                                        <p:tgtEl>
                                          <p:spTgt spid="1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1" presetID="3" presetClass="entr" presetSubtype="1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33" dur="500"/>
                                        <p:tgtEl>
                                          <p:spTgt spid="1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0" grpId="0" bldLvl="0" animBg="1"/>
      <p:bldP spid="10" grpId="1" animBg="1"/>
      <p:bldP spid="11" grpId="0" bldLvl="0" animBg="1"/>
      <p:bldP spid="11" grpId="1" animBg="1"/>
      <p:bldP spid="12" grpId="0" bldLvl="0" animBg="1"/>
      <p:bldP spid="12" grpId="1" animBg="1"/>
    </p:bldLst>
  </p:timing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18" name="灯片编号占位符 5"/>
          <p:cNvSpPr txBox="1">
            <a:spLocks noGrp="1"/>
          </p:cNvSpPr>
          <p:nvPr>
            <p:ph type="sldNum" sz="quarter" idx="4"/>
          </p:nvPr>
        </p:nvSpPr>
        <p:spPr bwMode="auto"/>
        <p:txBody>
          <a:bodyPr wrap="square" lIns="91440" tIns="45720" rIns="91440" bIns="45720" numCol="1" anchor="b" anchorCtr="0" compatLnSpc="1"/>
          <a:lstStyle>
            <a:lvl1pPr>
              <a:defRPr b="1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1pPr>
            <a:lvl2pPr marL="742950" indent="-285750">
              <a:defRPr b="1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2pPr>
            <a:lvl3pPr marL="1143000" indent="-228600">
              <a:defRPr b="1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3pPr>
            <a:lvl4pPr marL="1600200" indent="-228600">
              <a:defRPr b="1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4pPr>
            <a:lvl5pPr marL="2057400" indent="-228600">
              <a:defRPr b="1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b="1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b="1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b="1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b="1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9pPr>
          </a:lstStyle>
          <a:p>
            <a:pPr marL="0" marR="0" lvl="0" indent="0" algn="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fld id="{FB1E0DE6-7F73-4CA6-8BC8-5EC89E65D657}" type="slidenum">
              <a:rPr kumimoji="0" lang="en-US" altLang="zh-CN" sz="1200" b="0" i="0" u="none" strike="noStrike" kern="1200" cap="none" spc="0" normalizeH="0" baseline="0" noProof="0" smtClean="0">
                <a:ln>
                  <a:noFill/>
                </a:ln>
                <a:solidFill>
                  <a:schemeClr val="tx1"/>
                </a:solidFill>
                <a:effectLst>
                  <a:outerShdw blurRad="38100" dist="38100" dir="2700000" algn="tl">
                    <a:srgbClr val="000000"/>
                  </a:outerShdw>
                </a:effectLst>
                <a:uLnTx/>
                <a:uFillTx/>
                <a:latin typeface="Tahoma" panose="020B0604030504040204" pitchFamily="34" charset="0"/>
                <a:ea typeface="宋体" panose="02010600030101010101" pitchFamily="2" charset="-122"/>
                <a:cs typeface="+mn-cs"/>
              </a:rPr>
            </a:fld>
            <a:endParaRPr kumimoji="0" lang="en-US" altLang="zh-CN" sz="1200" b="0" i="0" u="none" strike="noStrike" kern="1200" cap="none" spc="0" normalizeH="0" baseline="0" noProof="0">
              <a:ln>
                <a:noFill/>
              </a:ln>
              <a:solidFill>
                <a:schemeClr val="tx1"/>
              </a:solidFill>
              <a:effectLst>
                <a:outerShdw blurRad="38100" dist="38100" dir="2700000" algn="tl">
                  <a:srgbClr val="000000"/>
                </a:outerShdw>
              </a:effectLst>
              <a:uLnTx/>
              <a:uFillTx/>
              <a:latin typeface="Tahoma" panose="020B0604030504040204" pitchFamily="34" charset="0"/>
              <a:ea typeface="宋体" panose="02010600030101010101" pitchFamily="2" charset="-122"/>
              <a:cs typeface="+mn-cs"/>
            </a:endParaRPr>
          </a:p>
        </p:txBody>
      </p:sp>
      <p:grpSp>
        <p:nvGrpSpPr>
          <p:cNvPr id="2" name="Group 2"/>
          <p:cNvGrpSpPr/>
          <p:nvPr/>
        </p:nvGrpSpPr>
        <p:grpSpPr>
          <a:xfrm>
            <a:off x="271463" y="660400"/>
            <a:ext cx="3889375" cy="2711450"/>
            <a:chOff x="158" y="890"/>
            <a:chExt cx="2450" cy="1708"/>
          </a:xfrm>
        </p:grpSpPr>
        <p:sp>
          <p:nvSpPr>
            <p:cNvPr id="35881" name="Text Box 3"/>
            <p:cNvSpPr txBox="1"/>
            <p:nvPr/>
          </p:nvSpPr>
          <p:spPr>
            <a:xfrm>
              <a:off x="204" y="1480"/>
              <a:ext cx="1088" cy="640"/>
            </a:xfrm>
            <a:prstGeom prst="rect">
              <a:avLst/>
            </a:prstGeom>
            <a:noFill/>
            <a:ln w="9525">
              <a:noFill/>
            </a:ln>
          </p:spPr>
          <p:txBody>
            <a:bodyPr>
              <a:spAutoFit/>
            </a:bodyPr>
            <a:lstStyle>
              <a:lvl1pPr marL="342900" indent="-342900" algn="l" rtl="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hlink"/>
                </a:buClr>
                <a:buSzPct val="80000"/>
                <a:buFont typeface="Wingdings" panose="05000000000000000000" pitchFamily="2" charset="2"/>
                <a:buChar char="n"/>
                <a:defRPr sz="3200" b="0">
                  <a:solidFill>
                    <a:schemeClr val="tx1"/>
                  </a:solidFill>
                  <a:effectLst/>
                  <a:latin typeface="+mn-lt"/>
                  <a:ea typeface="+mn-ea"/>
                  <a:cs typeface="+mn-cs"/>
                </a:defRPr>
              </a:lvl1pPr>
              <a:lvl2pPr marL="742950" indent="-285750" algn="l" rtl="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tx1"/>
                </a:buClr>
                <a:buChar char="–"/>
                <a:defRPr sz="2800">
                  <a:solidFill>
                    <a:schemeClr val="tx1"/>
                  </a:solidFill>
                  <a:effectLst/>
                  <a:latin typeface="+mn-lt"/>
                  <a:ea typeface="+mn-ea"/>
                </a:defRPr>
              </a:lvl2pPr>
              <a:lvl3pPr marL="11430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hlink"/>
                </a:buClr>
                <a:buFont typeface="Wingdings" panose="05000000000000000000" pitchFamily="2" charset="2"/>
                <a:buChar char="§"/>
                <a:defRPr sz="2400">
                  <a:solidFill>
                    <a:schemeClr val="tx1"/>
                  </a:solidFill>
                  <a:effectLst/>
                  <a:latin typeface="+mn-lt"/>
                  <a:ea typeface="+mn-ea"/>
                </a:defRPr>
              </a:lvl3pPr>
              <a:lvl4pPr marL="16002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–"/>
                <a:defRPr sz="2000">
                  <a:solidFill>
                    <a:schemeClr val="tx1"/>
                  </a:solidFill>
                  <a:effectLst/>
                  <a:latin typeface="+mn-lt"/>
                  <a:ea typeface="+mn-ea"/>
                </a:defRPr>
              </a:lvl4pPr>
              <a:lvl5pPr marL="20574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hlink"/>
                </a:buClr>
                <a:buFont typeface="Wingdings" panose="05000000000000000000" pitchFamily="2" charset="2"/>
                <a:buChar char="§"/>
                <a:defRPr sz="2000">
                  <a:solidFill>
                    <a:schemeClr val="tx1"/>
                  </a:solidFill>
                  <a:effectLst/>
                  <a:latin typeface="+mn-lt"/>
                  <a:ea typeface="+mn-ea"/>
                </a:defRPr>
              </a:lvl5pPr>
            </a:lstStyle>
            <a:p>
              <a:pPr marL="0" lvl="0" indent="0" eaLnBrk="1" hangingPunct="1">
                <a:spcBef>
                  <a:spcPct val="50000"/>
                </a:spcBef>
                <a:buClrTx/>
                <a:buSzTx/>
                <a:buFontTx/>
                <a:buNone/>
              </a:pPr>
              <a:r>
                <a:rPr lang="en-US" altLang="zh-CN" sz="2400" b="1" dirty="0">
                  <a:solidFill>
                    <a:srgbClr val="FFFF00"/>
                  </a:solidFill>
                  <a:latin typeface="Arial" panose="020B0604020202020204" pitchFamily="34" charset="0"/>
                </a:rPr>
                <a:t>1  0  3  -1</a:t>
              </a:r>
              <a:endParaRPr lang="en-US" altLang="zh-CN" sz="2400" b="1" dirty="0">
                <a:solidFill>
                  <a:srgbClr val="FFFF00"/>
                </a:solidFill>
                <a:latin typeface="Arial" panose="020B0604020202020204" pitchFamily="34" charset="0"/>
              </a:endParaRPr>
            </a:p>
            <a:p>
              <a:pPr marL="0" lvl="0" indent="0" eaLnBrk="1" hangingPunct="1">
                <a:spcBef>
                  <a:spcPct val="50000"/>
                </a:spcBef>
                <a:buClrTx/>
                <a:buSzTx/>
                <a:buFontTx/>
                <a:buNone/>
              </a:pPr>
              <a:r>
                <a:rPr lang="en-US" altLang="zh-CN" sz="2400" b="1" dirty="0">
                  <a:latin typeface="Arial" panose="020B0604020202020204" pitchFamily="34" charset="0"/>
                </a:rPr>
                <a:t>2  1  0   2</a:t>
              </a:r>
              <a:endParaRPr lang="en-US" altLang="zh-CN" sz="2400" b="1" dirty="0">
                <a:latin typeface="Arial" panose="020B0604020202020204" pitchFamily="34" charset="0"/>
              </a:endParaRPr>
            </a:p>
          </p:txBody>
        </p:sp>
        <p:sp>
          <p:nvSpPr>
            <p:cNvPr id="35882" name="Text Box 4"/>
            <p:cNvSpPr txBox="1"/>
            <p:nvPr/>
          </p:nvSpPr>
          <p:spPr>
            <a:xfrm>
              <a:off x="158" y="935"/>
              <a:ext cx="772" cy="288"/>
            </a:xfrm>
            <a:prstGeom prst="rect">
              <a:avLst/>
            </a:prstGeom>
            <a:noFill/>
            <a:ln w="9525">
              <a:noFill/>
            </a:ln>
          </p:spPr>
          <p:txBody>
            <a:bodyPr>
              <a:spAutoFit/>
            </a:bodyPr>
            <a:lstStyle>
              <a:lvl1pPr marL="342900" indent="-342900" algn="l" rtl="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hlink"/>
                </a:buClr>
                <a:buSzPct val="80000"/>
                <a:buFont typeface="Wingdings" panose="05000000000000000000" pitchFamily="2" charset="2"/>
                <a:buChar char="n"/>
                <a:defRPr sz="3200" b="0">
                  <a:solidFill>
                    <a:schemeClr val="tx1"/>
                  </a:solidFill>
                  <a:effectLst/>
                  <a:latin typeface="+mn-lt"/>
                  <a:ea typeface="+mn-ea"/>
                  <a:cs typeface="+mn-cs"/>
                </a:defRPr>
              </a:lvl1pPr>
              <a:lvl2pPr marL="742950" indent="-285750" algn="l" rtl="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tx1"/>
                </a:buClr>
                <a:buChar char="–"/>
                <a:defRPr sz="2800">
                  <a:solidFill>
                    <a:schemeClr val="tx1"/>
                  </a:solidFill>
                  <a:effectLst/>
                  <a:latin typeface="+mn-lt"/>
                  <a:ea typeface="+mn-ea"/>
                </a:defRPr>
              </a:lvl2pPr>
              <a:lvl3pPr marL="11430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hlink"/>
                </a:buClr>
                <a:buFont typeface="Wingdings" panose="05000000000000000000" pitchFamily="2" charset="2"/>
                <a:buChar char="§"/>
                <a:defRPr sz="2400">
                  <a:solidFill>
                    <a:schemeClr val="tx1"/>
                  </a:solidFill>
                  <a:effectLst/>
                  <a:latin typeface="+mn-lt"/>
                  <a:ea typeface="+mn-ea"/>
                </a:defRPr>
              </a:lvl3pPr>
              <a:lvl4pPr marL="16002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–"/>
                <a:defRPr sz="2000">
                  <a:solidFill>
                    <a:schemeClr val="tx1"/>
                  </a:solidFill>
                  <a:effectLst/>
                  <a:latin typeface="+mn-lt"/>
                  <a:ea typeface="+mn-ea"/>
                </a:defRPr>
              </a:lvl4pPr>
              <a:lvl5pPr marL="20574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hlink"/>
                </a:buClr>
                <a:buFont typeface="Wingdings" panose="05000000000000000000" pitchFamily="2" charset="2"/>
                <a:buChar char="§"/>
                <a:defRPr sz="2000">
                  <a:solidFill>
                    <a:schemeClr val="tx1"/>
                  </a:solidFill>
                  <a:effectLst/>
                  <a:latin typeface="+mn-lt"/>
                  <a:ea typeface="+mn-ea"/>
                </a:defRPr>
              </a:lvl5pPr>
            </a:lstStyle>
            <a:p>
              <a:pPr marL="0" lvl="0" indent="0" eaLnBrk="1" hangingPunct="1">
                <a:spcBef>
                  <a:spcPct val="50000"/>
                </a:spcBef>
                <a:buClrTx/>
                <a:buSzTx/>
                <a:buFontTx/>
                <a:buNone/>
              </a:pPr>
              <a:r>
                <a:rPr lang="en-US" altLang="zh-CN" sz="2400" b="1" dirty="0">
                  <a:latin typeface="Arial" panose="020B0604020202020204" pitchFamily="34" charset="0"/>
                </a:rPr>
                <a:t>A:</a:t>
              </a:r>
              <a:endParaRPr lang="en-US" altLang="zh-CN" sz="2400" b="1" dirty="0">
                <a:latin typeface="Arial" panose="020B0604020202020204" pitchFamily="34" charset="0"/>
              </a:endParaRPr>
            </a:p>
          </p:txBody>
        </p:sp>
        <p:sp>
          <p:nvSpPr>
            <p:cNvPr id="35883" name="Text Box 5"/>
            <p:cNvSpPr txBox="1"/>
            <p:nvPr/>
          </p:nvSpPr>
          <p:spPr>
            <a:xfrm>
              <a:off x="1701" y="1261"/>
              <a:ext cx="907" cy="1337"/>
            </a:xfrm>
            <a:prstGeom prst="rect">
              <a:avLst/>
            </a:prstGeom>
            <a:noFill/>
            <a:ln w="9525">
              <a:noFill/>
            </a:ln>
          </p:spPr>
          <p:txBody>
            <a:bodyPr>
              <a:spAutoFit/>
            </a:bodyPr>
            <a:lstStyle>
              <a:lvl1pPr marL="342900" indent="-342900" algn="l" rtl="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hlink"/>
                </a:buClr>
                <a:buSzPct val="80000"/>
                <a:buFont typeface="Wingdings" panose="05000000000000000000" pitchFamily="2" charset="2"/>
                <a:buChar char="n"/>
                <a:defRPr sz="3200" b="0">
                  <a:solidFill>
                    <a:schemeClr val="tx1"/>
                  </a:solidFill>
                  <a:effectLst/>
                  <a:latin typeface="+mn-lt"/>
                  <a:ea typeface="+mn-ea"/>
                  <a:cs typeface="+mn-cs"/>
                </a:defRPr>
              </a:lvl1pPr>
              <a:lvl2pPr marL="742950" indent="-285750" algn="l" rtl="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tx1"/>
                </a:buClr>
                <a:buChar char="–"/>
                <a:defRPr sz="2800">
                  <a:solidFill>
                    <a:schemeClr val="tx1"/>
                  </a:solidFill>
                  <a:effectLst/>
                  <a:latin typeface="+mn-lt"/>
                  <a:ea typeface="+mn-ea"/>
                </a:defRPr>
              </a:lvl2pPr>
              <a:lvl3pPr marL="11430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hlink"/>
                </a:buClr>
                <a:buFont typeface="Wingdings" panose="05000000000000000000" pitchFamily="2" charset="2"/>
                <a:buChar char="§"/>
                <a:defRPr sz="2400">
                  <a:solidFill>
                    <a:schemeClr val="tx1"/>
                  </a:solidFill>
                  <a:effectLst/>
                  <a:latin typeface="+mn-lt"/>
                  <a:ea typeface="+mn-ea"/>
                </a:defRPr>
              </a:lvl3pPr>
              <a:lvl4pPr marL="16002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–"/>
                <a:defRPr sz="2000">
                  <a:solidFill>
                    <a:schemeClr val="tx1"/>
                  </a:solidFill>
                  <a:effectLst/>
                  <a:latin typeface="+mn-lt"/>
                  <a:ea typeface="+mn-ea"/>
                </a:defRPr>
              </a:lvl4pPr>
              <a:lvl5pPr marL="20574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hlink"/>
                </a:buClr>
                <a:buFont typeface="Wingdings" panose="05000000000000000000" pitchFamily="2" charset="2"/>
                <a:buChar char="§"/>
                <a:defRPr sz="2000">
                  <a:solidFill>
                    <a:schemeClr val="tx1"/>
                  </a:solidFill>
                  <a:effectLst/>
                  <a:latin typeface="+mn-lt"/>
                  <a:ea typeface="+mn-ea"/>
                </a:defRPr>
              </a:lvl5pPr>
            </a:lstStyle>
            <a:p>
              <a:pPr marL="0" lvl="0" indent="0" eaLnBrk="1" hangingPunct="1">
                <a:spcBef>
                  <a:spcPct val="50000"/>
                </a:spcBef>
                <a:buClrTx/>
                <a:buSzTx/>
                <a:buFontTx/>
                <a:buNone/>
              </a:pPr>
              <a:r>
                <a:rPr lang="en-US" altLang="zh-CN" sz="2400" b="1" dirty="0">
                  <a:latin typeface="Arial" panose="020B0604020202020204" pitchFamily="34" charset="0"/>
                </a:rPr>
                <a:t> </a:t>
              </a:r>
              <a:r>
                <a:rPr lang="en-US" altLang="zh-CN" sz="2400" b="1" dirty="0">
                  <a:solidFill>
                    <a:srgbClr val="FFFF00"/>
                  </a:solidFill>
                  <a:latin typeface="Arial" panose="020B0604020202020204" pitchFamily="34" charset="0"/>
                </a:rPr>
                <a:t>4 </a:t>
              </a:r>
              <a:r>
                <a:rPr lang="en-US" altLang="zh-CN" sz="2400" b="1" dirty="0">
                  <a:latin typeface="Arial" panose="020B0604020202020204" pitchFamily="34" charset="0"/>
                </a:rPr>
                <a:t> 1 0</a:t>
              </a:r>
              <a:endParaRPr lang="en-US" altLang="zh-CN" sz="2400" b="1" dirty="0">
                <a:latin typeface="Arial" panose="020B0604020202020204" pitchFamily="34" charset="0"/>
              </a:endParaRPr>
            </a:p>
            <a:p>
              <a:pPr marL="0" lvl="0" indent="0" eaLnBrk="1" hangingPunct="1">
                <a:spcBef>
                  <a:spcPct val="50000"/>
                </a:spcBef>
                <a:buClrTx/>
                <a:buSzTx/>
                <a:buFontTx/>
                <a:buNone/>
              </a:pPr>
              <a:r>
                <a:rPr lang="en-US" altLang="zh-CN" sz="2400" b="1" dirty="0">
                  <a:solidFill>
                    <a:srgbClr val="FFFF00"/>
                  </a:solidFill>
                  <a:latin typeface="Arial" panose="020B0604020202020204" pitchFamily="34" charset="0"/>
                </a:rPr>
                <a:t>-1</a:t>
              </a:r>
              <a:r>
                <a:rPr lang="en-US" altLang="zh-CN" sz="2400" b="1" dirty="0">
                  <a:latin typeface="Arial" panose="020B0604020202020204" pitchFamily="34" charset="0"/>
                </a:rPr>
                <a:t>  1 3</a:t>
              </a:r>
              <a:endParaRPr lang="en-US" altLang="zh-CN" sz="2400" b="1" dirty="0">
                <a:latin typeface="Arial" panose="020B0604020202020204" pitchFamily="34" charset="0"/>
              </a:endParaRPr>
            </a:p>
            <a:p>
              <a:pPr marL="0" lvl="0" indent="0" eaLnBrk="1" hangingPunct="1">
                <a:spcBef>
                  <a:spcPct val="50000"/>
                </a:spcBef>
                <a:buClrTx/>
                <a:buSzTx/>
                <a:buFontTx/>
                <a:buNone/>
              </a:pPr>
              <a:r>
                <a:rPr lang="en-US" altLang="zh-CN" sz="2400" b="1" dirty="0">
                  <a:solidFill>
                    <a:srgbClr val="FFFF00"/>
                  </a:solidFill>
                  <a:latin typeface="Arial" panose="020B0604020202020204" pitchFamily="34" charset="0"/>
                </a:rPr>
                <a:t> 2</a:t>
              </a:r>
              <a:r>
                <a:rPr lang="en-US" altLang="zh-CN" sz="2400" b="1" dirty="0">
                  <a:latin typeface="Arial" panose="020B0604020202020204" pitchFamily="34" charset="0"/>
                </a:rPr>
                <a:t>  0 1</a:t>
              </a:r>
              <a:endParaRPr lang="en-US" altLang="zh-CN" sz="2400" b="1" dirty="0">
                <a:latin typeface="Arial" panose="020B0604020202020204" pitchFamily="34" charset="0"/>
              </a:endParaRPr>
            </a:p>
            <a:p>
              <a:pPr marL="0" lvl="0" indent="0" eaLnBrk="1" hangingPunct="1">
                <a:spcBef>
                  <a:spcPct val="50000"/>
                </a:spcBef>
                <a:buClrTx/>
                <a:buSzTx/>
                <a:buFontTx/>
                <a:buNone/>
              </a:pPr>
              <a:r>
                <a:rPr lang="en-US" altLang="zh-CN" sz="2400" b="1" dirty="0">
                  <a:solidFill>
                    <a:srgbClr val="FFFF00"/>
                  </a:solidFill>
                  <a:latin typeface="Arial" panose="020B0604020202020204" pitchFamily="34" charset="0"/>
                </a:rPr>
                <a:t> 1</a:t>
              </a:r>
              <a:r>
                <a:rPr lang="en-US" altLang="zh-CN" sz="2400" b="1" dirty="0">
                  <a:latin typeface="Arial" panose="020B0604020202020204" pitchFamily="34" charset="0"/>
                </a:rPr>
                <a:t>  3 4</a:t>
              </a:r>
              <a:endParaRPr lang="en-US" altLang="zh-CN" sz="2400" b="1" dirty="0">
                <a:latin typeface="Arial" panose="020B0604020202020204" pitchFamily="34" charset="0"/>
              </a:endParaRPr>
            </a:p>
          </p:txBody>
        </p:sp>
        <p:sp>
          <p:nvSpPr>
            <p:cNvPr id="35884" name="Text Box 6"/>
            <p:cNvSpPr txBox="1"/>
            <p:nvPr/>
          </p:nvSpPr>
          <p:spPr>
            <a:xfrm>
              <a:off x="1654" y="890"/>
              <a:ext cx="772" cy="288"/>
            </a:xfrm>
            <a:prstGeom prst="rect">
              <a:avLst/>
            </a:prstGeom>
            <a:noFill/>
            <a:ln w="9525">
              <a:noFill/>
            </a:ln>
          </p:spPr>
          <p:txBody>
            <a:bodyPr>
              <a:spAutoFit/>
            </a:bodyPr>
            <a:lstStyle>
              <a:lvl1pPr marL="342900" indent="-342900" algn="l" rtl="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hlink"/>
                </a:buClr>
                <a:buSzPct val="80000"/>
                <a:buFont typeface="Wingdings" panose="05000000000000000000" pitchFamily="2" charset="2"/>
                <a:buChar char="n"/>
                <a:defRPr sz="3200" b="0">
                  <a:solidFill>
                    <a:schemeClr val="tx1"/>
                  </a:solidFill>
                  <a:effectLst/>
                  <a:latin typeface="+mn-lt"/>
                  <a:ea typeface="+mn-ea"/>
                  <a:cs typeface="+mn-cs"/>
                </a:defRPr>
              </a:lvl1pPr>
              <a:lvl2pPr marL="742950" indent="-285750" algn="l" rtl="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tx1"/>
                </a:buClr>
                <a:buChar char="–"/>
                <a:defRPr sz="2800">
                  <a:solidFill>
                    <a:schemeClr val="tx1"/>
                  </a:solidFill>
                  <a:effectLst/>
                  <a:latin typeface="+mn-lt"/>
                  <a:ea typeface="+mn-ea"/>
                </a:defRPr>
              </a:lvl2pPr>
              <a:lvl3pPr marL="11430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hlink"/>
                </a:buClr>
                <a:buFont typeface="Wingdings" panose="05000000000000000000" pitchFamily="2" charset="2"/>
                <a:buChar char="§"/>
                <a:defRPr sz="2400">
                  <a:solidFill>
                    <a:schemeClr val="tx1"/>
                  </a:solidFill>
                  <a:effectLst/>
                  <a:latin typeface="+mn-lt"/>
                  <a:ea typeface="+mn-ea"/>
                </a:defRPr>
              </a:lvl3pPr>
              <a:lvl4pPr marL="16002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–"/>
                <a:defRPr sz="2000">
                  <a:solidFill>
                    <a:schemeClr val="tx1"/>
                  </a:solidFill>
                  <a:effectLst/>
                  <a:latin typeface="+mn-lt"/>
                  <a:ea typeface="+mn-ea"/>
                </a:defRPr>
              </a:lvl4pPr>
              <a:lvl5pPr marL="20574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hlink"/>
                </a:buClr>
                <a:buFont typeface="Wingdings" panose="05000000000000000000" pitchFamily="2" charset="2"/>
                <a:buChar char="§"/>
                <a:defRPr sz="2000">
                  <a:solidFill>
                    <a:schemeClr val="tx1"/>
                  </a:solidFill>
                  <a:effectLst/>
                  <a:latin typeface="+mn-lt"/>
                  <a:ea typeface="+mn-ea"/>
                </a:defRPr>
              </a:lvl5pPr>
            </a:lstStyle>
            <a:p>
              <a:pPr marL="0" lvl="0" indent="0" eaLnBrk="1" hangingPunct="1">
                <a:spcBef>
                  <a:spcPct val="50000"/>
                </a:spcBef>
                <a:buClrTx/>
                <a:buSzTx/>
                <a:buFontTx/>
                <a:buNone/>
              </a:pPr>
              <a:r>
                <a:rPr lang="en-US" altLang="zh-CN" sz="2400" b="1" dirty="0">
                  <a:latin typeface="Arial" panose="020B0604020202020204" pitchFamily="34" charset="0"/>
                </a:rPr>
                <a:t>B:</a:t>
              </a:r>
              <a:endParaRPr lang="en-US" altLang="zh-CN" sz="2400" b="1" dirty="0">
                <a:latin typeface="Arial" panose="020B0604020202020204" pitchFamily="34" charset="0"/>
              </a:endParaRPr>
            </a:p>
          </p:txBody>
        </p:sp>
      </p:grpSp>
      <p:grpSp>
        <p:nvGrpSpPr>
          <p:cNvPr id="3" name="Group 7"/>
          <p:cNvGrpSpPr/>
          <p:nvPr/>
        </p:nvGrpSpPr>
        <p:grpSpPr>
          <a:xfrm>
            <a:off x="4664075" y="612775"/>
            <a:ext cx="1873250" cy="1806575"/>
            <a:chOff x="2925" y="890"/>
            <a:chExt cx="1180" cy="1138"/>
          </a:xfrm>
        </p:grpSpPr>
        <p:sp>
          <p:nvSpPr>
            <p:cNvPr id="35879" name="Text Box 8"/>
            <p:cNvSpPr txBox="1"/>
            <p:nvPr/>
          </p:nvSpPr>
          <p:spPr>
            <a:xfrm>
              <a:off x="3015" y="890"/>
              <a:ext cx="1090" cy="288"/>
            </a:xfrm>
            <a:prstGeom prst="rect">
              <a:avLst/>
            </a:prstGeom>
            <a:noFill/>
            <a:ln w="9525">
              <a:noFill/>
            </a:ln>
          </p:spPr>
          <p:txBody>
            <a:bodyPr>
              <a:spAutoFit/>
            </a:bodyPr>
            <a:lstStyle>
              <a:lvl1pPr marL="342900" indent="-342900" algn="l" rtl="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hlink"/>
                </a:buClr>
                <a:buSzPct val="80000"/>
                <a:buFont typeface="Wingdings" panose="05000000000000000000" pitchFamily="2" charset="2"/>
                <a:buChar char="n"/>
                <a:defRPr sz="3200" b="0">
                  <a:solidFill>
                    <a:schemeClr val="tx1"/>
                  </a:solidFill>
                  <a:effectLst/>
                  <a:latin typeface="+mn-lt"/>
                  <a:ea typeface="+mn-ea"/>
                  <a:cs typeface="+mn-cs"/>
                </a:defRPr>
              </a:lvl1pPr>
              <a:lvl2pPr marL="742950" indent="-285750" algn="l" rtl="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tx1"/>
                </a:buClr>
                <a:buChar char="–"/>
                <a:defRPr sz="2800">
                  <a:solidFill>
                    <a:schemeClr val="tx1"/>
                  </a:solidFill>
                  <a:effectLst/>
                  <a:latin typeface="+mn-lt"/>
                  <a:ea typeface="+mn-ea"/>
                </a:defRPr>
              </a:lvl2pPr>
              <a:lvl3pPr marL="11430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hlink"/>
                </a:buClr>
                <a:buFont typeface="Wingdings" panose="05000000000000000000" pitchFamily="2" charset="2"/>
                <a:buChar char="§"/>
                <a:defRPr sz="2400">
                  <a:solidFill>
                    <a:schemeClr val="tx1"/>
                  </a:solidFill>
                  <a:effectLst/>
                  <a:latin typeface="+mn-lt"/>
                  <a:ea typeface="+mn-ea"/>
                </a:defRPr>
              </a:lvl3pPr>
              <a:lvl4pPr marL="16002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–"/>
                <a:defRPr sz="2000">
                  <a:solidFill>
                    <a:schemeClr val="tx1"/>
                  </a:solidFill>
                  <a:effectLst/>
                  <a:latin typeface="+mn-lt"/>
                  <a:ea typeface="+mn-ea"/>
                </a:defRPr>
              </a:lvl4pPr>
              <a:lvl5pPr marL="20574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hlink"/>
                </a:buClr>
                <a:buFont typeface="Wingdings" panose="05000000000000000000" pitchFamily="2" charset="2"/>
                <a:buChar char="§"/>
                <a:defRPr sz="2000">
                  <a:solidFill>
                    <a:schemeClr val="tx1"/>
                  </a:solidFill>
                  <a:effectLst/>
                  <a:latin typeface="+mn-lt"/>
                  <a:ea typeface="+mn-ea"/>
                </a:defRPr>
              </a:lvl5pPr>
            </a:lstStyle>
            <a:p>
              <a:pPr marL="0" lvl="0" indent="0" eaLnBrk="1" hangingPunct="1">
                <a:spcBef>
                  <a:spcPct val="50000"/>
                </a:spcBef>
                <a:buClrTx/>
                <a:buSzTx/>
                <a:buFontTx/>
                <a:buNone/>
              </a:pPr>
              <a:r>
                <a:rPr lang="en-US" altLang="zh-CN" sz="2400" b="1" dirty="0">
                  <a:latin typeface="Arial" panose="020B0604020202020204" pitchFamily="34" charset="0"/>
                </a:rPr>
                <a:t>C=AB:</a:t>
              </a:r>
              <a:endParaRPr lang="en-US" altLang="zh-CN" sz="2400" b="1" dirty="0">
                <a:latin typeface="Arial" panose="020B0604020202020204" pitchFamily="34" charset="0"/>
              </a:endParaRPr>
            </a:p>
          </p:txBody>
        </p:sp>
        <p:sp>
          <p:nvSpPr>
            <p:cNvPr id="35880" name="Text Box 9"/>
            <p:cNvSpPr txBox="1"/>
            <p:nvPr/>
          </p:nvSpPr>
          <p:spPr>
            <a:xfrm>
              <a:off x="2925" y="1389"/>
              <a:ext cx="953" cy="639"/>
            </a:xfrm>
            <a:prstGeom prst="rect">
              <a:avLst/>
            </a:prstGeom>
            <a:noFill/>
            <a:ln w="9525">
              <a:noFill/>
            </a:ln>
          </p:spPr>
          <p:txBody>
            <a:bodyPr>
              <a:spAutoFit/>
            </a:bodyPr>
            <a:lstStyle>
              <a:lvl1pPr marL="342900" indent="-342900" algn="l" rtl="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hlink"/>
                </a:buClr>
                <a:buSzPct val="80000"/>
                <a:buFont typeface="Wingdings" panose="05000000000000000000" pitchFamily="2" charset="2"/>
                <a:buChar char="n"/>
                <a:defRPr sz="3200" b="0">
                  <a:solidFill>
                    <a:schemeClr val="tx1"/>
                  </a:solidFill>
                  <a:effectLst/>
                  <a:latin typeface="+mn-lt"/>
                  <a:ea typeface="+mn-ea"/>
                  <a:cs typeface="+mn-cs"/>
                </a:defRPr>
              </a:lvl1pPr>
              <a:lvl2pPr marL="742950" indent="-285750" algn="l" rtl="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tx1"/>
                </a:buClr>
                <a:buChar char="–"/>
                <a:defRPr sz="2800">
                  <a:solidFill>
                    <a:schemeClr val="tx1"/>
                  </a:solidFill>
                  <a:effectLst/>
                  <a:latin typeface="+mn-lt"/>
                  <a:ea typeface="+mn-ea"/>
                </a:defRPr>
              </a:lvl2pPr>
              <a:lvl3pPr marL="11430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hlink"/>
                </a:buClr>
                <a:buFont typeface="Wingdings" panose="05000000000000000000" pitchFamily="2" charset="2"/>
                <a:buChar char="§"/>
                <a:defRPr sz="2400">
                  <a:solidFill>
                    <a:schemeClr val="tx1"/>
                  </a:solidFill>
                  <a:effectLst/>
                  <a:latin typeface="+mn-lt"/>
                  <a:ea typeface="+mn-ea"/>
                </a:defRPr>
              </a:lvl3pPr>
              <a:lvl4pPr marL="16002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–"/>
                <a:defRPr sz="2000">
                  <a:solidFill>
                    <a:schemeClr val="tx1"/>
                  </a:solidFill>
                  <a:effectLst/>
                  <a:latin typeface="+mn-lt"/>
                  <a:ea typeface="+mn-ea"/>
                </a:defRPr>
              </a:lvl4pPr>
              <a:lvl5pPr marL="20574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hlink"/>
                </a:buClr>
                <a:buFont typeface="Wingdings" panose="05000000000000000000" pitchFamily="2" charset="2"/>
                <a:buChar char="§"/>
                <a:defRPr sz="2000">
                  <a:solidFill>
                    <a:schemeClr val="tx1"/>
                  </a:solidFill>
                  <a:effectLst/>
                  <a:latin typeface="+mn-lt"/>
                  <a:ea typeface="+mn-ea"/>
                </a:defRPr>
              </a:lvl5pPr>
            </a:lstStyle>
            <a:p>
              <a:pPr marL="0" lvl="0" indent="0" eaLnBrk="1" hangingPunct="1">
                <a:spcBef>
                  <a:spcPct val="50000"/>
                </a:spcBef>
                <a:buClrTx/>
                <a:buSzTx/>
                <a:buFontTx/>
                <a:buNone/>
              </a:pPr>
              <a:r>
                <a:rPr lang="en-US" altLang="zh-CN" sz="2400" b="1" dirty="0">
                  <a:solidFill>
                    <a:srgbClr val="FFFF00"/>
                  </a:solidFill>
                  <a:latin typeface="Arial" panose="020B0604020202020204" pitchFamily="34" charset="0"/>
                </a:rPr>
                <a:t>9</a:t>
              </a:r>
              <a:r>
                <a:rPr lang="en-US" altLang="zh-CN" sz="2400" b="1" dirty="0">
                  <a:latin typeface="Arial" panose="020B0604020202020204" pitchFamily="34" charset="0"/>
                </a:rPr>
                <a:t>  -2  -1</a:t>
              </a:r>
              <a:endParaRPr lang="en-US" altLang="zh-CN" sz="2400" b="1" dirty="0">
                <a:latin typeface="Arial" panose="020B0604020202020204" pitchFamily="34" charset="0"/>
              </a:endParaRPr>
            </a:p>
            <a:p>
              <a:pPr marL="0" lvl="0" indent="0" eaLnBrk="1" hangingPunct="1">
                <a:spcBef>
                  <a:spcPct val="50000"/>
                </a:spcBef>
                <a:buClrTx/>
                <a:buSzTx/>
                <a:buFontTx/>
                <a:buNone/>
              </a:pPr>
              <a:r>
                <a:rPr lang="en-US" altLang="zh-CN" sz="2400" b="1" dirty="0">
                  <a:latin typeface="Arial" panose="020B0604020202020204" pitchFamily="34" charset="0"/>
                </a:rPr>
                <a:t>9   9  11</a:t>
              </a:r>
              <a:endParaRPr lang="en-US" altLang="zh-CN" sz="2400" b="1" dirty="0">
                <a:latin typeface="Arial" panose="020B0604020202020204" pitchFamily="34" charset="0"/>
              </a:endParaRPr>
            </a:p>
          </p:txBody>
        </p:sp>
      </p:grpSp>
      <p:grpSp>
        <p:nvGrpSpPr>
          <p:cNvPr id="4" name="Group 10"/>
          <p:cNvGrpSpPr/>
          <p:nvPr/>
        </p:nvGrpSpPr>
        <p:grpSpPr>
          <a:xfrm>
            <a:off x="6681788" y="757238"/>
            <a:ext cx="3276600" cy="719137"/>
            <a:chOff x="3696" y="1798"/>
            <a:chExt cx="2064" cy="453"/>
          </a:xfrm>
        </p:grpSpPr>
        <p:sp>
          <p:nvSpPr>
            <p:cNvPr id="35877" name="AutoShape 11"/>
            <p:cNvSpPr/>
            <p:nvPr/>
          </p:nvSpPr>
          <p:spPr>
            <a:xfrm>
              <a:off x="3742" y="1798"/>
              <a:ext cx="2018" cy="453"/>
            </a:xfrm>
            <a:prstGeom prst="wedgeRoundRectCallout">
              <a:avLst>
                <a:gd name="adj1" fmla="val -110875"/>
                <a:gd name="adj2" fmla="val 47870"/>
                <a:gd name="adj3" fmla="val 16667"/>
              </a:avLst>
            </a:prstGeom>
            <a:solidFill>
              <a:schemeClr val="accent1"/>
            </a:solidFill>
            <a:ln w="9525" cap="flat" cmpd="sng">
              <a:solidFill>
                <a:schemeClr val="tx1"/>
              </a:solidFill>
              <a:prstDash val="solid"/>
              <a:miter/>
              <a:headEnd type="none" w="med" len="med"/>
              <a:tailEnd type="none" w="med" len="med"/>
            </a:ln>
          </p:spPr>
          <p:txBody>
            <a:bodyPr/>
            <a:lstStyle>
              <a:lvl1pPr marL="342900" indent="-342900" algn="l" rtl="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hlink"/>
                </a:buClr>
                <a:buSzPct val="80000"/>
                <a:buFont typeface="Wingdings" panose="05000000000000000000" pitchFamily="2" charset="2"/>
                <a:buChar char="n"/>
                <a:defRPr sz="3200" b="0">
                  <a:solidFill>
                    <a:schemeClr val="tx1"/>
                  </a:solidFill>
                  <a:effectLst/>
                  <a:latin typeface="+mn-lt"/>
                  <a:ea typeface="+mn-ea"/>
                  <a:cs typeface="+mn-cs"/>
                </a:defRPr>
              </a:lvl1pPr>
              <a:lvl2pPr marL="742950" indent="-285750" algn="l" rtl="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tx1"/>
                </a:buClr>
                <a:buChar char="–"/>
                <a:defRPr sz="2800">
                  <a:solidFill>
                    <a:schemeClr val="tx1"/>
                  </a:solidFill>
                  <a:effectLst/>
                  <a:latin typeface="+mn-lt"/>
                  <a:ea typeface="+mn-ea"/>
                </a:defRPr>
              </a:lvl2pPr>
              <a:lvl3pPr marL="11430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hlink"/>
                </a:buClr>
                <a:buFont typeface="Wingdings" panose="05000000000000000000" pitchFamily="2" charset="2"/>
                <a:buChar char="§"/>
                <a:defRPr sz="2400">
                  <a:solidFill>
                    <a:schemeClr val="tx1"/>
                  </a:solidFill>
                  <a:effectLst/>
                  <a:latin typeface="+mn-lt"/>
                  <a:ea typeface="+mn-ea"/>
                </a:defRPr>
              </a:lvl3pPr>
              <a:lvl4pPr marL="16002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–"/>
                <a:defRPr sz="2000">
                  <a:solidFill>
                    <a:schemeClr val="tx1"/>
                  </a:solidFill>
                  <a:effectLst/>
                  <a:latin typeface="+mn-lt"/>
                  <a:ea typeface="+mn-ea"/>
                </a:defRPr>
              </a:lvl4pPr>
              <a:lvl5pPr marL="20574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hlink"/>
                </a:buClr>
                <a:buFont typeface="Wingdings" panose="05000000000000000000" pitchFamily="2" charset="2"/>
                <a:buChar char="§"/>
                <a:defRPr sz="2000">
                  <a:solidFill>
                    <a:schemeClr val="tx1"/>
                  </a:solidFill>
                  <a:effectLst/>
                  <a:latin typeface="+mn-lt"/>
                  <a:ea typeface="+mn-ea"/>
                </a:defRPr>
              </a:lvl5pPr>
            </a:lstStyle>
            <a:p>
              <a:pPr marL="0" lvl="0" indent="0" algn="ctr" eaLnBrk="1" hangingPunct="1">
                <a:spcBef>
                  <a:spcPct val="0"/>
                </a:spcBef>
                <a:buClrTx/>
                <a:buSzTx/>
                <a:buFontTx/>
                <a:buNone/>
              </a:pPr>
              <a:endParaRPr lang="zh-CN" altLang="zh-CN" sz="1800" b="1" dirty="0">
                <a:latin typeface="Arial" panose="020B0604020202020204" pitchFamily="34" charset="0"/>
              </a:endParaRPr>
            </a:p>
          </p:txBody>
        </p:sp>
        <p:sp>
          <p:nvSpPr>
            <p:cNvPr id="35878" name="Rectangle 12"/>
            <p:cNvSpPr/>
            <p:nvPr/>
          </p:nvSpPr>
          <p:spPr>
            <a:xfrm>
              <a:off x="3696" y="1888"/>
              <a:ext cx="2018" cy="288"/>
            </a:xfrm>
            <a:prstGeom prst="rect">
              <a:avLst/>
            </a:prstGeom>
            <a:noFill/>
            <a:ln w="9525">
              <a:noFill/>
            </a:ln>
          </p:spPr>
          <p:txBody>
            <a:bodyPr>
              <a:spAutoFit/>
            </a:bodyPr>
            <a:lstStyle>
              <a:lvl1pPr marL="342900" indent="-342900" algn="l" rtl="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hlink"/>
                </a:buClr>
                <a:buSzPct val="80000"/>
                <a:buFont typeface="Wingdings" panose="05000000000000000000" pitchFamily="2" charset="2"/>
                <a:buChar char="n"/>
                <a:defRPr sz="3200" b="0">
                  <a:solidFill>
                    <a:schemeClr val="tx1"/>
                  </a:solidFill>
                  <a:effectLst/>
                  <a:latin typeface="+mn-lt"/>
                  <a:ea typeface="+mn-ea"/>
                  <a:cs typeface="+mn-cs"/>
                </a:defRPr>
              </a:lvl1pPr>
              <a:lvl2pPr marL="742950" indent="-285750" algn="l" rtl="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tx1"/>
                </a:buClr>
                <a:buChar char="–"/>
                <a:defRPr sz="2800">
                  <a:solidFill>
                    <a:schemeClr val="tx1"/>
                  </a:solidFill>
                  <a:effectLst/>
                  <a:latin typeface="+mn-lt"/>
                  <a:ea typeface="+mn-ea"/>
                </a:defRPr>
              </a:lvl2pPr>
              <a:lvl3pPr marL="11430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hlink"/>
                </a:buClr>
                <a:buFont typeface="Wingdings" panose="05000000000000000000" pitchFamily="2" charset="2"/>
                <a:buChar char="§"/>
                <a:defRPr sz="2400">
                  <a:solidFill>
                    <a:schemeClr val="tx1"/>
                  </a:solidFill>
                  <a:effectLst/>
                  <a:latin typeface="+mn-lt"/>
                  <a:ea typeface="+mn-ea"/>
                </a:defRPr>
              </a:lvl3pPr>
              <a:lvl4pPr marL="16002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–"/>
                <a:defRPr sz="2000">
                  <a:solidFill>
                    <a:schemeClr val="tx1"/>
                  </a:solidFill>
                  <a:effectLst/>
                  <a:latin typeface="+mn-lt"/>
                  <a:ea typeface="+mn-ea"/>
                </a:defRPr>
              </a:lvl4pPr>
              <a:lvl5pPr marL="20574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hlink"/>
                </a:buClr>
                <a:buFont typeface="Wingdings" panose="05000000000000000000" pitchFamily="2" charset="2"/>
                <a:buChar char="§"/>
                <a:defRPr sz="2000">
                  <a:solidFill>
                    <a:schemeClr val="tx1"/>
                  </a:solidFill>
                  <a:effectLst/>
                  <a:latin typeface="+mn-lt"/>
                  <a:ea typeface="+mn-ea"/>
                </a:defRPr>
              </a:lvl5pPr>
            </a:lstStyle>
            <a:p>
              <a:pPr marL="0" lvl="0" indent="0" eaLnBrk="1" hangingPunct="1">
                <a:spcBef>
                  <a:spcPct val="0"/>
                </a:spcBef>
                <a:buClrTx/>
                <a:buSzTx/>
                <a:buFontTx/>
                <a:buNone/>
              </a:pPr>
              <a:r>
                <a:rPr lang="en-US" altLang="zh-CN" sz="2400" b="1" dirty="0">
                  <a:latin typeface="Arial" panose="020B0604020202020204" pitchFamily="34" charset="0"/>
                </a:rPr>
                <a:t>1*4+0*(-1)+3*2+(-1)*1</a:t>
              </a:r>
              <a:endParaRPr lang="en-US" altLang="zh-CN" sz="2400" b="1" dirty="0">
                <a:latin typeface="Arial" panose="020B0604020202020204" pitchFamily="34" charset="0"/>
              </a:endParaRPr>
            </a:p>
          </p:txBody>
        </p:sp>
      </p:grpSp>
      <p:sp>
        <p:nvSpPr>
          <p:cNvPr id="26630" name="Rectangle 14"/>
          <p:cNvSpPr>
            <a:spLocks noRot="1" noChangeAspect="1" noMove="1" noResize="1" noEditPoints="1" noAdjustHandles="1" noChangeArrowheads="1" noChangeShapeType="1" noTextEdit="1"/>
          </p:cNvSpPr>
          <p:nvPr/>
        </p:nvSpPr>
        <p:spPr bwMode="auto">
          <a:xfrm>
            <a:off x="83198" y="3217760"/>
            <a:ext cx="11819847" cy="736805"/>
          </a:xfrm>
          <a:prstGeom prst="rect">
            <a:avLst/>
          </a:prstGeom>
          <a:blipFill>
            <a:blip r:embed="rId1"/>
            <a:stretch>
              <a:fillRect l="-825" b="-4959"/>
            </a:stretch>
          </a:blip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r>
              <a:rPr kumimoji="0" lang="zh-CN" altLang="en-US" sz="1800" b="1" i="0" u="none" strike="noStrike" kern="1200" cap="none" spc="0" normalizeH="0" baseline="0" noProof="0">
                <a:ln>
                  <a:noFill/>
                </a:ln>
                <a:noFill/>
                <a:effectLst/>
                <a:uLnTx/>
                <a:uFillTx/>
                <a:latin typeface="Tahoma" panose="020B0604030504040204" pitchFamily="34" charset="0"/>
                <a:ea typeface="宋体" panose="02010600030101010101" pitchFamily="2" charset="-122"/>
                <a:cs typeface="+mn-cs"/>
              </a:rPr>
              <a:t> </a:t>
            </a:r>
            <a:endParaRPr kumimoji="0" lang="zh-CN" altLang="en-US" sz="1800" b="1" i="0" u="none" strike="noStrike" kern="1200" cap="none" spc="0" normalizeH="0" baseline="0" noProof="0">
              <a:ln>
                <a:noFill/>
              </a:ln>
              <a:noFill/>
              <a:effectLst/>
              <a:uLnTx/>
              <a:uFillTx/>
              <a:latin typeface="Tahoma" panose="020B0604030504040204" pitchFamily="34" charset="0"/>
              <a:ea typeface="宋体" panose="02010600030101010101" pitchFamily="2" charset="-122"/>
              <a:cs typeface="+mn-cs"/>
            </a:endParaRPr>
          </a:p>
        </p:txBody>
      </p:sp>
      <p:sp>
        <p:nvSpPr>
          <p:cNvPr id="1054737" name="Rectangle 17"/>
          <p:cNvSpPr>
            <a:spLocks noGrp="1" noChangeArrowheads="1"/>
          </p:cNvSpPr>
          <p:nvPr>
            <p:ph idx="1"/>
          </p:nvPr>
        </p:nvSpPr>
        <p:spPr>
          <a:xfrm>
            <a:off x="34925" y="79375"/>
            <a:ext cx="8964613" cy="749300"/>
          </a:xfrm>
        </p:spPr>
        <p:txBody>
          <a:bodyPr vert="horz" wrap="square" lIns="91440" tIns="45720" rIns="91440" bIns="45720" numCol="1" anchor="t" anchorCtr="0" compatLnSpc="1"/>
          <a:lstStyle/>
          <a:p>
            <a:pPr marL="342900" marR="0" lvl="0" indent="-342900" algn="just" defTabSz="914400" rtl="0" eaLnBrk="1" fontAlgn="base" latinLnBrk="0" hangingPunct="1">
              <a:lnSpc>
                <a:spcPct val="100000"/>
              </a:lnSpc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80000"/>
              <a:buFont typeface="Wingdings" panose="05000000000000000000" pitchFamily="2" charset="2"/>
              <a:buNone/>
              <a:defRPr/>
            </a:pPr>
            <a:r>
              <a:rPr kumimoji="0" lang="en-US" altLang="zh-CN" sz="3200" b="1" i="0" u="none" strike="noStrike" kern="0" cap="none" spc="0" normalizeH="0" baseline="0" noProof="0" dirty="0">
                <a:ln>
                  <a:noFill/>
                </a:ln>
                <a:solidFill>
                  <a:schemeClr val="hlink"/>
                </a:solidFill>
                <a:effectLst>
                  <a:outerShdw blurRad="38100" dist="38100" dir="2700000" algn="tl">
                    <a:srgbClr val="000000"/>
                  </a:outerShdw>
                </a:effectLst>
                <a:uLnTx/>
                <a:uFillTx/>
                <a:latin typeface="+mn-lt"/>
                <a:ea typeface="+mn-ea"/>
                <a:cs typeface="+mn-cs"/>
              </a:rPr>
              <a:t>【</a:t>
            </a:r>
            <a:r>
              <a:rPr kumimoji="0" lang="zh-CN" altLang="en-US" sz="3200" b="1" i="0" u="none" strike="noStrike" kern="0" cap="none" spc="0" normalizeH="0" baseline="0" noProof="0" dirty="0">
                <a:ln>
                  <a:noFill/>
                </a:ln>
                <a:solidFill>
                  <a:schemeClr val="hlink"/>
                </a:solidFill>
                <a:effectLst>
                  <a:outerShdw blurRad="38100" dist="38100" dir="2700000" algn="tl">
                    <a:srgbClr val="000000"/>
                  </a:outerShdw>
                </a:effectLst>
                <a:uLnTx/>
                <a:uFillTx/>
                <a:latin typeface="+mn-lt"/>
                <a:ea typeface="+mn-ea"/>
                <a:cs typeface="+mn-cs"/>
              </a:rPr>
              <a:t>例</a:t>
            </a:r>
            <a:r>
              <a:rPr kumimoji="0" lang="en-US" altLang="zh-CN" sz="3200" b="1" i="0" u="none" strike="noStrike" kern="0" cap="none" spc="0" normalizeH="0" baseline="0" noProof="0" dirty="0">
                <a:ln>
                  <a:noFill/>
                </a:ln>
                <a:solidFill>
                  <a:schemeClr val="hlink"/>
                </a:solidFill>
                <a:effectLst>
                  <a:outerShdw blurRad="38100" dist="38100" dir="2700000" algn="tl">
                    <a:srgbClr val="000000"/>
                  </a:outerShdw>
                </a:effectLst>
                <a:uLnTx/>
                <a:uFillTx/>
                <a:latin typeface="+mn-lt"/>
                <a:ea typeface="+mn-ea"/>
                <a:cs typeface="+mn-cs"/>
              </a:rPr>
              <a:t>6.4】</a:t>
            </a:r>
            <a:r>
              <a:rPr kumimoji="0" lang="zh-CN" altLang="en-US" sz="3200" b="1" i="0" u="none" strike="noStrike" kern="0" cap="none" spc="0" normalizeH="0" baseline="0" noProof="0" dirty="0">
                <a:ln>
                  <a:noFill/>
                </a:ln>
                <a:solidFill>
                  <a:schemeClr val="hlink"/>
                </a:solidFill>
                <a:effectLst>
                  <a:outerShdw blurRad="38100" dist="38100" dir="2700000" algn="tl">
                    <a:srgbClr val="000000"/>
                  </a:outerShdw>
                </a:effectLst>
                <a:uLnTx/>
                <a:uFillTx/>
                <a:latin typeface="+mn-lt"/>
                <a:ea typeface="+mn-ea"/>
                <a:cs typeface="+mn-cs"/>
              </a:rPr>
              <a:t>编一个函数，求两矩阵乘积。</a:t>
            </a:r>
            <a:r>
              <a:rPr kumimoji="0" lang="zh-CN" altLang="en-US" sz="2400" b="1" i="0" u="none" strike="noStrike" kern="0" cap="none" spc="0" normalizeH="0" baseline="0" noProof="0" dirty="0">
                <a:ln>
                  <a:noFill/>
                </a:ln>
                <a:solidFill>
                  <a:schemeClr val="tx1"/>
                </a:solidFill>
                <a:effectLst>
                  <a:outerShdw blurRad="38100" dist="38100" dir="2700000" algn="tl">
                    <a:srgbClr val="000000"/>
                  </a:outerShdw>
                </a:effectLst>
                <a:uLnTx/>
                <a:uFillTx/>
                <a:latin typeface="+mn-lt"/>
                <a:ea typeface="+mn-ea"/>
                <a:cs typeface="+mn-cs"/>
              </a:rPr>
              <a:t>教材</a:t>
            </a:r>
            <a:r>
              <a:rPr kumimoji="0" lang="en-US" altLang="zh-CN" sz="2400" b="1" i="0" u="none" strike="noStrike" kern="0" cap="none" spc="0" normalizeH="0" baseline="0" noProof="0" dirty="0">
                <a:ln>
                  <a:noFill/>
                </a:ln>
                <a:solidFill>
                  <a:schemeClr val="tx1"/>
                </a:solidFill>
                <a:effectLst>
                  <a:outerShdw blurRad="38100" dist="38100" dir="2700000" algn="tl">
                    <a:srgbClr val="000000"/>
                  </a:outerShdw>
                </a:effectLst>
                <a:uLnTx/>
                <a:uFillTx/>
                <a:latin typeface="+mn-lt"/>
                <a:ea typeface="+mn-ea"/>
                <a:cs typeface="+mn-cs"/>
              </a:rPr>
              <a:t>P156</a:t>
            </a:r>
            <a:endParaRPr kumimoji="0" lang="en-US" altLang="zh-CN" sz="2400" b="1" i="0" u="none" strike="noStrike" kern="0" cap="none" spc="0" normalizeH="0" baseline="0" noProof="0" dirty="0">
              <a:ln>
                <a:noFill/>
              </a:ln>
              <a:solidFill>
                <a:schemeClr val="tx1"/>
              </a:solidFill>
              <a:effectLst>
                <a:outerShdw blurRad="38100" dist="38100" dir="2700000" algn="tl">
                  <a:srgbClr val="000000"/>
                </a:outerShdw>
              </a:effectLst>
              <a:uLnTx/>
              <a:uFillTx/>
              <a:latin typeface="+mn-lt"/>
              <a:ea typeface="+mn-ea"/>
              <a:cs typeface="+mn-cs"/>
            </a:endParaRPr>
          </a:p>
        </p:txBody>
      </p:sp>
      <p:graphicFrame>
        <p:nvGraphicFramePr>
          <p:cNvPr id="17" name="Group 2"/>
          <p:cNvGraphicFramePr>
            <a:graphicFrameLocks noGrp="1"/>
          </p:cNvGraphicFramePr>
          <p:nvPr/>
        </p:nvGraphicFramePr>
        <p:xfrm>
          <a:off x="649288" y="4400550"/>
          <a:ext cx="207963" cy="519113"/>
        </p:xfrm>
        <a:graphic>
          <a:graphicData uri="http://schemas.openxmlformats.org/drawingml/2006/table">
            <a:tbl>
              <a:tblPr/>
              <a:tblGrid>
                <a:gridCol w="207962"/>
              </a:tblGrid>
              <a:tr h="519113"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buSzPct val="80000"/>
                        <a:buFont typeface="Wingdings" panose="05000000000000000000" pitchFamily="2" charset="2"/>
                        <a:buNone/>
                      </a:pPr>
                      <a:endParaRPr kumimoji="0" lang="zh-CN" altLang="zh-CN" sz="2800" b="0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>
                          <a:outerShdw blurRad="38100" dist="38100" dir="2700000" algn="tl">
                            <a:srgbClr val="000000"/>
                          </a:outerShdw>
                        </a:effectLst>
                        <a:latin typeface="Tahoma" panose="020B0604030504040204" pitchFamily="34" charset="0"/>
                        <a:ea typeface="宋体" panose="02010600030101010101" pitchFamily="2" charset="-122"/>
                      </a:endParaRPr>
                    </a:p>
                  </a:txBody>
                  <a:tcPr marL="91281" marR="91281" marT="45544" marB="45544" horzOverflow="overflow">
                    <a:lnL cap="flat">
                      <a:noFill/>
                    </a:lnL>
                    <a:lnR cap="flat">
                      <a:noFill/>
                    </a:lnR>
                    <a:lnT cap="flat">
                      <a:noFill/>
                    </a:lnT>
                    <a:lnB cap="flat">
                      <a:noFill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</a:tr>
            </a:tbl>
          </a:graphicData>
        </a:graphic>
      </p:graphicFrame>
      <p:sp>
        <p:nvSpPr>
          <p:cNvPr id="35850" name="Rectangle 8"/>
          <p:cNvSpPr/>
          <p:nvPr/>
        </p:nvSpPr>
        <p:spPr>
          <a:xfrm>
            <a:off x="649288" y="4735513"/>
            <a:ext cx="184150" cy="366712"/>
          </a:xfrm>
          <a:prstGeom prst="rect">
            <a:avLst/>
          </a:prstGeom>
          <a:noFill/>
          <a:ln w="9525">
            <a:noFill/>
          </a:ln>
        </p:spPr>
        <p:txBody>
          <a:bodyPr wrap="none" anchor="ctr" anchorCtr="0">
            <a:spAutoFit/>
          </a:bodyPr>
          <a:lstStyle>
            <a:lvl1pPr marL="342900" indent="-3429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80000"/>
              <a:buFont typeface="Wingdings" panose="05000000000000000000" pitchFamily="2" charset="2"/>
              <a:buChar char="n"/>
              <a:defRPr sz="3200" b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defRPr>
            </a:lvl1pPr>
            <a:lvl2pPr marL="742950" indent="-28575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Char char="–"/>
              <a:defRPr sz="2800">
                <a:solidFill>
                  <a:schemeClr val="tx1"/>
                </a:solidFill>
                <a:effectLst/>
                <a:latin typeface="+mn-lt"/>
                <a:ea typeface="+mn-ea"/>
              </a:defRPr>
            </a:lvl2pPr>
            <a:lvl3pPr marL="11430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Font typeface="Wingdings" panose="05000000000000000000" pitchFamily="2" charset="2"/>
              <a:buChar char="§"/>
              <a:defRPr sz="2400">
                <a:solidFill>
                  <a:schemeClr val="tx1"/>
                </a:solidFill>
                <a:effectLst/>
                <a:latin typeface="+mn-lt"/>
                <a:ea typeface="+mn-ea"/>
              </a:defRPr>
            </a:lvl3pPr>
            <a:lvl4pPr marL="16002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–"/>
              <a:defRPr sz="2000">
                <a:solidFill>
                  <a:schemeClr val="tx1"/>
                </a:solidFill>
                <a:effectLst/>
                <a:latin typeface="+mn-lt"/>
                <a:ea typeface="+mn-ea"/>
              </a:defRPr>
            </a:lvl4pPr>
            <a:lvl5pPr marL="20574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effectLst/>
                <a:latin typeface="+mn-lt"/>
                <a:ea typeface="+mn-ea"/>
              </a:defRPr>
            </a:lvl5pPr>
          </a:lstStyle>
          <a:p>
            <a:pPr marL="0" lvl="0" indent="0" eaLnBrk="1" hangingPunct="1">
              <a:spcBef>
                <a:spcPct val="0"/>
              </a:spcBef>
              <a:buClrTx/>
              <a:buSzTx/>
              <a:buFontTx/>
              <a:buNone/>
            </a:pPr>
            <a:endParaRPr lang="zh-CN" altLang="zh-CN" sz="1800" dirty="0">
              <a:latin typeface="Arial" panose="020B0604020202020204" pitchFamily="34" charset="0"/>
            </a:endParaRPr>
          </a:p>
        </p:txBody>
      </p:sp>
      <p:grpSp>
        <p:nvGrpSpPr>
          <p:cNvPr id="20" name="Group 9"/>
          <p:cNvGrpSpPr/>
          <p:nvPr/>
        </p:nvGrpSpPr>
        <p:grpSpPr>
          <a:xfrm>
            <a:off x="973138" y="5211763"/>
            <a:ext cx="2160587" cy="522287"/>
            <a:chOff x="0" y="0"/>
            <a:chExt cx="20000" cy="20000"/>
          </a:xfrm>
        </p:grpSpPr>
        <p:sp>
          <p:nvSpPr>
            <p:cNvPr id="35875" name="Rectangle 10"/>
            <p:cNvSpPr/>
            <p:nvPr/>
          </p:nvSpPr>
          <p:spPr>
            <a:xfrm>
              <a:off x="0" y="0"/>
              <a:ext cx="20000" cy="20000"/>
            </a:xfrm>
            <a:prstGeom prst="rect">
              <a:avLst/>
            </a:prstGeom>
            <a:noFill/>
            <a:ln w="38100" cap="flat" cmpd="sng">
              <a:solidFill>
                <a:schemeClr val="tx1"/>
              </a:solidFill>
              <a:prstDash val="solid"/>
              <a:miter/>
              <a:headEnd type="none" w="med" len="med"/>
              <a:tailEnd type="none" w="med" len="med"/>
            </a:ln>
          </p:spPr>
          <p:txBody>
            <a:bodyPr lIns="12700" tIns="12700" rIns="12700" bIns="12700"/>
            <a:lstStyle>
              <a:lvl1pPr marL="342900" indent="-342900" algn="l" rtl="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hlink"/>
                </a:buClr>
                <a:buSzPct val="80000"/>
                <a:buFont typeface="Wingdings" panose="05000000000000000000" pitchFamily="2" charset="2"/>
                <a:buChar char="n"/>
                <a:defRPr sz="3200" b="0">
                  <a:solidFill>
                    <a:schemeClr val="tx1"/>
                  </a:solidFill>
                  <a:effectLst/>
                  <a:latin typeface="+mn-lt"/>
                  <a:ea typeface="+mn-ea"/>
                  <a:cs typeface="+mn-cs"/>
                </a:defRPr>
              </a:lvl1pPr>
              <a:lvl2pPr marL="742950" indent="-285750" algn="l" rtl="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tx1"/>
                </a:buClr>
                <a:buChar char="–"/>
                <a:defRPr sz="2800">
                  <a:solidFill>
                    <a:schemeClr val="tx1"/>
                  </a:solidFill>
                  <a:effectLst/>
                  <a:latin typeface="+mn-lt"/>
                  <a:ea typeface="+mn-ea"/>
                </a:defRPr>
              </a:lvl2pPr>
              <a:lvl3pPr marL="11430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hlink"/>
                </a:buClr>
                <a:buFont typeface="Wingdings" panose="05000000000000000000" pitchFamily="2" charset="2"/>
                <a:buChar char="§"/>
                <a:defRPr sz="2400">
                  <a:solidFill>
                    <a:schemeClr val="tx1"/>
                  </a:solidFill>
                  <a:effectLst/>
                  <a:latin typeface="+mn-lt"/>
                  <a:ea typeface="+mn-ea"/>
                </a:defRPr>
              </a:lvl3pPr>
              <a:lvl4pPr marL="16002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–"/>
                <a:defRPr sz="2000">
                  <a:solidFill>
                    <a:schemeClr val="tx1"/>
                  </a:solidFill>
                  <a:effectLst/>
                  <a:latin typeface="+mn-lt"/>
                  <a:ea typeface="+mn-ea"/>
                </a:defRPr>
              </a:lvl4pPr>
              <a:lvl5pPr marL="20574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hlink"/>
                </a:buClr>
                <a:buFont typeface="Wingdings" panose="05000000000000000000" pitchFamily="2" charset="2"/>
                <a:buChar char="§"/>
                <a:defRPr sz="2000">
                  <a:solidFill>
                    <a:schemeClr val="tx1"/>
                  </a:solidFill>
                  <a:effectLst/>
                  <a:latin typeface="+mn-lt"/>
                  <a:ea typeface="+mn-ea"/>
                </a:defRPr>
              </a:lvl5pPr>
            </a:lstStyle>
            <a:p>
              <a:pPr marL="0" lvl="0" indent="0" algn="r" eaLnBrk="1" hangingPunct="1">
                <a:spcBef>
                  <a:spcPct val="0"/>
                </a:spcBef>
                <a:buClrTx/>
                <a:buSzTx/>
                <a:buFontTx/>
                <a:buNone/>
              </a:pPr>
              <a:r>
                <a:rPr lang="en-US" altLang="zh-CN" sz="2000" b="1" dirty="0">
                  <a:latin typeface="Times New Roman" panose="02020603050405020304" pitchFamily="18" charset="0"/>
                </a:rPr>
                <a:t>for (i=0;i&lt;m;i++)</a:t>
              </a:r>
              <a:endParaRPr lang="en-US" altLang="zh-CN" sz="2000" b="1" dirty="0">
                <a:latin typeface="Times New Roman" panose="02020603050405020304" pitchFamily="18" charset="0"/>
              </a:endParaRPr>
            </a:p>
          </p:txBody>
        </p:sp>
        <p:sp>
          <p:nvSpPr>
            <p:cNvPr id="35876" name="Line 11"/>
            <p:cNvSpPr/>
            <p:nvPr/>
          </p:nvSpPr>
          <p:spPr>
            <a:xfrm>
              <a:off x="2459" y="1110"/>
              <a:ext cx="16" cy="18890"/>
            </a:xfrm>
            <a:prstGeom prst="line">
              <a:avLst/>
            </a:prstGeom>
            <a:ln w="38100" cap="flat" cmpd="sng">
              <a:solidFill>
                <a:schemeClr val="tx1"/>
              </a:solidFill>
              <a:prstDash val="solid"/>
              <a:headEnd type="none" w="sm" len="sm"/>
              <a:tailEnd type="none" w="sm" len="sm"/>
            </a:ln>
          </p:spPr>
        </p:sp>
      </p:grpSp>
      <p:grpSp>
        <p:nvGrpSpPr>
          <p:cNvPr id="23" name="Group 12"/>
          <p:cNvGrpSpPr/>
          <p:nvPr/>
        </p:nvGrpSpPr>
        <p:grpSpPr>
          <a:xfrm>
            <a:off x="3311525" y="5211763"/>
            <a:ext cx="2341563" cy="523875"/>
            <a:chOff x="0" y="0"/>
            <a:chExt cx="20000" cy="20000"/>
          </a:xfrm>
        </p:grpSpPr>
        <p:sp>
          <p:nvSpPr>
            <p:cNvPr id="35873" name="Rectangle 13"/>
            <p:cNvSpPr/>
            <p:nvPr/>
          </p:nvSpPr>
          <p:spPr>
            <a:xfrm>
              <a:off x="0" y="56"/>
              <a:ext cx="2351" cy="19944"/>
            </a:xfrm>
            <a:prstGeom prst="rect">
              <a:avLst/>
            </a:prstGeom>
            <a:noFill/>
            <a:ln w="38100" cap="flat" cmpd="sng">
              <a:solidFill>
                <a:schemeClr val="tx1"/>
              </a:solidFill>
              <a:prstDash val="solid"/>
              <a:miter/>
              <a:headEnd type="none" w="med" len="med"/>
              <a:tailEnd type="none" w="med" len="med"/>
            </a:ln>
          </p:spPr>
          <p:txBody>
            <a:bodyPr lIns="12700" tIns="12700" rIns="12700" bIns="12700"/>
            <a:lstStyle>
              <a:lvl1pPr marL="342900" indent="-342900" algn="l" rtl="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hlink"/>
                </a:buClr>
                <a:buSzPct val="80000"/>
                <a:buFont typeface="Wingdings" panose="05000000000000000000" pitchFamily="2" charset="2"/>
                <a:buChar char="n"/>
                <a:defRPr sz="3200" b="0">
                  <a:solidFill>
                    <a:schemeClr val="tx1"/>
                  </a:solidFill>
                  <a:effectLst/>
                  <a:latin typeface="+mn-lt"/>
                  <a:ea typeface="+mn-ea"/>
                  <a:cs typeface="+mn-cs"/>
                </a:defRPr>
              </a:lvl1pPr>
              <a:lvl2pPr marL="742950" indent="-285750" algn="l" rtl="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tx1"/>
                </a:buClr>
                <a:buChar char="–"/>
                <a:defRPr sz="2800">
                  <a:solidFill>
                    <a:schemeClr val="tx1"/>
                  </a:solidFill>
                  <a:effectLst/>
                  <a:latin typeface="+mn-lt"/>
                  <a:ea typeface="+mn-ea"/>
                </a:defRPr>
              </a:lvl2pPr>
              <a:lvl3pPr marL="11430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hlink"/>
                </a:buClr>
                <a:buFont typeface="Wingdings" panose="05000000000000000000" pitchFamily="2" charset="2"/>
                <a:buChar char="§"/>
                <a:defRPr sz="2400">
                  <a:solidFill>
                    <a:schemeClr val="tx1"/>
                  </a:solidFill>
                  <a:effectLst/>
                  <a:latin typeface="+mn-lt"/>
                  <a:ea typeface="+mn-ea"/>
                </a:defRPr>
              </a:lvl3pPr>
              <a:lvl4pPr marL="16002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–"/>
                <a:defRPr sz="2000">
                  <a:solidFill>
                    <a:schemeClr val="tx1"/>
                  </a:solidFill>
                  <a:effectLst/>
                  <a:latin typeface="+mn-lt"/>
                  <a:ea typeface="+mn-ea"/>
                </a:defRPr>
              </a:lvl4pPr>
              <a:lvl5pPr marL="20574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hlink"/>
                </a:buClr>
                <a:buFont typeface="Wingdings" panose="05000000000000000000" pitchFamily="2" charset="2"/>
                <a:buChar char="§"/>
                <a:defRPr sz="2000">
                  <a:solidFill>
                    <a:schemeClr val="tx1"/>
                  </a:solidFill>
                  <a:effectLst/>
                  <a:latin typeface="+mn-lt"/>
                  <a:ea typeface="+mn-ea"/>
                </a:defRPr>
              </a:lvl5pPr>
            </a:lstStyle>
            <a:p>
              <a:pPr marL="0" lvl="0" indent="0" eaLnBrk="1" hangingPunct="1">
                <a:spcBef>
                  <a:spcPct val="0"/>
                </a:spcBef>
                <a:buClrTx/>
                <a:buSzTx/>
                <a:buFontTx/>
                <a:buNone/>
              </a:pPr>
              <a:endParaRPr lang="zh-CN" altLang="en-US" sz="2000" b="1" dirty="0">
                <a:ea typeface="黑体" panose="02010609060101010101" pitchFamily="49" charset="-122"/>
              </a:endParaRPr>
            </a:p>
          </p:txBody>
        </p:sp>
        <p:sp>
          <p:nvSpPr>
            <p:cNvPr id="35874" name="Rectangle 14"/>
            <p:cNvSpPr/>
            <p:nvPr/>
          </p:nvSpPr>
          <p:spPr>
            <a:xfrm>
              <a:off x="2337" y="0"/>
              <a:ext cx="17663" cy="19944"/>
            </a:xfrm>
            <a:prstGeom prst="rect">
              <a:avLst/>
            </a:prstGeom>
            <a:noFill/>
            <a:ln w="38100" cap="flat" cmpd="sng">
              <a:solidFill>
                <a:schemeClr val="tx1"/>
              </a:solidFill>
              <a:prstDash val="solid"/>
              <a:miter/>
              <a:headEnd type="none" w="med" len="med"/>
              <a:tailEnd type="none" w="med" len="med"/>
            </a:ln>
          </p:spPr>
          <p:txBody>
            <a:bodyPr lIns="12700" tIns="12700" rIns="12700" bIns="12700"/>
            <a:lstStyle>
              <a:lvl1pPr marL="342900" indent="-342900" algn="l" rtl="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hlink"/>
                </a:buClr>
                <a:buSzPct val="80000"/>
                <a:buFont typeface="Wingdings" panose="05000000000000000000" pitchFamily="2" charset="2"/>
                <a:buChar char="n"/>
                <a:defRPr sz="3200" b="0">
                  <a:solidFill>
                    <a:schemeClr val="tx1"/>
                  </a:solidFill>
                  <a:effectLst/>
                  <a:latin typeface="+mn-lt"/>
                  <a:ea typeface="+mn-ea"/>
                  <a:cs typeface="+mn-cs"/>
                </a:defRPr>
              </a:lvl1pPr>
              <a:lvl2pPr marL="742950" indent="-285750" algn="l" rtl="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tx1"/>
                </a:buClr>
                <a:buChar char="–"/>
                <a:defRPr sz="2800">
                  <a:solidFill>
                    <a:schemeClr val="tx1"/>
                  </a:solidFill>
                  <a:effectLst/>
                  <a:latin typeface="+mn-lt"/>
                  <a:ea typeface="+mn-ea"/>
                </a:defRPr>
              </a:lvl2pPr>
              <a:lvl3pPr marL="11430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hlink"/>
                </a:buClr>
                <a:buFont typeface="Wingdings" panose="05000000000000000000" pitchFamily="2" charset="2"/>
                <a:buChar char="§"/>
                <a:defRPr sz="2400">
                  <a:solidFill>
                    <a:schemeClr val="tx1"/>
                  </a:solidFill>
                  <a:effectLst/>
                  <a:latin typeface="+mn-lt"/>
                  <a:ea typeface="+mn-ea"/>
                </a:defRPr>
              </a:lvl3pPr>
              <a:lvl4pPr marL="16002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–"/>
                <a:defRPr sz="2000">
                  <a:solidFill>
                    <a:schemeClr val="tx1"/>
                  </a:solidFill>
                  <a:effectLst/>
                  <a:latin typeface="+mn-lt"/>
                  <a:ea typeface="+mn-ea"/>
                </a:defRPr>
              </a:lvl4pPr>
              <a:lvl5pPr marL="20574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hlink"/>
                </a:buClr>
                <a:buFont typeface="Wingdings" panose="05000000000000000000" pitchFamily="2" charset="2"/>
                <a:buChar char="§"/>
                <a:defRPr sz="2000">
                  <a:solidFill>
                    <a:schemeClr val="tx1"/>
                  </a:solidFill>
                  <a:effectLst/>
                  <a:latin typeface="+mn-lt"/>
                  <a:ea typeface="+mn-ea"/>
                </a:defRPr>
              </a:lvl5pPr>
            </a:lstStyle>
            <a:p>
              <a:pPr marL="0" lvl="0" indent="0" algn="r" eaLnBrk="1" hangingPunct="1">
                <a:spcBef>
                  <a:spcPct val="0"/>
                </a:spcBef>
                <a:buClrTx/>
                <a:buSzTx/>
                <a:buFontTx/>
                <a:buNone/>
              </a:pPr>
              <a:r>
                <a:rPr lang="en-US" altLang="zh-CN" sz="2000" b="1" dirty="0">
                  <a:latin typeface="Times New Roman" panose="02020603050405020304" pitchFamily="18" charset="0"/>
                </a:rPr>
                <a:t>for (j=0;j&lt;n;j++)</a:t>
              </a:r>
              <a:endParaRPr lang="en-US" altLang="zh-CN" sz="2000" b="1" dirty="0">
                <a:latin typeface="Arial" panose="020B0604020202020204" pitchFamily="34" charset="0"/>
              </a:endParaRPr>
            </a:p>
          </p:txBody>
        </p:sp>
      </p:grpSp>
      <p:sp>
        <p:nvSpPr>
          <p:cNvPr id="26" name="Line 15"/>
          <p:cNvSpPr/>
          <p:nvPr/>
        </p:nvSpPr>
        <p:spPr>
          <a:xfrm>
            <a:off x="3133725" y="5472113"/>
            <a:ext cx="215900" cy="15875"/>
          </a:xfrm>
          <a:prstGeom prst="line">
            <a:avLst/>
          </a:prstGeom>
          <a:ln w="38100" cap="flat" cmpd="sng">
            <a:solidFill>
              <a:schemeClr val="tx1"/>
            </a:solidFill>
            <a:prstDash val="solid"/>
            <a:headEnd type="none" w="sm" len="sm"/>
            <a:tailEnd type="none" w="sm" len="sm"/>
          </a:ln>
        </p:spPr>
      </p:sp>
      <p:sp>
        <p:nvSpPr>
          <p:cNvPr id="27" name="Line 16"/>
          <p:cNvSpPr/>
          <p:nvPr/>
        </p:nvSpPr>
        <p:spPr>
          <a:xfrm flipV="1">
            <a:off x="5653088" y="5473700"/>
            <a:ext cx="144462" cy="1588"/>
          </a:xfrm>
          <a:prstGeom prst="line">
            <a:avLst/>
          </a:prstGeom>
          <a:ln w="38100" cap="flat" cmpd="sng">
            <a:solidFill>
              <a:schemeClr val="tx1"/>
            </a:solidFill>
            <a:prstDash val="solid"/>
            <a:headEnd type="none" w="sm" len="sm"/>
            <a:tailEnd type="none" w="sm" len="sm"/>
          </a:ln>
        </p:spPr>
      </p:sp>
      <p:grpSp>
        <p:nvGrpSpPr>
          <p:cNvPr id="28" name="Group 17"/>
          <p:cNvGrpSpPr/>
          <p:nvPr/>
        </p:nvGrpSpPr>
        <p:grpSpPr>
          <a:xfrm>
            <a:off x="5791200" y="4575175"/>
            <a:ext cx="3822700" cy="1927225"/>
            <a:chOff x="3239" y="2270"/>
            <a:chExt cx="2408" cy="1214"/>
          </a:xfrm>
        </p:grpSpPr>
        <p:grpSp>
          <p:nvGrpSpPr>
            <p:cNvPr id="35864" name="Group 18"/>
            <p:cNvGrpSpPr/>
            <p:nvPr/>
          </p:nvGrpSpPr>
          <p:grpSpPr>
            <a:xfrm>
              <a:off x="3239" y="2671"/>
              <a:ext cx="1419" cy="329"/>
              <a:chOff x="3239" y="2671"/>
              <a:chExt cx="1419" cy="329"/>
            </a:xfrm>
          </p:grpSpPr>
          <p:sp>
            <p:nvSpPr>
              <p:cNvPr id="35871" name="Rectangle 19"/>
              <p:cNvSpPr/>
              <p:nvPr/>
            </p:nvSpPr>
            <p:spPr>
              <a:xfrm>
                <a:off x="3239" y="2671"/>
                <a:ext cx="140" cy="329"/>
              </a:xfrm>
              <a:prstGeom prst="rect">
                <a:avLst/>
              </a:prstGeom>
              <a:noFill/>
              <a:ln w="38100" cap="flat" cmpd="sng">
                <a:solidFill>
                  <a:schemeClr val="tx1"/>
                </a:solidFill>
                <a:prstDash val="solid"/>
                <a:miter/>
                <a:headEnd type="none" w="med" len="med"/>
                <a:tailEnd type="none" w="med" len="med"/>
              </a:ln>
            </p:spPr>
            <p:txBody>
              <a:bodyPr/>
              <a:lstStyle>
                <a:lvl1pPr marL="342900" indent="-342900" algn="l" rtl="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hlink"/>
                  </a:buClr>
                  <a:buSzPct val="80000"/>
                  <a:buFont typeface="Wingdings" panose="05000000000000000000" pitchFamily="2" charset="2"/>
                  <a:buChar char="n"/>
                  <a:defRPr sz="3200" b="0">
                    <a:solidFill>
                      <a:schemeClr val="tx1"/>
                    </a:solidFill>
                    <a:effectLst/>
                    <a:latin typeface="+mn-lt"/>
                    <a:ea typeface="+mn-ea"/>
                    <a:cs typeface="+mn-cs"/>
                  </a:defRPr>
                </a:lvl1pPr>
                <a:lvl2pPr marL="742950" indent="-285750" algn="l" rtl="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tx1"/>
                  </a:buClr>
                  <a:buChar char="–"/>
                  <a:defRPr sz="2800">
                    <a:solidFill>
                      <a:schemeClr val="tx1"/>
                    </a:solidFill>
                    <a:effectLst/>
                    <a:latin typeface="+mn-lt"/>
                    <a:ea typeface="+mn-ea"/>
                  </a:defRPr>
                </a:lvl2pPr>
                <a:lvl3pPr marL="1143000" indent="-228600" algn="l" rtl="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hlink"/>
                  </a:buClr>
                  <a:buFont typeface="Wingdings" panose="05000000000000000000" pitchFamily="2" charset="2"/>
                  <a:buChar char="§"/>
                  <a:defRPr sz="2400">
                    <a:solidFill>
                      <a:schemeClr val="tx1"/>
                    </a:solidFill>
                    <a:effectLst/>
                    <a:latin typeface="+mn-lt"/>
                    <a:ea typeface="+mn-ea"/>
                  </a:defRPr>
                </a:lvl3pPr>
                <a:lvl4pPr marL="1600200" indent="-228600" algn="l" rtl="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–"/>
                  <a:defRPr sz="2000">
                    <a:solidFill>
                      <a:schemeClr val="tx1"/>
                    </a:solidFill>
                    <a:effectLst/>
                    <a:latin typeface="+mn-lt"/>
                    <a:ea typeface="+mn-ea"/>
                  </a:defRPr>
                </a:lvl4pPr>
                <a:lvl5pPr marL="2057400" indent="-228600" algn="l" rtl="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hlink"/>
                  </a:buClr>
                  <a:buFont typeface="Wingdings" panose="05000000000000000000" pitchFamily="2" charset="2"/>
                  <a:buChar char="§"/>
                  <a:defRPr sz="2000">
                    <a:solidFill>
                      <a:schemeClr val="tx1"/>
                    </a:solidFill>
                    <a:effectLst/>
                    <a:latin typeface="+mn-lt"/>
                    <a:ea typeface="+mn-ea"/>
                  </a:defRPr>
                </a:lvl5pPr>
              </a:lstStyle>
              <a:p>
                <a:pPr marL="0" lvl="0" indent="0" eaLnBrk="1" hangingPunct="1">
                  <a:spcBef>
                    <a:spcPct val="0"/>
                  </a:spcBef>
                  <a:buClrTx/>
                  <a:buSzTx/>
                  <a:buFontTx/>
                  <a:buNone/>
                </a:pPr>
                <a:endParaRPr lang="zh-CN" altLang="en-US" sz="2000" b="1" dirty="0">
                  <a:ea typeface="黑体" panose="02010609060101010101" pitchFamily="49" charset="-122"/>
                </a:endParaRPr>
              </a:p>
            </p:txBody>
          </p:sp>
          <p:sp>
            <p:nvSpPr>
              <p:cNvPr id="35872" name="Rectangle 20"/>
              <p:cNvSpPr/>
              <p:nvPr/>
            </p:nvSpPr>
            <p:spPr>
              <a:xfrm>
                <a:off x="3379" y="2671"/>
                <a:ext cx="1279" cy="329"/>
              </a:xfrm>
              <a:prstGeom prst="rect">
                <a:avLst/>
              </a:prstGeom>
              <a:noFill/>
              <a:ln w="38100" cap="flat" cmpd="sng">
                <a:solidFill>
                  <a:schemeClr val="tx1"/>
                </a:solidFill>
                <a:prstDash val="solid"/>
                <a:miter/>
                <a:headEnd type="none" w="med" len="med"/>
                <a:tailEnd type="none" w="med" len="med"/>
              </a:ln>
            </p:spPr>
            <p:txBody>
              <a:bodyPr lIns="12700" tIns="12700" rIns="12700" bIns="12700"/>
              <a:lstStyle>
                <a:lvl1pPr marL="342900" indent="-342900" algn="l" rtl="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hlink"/>
                  </a:buClr>
                  <a:buSzPct val="80000"/>
                  <a:buFont typeface="Wingdings" panose="05000000000000000000" pitchFamily="2" charset="2"/>
                  <a:buChar char="n"/>
                  <a:defRPr sz="3200" b="0">
                    <a:solidFill>
                      <a:schemeClr val="tx1"/>
                    </a:solidFill>
                    <a:effectLst/>
                    <a:latin typeface="+mn-lt"/>
                    <a:ea typeface="+mn-ea"/>
                    <a:cs typeface="+mn-cs"/>
                  </a:defRPr>
                </a:lvl1pPr>
                <a:lvl2pPr marL="742950" indent="-285750" algn="l" rtl="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tx1"/>
                  </a:buClr>
                  <a:buChar char="–"/>
                  <a:defRPr sz="2800">
                    <a:solidFill>
                      <a:schemeClr val="tx1"/>
                    </a:solidFill>
                    <a:effectLst/>
                    <a:latin typeface="+mn-lt"/>
                    <a:ea typeface="+mn-ea"/>
                  </a:defRPr>
                </a:lvl2pPr>
                <a:lvl3pPr marL="1143000" indent="-228600" algn="l" rtl="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hlink"/>
                  </a:buClr>
                  <a:buFont typeface="Wingdings" panose="05000000000000000000" pitchFamily="2" charset="2"/>
                  <a:buChar char="§"/>
                  <a:defRPr sz="2400">
                    <a:solidFill>
                      <a:schemeClr val="tx1"/>
                    </a:solidFill>
                    <a:effectLst/>
                    <a:latin typeface="+mn-lt"/>
                    <a:ea typeface="+mn-ea"/>
                  </a:defRPr>
                </a:lvl3pPr>
                <a:lvl4pPr marL="1600200" indent="-228600" algn="l" rtl="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–"/>
                  <a:defRPr sz="2000">
                    <a:solidFill>
                      <a:schemeClr val="tx1"/>
                    </a:solidFill>
                    <a:effectLst/>
                    <a:latin typeface="+mn-lt"/>
                    <a:ea typeface="+mn-ea"/>
                  </a:defRPr>
                </a:lvl4pPr>
                <a:lvl5pPr marL="2057400" indent="-228600" algn="l" rtl="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hlink"/>
                  </a:buClr>
                  <a:buFont typeface="Wingdings" panose="05000000000000000000" pitchFamily="2" charset="2"/>
                  <a:buChar char="§"/>
                  <a:defRPr sz="2000">
                    <a:solidFill>
                      <a:schemeClr val="tx1"/>
                    </a:solidFill>
                    <a:effectLst/>
                    <a:latin typeface="+mn-lt"/>
                    <a:ea typeface="+mn-ea"/>
                  </a:defRPr>
                </a:lvl5pPr>
              </a:lstStyle>
              <a:p>
                <a:pPr marL="0" lvl="0" indent="0" algn="r" eaLnBrk="1" hangingPunct="1">
                  <a:spcBef>
                    <a:spcPct val="0"/>
                  </a:spcBef>
                  <a:buClrTx/>
                  <a:buSzTx/>
                  <a:buFontTx/>
                  <a:buNone/>
                </a:pPr>
                <a:r>
                  <a:rPr lang="en-US" altLang="zh-CN" sz="2000" b="1" dirty="0">
                    <a:latin typeface="Times New Roman" panose="02020603050405020304" pitchFamily="18" charset="0"/>
                  </a:rPr>
                  <a:t>for(k=0;k&lt;p;k++)</a:t>
                </a:r>
                <a:endParaRPr lang="en-US" altLang="zh-CN" sz="2000" b="1" dirty="0">
                  <a:latin typeface="Arial" panose="020B0604020202020204" pitchFamily="34" charset="0"/>
                </a:endParaRPr>
              </a:p>
            </p:txBody>
          </p:sp>
        </p:grpSp>
        <p:sp>
          <p:nvSpPr>
            <p:cNvPr id="35865" name="Rectangle 21"/>
            <p:cNvSpPr/>
            <p:nvPr/>
          </p:nvSpPr>
          <p:spPr>
            <a:xfrm>
              <a:off x="4785" y="2671"/>
              <a:ext cx="862" cy="329"/>
            </a:xfrm>
            <a:prstGeom prst="rect">
              <a:avLst/>
            </a:prstGeom>
            <a:noFill/>
            <a:ln w="38100" cap="flat" cmpd="sng">
              <a:solidFill>
                <a:schemeClr val="tx1"/>
              </a:solidFill>
              <a:prstDash val="solid"/>
              <a:miter/>
              <a:headEnd type="none" w="med" len="med"/>
              <a:tailEnd type="none" w="med" len="med"/>
            </a:ln>
          </p:spPr>
          <p:txBody>
            <a:bodyPr lIns="12700" tIns="12700" rIns="12700" bIns="12700"/>
            <a:lstStyle>
              <a:lvl1pPr marL="342900" indent="-342900" algn="l" rtl="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hlink"/>
                </a:buClr>
                <a:buSzPct val="80000"/>
                <a:buFont typeface="Wingdings" panose="05000000000000000000" pitchFamily="2" charset="2"/>
                <a:buChar char="n"/>
                <a:defRPr sz="3200" b="0">
                  <a:solidFill>
                    <a:schemeClr val="tx1"/>
                  </a:solidFill>
                  <a:effectLst/>
                  <a:latin typeface="+mn-lt"/>
                  <a:ea typeface="+mn-ea"/>
                  <a:cs typeface="+mn-cs"/>
                </a:defRPr>
              </a:lvl1pPr>
              <a:lvl2pPr marL="742950" indent="-285750" algn="l" rtl="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tx1"/>
                </a:buClr>
                <a:buChar char="–"/>
                <a:defRPr sz="2800">
                  <a:solidFill>
                    <a:schemeClr val="tx1"/>
                  </a:solidFill>
                  <a:effectLst/>
                  <a:latin typeface="+mn-lt"/>
                  <a:ea typeface="+mn-ea"/>
                </a:defRPr>
              </a:lvl2pPr>
              <a:lvl3pPr marL="11430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hlink"/>
                </a:buClr>
                <a:buFont typeface="Wingdings" panose="05000000000000000000" pitchFamily="2" charset="2"/>
                <a:buChar char="§"/>
                <a:defRPr sz="2400">
                  <a:solidFill>
                    <a:schemeClr val="tx1"/>
                  </a:solidFill>
                  <a:effectLst/>
                  <a:latin typeface="+mn-lt"/>
                  <a:ea typeface="+mn-ea"/>
                </a:defRPr>
              </a:lvl3pPr>
              <a:lvl4pPr marL="16002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–"/>
                <a:defRPr sz="2000">
                  <a:solidFill>
                    <a:schemeClr val="tx1"/>
                  </a:solidFill>
                  <a:effectLst/>
                  <a:latin typeface="+mn-lt"/>
                  <a:ea typeface="+mn-ea"/>
                </a:defRPr>
              </a:lvl4pPr>
              <a:lvl5pPr marL="20574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hlink"/>
                </a:buClr>
                <a:buFont typeface="Wingdings" panose="05000000000000000000" pitchFamily="2" charset="2"/>
                <a:buChar char="§"/>
                <a:defRPr sz="2000">
                  <a:solidFill>
                    <a:schemeClr val="tx1"/>
                  </a:solidFill>
                  <a:effectLst/>
                  <a:latin typeface="+mn-lt"/>
                  <a:ea typeface="+mn-ea"/>
                </a:defRPr>
              </a:lvl5pPr>
            </a:lstStyle>
            <a:p>
              <a:pPr marL="0" lvl="0" indent="0" algn="ctr" eaLnBrk="1" hangingPunct="1">
                <a:spcBef>
                  <a:spcPct val="0"/>
                </a:spcBef>
                <a:buClrTx/>
                <a:buSzTx/>
                <a:buFontTx/>
                <a:buNone/>
              </a:pPr>
              <a:r>
                <a:rPr lang="en-US" altLang="zh-CN" sz="2000" b="1" dirty="0">
                  <a:solidFill>
                    <a:schemeClr val="hlink"/>
                  </a:solidFill>
                  <a:latin typeface="Times New Roman" panose="02020603050405020304" pitchFamily="18" charset="0"/>
                </a:rPr>
                <a:t>e+=</a:t>
              </a:r>
              <a:r>
                <a:rPr lang="en-US" altLang="zh-CN" sz="2000" b="1" dirty="0">
                  <a:solidFill>
                    <a:schemeClr val="accent6">
                      <a:lumMod val="20000"/>
                      <a:lumOff val="80000"/>
                    </a:schemeClr>
                  </a:solidFill>
                  <a:latin typeface="Times New Roman" panose="02020603050405020304" pitchFamily="18" charset="0"/>
                </a:rPr>
                <a:t>a</a:t>
              </a:r>
              <a:r>
                <a:rPr lang="en-US" altLang="zh-CN" sz="2000" b="1" baseline="-25000" dirty="0">
                  <a:solidFill>
                    <a:schemeClr val="accent6">
                      <a:lumMod val="20000"/>
                      <a:lumOff val="80000"/>
                    </a:schemeClr>
                  </a:solidFill>
                  <a:latin typeface="Times New Roman" panose="02020603050405020304" pitchFamily="18" charset="0"/>
                </a:rPr>
                <a:t>ik</a:t>
              </a:r>
              <a:r>
                <a:rPr lang="en-US" altLang="zh-CN" sz="2000" b="1" dirty="0">
                  <a:solidFill>
                    <a:schemeClr val="accent6">
                      <a:lumMod val="20000"/>
                      <a:lumOff val="80000"/>
                    </a:schemeClr>
                  </a:solidFill>
                  <a:latin typeface="Times New Roman" panose="02020603050405020304" pitchFamily="18" charset="0"/>
                </a:rPr>
                <a:t>*b</a:t>
              </a:r>
              <a:r>
                <a:rPr lang="en-US" altLang="zh-CN" sz="2000" b="1" baseline="-25000" dirty="0">
                  <a:solidFill>
                    <a:schemeClr val="accent6">
                      <a:lumMod val="20000"/>
                      <a:lumOff val="80000"/>
                    </a:schemeClr>
                  </a:solidFill>
                  <a:latin typeface="Times New Roman" panose="02020603050405020304" pitchFamily="18" charset="0"/>
                </a:rPr>
                <a:t>kj</a:t>
              </a:r>
              <a:endParaRPr lang="en-US" altLang="zh-CN" sz="2000" b="1" baseline="-25000" dirty="0">
                <a:solidFill>
                  <a:schemeClr val="accent6">
                    <a:lumMod val="20000"/>
                    <a:lumOff val="80000"/>
                  </a:schemeClr>
                </a:solidFill>
                <a:latin typeface="Times New Roman" panose="02020603050405020304" pitchFamily="18" charset="0"/>
              </a:endParaRPr>
            </a:p>
          </p:txBody>
        </p:sp>
        <p:grpSp>
          <p:nvGrpSpPr>
            <p:cNvPr id="35866" name="Group 22"/>
            <p:cNvGrpSpPr/>
            <p:nvPr/>
          </p:nvGrpSpPr>
          <p:grpSpPr>
            <a:xfrm>
              <a:off x="3249" y="2270"/>
              <a:ext cx="1173" cy="1214"/>
              <a:chOff x="2777" y="2270"/>
              <a:chExt cx="1173" cy="1214"/>
            </a:xfrm>
          </p:grpSpPr>
          <p:sp>
            <p:nvSpPr>
              <p:cNvPr id="35868" name="Rectangle 23"/>
              <p:cNvSpPr/>
              <p:nvPr/>
            </p:nvSpPr>
            <p:spPr>
              <a:xfrm>
                <a:off x="2777" y="2270"/>
                <a:ext cx="679" cy="274"/>
              </a:xfrm>
              <a:prstGeom prst="rect">
                <a:avLst/>
              </a:prstGeom>
              <a:noFill/>
              <a:ln w="38100" cap="flat" cmpd="sng">
                <a:solidFill>
                  <a:schemeClr val="tx1"/>
                </a:solidFill>
                <a:prstDash val="solid"/>
                <a:miter/>
                <a:headEnd type="none" w="med" len="med"/>
                <a:tailEnd type="none" w="med" len="med"/>
              </a:ln>
            </p:spPr>
            <p:txBody>
              <a:bodyPr lIns="12700" tIns="12700" rIns="12700" bIns="12700"/>
              <a:lstStyle>
                <a:lvl1pPr marL="342900" indent="-342900" algn="l" rtl="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hlink"/>
                  </a:buClr>
                  <a:buSzPct val="80000"/>
                  <a:buFont typeface="Wingdings" panose="05000000000000000000" pitchFamily="2" charset="2"/>
                  <a:buChar char="n"/>
                  <a:defRPr sz="3200" b="0">
                    <a:solidFill>
                      <a:schemeClr val="tx1"/>
                    </a:solidFill>
                    <a:effectLst/>
                    <a:latin typeface="+mn-lt"/>
                    <a:ea typeface="+mn-ea"/>
                    <a:cs typeface="+mn-cs"/>
                  </a:defRPr>
                </a:lvl1pPr>
                <a:lvl2pPr marL="742950" indent="-285750" algn="l" rtl="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tx1"/>
                  </a:buClr>
                  <a:buChar char="–"/>
                  <a:defRPr sz="2800">
                    <a:solidFill>
                      <a:schemeClr val="tx1"/>
                    </a:solidFill>
                    <a:effectLst/>
                    <a:latin typeface="+mn-lt"/>
                    <a:ea typeface="+mn-ea"/>
                  </a:defRPr>
                </a:lvl2pPr>
                <a:lvl3pPr marL="1143000" indent="-228600" algn="l" rtl="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hlink"/>
                  </a:buClr>
                  <a:buFont typeface="Wingdings" panose="05000000000000000000" pitchFamily="2" charset="2"/>
                  <a:buChar char="§"/>
                  <a:defRPr sz="2400">
                    <a:solidFill>
                      <a:schemeClr val="tx1"/>
                    </a:solidFill>
                    <a:effectLst/>
                    <a:latin typeface="+mn-lt"/>
                    <a:ea typeface="+mn-ea"/>
                  </a:defRPr>
                </a:lvl3pPr>
                <a:lvl4pPr marL="1600200" indent="-228600" algn="l" rtl="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–"/>
                  <a:defRPr sz="2000">
                    <a:solidFill>
                      <a:schemeClr val="tx1"/>
                    </a:solidFill>
                    <a:effectLst/>
                    <a:latin typeface="+mn-lt"/>
                    <a:ea typeface="+mn-ea"/>
                  </a:defRPr>
                </a:lvl4pPr>
                <a:lvl5pPr marL="2057400" indent="-228600" algn="l" rtl="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hlink"/>
                  </a:buClr>
                  <a:buFont typeface="Wingdings" panose="05000000000000000000" pitchFamily="2" charset="2"/>
                  <a:buChar char="§"/>
                  <a:defRPr sz="2000">
                    <a:solidFill>
                      <a:schemeClr val="tx1"/>
                    </a:solidFill>
                    <a:effectLst/>
                    <a:latin typeface="+mn-lt"/>
                    <a:ea typeface="+mn-ea"/>
                  </a:defRPr>
                </a:lvl5pPr>
              </a:lstStyle>
              <a:p>
                <a:pPr marL="0" lvl="0" indent="0" algn="ctr" eaLnBrk="1" hangingPunct="1">
                  <a:spcBef>
                    <a:spcPct val="0"/>
                  </a:spcBef>
                  <a:buClrTx/>
                  <a:buSzTx/>
                  <a:buFontTx/>
                  <a:buNone/>
                </a:pPr>
                <a:r>
                  <a:rPr lang="en-US" altLang="zh-CN" sz="2000" b="1" dirty="0">
                    <a:solidFill>
                      <a:schemeClr val="hlink"/>
                    </a:solidFill>
                    <a:latin typeface="Times New Roman" panose="02020603050405020304" pitchFamily="18" charset="0"/>
                  </a:rPr>
                  <a:t>e=0</a:t>
                </a:r>
                <a:endParaRPr lang="en-US" altLang="zh-CN" sz="2000" b="1" dirty="0">
                  <a:solidFill>
                    <a:schemeClr val="hlink"/>
                  </a:solidFill>
                  <a:latin typeface="Arial" panose="020B0604020202020204" pitchFamily="34" charset="0"/>
                </a:endParaRPr>
              </a:p>
            </p:txBody>
          </p:sp>
          <p:sp>
            <p:nvSpPr>
              <p:cNvPr id="35869" name="Rectangle 24"/>
              <p:cNvSpPr/>
              <p:nvPr/>
            </p:nvSpPr>
            <p:spPr>
              <a:xfrm>
                <a:off x="2777" y="3145"/>
                <a:ext cx="1173" cy="339"/>
              </a:xfrm>
              <a:prstGeom prst="rect">
                <a:avLst/>
              </a:prstGeom>
              <a:noFill/>
              <a:ln w="38100" cap="flat" cmpd="sng">
                <a:solidFill>
                  <a:schemeClr val="tx1"/>
                </a:solidFill>
                <a:prstDash val="solid"/>
                <a:miter/>
                <a:headEnd type="none" w="med" len="med"/>
                <a:tailEnd type="none" w="med" len="med"/>
              </a:ln>
            </p:spPr>
            <p:txBody>
              <a:bodyPr lIns="12700" tIns="12700" rIns="12700" bIns="12700"/>
              <a:lstStyle>
                <a:lvl1pPr marL="342900" indent="-342900" algn="l" rtl="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hlink"/>
                  </a:buClr>
                  <a:buSzPct val="80000"/>
                  <a:buFont typeface="Wingdings" panose="05000000000000000000" pitchFamily="2" charset="2"/>
                  <a:buChar char="n"/>
                  <a:defRPr sz="3200" b="0">
                    <a:solidFill>
                      <a:schemeClr val="tx1"/>
                    </a:solidFill>
                    <a:effectLst/>
                    <a:latin typeface="+mn-lt"/>
                    <a:ea typeface="+mn-ea"/>
                    <a:cs typeface="+mn-cs"/>
                  </a:defRPr>
                </a:lvl1pPr>
                <a:lvl2pPr marL="742950" indent="-285750" algn="l" rtl="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tx1"/>
                  </a:buClr>
                  <a:buChar char="–"/>
                  <a:defRPr sz="2800">
                    <a:solidFill>
                      <a:schemeClr val="tx1"/>
                    </a:solidFill>
                    <a:effectLst/>
                    <a:latin typeface="+mn-lt"/>
                    <a:ea typeface="+mn-ea"/>
                  </a:defRPr>
                </a:lvl2pPr>
                <a:lvl3pPr marL="1143000" indent="-228600" algn="l" rtl="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hlink"/>
                  </a:buClr>
                  <a:buFont typeface="Wingdings" panose="05000000000000000000" pitchFamily="2" charset="2"/>
                  <a:buChar char="§"/>
                  <a:defRPr sz="2400">
                    <a:solidFill>
                      <a:schemeClr val="tx1"/>
                    </a:solidFill>
                    <a:effectLst/>
                    <a:latin typeface="+mn-lt"/>
                    <a:ea typeface="+mn-ea"/>
                  </a:defRPr>
                </a:lvl3pPr>
                <a:lvl4pPr marL="1600200" indent="-228600" algn="l" rtl="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–"/>
                  <a:defRPr sz="2000">
                    <a:solidFill>
                      <a:schemeClr val="tx1"/>
                    </a:solidFill>
                    <a:effectLst/>
                    <a:latin typeface="+mn-lt"/>
                    <a:ea typeface="+mn-ea"/>
                  </a:defRPr>
                </a:lvl4pPr>
                <a:lvl5pPr marL="2057400" indent="-228600" algn="l" rtl="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hlink"/>
                  </a:buClr>
                  <a:buFont typeface="Wingdings" panose="05000000000000000000" pitchFamily="2" charset="2"/>
                  <a:buChar char="§"/>
                  <a:defRPr sz="2000">
                    <a:solidFill>
                      <a:schemeClr val="tx1"/>
                    </a:solidFill>
                    <a:effectLst/>
                    <a:latin typeface="+mn-lt"/>
                    <a:ea typeface="+mn-ea"/>
                  </a:defRPr>
                </a:lvl5pPr>
              </a:lstStyle>
              <a:p>
                <a:pPr marL="0" lvl="0" indent="0" algn="ctr" eaLnBrk="1" hangingPunct="1">
                  <a:spcBef>
                    <a:spcPct val="0"/>
                  </a:spcBef>
                  <a:buClrTx/>
                  <a:buSzTx/>
                  <a:buFontTx/>
                  <a:buNone/>
                </a:pPr>
                <a:r>
                  <a:rPr lang="en-US" altLang="zh-CN" sz="2000" b="1" dirty="0">
                    <a:solidFill>
                      <a:schemeClr val="accent6">
                        <a:lumMod val="20000"/>
                        <a:lumOff val="80000"/>
                      </a:schemeClr>
                    </a:solidFill>
                    <a:latin typeface="Times New Roman" panose="02020603050405020304" pitchFamily="18" charset="0"/>
                  </a:rPr>
                  <a:t>c</a:t>
                </a:r>
                <a:r>
                  <a:rPr lang="en-US" altLang="zh-CN" sz="2000" b="1" baseline="-25000" dirty="0">
                    <a:solidFill>
                      <a:schemeClr val="accent6">
                        <a:lumMod val="20000"/>
                        <a:lumOff val="80000"/>
                      </a:schemeClr>
                    </a:solidFill>
                    <a:latin typeface="Times New Roman" panose="02020603050405020304" pitchFamily="18" charset="0"/>
                  </a:rPr>
                  <a:t>ij</a:t>
                </a:r>
                <a:r>
                  <a:rPr lang="en-US" altLang="zh-CN" sz="2000" b="1" dirty="0">
                    <a:solidFill>
                      <a:schemeClr val="accent6">
                        <a:lumMod val="20000"/>
                        <a:lumOff val="80000"/>
                      </a:schemeClr>
                    </a:solidFill>
                    <a:latin typeface="Times New Roman" panose="02020603050405020304" pitchFamily="18" charset="0"/>
                  </a:rPr>
                  <a:t> </a:t>
                </a:r>
                <a:r>
                  <a:rPr lang="en-US" altLang="zh-CN" sz="2000" b="1" dirty="0">
                    <a:solidFill>
                      <a:schemeClr val="hlink"/>
                    </a:solidFill>
                    <a:latin typeface="Times New Roman" panose="02020603050405020304" pitchFamily="18" charset="0"/>
                  </a:rPr>
                  <a:t>= e</a:t>
                </a:r>
                <a:endParaRPr lang="en-US" altLang="zh-CN" sz="2000" b="1" dirty="0">
                  <a:solidFill>
                    <a:schemeClr val="hlink"/>
                  </a:solidFill>
                  <a:latin typeface="Arial" panose="020B0604020202020204" pitchFamily="34" charset="0"/>
                </a:endParaRPr>
              </a:p>
            </p:txBody>
          </p:sp>
          <p:sp>
            <p:nvSpPr>
              <p:cNvPr id="35870" name="Line 25"/>
              <p:cNvSpPr/>
              <p:nvPr/>
            </p:nvSpPr>
            <p:spPr>
              <a:xfrm>
                <a:off x="2777" y="2415"/>
                <a:ext cx="0" cy="858"/>
              </a:xfrm>
              <a:prstGeom prst="line">
                <a:avLst/>
              </a:prstGeom>
              <a:ln w="38100" cap="flat" cmpd="sng">
                <a:solidFill>
                  <a:schemeClr val="tx1"/>
                </a:solidFill>
                <a:prstDash val="solid"/>
                <a:headEnd type="none" w="sm" len="sm"/>
                <a:tailEnd type="none" w="sm" len="sm"/>
              </a:ln>
            </p:spPr>
          </p:sp>
        </p:grpSp>
        <p:sp>
          <p:nvSpPr>
            <p:cNvPr id="35867" name="Line 26"/>
            <p:cNvSpPr/>
            <p:nvPr/>
          </p:nvSpPr>
          <p:spPr>
            <a:xfrm>
              <a:off x="4661" y="2835"/>
              <a:ext cx="124" cy="1"/>
            </a:xfrm>
            <a:prstGeom prst="line">
              <a:avLst/>
            </a:prstGeom>
            <a:ln w="38100" cap="flat" cmpd="sng">
              <a:solidFill>
                <a:schemeClr val="tx1"/>
              </a:solidFill>
              <a:prstDash val="solid"/>
              <a:headEnd type="none" w="sm" len="sm"/>
              <a:tailEnd type="none" w="sm" len="sm"/>
            </a:ln>
          </p:spPr>
        </p:sp>
      </p:grpSp>
      <p:sp>
        <p:nvSpPr>
          <p:cNvPr id="38" name="Line 27"/>
          <p:cNvSpPr/>
          <p:nvPr/>
        </p:nvSpPr>
        <p:spPr>
          <a:xfrm>
            <a:off x="973138" y="4922838"/>
            <a:ext cx="1587" cy="1041400"/>
          </a:xfrm>
          <a:prstGeom prst="line">
            <a:avLst/>
          </a:prstGeom>
          <a:ln w="38100" cap="flat" cmpd="sng">
            <a:solidFill>
              <a:schemeClr val="tx1"/>
            </a:solidFill>
            <a:prstDash val="solid"/>
            <a:headEnd type="none" w="sm" len="sm"/>
            <a:tailEnd type="none" w="sm" len="sm"/>
          </a:ln>
        </p:spPr>
      </p:sp>
      <p:grpSp>
        <p:nvGrpSpPr>
          <p:cNvPr id="39" name="Group 28"/>
          <p:cNvGrpSpPr/>
          <p:nvPr/>
        </p:nvGrpSpPr>
        <p:grpSpPr>
          <a:xfrm>
            <a:off x="649288" y="4400550"/>
            <a:ext cx="882650" cy="522288"/>
            <a:chOff x="0" y="0"/>
            <a:chExt cx="20010" cy="19996"/>
          </a:xfrm>
        </p:grpSpPr>
        <p:sp>
          <p:nvSpPr>
            <p:cNvPr id="35862" name="Rectangle 29"/>
            <p:cNvSpPr/>
            <p:nvPr/>
          </p:nvSpPr>
          <p:spPr>
            <a:xfrm>
              <a:off x="3888" y="2159"/>
              <a:ext cx="15005" cy="17837"/>
            </a:xfrm>
            <a:prstGeom prst="rect">
              <a:avLst/>
            </a:prstGeom>
            <a:noFill/>
            <a:ln w="9525">
              <a:noFill/>
            </a:ln>
          </p:spPr>
          <p:txBody>
            <a:bodyPr lIns="12700" tIns="12700" rIns="12700" bIns="12700"/>
            <a:lstStyle>
              <a:lvl1pPr marL="342900" indent="-342900" algn="l" rtl="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hlink"/>
                </a:buClr>
                <a:buSzPct val="80000"/>
                <a:buFont typeface="Wingdings" panose="05000000000000000000" pitchFamily="2" charset="2"/>
                <a:buChar char="n"/>
                <a:defRPr sz="3200" b="0">
                  <a:solidFill>
                    <a:schemeClr val="tx1"/>
                  </a:solidFill>
                  <a:effectLst/>
                  <a:latin typeface="+mn-lt"/>
                  <a:ea typeface="+mn-ea"/>
                  <a:cs typeface="+mn-cs"/>
                </a:defRPr>
              </a:lvl1pPr>
              <a:lvl2pPr marL="742950" indent="-285750" algn="l" rtl="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tx1"/>
                </a:buClr>
                <a:buChar char="–"/>
                <a:defRPr sz="2800">
                  <a:solidFill>
                    <a:schemeClr val="tx1"/>
                  </a:solidFill>
                  <a:effectLst/>
                  <a:latin typeface="+mn-lt"/>
                  <a:ea typeface="+mn-ea"/>
                </a:defRPr>
              </a:lvl2pPr>
              <a:lvl3pPr marL="11430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hlink"/>
                </a:buClr>
                <a:buFont typeface="Wingdings" panose="05000000000000000000" pitchFamily="2" charset="2"/>
                <a:buChar char="§"/>
                <a:defRPr sz="2400">
                  <a:solidFill>
                    <a:schemeClr val="tx1"/>
                  </a:solidFill>
                  <a:effectLst/>
                  <a:latin typeface="+mn-lt"/>
                  <a:ea typeface="+mn-ea"/>
                </a:defRPr>
              </a:lvl3pPr>
              <a:lvl4pPr marL="16002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–"/>
                <a:defRPr sz="2000">
                  <a:solidFill>
                    <a:schemeClr val="tx1"/>
                  </a:solidFill>
                  <a:effectLst/>
                  <a:latin typeface="+mn-lt"/>
                  <a:ea typeface="+mn-ea"/>
                </a:defRPr>
              </a:lvl4pPr>
              <a:lvl5pPr marL="20574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hlink"/>
                </a:buClr>
                <a:buFont typeface="Wingdings" panose="05000000000000000000" pitchFamily="2" charset="2"/>
                <a:buChar char="§"/>
                <a:defRPr sz="2000">
                  <a:solidFill>
                    <a:schemeClr val="tx1"/>
                  </a:solidFill>
                  <a:effectLst/>
                  <a:latin typeface="+mn-lt"/>
                  <a:ea typeface="+mn-ea"/>
                </a:defRPr>
              </a:lvl5pPr>
            </a:lstStyle>
            <a:p>
              <a:pPr marL="0" lvl="0" indent="0" algn="just" eaLnBrk="1" hangingPunct="1">
                <a:spcBef>
                  <a:spcPct val="0"/>
                </a:spcBef>
                <a:buClrTx/>
                <a:buSzTx/>
                <a:buFontTx/>
                <a:buNone/>
              </a:pPr>
              <a:r>
                <a:rPr lang="zh-CN" altLang="en-US" sz="2000" b="1" dirty="0">
                  <a:latin typeface="Times New Roman" panose="02020603050405020304" pitchFamily="18" charset="0"/>
                </a:rPr>
                <a:t>开始</a:t>
              </a:r>
              <a:endParaRPr lang="zh-CN" altLang="en-US" sz="2000" b="1" dirty="0">
                <a:latin typeface="Arial" panose="020B0604020202020204" pitchFamily="34" charset="0"/>
              </a:endParaRPr>
            </a:p>
          </p:txBody>
        </p:sp>
        <p:sp>
          <p:nvSpPr>
            <p:cNvPr id="35863" name="Oval 30"/>
            <p:cNvSpPr/>
            <p:nvPr/>
          </p:nvSpPr>
          <p:spPr>
            <a:xfrm>
              <a:off x="0" y="0"/>
              <a:ext cx="20010" cy="18887"/>
            </a:xfrm>
            <a:prstGeom prst="ellipse">
              <a:avLst/>
            </a:prstGeom>
            <a:noFill/>
            <a:ln w="38100" cap="flat" cmpd="sng">
              <a:solidFill>
                <a:schemeClr val="tx1"/>
              </a:solidFill>
              <a:prstDash val="solid"/>
              <a:headEnd type="none" w="med" len="med"/>
              <a:tailEnd type="none" w="med" len="med"/>
            </a:ln>
          </p:spPr>
          <p:txBody>
            <a:bodyPr lIns="12700" tIns="12700" rIns="12700" bIns="12700"/>
            <a:lstStyle>
              <a:lvl1pPr marL="342900" indent="-342900" algn="l" rtl="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hlink"/>
                </a:buClr>
                <a:buSzPct val="80000"/>
                <a:buFont typeface="Wingdings" panose="05000000000000000000" pitchFamily="2" charset="2"/>
                <a:buChar char="n"/>
                <a:defRPr sz="3200" b="0">
                  <a:solidFill>
                    <a:schemeClr val="tx1"/>
                  </a:solidFill>
                  <a:effectLst/>
                  <a:latin typeface="+mn-lt"/>
                  <a:ea typeface="+mn-ea"/>
                  <a:cs typeface="+mn-cs"/>
                </a:defRPr>
              </a:lvl1pPr>
              <a:lvl2pPr marL="742950" indent="-285750" algn="l" rtl="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tx1"/>
                </a:buClr>
                <a:buChar char="–"/>
                <a:defRPr sz="2800">
                  <a:solidFill>
                    <a:schemeClr val="tx1"/>
                  </a:solidFill>
                  <a:effectLst/>
                  <a:latin typeface="+mn-lt"/>
                  <a:ea typeface="+mn-ea"/>
                </a:defRPr>
              </a:lvl2pPr>
              <a:lvl3pPr marL="11430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hlink"/>
                </a:buClr>
                <a:buFont typeface="Wingdings" panose="05000000000000000000" pitchFamily="2" charset="2"/>
                <a:buChar char="§"/>
                <a:defRPr sz="2400">
                  <a:solidFill>
                    <a:schemeClr val="tx1"/>
                  </a:solidFill>
                  <a:effectLst/>
                  <a:latin typeface="+mn-lt"/>
                  <a:ea typeface="+mn-ea"/>
                </a:defRPr>
              </a:lvl3pPr>
              <a:lvl4pPr marL="16002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–"/>
                <a:defRPr sz="2000">
                  <a:solidFill>
                    <a:schemeClr val="tx1"/>
                  </a:solidFill>
                  <a:effectLst/>
                  <a:latin typeface="+mn-lt"/>
                  <a:ea typeface="+mn-ea"/>
                </a:defRPr>
              </a:lvl4pPr>
              <a:lvl5pPr marL="20574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hlink"/>
                </a:buClr>
                <a:buFont typeface="Wingdings" panose="05000000000000000000" pitchFamily="2" charset="2"/>
                <a:buChar char="§"/>
                <a:defRPr sz="2000">
                  <a:solidFill>
                    <a:schemeClr val="tx1"/>
                  </a:solidFill>
                  <a:effectLst/>
                  <a:latin typeface="+mn-lt"/>
                  <a:ea typeface="+mn-ea"/>
                </a:defRPr>
              </a:lvl5pPr>
            </a:lstStyle>
            <a:p>
              <a:pPr marL="0" lvl="0" indent="0" eaLnBrk="1" hangingPunct="1">
                <a:spcBef>
                  <a:spcPct val="0"/>
                </a:spcBef>
                <a:buClrTx/>
                <a:buSzTx/>
                <a:buFontTx/>
                <a:buNone/>
              </a:pPr>
              <a:endParaRPr lang="zh-CN" altLang="en-US" sz="2000" b="1" dirty="0">
                <a:ea typeface="黑体" panose="02010609060101010101" pitchFamily="49" charset="-122"/>
              </a:endParaRPr>
            </a:p>
          </p:txBody>
        </p:sp>
      </p:grpSp>
      <p:grpSp>
        <p:nvGrpSpPr>
          <p:cNvPr id="42" name="Group 31"/>
          <p:cNvGrpSpPr/>
          <p:nvPr/>
        </p:nvGrpSpPr>
        <p:grpSpPr>
          <a:xfrm>
            <a:off x="649288" y="5964238"/>
            <a:ext cx="882650" cy="522287"/>
            <a:chOff x="0" y="0"/>
            <a:chExt cx="20000" cy="20000"/>
          </a:xfrm>
        </p:grpSpPr>
        <p:sp>
          <p:nvSpPr>
            <p:cNvPr id="35860" name="Rectangle 32"/>
            <p:cNvSpPr/>
            <p:nvPr/>
          </p:nvSpPr>
          <p:spPr>
            <a:xfrm>
              <a:off x="3888" y="2159"/>
              <a:ext cx="15005" cy="17841"/>
            </a:xfrm>
            <a:prstGeom prst="rect">
              <a:avLst/>
            </a:prstGeom>
            <a:noFill/>
            <a:ln w="9525">
              <a:noFill/>
            </a:ln>
          </p:spPr>
          <p:txBody>
            <a:bodyPr lIns="12700" tIns="12700" rIns="12700" bIns="12700"/>
            <a:lstStyle>
              <a:lvl1pPr marL="342900" indent="-342900" algn="l" rtl="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hlink"/>
                </a:buClr>
                <a:buSzPct val="80000"/>
                <a:buFont typeface="Wingdings" panose="05000000000000000000" pitchFamily="2" charset="2"/>
                <a:buChar char="n"/>
                <a:defRPr sz="3200" b="0">
                  <a:solidFill>
                    <a:schemeClr val="tx1"/>
                  </a:solidFill>
                  <a:effectLst/>
                  <a:latin typeface="+mn-lt"/>
                  <a:ea typeface="+mn-ea"/>
                  <a:cs typeface="+mn-cs"/>
                </a:defRPr>
              </a:lvl1pPr>
              <a:lvl2pPr marL="742950" indent="-285750" algn="l" rtl="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tx1"/>
                </a:buClr>
                <a:buChar char="–"/>
                <a:defRPr sz="2800">
                  <a:solidFill>
                    <a:schemeClr val="tx1"/>
                  </a:solidFill>
                  <a:effectLst/>
                  <a:latin typeface="+mn-lt"/>
                  <a:ea typeface="+mn-ea"/>
                </a:defRPr>
              </a:lvl2pPr>
              <a:lvl3pPr marL="11430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hlink"/>
                </a:buClr>
                <a:buFont typeface="Wingdings" panose="05000000000000000000" pitchFamily="2" charset="2"/>
                <a:buChar char="§"/>
                <a:defRPr sz="2400">
                  <a:solidFill>
                    <a:schemeClr val="tx1"/>
                  </a:solidFill>
                  <a:effectLst/>
                  <a:latin typeface="+mn-lt"/>
                  <a:ea typeface="+mn-ea"/>
                </a:defRPr>
              </a:lvl3pPr>
              <a:lvl4pPr marL="16002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–"/>
                <a:defRPr sz="2000">
                  <a:solidFill>
                    <a:schemeClr val="tx1"/>
                  </a:solidFill>
                  <a:effectLst/>
                  <a:latin typeface="+mn-lt"/>
                  <a:ea typeface="+mn-ea"/>
                </a:defRPr>
              </a:lvl4pPr>
              <a:lvl5pPr marL="20574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hlink"/>
                </a:buClr>
                <a:buFont typeface="Wingdings" panose="05000000000000000000" pitchFamily="2" charset="2"/>
                <a:buChar char="§"/>
                <a:defRPr sz="2000">
                  <a:solidFill>
                    <a:schemeClr val="tx1"/>
                  </a:solidFill>
                  <a:effectLst/>
                  <a:latin typeface="+mn-lt"/>
                  <a:ea typeface="+mn-ea"/>
                </a:defRPr>
              </a:lvl5pPr>
            </a:lstStyle>
            <a:p>
              <a:pPr marL="0" lvl="0" indent="0" algn="just" eaLnBrk="1" hangingPunct="1">
                <a:spcBef>
                  <a:spcPct val="0"/>
                </a:spcBef>
                <a:buClrTx/>
                <a:buSzTx/>
                <a:buFontTx/>
                <a:buNone/>
              </a:pPr>
              <a:r>
                <a:rPr lang="zh-CN" altLang="en-US" sz="2000" b="1" dirty="0">
                  <a:latin typeface="Times New Roman" panose="02020603050405020304" pitchFamily="18" charset="0"/>
                </a:rPr>
                <a:t>结束</a:t>
              </a:r>
              <a:endParaRPr lang="zh-CN" altLang="en-US" sz="2000" b="1" dirty="0">
                <a:latin typeface="Arial" panose="020B0604020202020204" pitchFamily="34" charset="0"/>
              </a:endParaRPr>
            </a:p>
          </p:txBody>
        </p:sp>
        <p:sp>
          <p:nvSpPr>
            <p:cNvPr id="35861" name="Oval 33"/>
            <p:cNvSpPr/>
            <p:nvPr/>
          </p:nvSpPr>
          <p:spPr>
            <a:xfrm>
              <a:off x="0" y="0"/>
              <a:ext cx="20000" cy="18890"/>
            </a:xfrm>
            <a:prstGeom prst="ellipse">
              <a:avLst/>
            </a:prstGeom>
            <a:noFill/>
            <a:ln w="38100" cap="flat" cmpd="sng">
              <a:solidFill>
                <a:schemeClr val="tx1"/>
              </a:solidFill>
              <a:prstDash val="solid"/>
              <a:headEnd type="none" w="med" len="med"/>
              <a:tailEnd type="none" w="med" len="med"/>
            </a:ln>
          </p:spPr>
          <p:txBody>
            <a:bodyPr lIns="12700" tIns="12700" rIns="12700" bIns="12700"/>
            <a:lstStyle>
              <a:lvl1pPr marL="342900" indent="-342900" algn="l" rtl="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hlink"/>
                </a:buClr>
                <a:buSzPct val="80000"/>
                <a:buFont typeface="Wingdings" panose="05000000000000000000" pitchFamily="2" charset="2"/>
                <a:buChar char="n"/>
                <a:defRPr sz="3200" b="0">
                  <a:solidFill>
                    <a:schemeClr val="tx1"/>
                  </a:solidFill>
                  <a:effectLst/>
                  <a:latin typeface="+mn-lt"/>
                  <a:ea typeface="+mn-ea"/>
                  <a:cs typeface="+mn-cs"/>
                </a:defRPr>
              </a:lvl1pPr>
              <a:lvl2pPr marL="742950" indent="-285750" algn="l" rtl="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tx1"/>
                </a:buClr>
                <a:buChar char="–"/>
                <a:defRPr sz="2800">
                  <a:solidFill>
                    <a:schemeClr val="tx1"/>
                  </a:solidFill>
                  <a:effectLst/>
                  <a:latin typeface="+mn-lt"/>
                  <a:ea typeface="+mn-ea"/>
                </a:defRPr>
              </a:lvl2pPr>
              <a:lvl3pPr marL="11430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hlink"/>
                </a:buClr>
                <a:buFont typeface="Wingdings" panose="05000000000000000000" pitchFamily="2" charset="2"/>
                <a:buChar char="§"/>
                <a:defRPr sz="2400">
                  <a:solidFill>
                    <a:schemeClr val="tx1"/>
                  </a:solidFill>
                  <a:effectLst/>
                  <a:latin typeface="+mn-lt"/>
                  <a:ea typeface="+mn-ea"/>
                </a:defRPr>
              </a:lvl3pPr>
              <a:lvl4pPr marL="16002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–"/>
                <a:defRPr sz="2000">
                  <a:solidFill>
                    <a:schemeClr val="tx1"/>
                  </a:solidFill>
                  <a:effectLst/>
                  <a:latin typeface="+mn-lt"/>
                  <a:ea typeface="+mn-ea"/>
                </a:defRPr>
              </a:lvl4pPr>
              <a:lvl5pPr marL="20574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hlink"/>
                </a:buClr>
                <a:buFont typeface="Wingdings" panose="05000000000000000000" pitchFamily="2" charset="2"/>
                <a:buChar char="§"/>
                <a:defRPr sz="2000">
                  <a:solidFill>
                    <a:schemeClr val="tx1"/>
                  </a:solidFill>
                  <a:effectLst/>
                  <a:latin typeface="+mn-lt"/>
                  <a:ea typeface="+mn-ea"/>
                </a:defRPr>
              </a:lvl5pPr>
            </a:lstStyle>
            <a:p>
              <a:pPr marL="0" lvl="0" indent="0" eaLnBrk="1" hangingPunct="1">
                <a:spcBef>
                  <a:spcPct val="0"/>
                </a:spcBef>
                <a:buClrTx/>
                <a:buSzTx/>
                <a:buFontTx/>
                <a:buNone/>
              </a:pPr>
              <a:endParaRPr lang="zh-CN" altLang="en-US" sz="2000" b="1" dirty="0">
                <a:ea typeface="黑体" panose="02010609060101010101" pitchFamily="49" charset="-122"/>
              </a:endParaRPr>
            </a:p>
          </p:txBody>
        </p:sp>
      </p:grpSp>
      <p:sp>
        <p:nvSpPr>
          <p:cNvPr id="47" name="Rectangle 36"/>
          <p:cNvSpPr/>
          <p:nvPr/>
        </p:nvSpPr>
        <p:spPr>
          <a:xfrm>
            <a:off x="5797550" y="5213350"/>
            <a:ext cx="1871663" cy="522288"/>
          </a:xfrm>
          <a:prstGeom prst="rect">
            <a:avLst/>
          </a:prstGeom>
          <a:noFill/>
          <a:ln w="38100" cap="flat" cmpd="sng">
            <a:solidFill>
              <a:schemeClr val="tx1"/>
            </a:solidFill>
            <a:prstDash val="solid"/>
            <a:miter/>
            <a:headEnd type="none" w="med" len="med"/>
            <a:tailEnd type="none" w="med" len="med"/>
          </a:ln>
        </p:spPr>
        <p:txBody>
          <a:bodyPr lIns="12700" tIns="12700" rIns="12700" bIns="12700"/>
          <a:lstStyle>
            <a:lvl1pPr marL="342900" indent="-3429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80000"/>
              <a:buFont typeface="Wingdings" panose="05000000000000000000" pitchFamily="2" charset="2"/>
              <a:buChar char="n"/>
              <a:defRPr sz="3200" b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defRPr>
            </a:lvl1pPr>
            <a:lvl2pPr marL="742950" indent="-28575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Char char="–"/>
              <a:defRPr sz="2800">
                <a:solidFill>
                  <a:schemeClr val="tx1"/>
                </a:solidFill>
                <a:effectLst/>
                <a:latin typeface="+mn-lt"/>
                <a:ea typeface="+mn-ea"/>
              </a:defRPr>
            </a:lvl2pPr>
            <a:lvl3pPr marL="11430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Font typeface="Wingdings" panose="05000000000000000000" pitchFamily="2" charset="2"/>
              <a:buChar char="§"/>
              <a:defRPr sz="2400">
                <a:solidFill>
                  <a:schemeClr val="tx1"/>
                </a:solidFill>
                <a:effectLst/>
                <a:latin typeface="+mn-lt"/>
                <a:ea typeface="+mn-ea"/>
              </a:defRPr>
            </a:lvl3pPr>
            <a:lvl4pPr marL="16002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–"/>
              <a:defRPr sz="2000">
                <a:solidFill>
                  <a:schemeClr val="tx1"/>
                </a:solidFill>
                <a:effectLst/>
                <a:latin typeface="+mn-lt"/>
                <a:ea typeface="+mn-ea"/>
              </a:defRPr>
            </a:lvl4pPr>
            <a:lvl5pPr marL="20574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effectLst/>
                <a:latin typeface="+mn-lt"/>
                <a:ea typeface="+mn-ea"/>
              </a:defRPr>
            </a:lvl5pPr>
          </a:lstStyle>
          <a:p>
            <a:pPr marL="0" lvl="0" indent="0" algn="ctr" eaLnBrk="1" hangingPunct="1">
              <a:spcBef>
                <a:spcPct val="0"/>
              </a:spcBef>
              <a:buClrTx/>
              <a:buSzTx/>
              <a:buFontTx/>
              <a:buNone/>
            </a:pPr>
            <a:r>
              <a:rPr lang="zh-CN" altLang="en-US" sz="1800" b="1" dirty="0">
                <a:solidFill>
                  <a:schemeClr val="accent6">
                    <a:lumMod val="20000"/>
                    <a:lumOff val="80000"/>
                  </a:schemeClr>
                </a:solidFill>
                <a:latin typeface="Arial" panose="020B0604020202020204" pitchFamily="34" charset="0"/>
              </a:rPr>
              <a:t>求一个元素</a:t>
            </a:r>
            <a:r>
              <a:rPr lang="en-US" altLang="zh-CN" sz="1800" b="1" dirty="0">
                <a:solidFill>
                  <a:schemeClr val="accent6">
                    <a:lumMod val="20000"/>
                    <a:lumOff val="80000"/>
                  </a:schemeClr>
                </a:solidFill>
                <a:latin typeface="Times New Roman" panose="02020603050405020304" pitchFamily="18" charset="0"/>
              </a:rPr>
              <a:t>c</a:t>
            </a:r>
            <a:r>
              <a:rPr lang="en-US" altLang="zh-CN" sz="1800" b="1" baseline="-25000" dirty="0">
                <a:solidFill>
                  <a:schemeClr val="accent6">
                    <a:lumMod val="20000"/>
                    <a:lumOff val="80000"/>
                  </a:schemeClr>
                </a:solidFill>
                <a:latin typeface="Times New Roman" panose="02020603050405020304" pitchFamily="18" charset="0"/>
              </a:rPr>
              <a:t>ij</a:t>
            </a:r>
            <a:endParaRPr lang="en-US" altLang="zh-CN" sz="1800" b="1" baseline="-25000" dirty="0">
              <a:solidFill>
                <a:schemeClr val="accent6">
                  <a:lumMod val="20000"/>
                  <a:lumOff val="80000"/>
                </a:schemeClr>
              </a:solidFill>
              <a:latin typeface="Times New Roman" panose="02020603050405020304" pitchFamily="18" charset="0"/>
            </a:endParaRPr>
          </a:p>
        </p:txBody>
      </p:sp>
    </p:spTree>
  </p:cSld>
  <p:clrMapOvr>
    <a:masterClrMapping/>
  </p:clrMapOvr>
  <p:transition spd="slow"/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3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7" dur="500"/>
                                        <p:tgtEl>
                                          <p:spTgt spid="3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presetID="3" presetClass="entr" presetSubtype="1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10" dur="500"/>
                                        <p:tgtEl>
                                          <p:spTgt spid="3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1" presetID="3" presetClass="entr" presetSubtype="1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13" dur="500"/>
                                        <p:tgtEl>
                                          <p:spTgt spid="4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4" fill="hold">
                      <p:stCondLst>
                        <p:cond delay="indefinite"/>
                      </p:stCondLst>
                      <p:childTnLst>
                        <p:par>
                          <p:cTn id="15" fill="hold">
                            <p:stCondLst>
                              <p:cond delay="0"/>
                            </p:stCondLst>
                            <p:childTnLst>
                              <p:par>
                                <p:cTn id="16" presetID="2" presetClass="entr" presetSubtype="2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8" dur="500" fill="hold"/>
                                        <p:tgtEl>
                                          <p:spTgt spid="20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9" dur="500" fill="hold"/>
                                        <p:tgtEl>
                                          <p:spTgt spid="20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0" presetID="2" presetClass="entr" presetSubtype="2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2" dur="500" fill="hold"/>
                                        <p:tgtEl>
                                          <p:spTgt spid="26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3" dur="500" fill="hold"/>
                                        <p:tgtEl>
                                          <p:spTgt spid="2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4" fill="hold">
                      <p:stCondLst>
                        <p:cond delay="indefinite"/>
                      </p:stCondLst>
                      <p:childTnLst>
                        <p:par>
                          <p:cTn id="25" fill="hold">
                            <p:stCondLst>
                              <p:cond delay="0"/>
                            </p:stCondLst>
                            <p:childTnLst>
                              <p:par>
                                <p:cTn id="26" presetID="2" presetClass="entr" presetSubtype="2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8" dur="500" fill="hold"/>
                                        <p:tgtEl>
                                          <p:spTgt spid="23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9" dur="500" fill="hold"/>
                                        <p:tgtEl>
                                          <p:spTgt spid="2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30" presetID="2" presetClass="entr" presetSubtype="2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2" dur="500" fill="hold"/>
                                        <p:tgtEl>
                                          <p:spTgt spid="27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3" dur="500" fill="hold"/>
                                        <p:tgtEl>
                                          <p:spTgt spid="27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34" presetID="2" presetClass="entr" presetSubtype="2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6" dur="500" fill="hold"/>
                                        <p:tgtEl>
                                          <p:spTgt spid="47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7" dur="500" fill="hold"/>
                                        <p:tgtEl>
                                          <p:spTgt spid="47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8" fill="hold">
                      <p:stCondLst>
                        <p:cond delay="indefinite"/>
                      </p:stCondLst>
                      <p:childTnLst>
                        <p:par>
                          <p:cTn id="39" fill="hold">
                            <p:stCondLst>
                              <p:cond delay="0"/>
                            </p:stCondLst>
                            <p:childTnLst>
                              <p:par>
                                <p:cTn id="40" presetID="2" presetClass="exit" presetSubtype="2" fill="hold" grpId="1" nodeType="clickEffect">
                                  <p:stCondLst>
                                    <p:cond delay="0"/>
                                  </p:stCondLst>
                                  <p:childTnLst>
                                    <p:anim calcmode="lin" valueType="num">
                                      <p:cBhvr additive="base">
                                        <p:cTn id="41" dur="500"/>
                                        <p:tgtEl>
                                          <p:spTgt spid="47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ppt_x"/>
                                          </p:val>
                                        </p:tav>
                                        <p:tav tm="100000">
                                          <p:val>
                                            <p:strVal val="1+ppt_w/2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42" dur="500"/>
                                        <p:tgtEl>
                                          <p:spTgt spid="47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ppt_y"/>
                                          </p:val>
                                        </p:tav>
                                        <p:tav tm="100000">
                                          <p:val>
                                            <p:strVal val="ppt_y"/>
                                          </p:val>
                                        </p:tav>
                                      </p:tavLst>
                                    </p:anim>
                                    <p:set>
                                      <p:cBhvr>
                                        <p:cTn id="43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4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4" fill="hold">
                      <p:stCondLst>
                        <p:cond delay="indefinite"/>
                      </p:stCondLst>
                      <p:childTnLst>
                        <p:par>
                          <p:cTn id="45" fill="hold">
                            <p:stCondLst>
                              <p:cond delay="0"/>
                            </p:stCondLst>
                            <p:childTnLst>
                              <p:par>
                                <p:cTn id="46" presetID="2" presetClass="entr" presetSubtype="2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48" dur="500" fill="hold"/>
                                        <p:tgtEl>
                                          <p:spTgt spid="28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49" dur="500" fill="hold"/>
                                        <p:tgtEl>
                                          <p:spTgt spid="28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47" grpId="0" bldLvl="0" animBg="1"/>
      <p:bldP spid="47" grpId="1" bldLvl="0" animBg="1"/>
    </p:bldLst>
  </p:timing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1059842" name="Rectangle 2"/>
          <p:cNvSpPr>
            <a:spLocks noGrp="1" noChangeArrowheads="1"/>
          </p:cNvSpPr>
          <p:nvPr>
            <p:ph idx="1"/>
          </p:nvPr>
        </p:nvSpPr>
        <p:spPr>
          <a:xfrm>
            <a:off x="438150" y="176530"/>
            <a:ext cx="10046335" cy="6536055"/>
          </a:xfrm>
        </p:spPr>
        <p:txBody>
          <a:bodyPr vert="horz" wrap="square" lIns="91440" tIns="45720" rIns="91440" bIns="45720" numCol="1" anchor="t" anchorCtr="0" compatLnSpc="1"/>
          <a:lstStyle/>
          <a:p>
            <a:pPr marL="342900" marR="0" lvl="0" indent="-342900" algn="l" defTabSz="914400" rtl="0" eaLnBrk="1" fontAlgn="base" latinLnBrk="0" hangingPunct="1">
              <a:lnSpc>
                <a:spcPct val="100000"/>
              </a:lnSpc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80000"/>
              <a:buFont typeface="Wingdings" panose="05000000000000000000" pitchFamily="2" charset="2"/>
              <a:buNone/>
              <a:defRPr/>
            </a:pPr>
            <a:r>
              <a:rPr kumimoji="0" lang="en-US" altLang="zh-CN" sz="2400" b="0" i="0" u="none" strike="noStrike" kern="0" cap="none" spc="0" normalizeH="0" baseline="0" noProof="0" dirty="0">
                <a:ln>
                  <a:noFill/>
                </a:ln>
                <a:solidFill>
                  <a:schemeClr val="tx1"/>
                </a:solidFill>
                <a:effectLst>
                  <a:outerShdw blurRad="38100" dist="38100" dir="2700000" algn="tl">
                    <a:srgbClr val="000000"/>
                  </a:outerShdw>
                </a:effectLst>
                <a:uLnTx/>
                <a:uFillTx/>
                <a:latin typeface="+mn-lt"/>
                <a:ea typeface="+mn-ea"/>
                <a:cs typeface="+mn-cs"/>
              </a:rPr>
              <a:t> </a:t>
            </a:r>
            <a:r>
              <a:rPr kumimoji="0" lang="en-US" altLang="zh-CN" sz="2400" b="1" i="0" u="none" strike="noStrike" kern="0" cap="none" spc="0" normalizeH="0" baseline="0" noProof="0" dirty="0">
                <a:ln>
                  <a:noFill/>
                </a:ln>
                <a:solidFill>
                  <a:schemeClr val="tx1"/>
                </a:solidFill>
                <a:effectLst>
                  <a:outerShdw blurRad="38100" dist="38100" dir="2700000" algn="tl">
                    <a:srgbClr val="000000"/>
                  </a:outerShdw>
                </a:effectLst>
                <a:uLnTx/>
                <a:uFillTx/>
                <a:latin typeface="+mn-lt"/>
                <a:ea typeface="+mn-ea"/>
                <a:cs typeface="+mn-cs"/>
              </a:rPr>
              <a:t>#define m  2 </a:t>
            </a:r>
            <a:endParaRPr kumimoji="0" lang="en-US" altLang="zh-CN" sz="2400" b="1" i="0" u="none" strike="noStrike" kern="0" cap="none" spc="0" normalizeH="0" baseline="0" noProof="0" dirty="0">
              <a:ln>
                <a:noFill/>
              </a:ln>
              <a:solidFill>
                <a:schemeClr val="tx1"/>
              </a:solidFill>
              <a:effectLst>
                <a:outerShdw blurRad="38100" dist="38100" dir="2700000" algn="tl">
                  <a:srgbClr val="000000"/>
                </a:outerShdw>
              </a:effectLst>
              <a:uLnTx/>
              <a:uFillTx/>
              <a:latin typeface="+mn-lt"/>
              <a:ea typeface="+mn-ea"/>
              <a:cs typeface="+mn-cs"/>
            </a:endParaRPr>
          </a:p>
          <a:p>
            <a:pPr marL="342900" marR="0" lvl="0" indent="-342900" algn="l" defTabSz="914400" rtl="0" eaLnBrk="1" fontAlgn="base" latinLnBrk="0" hangingPunct="1">
              <a:lnSpc>
                <a:spcPct val="100000"/>
              </a:lnSpc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80000"/>
              <a:buFont typeface="Wingdings" panose="05000000000000000000" pitchFamily="2" charset="2"/>
              <a:buNone/>
              <a:defRPr/>
            </a:pPr>
            <a:r>
              <a:rPr kumimoji="0" lang="en-US" altLang="zh-CN" sz="2400" b="1" i="0" u="none" strike="noStrike" kern="0" cap="none" spc="0" normalizeH="0" baseline="0" noProof="0" dirty="0">
                <a:ln>
                  <a:noFill/>
                </a:ln>
                <a:solidFill>
                  <a:schemeClr val="tx1"/>
                </a:solidFill>
                <a:effectLst>
                  <a:outerShdw blurRad="38100" dist="38100" dir="2700000" algn="tl">
                    <a:srgbClr val="000000"/>
                  </a:outerShdw>
                </a:effectLst>
                <a:uLnTx/>
                <a:uFillTx/>
                <a:latin typeface="+mn-lt"/>
                <a:ea typeface="+mn-ea"/>
                <a:cs typeface="+mn-cs"/>
              </a:rPr>
              <a:t> #define n  3 </a:t>
            </a:r>
            <a:endParaRPr kumimoji="0" lang="en-US" altLang="zh-CN" sz="2400" b="1" i="0" u="none" strike="noStrike" kern="0" cap="none" spc="0" normalizeH="0" baseline="0" noProof="0" dirty="0">
              <a:ln>
                <a:noFill/>
              </a:ln>
              <a:solidFill>
                <a:schemeClr val="tx1"/>
              </a:solidFill>
              <a:effectLst>
                <a:outerShdw blurRad="38100" dist="38100" dir="2700000" algn="tl">
                  <a:srgbClr val="000000"/>
                </a:outerShdw>
              </a:effectLst>
              <a:uLnTx/>
              <a:uFillTx/>
              <a:latin typeface="+mn-lt"/>
              <a:ea typeface="+mn-ea"/>
              <a:cs typeface="+mn-cs"/>
            </a:endParaRPr>
          </a:p>
          <a:p>
            <a:pPr marL="342900" marR="0" lvl="0" indent="-342900" algn="l" defTabSz="914400" rtl="0" eaLnBrk="1" fontAlgn="base" latinLnBrk="0" hangingPunct="1">
              <a:lnSpc>
                <a:spcPct val="100000"/>
              </a:lnSpc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80000"/>
              <a:buFont typeface="Wingdings" panose="05000000000000000000" pitchFamily="2" charset="2"/>
              <a:buNone/>
              <a:defRPr/>
            </a:pPr>
            <a:r>
              <a:rPr kumimoji="0" lang="en-US" altLang="zh-CN" sz="2400" b="1" i="0" u="none" strike="noStrike" kern="0" cap="none" spc="0" normalizeH="0" baseline="0" noProof="0" dirty="0">
                <a:ln>
                  <a:noFill/>
                </a:ln>
                <a:solidFill>
                  <a:schemeClr val="tx1"/>
                </a:solidFill>
                <a:effectLst>
                  <a:outerShdw blurRad="38100" dist="38100" dir="2700000" algn="tl">
                    <a:srgbClr val="000000"/>
                  </a:outerShdw>
                </a:effectLst>
                <a:uLnTx/>
                <a:uFillTx/>
                <a:latin typeface="+mn-lt"/>
                <a:ea typeface="+mn-ea"/>
                <a:cs typeface="+mn-cs"/>
              </a:rPr>
              <a:t> #define p  4 </a:t>
            </a:r>
            <a:endParaRPr kumimoji="0" lang="en-US" altLang="zh-CN" sz="2400" b="1" i="0" u="none" strike="noStrike" kern="0" cap="none" spc="0" normalizeH="0" baseline="0" noProof="0" dirty="0">
              <a:ln>
                <a:noFill/>
              </a:ln>
              <a:solidFill>
                <a:schemeClr val="tx1"/>
              </a:solidFill>
              <a:effectLst>
                <a:outerShdw blurRad="38100" dist="38100" dir="2700000" algn="tl">
                  <a:srgbClr val="000000"/>
                </a:outerShdw>
              </a:effectLst>
              <a:uLnTx/>
              <a:uFillTx/>
              <a:latin typeface="+mn-lt"/>
              <a:ea typeface="+mn-ea"/>
              <a:cs typeface="+mn-cs"/>
            </a:endParaRPr>
          </a:p>
          <a:p>
            <a:pPr marL="342900" marR="0" lvl="0" indent="-342900" algn="l" defTabSz="914400" rtl="0" eaLnBrk="1" fontAlgn="base" latinLnBrk="0" hangingPunct="1">
              <a:lnSpc>
                <a:spcPct val="100000"/>
              </a:lnSpc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80000"/>
              <a:buFont typeface="Wingdings" panose="05000000000000000000" pitchFamily="2" charset="2"/>
              <a:buNone/>
              <a:defRPr/>
            </a:pPr>
            <a:r>
              <a:rPr kumimoji="0" lang="en-US" altLang="zh-CN" sz="2400" b="1" i="0" u="none" strike="noStrike" kern="0" cap="none" spc="0" normalizeH="0" baseline="0" noProof="0" dirty="0">
                <a:ln>
                  <a:noFill/>
                </a:ln>
                <a:solidFill>
                  <a:schemeClr val="tx1"/>
                </a:solidFill>
                <a:effectLst>
                  <a:outerShdw blurRad="38100" dist="38100" dir="2700000" algn="tl">
                    <a:srgbClr val="000000"/>
                  </a:outerShdw>
                </a:effectLst>
                <a:uLnTx/>
                <a:uFillTx/>
                <a:latin typeface="+mn-lt"/>
                <a:ea typeface="+mn-ea"/>
                <a:cs typeface="+mn-cs"/>
              </a:rPr>
              <a:t> </a:t>
            </a:r>
            <a:r>
              <a:rPr kumimoji="0" lang="en-US" altLang="zh-CN" sz="2400" b="1" i="0" u="none" strike="noStrike" kern="0" cap="none" spc="0" normalizeH="0" baseline="0" noProof="0" dirty="0">
                <a:ln>
                  <a:noFill/>
                </a:ln>
                <a:solidFill>
                  <a:schemeClr val="folHlink"/>
                </a:solidFill>
                <a:effectLst>
                  <a:outerShdw blurRad="38100" dist="38100" dir="2700000" algn="tl">
                    <a:srgbClr val="000000"/>
                  </a:outerShdw>
                </a:effectLst>
                <a:uLnTx/>
                <a:uFillTx/>
                <a:latin typeface="+mn-lt"/>
                <a:ea typeface="+mn-ea"/>
                <a:cs typeface="+mn-cs"/>
              </a:rPr>
              <a:t>float  a[m][</a:t>
            </a:r>
            <a:r>
              <a:rPr kumimoji="0" lang="en-US" altLang="zh-CN" sz="2400" b="1" i="0" u="none" strike="noStrike" kern="0" cap="none" spc="0" normalizeH="0" baseline="0" noProof="0" dirty="0">
                <a:ln>
                  <a:noFill/>
                </a:ln>
                <a:solidFill>
                  <a:srgbClr val="FFFF00"/>
                </a:solidFill>
                <a:effectLst>
                  <a:outerShdw blurRad="38100" dist="38100" dir="2700000" algn="tl">
                    <a:srgbClr val="000000"/>
                  </a:outerShdw>
                </a:effectLst>
                <a:uLnTx/>
                <a:uFillTx/>
                <a:latin typeface="+mn-lt"/>
                <a:ea typeface="+mn-ea"/>
                <a:cs typeface="+mn-cs"/>
              </a:rPr>
              <a:t>p</a:t>
            </a:r>
            <a:r>
              <a:rPr kumimoji="0" lang="en-US" altLang="zh-CN" sz="2400" b="1" i="0" u="none" strike="noStrike" kern="0" cap="none" spc="0" normalizeH="0" baseline="0" noProof="0" dirty="0">
                <a:ln>
                  <a:noFill/>
                </a:ln>
                <a:solidFill>
                  <a:schemeClr val="folHlink"/>
                </a:solidFill>
                <a:effectLst>
                  <a:outerShdw blurRad="38100" dist="38100" dir="2700000" algn="tl">
                    <a:srgbClr val="000000"/>
                  </a:outerShdw>
                </a:effectLst>
                <a:uLnTx/>
                <a:uFillTx/>
                <a:latin typeface="+mn-lt"/>
                <a:ea typeface="+mn-ea"/>
                <a:cs typeface="+mn-cs"/>
              </a:rPr>
              <a:t>] , b[</a:t>
            </a:r>
            <a:r>
              <a:rPr kumimoji="0" lang="en-US" altLang="zh-CN" sz="2400" b="1" i="0" u="none" strike="noStrike" kern="0" cap="none" spc="0" normalizeH="0" baseline="0" noProof="0" dirty="0">
                <a:ln>
                  <a:noFill/>
                </a:ln>
                <a:solidFill>
                  <a:srgbClr val="FFFF00"/>
                </a:solidFill>
                <a:effectLst>
                  <a:outerShdw blurRad="38100" dist="38100" dir="2700000" algn="tl">
                    <a:srgbClr val="000000"/>
                  </a:outerShdw>
                </a:effectLst>
                <a:uLnTx/>
                <a:uFillTx/>
                <a:latin typeface="+mn-lt"/>
                <a:ea typeface="+mn-ea"/>
                <a:cs typeface="+mn-cs"/>
              </a:rPr>
              <a:t>p</a:t>
            </a:r>
            <a:r>
              <a:rPr kumimoji="0" lang="en-US" altLang="zh-CN" sz="2400" b="1" i="0" u="none" strike="noStrike" kern="0" cap="none" spc="0" normalizeH="0" baseline="0" noProof="0" dirty="0">
                <a:ln>
                  <a:noFill/>
                </a:ln>
                <a:solidFill>
                  <a:schemeClr val="folHlink"/>
                </a:solidFill>
                <a:effectLst>
                  <a:outerShdw blurRad="38100" dist="38100" dir="2700000" algn="tl">
                    <a:srgbClr val="000000"/>
                  </a:outerShdw>
                </a:effectLst>
                <a:uLnTx/>
                <a:uFillTx/>
                <a:latin typeface="+mn-lt"/>
                <a:ea typeface="+mn-ea"/>
                <a:cs typeface="+mn-cs"/>
              </a:rPr>
              <a:t>][n] , c[m][n] ;	</a:t>
            </a:r>
            <a:r>
              <a:rPr kumimoji="0" lang="en-US" altLang="zh-CN" sz="2400" b="1" i="0" u="none" strike="noStrike" kern="0" cap="none" spc="0" normalizeH="0" baseline="0" noProof="0" dirty="0">
                <a:ln>
                  <a:noFill/>
                </a:ln>
                <a:solidFill>
                  <a:schemeClr val="tx1">
                    <a:lumMod val="65000"/>
                  </a:schemeClr>
                </a:solidFill>
                <a:effectLst>
                  <a:outerShdw blurRad="38100" dist="38100" dir="2700000" algn="tl">
                    <a:srgbClr val="000000"/>
                  </a:outerShdw>
                </a:effectLst>
                <a:uLnTx/>
                <a:uFillTx/>
                <a:latin typeface="+mn-lt"/>
                <a:ea typeface="+mn-ea"/>
                <a:cs typeface="+mn-cs"/>
              </a:rPr>
              <a:t>//</a:t>
            </a:r>
            <a:r>
              <a:rPr kumimoji="0" lang="zh-CN" altLang="en-US" sz="2400" b="1" i="0" u="none" strike="noStrike" kern="0" cap="none" spc="0" normalizeH="0" baseline="0" noProof="0" dirty="0">
                <a:ln>
                  <a:noFill/>
                </a:ln>
                <a:solidFill>
                  <a:schemeClr val="tx1">
                    <a:lumMod val="65000"/>
                  </a:schemeClr>
                </a:solidFill>
                <a:effectLst>
                  <a:outerShdw blurRad="38100" dist="38100" dir="2700000" algn="tl">
                    <a:srgbClr val="000000"/>
                  </a:outerShdw>
                </a:effectLst>
                <a:uLnTx/>
                <a:uFillTx/>
                <a:latin typeface="+mn-lt"/>
                <a:ea typeface="+mn-ea"/>
                <a:cs typeface="+mn-cs"/>
              </a:rPr>
              <a:t>全局数组</a:t>
            </a:r>
            <a:endParaRPr kumimoji="0" lang="en-US" altLang="zh-CN" sz="2400" b="1" i="0" u="none" strike="noStrike" kern="0" cap="none" spc="0" normalizeH="0" baseline="0" noProof="0" dirty="0">
              <a:ln>
                <a:noFill/>
              </a:ln>
              <a:solidFill>
                <a:schemeClr val="tx1">
                  <a:lumMod val="65000"/>
                </a:schemeClr>
              </a:solidFill>
              <a:effectLst>
                <a:outerShdw blurRad="38100" dist="38100" dir="2700000" algn="tl">
                  <a:srgbClr val="000000"/>
                </a:outerShdw>
              </a:effectLst>
              <a:uLnTx/>
              <a:uFillTx/>
              <a:latin typeface="+mn-lt"/>
              <a:ea typeface="+mn-ea"/>
              <a:cs typeface="+mn-cs"/>
            </a:endParaRPr>
          </a:p>
          <a:p>
            <a:pPr marL="342900" marR="0" lvl="0" indent="-342900" algn="l" defTabSz="914400" rtl="0" eaLnBrk="1" fontAlgn="base" latinLnBrk="0" hangingPunct="1">
              <a:lnSpc>
                <a:spcPct val="100000"/>
              </a:lnSpc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80000"/>
              <a:buFont typeface="Wingdings" panose="05000000000000000000" pitchFamily="2" charset="2"/>
              <a:buNone/>
              <a:defRPr/>
            </a:pPr>
            <a:r>
              <a:rPr kumimoji="0" lang="en-US" altLang="zh-CN" sz="2400" b="1" i="0" u="none" strike="noStrike" kern="0" cap="none" spc="0" normalizeH="0" baseline="0" noProof="0" dirty="0">
                <a:ln>
                  <a:noFill/>
                </a:ln>
                <a:solidFill>
                  <a:schemeClr val="tx1"/>
                </a:solidFill>
                <a:effectLst>
                  <a:outerShdw blurRad="38100" dist="38100" dir="2700000" algn="tl">
                    <a:srgbClr val="000000"/>
                  </a:outerShdw>
                </a:effectLst>
                <a:uLnTx/>
                <a:uFillTx/>
                <a:latin typeface="+mn-lt"/>
                <a:ea typeface="+mn-ea"/>
                <a:cs typeface="+mn-cs"/>
              </a:rPr>
              <a:t> </a:t>
            </a:r>
            <a:r>
              <a:rPr kumimoji="0" lang="en-US" altLang="zh-CN" sz="2400" b="1" i="0" u="none" strike="noStrike" kern="0" cap="none" spc="0" normalizeH="0" baseline="0" noProof="0" dirty="0">
                <a:ln>
                  <a:noFill/>
                </a:ln>
                <a:solidFill>
                  <a:schemeClr val="folHlink"/>
                </a:solidFill>
                <a:effectLst>
                  <a:outerShdw blurRad="38100" dist="38100" dir="2700000" algn="tl">
                    <a:srgbClr val="000000"/>
                  </a:outerShdw>
                </a:effectLst>
                <a:uLnTx/>
                <a:uFillTx/>
                <a:latin typeface="+mn-lt"/>
                <a:ea typeface="+mn-ea"/>
                <a:cs typeface="+mn-cs"/>
              </a:rPr>
              <a:t>void </a:t>
            </a:r>
            <a:r>
              <a:rPr kumimoji="0" lang="en-US" altLang="zh-CN" sz="2400" b="1" i="0" u="none" strike="noStrike" kern="0" cap="none" spc="0" normalizeH="0" baseline="0" noProof="0" dirty="0" err="1">
                <a:ln>
                  <a:noFill/>
                </a:ln>
                <a:solidFill>
                  <a:schemeClr val="folHlink"/>
                </a:solidFill>
                <a:effectLst>
                  <a:outerShdw blurRad="38100" dist="38100" dir="2700000" algn="tl">
                    <a:srgbClr val="000000"/>
                  </a:outerShdw>
                </a:effectLst>
                <a:uLnTx/>
                <a:uFillTx/>
                <a:latin typeface="+mn-lt"/>
                <a:ea typeface="+mn-ea"/>
                <a:cs typeface="+mn-cs"/>
              </a:rPr>
              <a:t>matrixproduct</a:t>
            </a:r>
            <a:r>
              <a:rPr kumimoji="0" lang="en-US" altLang="zh-CN" sz="2400" b="1" i="0" u="none" strike="noStrike" kern="0" cap="none" spc="0" normalizeH="0" baseline="0" noProof="0" dirty="0">
                <a:ln>
                  <a:noFill/>
                </a:ln>
                <a:solidFill>
                  <a:schemeClr val="folHlink"/>
                </a:solidFill>
                <a:effectLst>
                  <a:outerShdw blurRad="38100" dist="38100" dir="2700000" algn="tl">
                    <a:srgbClr val="000000"/>
                  </a:outerShdw>
                </a:effectLst>
                <a:uLnTx/>
                <a:uFillTx/>
                <a:latin typeface="+mn-lt"/>
                <a:ea typeface="+mn-ea"/>
                <a:cs typeface="+mn-cs"/>
              </a:rPr>
              <a:t> ()</a:t>
            </a:r>
            <a:r>
              <a:rPr kumimoji="0" lang="en-US" altLang="zh-CN" sz="2400" b="1" i="0" u="none" strike="noStrike" kern="0" cap="none" spc="0" normalizeH="0" baseline="0" noProof="0" dirty="0">
                <a:ln>
                  <a:noFill/>
                </a:ln>
                <a:solidFill>
                  <a:schemeClr val="tx1"/>
                </a:solidFill>
                <a:effectLst>
                  <a:outerShdw blurRad="38100" dist="38100" dir="2700000" algn="tl">
                    <a:srgbClr val="000000"/>
                  </a:outerShdw>
                </a:effectLst>
                <a:uLnTx/>
                <a:uFillTx/>
                <a:latin typeface="+mn-lt"/>
                <a:ea typeface="+mn-ea"/>
                <a:cs typeface="+mn-cs"/>
              </a:rPr>
              <a:t> {</a:t>
            </a:r>
            <a:endParaRPr kumimoji="0" lang="en-US" altLang="zh-CN" sz="2400" b="1" i="0" u="none" strike="noStrike" kern="0" cap="none" spc="0" normalizeH="0" baseline="0" noProof="0" dirty="0">
              <a:ln>
                <a:noFill/>
              </a:ln>
              <a:solidFill>
                <a:schemeClr val="tx1"/>
              </a:solidFill>
              <a:effectLst>
                <a:outerShdw blurRad="38100" dist="38100" dir="2700000" algn="tl">
                  <a:srgbClr val="000000"/>
                </a:outerShdw>
              </a:effectLst>
              <a:uLnTx/>
              <a:uFillTx/>
              <a:latin typeface="+mn-lt"/>
              <a:ea typeface="+mn-ea"/>
              <a:cs typeface="+mn-cs"/>
            </a:endParaRPr>
          </a:p>
          <a:p>
            <a:pPr marL="342900" marR="0" lvl="0" indent="-342900" algn="l" defTabSz="914400" rtl="0" eaLnBrk="1" fontAlgn="base" latinLnBrk="0" hangingPunct="1">
              <a:lnSpc>
                <a:spcPct val="100000"/>
              </a:lnSpc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80000"/>
              <a:buFont typeface="Wingdings" panose="05000000000000000000" pitchFamily="2" charset="2"/>
              <a:buNone/>
              <a:defRPr/>
            </a:pPr>
            <a:r>
              <a:rPr kumimoji="0" lang="en-US" altLang="zh-CN" sz="2400" b="1" i="0" u="none" strike="noStrike" kern="0" cap="none" spc="0" normalizeH="0" baseline="0" noProof="0" dirty="0">
                <a:ln>
                  <a:noFill/>
                </a:ln>
                <a:solidFill>
                  <a:schemeClr val="tx1"/>
                </a:solidFill>
                <a:effectLst>
                  <a:outerShdw blurRad="38100" dist="38100" dir="2700000" algn="tl">
                    <a:srgbClr val="000000"/>
                  </a:outerShdw>
                </a:effectLst>
                <a:uLnTx/>
                <a:uFillTx/>
                <a:latin typeface="+mn-lt"/>
                <a:ea typeface="+mn-ea"/>
                <a:cs typeface="+mn-cs"/>
              </a:rPr>
              <a:t>        float e ;</a:t>
            </a:r>
            <a:endParaRPr kumimoji="0" lang="en-US" altLang="zh-CN" sz="2400" b="1" i="0" u="none" strike="noStrike" kern="0" cap="none" spc="0" normalizeH="0" baseline="0" noProof="0" dirty="0">
              <a:ln>
                <a:noFill/>
              </a:ln>
              <a:solidFill>
                <a:schemeClr val="tx1"/>
              </a:solidFill>
              <a:effectLst>
                <a:outerShdw blurRad="38100" dist="38100" dir="2700000" algn="tl">
                  <a:srgbClr val="000000"/>
                </a:outerShdw>
              </a:effectLst>
              <a:uLnTx/>
              <a:uFillTx/>
              <a:latin typeface="+mn-lt"/>
              <a:ea typeface="+mn-ea"/>
              <a:cs typeface="+mn-cs"/>
            </a:endParaRPr>
          </a:p>
          <a:p>
            <a:pPr marL="342900" marR="0" lvl="0" indent="-342900" algn="l" defTabSz="914400" rtl="0" eaLnBrk="1" fontAlgn="base" latinLnBrk="0" hangingPunct="1">
              <a:lnSpc>
                <a:spcPct val="100000"/>
              </a:lnSpc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80000"/>
              <a:buFont typeface="Wingdings" panose="05000000000000000000" pitchFamily="2" charset="2"/>
              <a:buNone/>
              <a:defRPr/>
            </a:pPr>
            <a:r>
              <a:rPr kumimoji="0" lang="en-US" altLang="zh-CN" sz="2400" b="1" i="0" u="none" strike="noStrike" kern="0" cap="none" spc="0" normalizeH="0" baseline="0" noProof="0" dirty="0">
                <a:ln>
                  <a:noFill/>
                </a:ln>
                <a:solidFill>
                  <a:schemeClr val="tx1"/>
                </a:solidFill>
                <a:effectLst>
                  <a:outerShdw blurRad="38100" dist="38100" dir="2700000" algn="tl">
                    <a:srgbClr val="000000"/>
                  </a:outerShdw>
                </a:effectLst>
                <a:uLnTx/>
                <a:uFillTx/>
                <a:latin typeface="+mn-lt"/>
                <a:ea typeface="+mn-ea"/>
                <a:cs typeface="+mn-cs"/>
              </a:rPr>
              <a:t>        </a:t>
            </a:r>
            <a:r>
              <a:rPr kumimoji="0" lang="en-US" altLang="zh-CN" sz="2400" b="1" i="0" u="none" strike="noStrike" kern="0" cap="none" spc="0" normalizeH="0" baseline="0" noProof="0" dirty="0" err="1">
                <a:ln>
                  <a:noFill/>
                </a:ln>
                <a:solidFill>
                  <a:schemeClr val="tx1"/>
                </a:solidFill>
                <a:effectLst>
                  <a:outerShdw blurRad="38100" dist="38100" dir="2700000" algn="tl">
                    <a:srgbClr val="000000"/>
                  </a:outerShdw>
                </a:effectLst>
                <a:uLnTx/>
                <a:uFillTx/>
                <a:latin typeface="+mn-lt"/>
                <a:ea typeface="+mn-ea"/>
                <a:cs typeface="+mn-cs"/>
              </a:rPr>
              <a:t>int</a:t>
            </a:r>
            <a:r>
              <a:rPr kumimoji="0" lang="en-US" altLang="zh-CN" sz="2400" b="1" i="0" u="none" strike="noStrike" kern="0" cap="none" spc="0" normalizeH="0" baseline="0" noProof="0" dirty="0">
                <a:ln>
                  <a:noFill/>
                </a:ln>
                <a:solidFill>
                  <a:schemeClr val="tx1"/>
                </a:solidFill>
                <a:effectLst>
                  <a:outerShdw blurRad="38100" dist="38100" dir="2700000" algn="tl">
                    <a:srgbClr val="000000"/>
                  </a:outerShdw>
                </a:effectLst>
                <a:uLnTx/>
                <a:uFillTx/>
                <a:latin typeface="+mn-lt"/>
                <a:ea typeface="+mn-ea"/>
                <a:cs typeface="+mn-cs"/>
              </a:rPr>
              <a:t>  i , j , k  ;</a:t>
            </a:r>
            <a:endParaRPr kumimoji="0" lang="en-US" altLang="zh-CN" sz="2400" b="1" i="0" u="none" strike="noStrike" kern="0" cap="none" spc="0" normalizeH="0" baseline="0" noProof="0" dirty="0">
              <a:ln>
                <a:noFill/>
              </a:ln>
              <a:solidFill>
                <a:schemeClr val="tx1"/>
              </a:solidFill>
              <a:effectLst>
                <a:outerShdw blurRad="38100" dist="38100" dir="2700000" algn="tl">
                  <a:srgbClr val="000000"/>
                </a:outerShdw>
              </a:effectLst>
              <a:uLnTx/>
              <a:uFillTx/>
              <a:latin typeface="+mn-lt"/>
              <a:ea typeface="+mn-ea"/>
              <a:cs typeface="+mn-cs"/>
            </a:endParaRPr>
          </a:p>
          <a:p>
            <a:pPr marL="342900" marR="0" lvl="0" indent="-342900" algn="l" defTabSz="914400" rtl="0" eaLnBrk="1" fontAlgn="base" latinLnBrk="0" hangingPunct="1">
              <a:lnSpc>
                <a:spcPct val="100000"/>
              </a:lnSpc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80000"/>
              <a:buFont typeface="Wingdings" panose="05000000000000000000" pitchFamily="2" charset="2"/>
              <a:buNone/>
              <a:defRPr/>
            </a:pPr>
            <a:r>
              <a:rPr kumimoji="0" lang="en-US" altLang="zh-CN" sz="2400" b="1" i="0" u="none" strike="noStrike" kern="0" cap="none" spc="0" normalizeH="0" baseline="0" noProof="0" dirty="0">
                <a:ln>
                  <a:noFill/>
                </a:ln>
                <a:solidFill>
                  <a:schemeClr val="tx1"/>
                </a:solidFill>
                <a:effectLst>
                  <a:outerShdw blurRad="38100" dist="38100" dir="2700000" algn="tl">
                    <a:srgbClr val="000000"/>
                  </a:outerShdw>
                </a:effectLst>
                <a:uLnTx/>
                <a:uFillTx/>
                <a:latin typeface="+mn-lt"/>
                <a:ea typeface="+mn-ea"/>
                <a:cs typeface="+mn-cs"/>
              </a:rPr>
              <a:t>        for ( i=0 ; i&lt;m ;i++ ) </a:t>
            </a:r>
            <a:r>
              <a:rPr kumimoji="0" lang="en-US" altLang="zh-CN" sz="2400" b="1" i="0" u="none" strike="noStrike" kern="0" cap="none" spc="0" normalizeH="0" baseline="0" noProof="0" dirty="0">
                <a:ln>
                  <a:noFill/>
                </a:ln>
                <a:solidFill>
                  <a:schemeClr val="folHlink"/>
                </a:solidFill>
                <a:effectLst>
                  <a:outerShdw blurRad="38100" dist="38100" dir="2700000" algn="tl">
                    <a:srgbClr val="000000"/>
                  </a:outerShdw>
                </a:effectLst>
                <a:uLnTx/>
                <a:uFillTx/>
                <a:latin typeface="+mn-lt"/>
                <a:ea typeface="+mn-ea"/>
                <a:cs typeface="+mn-cs"/>
              </a:rPr>
              <a:t>//</a:t>
            </a:r>
            <a:r>
              <a:rPr kumimoji="0" lang="zh-CN" altLang="en-US" sz="2400" b="1" i="0" u="none" strike="noStrike" kern="0" cap="none" spc="0" normalizeH="0" baseline="0" noProof="0" dirty="0">
                <a:ln>
                  <a:noFill/>
                </a:ln>
                <a:solidFill>
                  <a:schemeClr val="folHlink"/>
                </a:solidFill>
                <a:effectLst>
                  <a:outerShdw blurRad="38100" dist="38100" dir="2700000" algn="tl">
                    <a:srgbClr val="000000"/>
                  </a:outerShdw>
                </a:effectLst>
                <a:uLnTx/>
                <a:uFillTx/>
                <a:latin typeface="+mn-lt"/>
                <a:ea typeface="+mn-ea"/>
                <a:cs typeface="+mn-cs"/>
              </a:rPr>
              <a:t>第</a:t>
            </a:r>
            <a:r>
              <a:rPr kumimoji="0" lang="en-US" altLang="zh-CN" sz="2400" b="1" i="0" u="none" strike="noStrike" kern="0" cap="none" spc="0" normalizeH="0" baseline="0" noProof="0" dirty="0">
                <a:ln>
                  <a:noFill/>
                </a:ln>
                <a:solidFill>
                  <a:schemeClr val="folHlink"/>
                </a:solidFill>
                <a:effectLst>
                  <a:outerShdw blurRad="38100" dist="38100" dir="2700000" algn="tl">
                    <a:srgbClr val="000000"/>
                  </a:outerShdw>
                </a:effectLst>
                <a:uLnTx/>
                <a:uFillTx/>
                <a:latin typeface="+mn-lt"/>
                <a:ea typeface="+mn-ea"/>
                <a:cs typeface="+mn-cs"/>
              </a:rPr>
              <a:t>i</a:t>
            </a:r>
            <a:r>
              <a:rPr kumimoji="0" lang="zh-CN" altLang="en-US" sz="2400" b="1" i="0" u="none" strike="noStrike" kern="0" cap="none" spc="0" normalizeH="0" baseline="0" noProof="0" dirty="0">
                <a:ln>
                  <a:noFill/>
                </a:ln>
                <a:solidFill>
                  <a:schemeClr val="folHlink"/>
                </a:solidFill>
                <a:effectLst>
                  <a:outerShdw blurRad="38100" dist="38100" dir="2700000" algn="tl">
                    <a:srgbClr val="000000"/>
                  </a:outerShdw>
                </a:effectLst>
                <a:uLnTx/>
                <a:uFillTx/>
                <a:latin typeface="+mn-lt"/>
                <a:ea typeface="+mn-ea"/>
                <a:cs typeface="+mn-cs"/>
              </a:rPr>
              <a:t>行</a:t>
            </a:r>
            <a:endParaRPr kumimoji="0" lang="zh-CN" altLang="en-US" sz="2400" b="1" i="0" u="none" strike="noStrike" kern="0" cap="none" spc="0" normalizeH="0" baseline="0" noProof="0" dirty="0">
              <a:ln>
                <a:noFill/>
              </a:ln>
              <a:solidFill>
                <a:schemeClr val="folHlink"/>
              </a:solidFill>
              <a:effectLst>
                <a:outerShdw blurRad="38100" dist="38100" dir="2700000" algn="tl">
                  <a:srgbClr val="000000"/>
                </a:outerShdw>
              </a:effectLst>
              <a:uLnTx/>
              <a:uFillTx/>
              <a:latin typeface="+mn-lt"/>
              <a:ea typeface="+mn-ea"/>
              <a:cs typeface="+mn-cs"/>
            </a:endParaRPr>
          </a:p>
          <a:p>
            <a:pPr marL="342900" marR="0" lvl="0" indent="-342900" algn="l" defTabSz="914400" rtl="0" eaLnBrk="1" fontAlgn="base" latinLnBrk="0" hangingPunct="1">
              <a:lnSpc>
                <a:spcPct val="100000"/>
              </a:lnSpc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80000"/>
              <a:buFont typeface="Wingdings" panose="05000000000000000000" pitchFamily="2" charset="2"/>
              <a:buNone/>
              <a:defRPr/>
            </a:pPr>
            <a:r>
              <a:rPr kumimoji="0" lang="zh-CN" altLang="en-US" sz="2400" b="1" i="0" u="none" strike="noStrike" kern="0" cap="none" spc="0" normalizeH="0" baseline="0" noProof="0" dirty="0">
                <a:ln>
                  <a:noFill/>
                </a:ln>
                <a:solidFill>
                  <a:schemeClr val="tx1"/>
                </a:solidFill>
                <a:effectLst>
                  <a:outerShdw blurRad="38100" dist="38100" dir="2700000" algn="tl">
                    <a:srgbClr val="000000"/>
                  </a:outerShdw>
                </a:effectLst>
                <a:uLnTx/>
                <a:uFillTx/>
                <a:latin typeface="+mn-lt"/>
                <a:ea typeface="+mn-ea"/>
                <a:cs typeface="+mn-cs"/>
              </a:rPr>
              <a:t>              </a:t>
            </a:r>
            <a:r>
              <a:rPr kumimoji="0" lang="en-US" altLang="zh-CN" sz="2400" b="1" i="0" u="none" strike="noStrike" kern="0" cap="none" spc="0" normalizeH="0" baseline="0" noProof="0" dirty="0">
                <a:ln>
                  <a:noFill/>
                </a:ln>
                <a:solidFill>
                  <a:schemeClr val="tx1"/>
                </a:solidFill>
                <a:effectLst>
                  <a:outerShdw blurRad="38100" dist="38100" dir="2700000" algn="tl">
                    <a:srgbClr val="000000"/>
                  </a:outerShdw>
                </a:effectLst>
                <a:uLnTx/>
                <a:uFillTx/>
                <a:latin typeface="+mn-lt"/>
                <a:ea typeface="+mn-ea"/>
                <a:cs typeface="+mn-cs"/>
              </a:rPr>
              <a:t>for ( j=0 ; j&lt;n ; j++ ) </a:t>
            </a:r>
            <a:r>
              <a:rPr kumimoji="0" lang="en-US" altLang="zh-CN" sz="2400" b="1" i="0" u="none" strike="noStrike" kern="0" cap="none" spc="0" normalizeH="0" baseline="0" noProof="0" dirty="0">
                <a:ln>
                  <a:noFill/>
                </a:ln>
                <a:solidFill>
                  <a:srgbClr val="FFFF00"/>
                </a:solidFill>
                <a:effectLst>
                  <a:outerShdw blurRad="38100" dist="38100" dir="2700000" algn="tl">
                    <a:srgbClr val="000000"/>
                  </a:outerShdw>
                </a:effectLst>
                <a:uLnTx/>
                <a:uFillTx/>
                <a:latin typeface="+mn-lt"/>
                <a:ea typeface="+mn-ea"/>
                <a:cs typeface="+mn-cs"/>
              </a:rPr>
              <a:t>{</a:t>
            </a:r>
            <a:r>
              <a:rPr kumimoji="0" lang="en-US" altLang="zh-CN" sz="2400" b="1" i="0" u="none" strike="noStrike" kern="0" cap="none" spc="0" normalizeH="0" baseline="0" noProof="0" dirty="0">
                <a:ln>
                  <a:noFill/>
                </a:ln>
                <a:solidFill>
                  <a:schemeClr val="tx1"/>
                </a:solidFill>
                <a:effectLst>
                  <a:outerShdw blurRad="38100" dist="38100" dir="2700000" algn="tl">
                    <a:srgbClr val="000000"/>
                  </a:outerShdw>
                </a:effectLst>
                <a:uLnTx/>
                <a:uFillTx/>
                <a:latin typeface="+mn-lt"/>
                <a:ea typeface="+mn-ea"/>
                <a:cs typeface="+mn-cs"/>
              </a:rPr>
              <a:t>  </a:t>
            </a:r>
            <a:r>
              <a:rPr kumimoji="0" lang="en-US" altLang="zh-CN" sz="2400" b="1" i="0" u="none" strike="noStrike" kern="0" cap="none" spc="0" normalizeH="0" baseline="0" noProof="0" dirty="0">
                <a:ln>
                  <a:noFill/>
                </a:ln>
                <a:solidFill>
                  <a:schemeClr val="folHlink"/>
                </a:solidFill>
                <a:effectLst>
                  <a:outerShdw blurRad="38100" dist="38100" dir="2700000" algn="tl">
                    <a:srgbClr val="000000"/>
                  </a:outerShdw>
                </a:effectLst>
                <a:uLnTx/>
                <a:uFillTx/>
                <a:latin typeface="+mn-lt"/>
                <a:ea typeface="+mn-ea"/>
                <a:cs typeface="+mn-cs"/>
              </a:rPr>
              <a:t>//</a:t>
            </a:r>
            <a:r>
              <a:rPr kumimoji="0" lang="zh-CN" altLang="en-US" sz="2400" b="1" i="0" u="none" strike="noStrike" kern="0" cap="none" spc="0" normalizeH="0" baseline="0" noProof="0" dirty="0">
                <a:ln>
                  <a:noFill/>
                </a:ln>
                <a:solidFill>
                  <a:schemeClr val="folHlink"/>
                </a:solidFill>
                <a:effectLst>
                  <a:outerShdw blurRad="38100" dist="38100" dir="2700000" algn="tl">
                    <a:srgbClr val="000000"/>
                  </a:outerShdw>
                </a:effectLst>
                <a:uLnTx/>
                <a:uFillTx/>
                <a:latin typeface="+mn-lt"/>
                <a:ea typeface="+mn-ea"/>
                <a:cs typeface="+mn-cs"/>
              </a:rPr>
              <a:t>第</a:t>
            </a:r>
            <a:r>
              <a:rPr kumimoji="0" lang="en-US" altLang="zh-CN" sz="2400" b="1" i="0" u="none" strike="noStrike" kern="0" cap="none" spc="0" normalizeH="0" baseline="0" noProof="0" dirty="0">
                <a:ln>
                  <a:noFill/>
                </a:ln>
                <a:solidFill>
                  <a:schemeClr val="folHlink"/>
                </a:solidFill>
                <a:effectLst>
                  <a:outerShdw blurRad="38100" dist="38100" dir="2700000" algn="tl">
                    <a:srgbClr val="000000"/>
                  </a:outerShdw>
                </a:effectLst>
                <a:uLnTx/>
                <a:uFillTx/>
                <a:latin typeface="+mn-lt"/>
                <a:ea typeface="+mn-ea"/>
                <a:cs typeface="+mn-cs"/>
              </a:rPr>
              <a:t>j</a:t>
            </a:r>
            <a:r>
              <a:rPr kumimoji="0" lang="zh-CN" altLang="en-US" sz="2400" b="1" i="0" u="none" strike="noStrike" kern="0" cap="none" spc="0" normalizeH="0" baseline="0" noProof="0" dirty="0">
                <a:ln>
                  <a:noFill/>
                </a:ln>
                <a:solidFill>
                  <a:schemeClr val="folHlink"/>
                </a:solidFill>
                <a:effectLst>
                  <a:outerShdw blurRad="38100" dist="38100" dir="2700000" algn="tl">
                    <a:srgbClr val="000000"/>
                  </a:outerShdw>
                </a:effectLst>
                <a:uLnTx/>
                <a:uFillTx/>
                <a:latin typeface="+mn-lt"/>
                <a:ea typeface="+mn-ea"/>
                <a:cs typeface="+mn-cs"/>
              </a:rPr>
              <a:t>列</a:t>
            </a:r>
            <a:endParaRPr kumimoji="0" lang="zh-CN" altLang="en-US" sz="2400" b="1" i="0" u="none" strike="noStrike" kern="0" cap="none" spc="0" normalizeH="0" baseline="0" noProof="0" dirty="0">
              <a:ln>
                <a:noFill/>
              </a:ln>
              <a:solidFill>
                <a:schemeClr val="folHlink"/>
              </a:solidFill>
              <a:effectLst>
                <a:outerShdw blurRad="38100" dist="38100" dir="2700000" algn="tl">
                  <a:srgbClr val="000000"/>
                </a:outerShdw>
              </a:effectLst>
              <a:uLnTx/>
              <a:uFillTx/>
              <a:latin typeface="+mn-lt"/>
              <a:ea typeface="+mn-ea"/>
              <a:cs typeface="+mn-cs"/>
            </a:endParaRPr>
          </a:p>
          <a:p>
            <a:pPr marL="342900" marR="0" lvl="0" indent="-342900" algn="l" defTabSz="914400" rtl="0" eaLnBrk="1" fontAlgn="base" latinLnBrk="0" hangingPunct="1">
              <a:lnSpc>
                <a:spcPct val="100000"/>
              </a:lnSpc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80000"/>
              <a:buFont typeface="Wingdings" panose="05000000000000000000" pitchFamily="2" charset="2"/>
              <a:buNone/>
              <a:defRPr/>
            </a:pPr>
            <a:r>
              <a:rPr kumimoji="0" lang="zh-CN" altLang="en-US" sz="2400" b="1" i="0" u="none" strike="noStrike" kern="0" cap="none" spc="0" normalizeH="0" baseline="0" noProof="0" dirty="0">
                <a:ln>
                  <a:noFill/>
                </a:ln>
                <a:solidFill>
                  <a:schemeClr val="tx1"/>
                </a:solidFill>
                <a:effectLst>
                  <a:outerShdw blurRad="38100" dist="38100" dir="2700000" algn="tl">
                    <a:srgbClr val="000000"/>
                  </a:outerShdw>
                </a:effectLst>
                <a:uLnTx/>
                <a:uFillTx/>
                <a:latin typeface="+mn-lt"/>
                <a:ea typeface="+mn-ea"/>
                <a:cs typeface="+mn-cs"/>
              </a:rPr>
              <a:t>             </a:t>
            </a:r>
            <a:r>
              <a:rPr kumimoji="0" lang="en-US" altLang="zh-CN" sz="2400" b="1" i="0" u="none" strike="noStrike" kern="0" cap="none" spc="0" normalizeH="0" baseline="0" noProof="0" dirty="0">
                <a:ln>
                  <a:noFill/>
                </a:ln>
                <a:solidFill>
                  <a:srgbClr val="FFFF00"/>
                </a:solidFill>
                <a:effectLst>
                  <a:outerShdw blurRad="38100" dist="38100" dir="2700000" algn="tl">
                    <a:srgbClr val="000000"/>
                  </a:outerShdw>
                </a:effectLst>
                <a:uLnTx/>
                <a:uFillTx/>
                <a:latin typeface="+mn-lt"/>
                <a:ea typeface="+mn-ea"/>
                <a:cs typeface="+mn-cs"/>
              </a:rPr>
              <a:t>          e = 0 ;</a:t>
            </a:r>
            <a:endParaRPr kumimoji="0" lang="en-US" altLang="zh-CN" sz="2400" b="1" i="0" u="none" strike="noStrike" kern="0" cap="none" spc="0" normalizeH="0" baseline="0" noProof="0" dirty="0">
              <a:ln>
                <a:noFill/>
              </a:ln>
              <a:solidFill>
                <a:srgbClr val="FF3300"/>
              </a:solidFill>
              <a:effectLst>
                <a:outerShdw blurRad="38100" dist="38100" dir="2700000" algn="tl">
                  <a:srgbClr val="000000"/>
                </a:outerShdw>
              </a:effectLst>
              <a:uLnTx/>
              <a:uFillTx/>
              <a:latin typeface="+mn-lt"/>
              <a:ea typeface="+mn-ea"/>
              <a:cs typeface="+mn-cs"/>
            </a:endParaRPr>
          </a:p>
          <a:p>
            <a:pPr marL="342900" marR="0" lvl="0" indent="-342900" algn="l" defTabSz="914400" rtl="0" eaLnBrk="1" fontAlgn="base" latinLnBrk="0" hangingPunct="1">
              <a:lnSpc>
                <a:spcPct val="100000"/>
              </a:lnSpc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80000"/>
              <a:buFont typeface="Wingdings" panose="05000000000000000000" pitchFamily="2" charset="2"/>
              <a:buNone/>
              <a:defRPr/>
            </a:pPr>
            <a:r>
              <a:rPr kumimoji="0" lang="en-US" altLang="zh-CN" sz="2400" b="1" i="0" u="none" strike="noStrike" kern="0" cap="none" spc="0" normalizeH="0" baseline="0" noProof="0" dirty="0">
                <a:ln>
                  <a:noFill/>
                </a:ln>
                <a:solidFill>
                  <a:schemeClr val="tx1"/>
                </a:solidFill>
                <a:effectLst>
                  <a:outerShdw blurRad="38100" dist="38100" dir="2700000" algn="tl">
                    <a:srgbClr val="000000"/>
                  </a:outerShdw>
                </a:effectLst>
                <a:uLnTx/>
                <a:uFillTx/>
                <a:latin typeface="+mn-lt"/>
                <a:ea typeface="+mn-ea"/>
                <a:cs typeface="+mn-cs"/>
              </a:rPr>
              <a:t>                       for ( k=0 ; k&lt;</a:t>
            </a:r>
            <a:r>
              <a:rPr kumimoji="0" lang="en-US" altLang="zh-CN" sz="2400" b="1" i="0" u="none" strike="noStrike" kern="0" cap="none" spc="0" normalizeH="0" baseline="0" noProof="0" dirty="0">
                <a:ln>
                  <a:noFill/>
                </a:ln>
                <a:solidFill>
                  <a:srgbClr val="FFFF00"/>
                </a:solidFill>
                <a:effectLst>
                  <a:outerShdw blurRad="38100" dist="38100" dir="2700000" algn="tl">
                    <a:srgbClr val="000000"/>
                  </a:outerShdw>
                </a:effectLst>
                <a:uLnTx/>
                <a:uFillTx/>
                <a:latin typeface="+mn-lt"/>
                <a:ea typeface="+mn-ea"/>
                <a:cs typeface="+mn-cs"/>
              </a:rPr>
              <a:t>p</a:t>
            </a:r>
            <a:r>
              <a:rPr kumimoji="0" lang="en-US" altLang="zh-CN" sz="2400" b="1" i="0" u="none" strike="noStrike" kern="0" cap="none" spc="0" normalizeH="0" baseline="0" noProof="0" dirty="0">
                <a:ln>
                  <a:noFill/>
                </a:ln>
                <a:solidFill>
                  <a:schemeClr val="tx1"/>
                </a:solidFill>
                <a:effectLst>
                  <a:outerShdw blurRad="38100" dist="38100" dir="2700000" algn="tl">
                    <a:srgbClr val="000000"/>
                  </a:outerShdw>
                </a:effectLst>
                <a:uLnTx/>
                <a:uFillTx/>
                <a:latin typeface="+mn-lt"/>
                <a:ea typeface="+mn-ea"/>
                <a:cs typeface="+mn-cs"/>
              </a:rPr>
              <a:t> ; k++ )</a:t>
            </a:r>
            <a:endParaRPr kumimoji="0" lang="en-US" altLang="zh-CN" sz="2400" b="1" i="0" u="none" strike="noStrike" kern="0" cap="none" spc="0" normalizeH="0" baseline="0" noProof="0" dirty="0">
              <a:ln>
                <a:noFill/>
              </a:ln>
              <a:solidFill>
                <a:schemeClr val="tx1"/>
              </a:solidFill>
              <a:effectLst>
                <a:outerShdw blurRad="38100" dist="38100" dir="2700000" algn="tl">
                  <a:srgbClr val="000000"/>
                </a:outerShdw>
              </a:effectLst>
              <a:uLnTx/>
              <a:uFillTx/>
              <a:latin typeface="+mn-lt"/>
              <a:ea typeface="+mn-ea"/>
              <a:cs typeface="+mn-cs"/>
            </a:endParaRPr>
          </a:p>
          <a:p>
            <a:pPr marL="342900" marR="0" lvl="0" indent="-342900" algn="l" defTabSz="914400" rtl="0" eaLnBrk="1" fontAlgn="base" latinLnBrk="0" hangingPunct="1">
              <a:lnSpc>
                <a:spcPct val="100000"/>
              </a:lnSpc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80000"/>
              <a:buFont typeface="Wingdings" panose="05000000000000000000" pitchFamily="2" charset="2"/>
              <a:buNone/>
              <a:defRPr/>
            </a:pPr>
            <a:r>
              <a:rPr kumimoji="0" lang="en-US" altLang="zh-CN" sz="2400" b="1" i="0" u="none" strike="noStrike" kern="0" cap="none" spc="0" normalizeH="0" baseline="0" noProof="0" dirty="0">
                <a:ln>
                  <a:noFill/>
                </a:ln>
                <a:solidFill>
                  <a:schemeClr val="tx1"/>
                </a:solidFill>
                <a:effectLst>
                  <a:outerShdw blurRad="38100" dist="38100" dir="2700000" algn="tl">
                    <a:srgbClr val="000000"/>
                  </a:outerShdw>
                </a:effectLst>
                <a:uLnTx/>
                <a:uFillTx/>
                <a:latin typeface="+mn-lt"/>
                <a:ea typeface="+mn-ea"/>
                <a:cs typeface="+mn-cs"/>
              </a:rPr>
              <a:t>                           </a:t>
            </a:r>
            <a:r>
              <a:rPr kumimoji="0" lang="en-US" altLang="zh-CN" sz="2400" b="1" i="0" u="none" strike="noStrike" kern="0" cap="none" spc="0" normalizeH="0" baseline="0" noProof="0" dirty="0">
                <a:ln>
                  <a:noFill/>
                </a:ln>
                <a:solidFill>
                  <a:srgbClr val="FFFF00"/>
                </a:solidFill>
                <a:effectLst>
                  <a:outerShdw blurRad="38100" dist="38100" dir="2700000" algn="tl">
                    <a:srgbClr val="000000"/>
                  </a:outerShdw>
                </a:effectLst>
                <a:uLnTx/>
                <a:uFillTx/>
                <a:latin typeface="+mn-lt"/>
                <a:ea typeface="+mn-ea"/>
                <a:cs typeface="+mn-cs"/>
              </a:rPr>
              <a:t> e += a[i][</a:t>
            </a:r>
            <a:r>
              <a:rPr kumimoji="0" lang="de-DE" altLang="zh-CN" sz="2400" b="1" i="0" u="none" strike="noStrike" kern="0" cap="none" spc="0" normalizeH="0" baseline="0" noProof="0" dirty="0">
                <a:ln>
                  <a:noFill/>
                </a:ln>
                <a:solidFill>
                  <a:schemeClr val="tx1"/>
                </a:solidFill>
                <a:effectLst>
                  <a:outerShdw blurRad="38100" dist="38100" dir="2700000" algn="tl">
                    <a:srgbClr val="000000"/>
                  </a:outerShdw>
                </a:effectLst>
                <a:uLnTx/>
                <a:uFillTx/>
                <a:latin typeface="+mn-lt"/>
                <a:ea typeface="+mn-ea"/>
                <a:cs typeface="+mn-cs"/>
              </a:rPr>
              <a:t>k</a:t>
            </a:r>
            <a:r>
              <a:rPr kumimoji="0" lang="en-US" altLang="zh-CN" sz="2400" b="1" i="0" u="none" strike="noStrike" kern="0" cap="none" spc="0" normalizeH="0" baseline="0" noProof="0" dirty="0">
                <a:ln>
                  <a:noFill/>
                </a:ln>
                <a:solidFill>
                  <a:srgbClr val="FFFF00"/>
                </a:solidFill>
                <a:effectLst>
                  <a:outerShdw blurRad="38100" dist="38100" dir="2700000" algn="tl">
                    <a:srgbClr val="000000"/>
                  </a:outerShdw>
                </a:effectLst>
                <a:uLnTx/>
                <a:uFillTx/>
                <a:latin typeface="+mn-lt"/>
                <a:ea typeface="+mn-ea"/>
                <a:cs typeface="+mn-cs"/>
              </a:rPr>
              <a:t>] * b[</a:t>
            </a:r>
            <a:r>
              <a:rPr kumimoji="0" lang="en-US" altLang="zh-CN" sz="2400" b="1" i="0" u="none" strike="noStrike" kern="0" cap="none" spc="0" normalizeH="0" baseline="0" noProof="0" dirty="0">
                <a:ln>
                  <a:noFill/>
                </a:ln>
                <a:solidFill>
                  <a:schemeClr val="tx1"/>
                </a:solidFill>
                <a:effectLst>
                  <a:outerShdw blurRad="38100" dist="38100" dir="2700000" algn="tl">
                    <a:srgbClr val="000000"/>
                  </a:outerShdw>
                </a:effectLst>
                <a:uLnTx/>
                <a:uFillTx/>
                <a:latin typeface="+mn-lt"/>
                <a:ea typeface="+mn-ea"/>
                <a:cs typeface="+mn-cs"/>
              </a:rPr>
              <a:t>k</a:t>
            </a:r>
            <a:r>
              <a:rPr kumimoji="0" lang="en-US" altLang="zh-CN" sz="2400" b="1" i="0" u="none" strike="noStrike" kern="0" cap="none" spc="0" normalizeH="0" baseline="0" noProof="0" dirty="0">
                <a:ln>
                  <a:noFill/>
                </a:ln>
                <a:solidFill>
                  <a:srgbClr val="FFFF00"/>
                </a:solidFill>
                <a:effectLst>
                  <a:outerShdw blurRad="38100" dist="38100" dir="2700000" algn="tl">
                    <a:srgbClr val="000000"/>
                  </a:outerShdw>
                </a:effectLst>
                <a:uLnTx/>
                <a:uFillTx/>
                <a:latin typeface="+mn-lt"/>
                <a:ea typeface="+mn-ea"/>
                <a:cs typeface="+mn-cs"/>
              </a:rPr>
              <a:t>][j] ;</a:t>
            </a:r>
            <a:endParaRPr kumimoji="0" lang="de-DE" altLang="zh-CN" sz="2400" b="1" i="0" u="none" strike="noStrike" kern="0" cap="none" spc="0" normalizeH="0" baseline="0" noProof="0" dirty="0">
              <a:ln>
                <a:noFill/>
              </a:ln>
              <a:solidFill>
                <a:srgbClr val="FF3300"/>
              </a:solidFill>
              <a:effectLst>
                <a:outerShdw blurRad="38100" dist="38100" dir="2700000" algn="tl">
                  <a:srgbClr val="000000"/>
                </a:outerShdw>
              </a:effectLst>
              <a:uLnTx/>
              <a:uFillTx/>
              <a:latin typeface="+mn-lt"/>
              <a:ea typeface="+mn-ea"/>
              <a:cs typeface="+mn-cs"/>
            </a:endParaRPr>
          </a:p>
          <a:p>
            <a:pPr marL="342900" marR="0" lvl="0" indent="-342900" algn="l" defTabSz="914400" rtl="0" eaLnBrk="1" fontAlgn="base" latinLnBrk="0" hangingPunct="1">
              <a:lnSpc>
                <a:spcPct val="100000"/>
              </a:lnSpc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80000"/>
              <a:buFont typeface="Wingdings" panose="05000000000000000000" pitchFamily="2" charset="2"/>
              <a:buNone/>
              <a:defRPr/>
            </a:pPr>
            <a:r>
              <a:rPr kumimoji="0" lang="de-DE" altLang="zh-CN" sz="2400" b="1" i="0" u="none" strike="noStrike" kern="0" cap="none" spc="0" normalizeH="0" baseline="0" noProof="0" dirty="0">
                <a:ln>
                  <a:noFill/>
                </a:ln>
                <a:solidFill>
                  <a:schemeClr val="tx1"/>
                </a:solidFill>
                <a:effectLst>
                  <a:outerShdw blurRad="38100" dist="38100" dir="2700000" algn="tl">
                    <a:srgbClr val="000000"/>
                  </a:outerShdw>
                </a:effectLst>
                <a:uLnTx/>
                <a:uFillTx/>
                <a:latin typeface="+mn-lt"/>
                <a:ea typeface="+mn-ea"/>
                <a:cs typeface="+mn-cs"/>
              </a:rPr>
              <a:t>                       c[i][j] = e ;</a:t>
            </a:r>
            <a:endParaRPr kumimoji="0" lang="de-DE" altLang="zh-CN" sz="2400" b="1" i="0" u="none" strike="noStrike" kern="0" cap="none" spc="0" normalizeH="0" baseline="0" noProof="0" dirty="0">
              <a:ln>
                <a:noFill/>
              </a:ln>
              <a:solidFill>
                <a:schemeClr val="tx1"/>
              </a:solidFill>
              <a:effectLst>
                <a:outerShdw blurRad="38100" dist="38100" dir="2700000" algn="tl">
                  <a:srgbClr val="000000"/>
                </a:outerShdw>
              </a:effectLst>
              <a:uLnTx/>
              <a:uFillTx/>
              <a:latin typeface="+mn-lt"/>
              <a:ea typeface="+mn-ea"/>
              <a:cs typeface="+mn-cs"/>
            </a:endParaRPr>
          </a:p>
          <a:p>
            <a:pPr marL="342900" marR="0" lvl="0" indent="-342900" algn="l" defTabSz="914400" rtl="0" eaLnBrk="1" fontAlgn="base" latinLnBrk="0" hangingPunct="1">
              <a:lnSpc>
                <a:spcPct val="100000"/>
              </a:lnSpc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80000"/>
              <a:buFont typeface="Wingdings" panose="05000000000000000000" pitchFamily="2" charset="2"/>
              <a:buNone/>
              <a:defRPr/>
            </a:pPr>
            <a:r>
              <a:rPr kumimoji="0" lang="de-DE" altLang="zh-CN" sz="2400" b="1" i="0" u="none" strike="noStrike" kern="0" cap="none" spc="0" normalizeH="0" baseline="0" noProof="0" dirty="0">
                <a:ln>
                  <a:noFill/>
                </a:ln>
                <a:solidFill>
                  <a:schemeClr val="tx1"/>
                </a:solidFill>
                <a:effectLst>
                  <a:outerShdw blurRad="38100" dist="38100" dir="2700000" algn="tl">
                    <a:srgbClr val="000000"/>
                  </a:outerShdw>
                </a:effectLst>
                <a:uLnTx/>
                <a:uFillTx/>
                <a:latin typeface="+mn-lt"/>
                <a:ea typeface="+mn-ea"/>
                <a:cs typeface="+mn-cs"/>
              </a:rPr>
              <a:t>          </a:t>
            </a:r>
            <a:r>
              <a:rPr kumimoji="0" lang="en-US" altLang="zh-CN" sz="2400" b="1" i="0" u="none" strike="noStrike" kern="0" cap="none" spc="0" normalizeH="0" baseline="0" noProof="0" dirty="0">
                <a:ln>
                  <a:noFill/>
                </a:ln>
                <a:solidFill>
                  <a:srgbClr val="FFFF00"/>
                </a:solidFill>
                <a:effectLst>
                  <a:outerShdw blurRad="38100" dist="38100" dir="2700000" algn="tl">
                    <a:srgbClr val="000000"/>
                  </a:outerShdw>
                </a:effectLst>
                <a:uLnTx/>
                <a:uFillTx/>
                <a:latin typeface="+mn-lt"/>
                <a:ea typeface="+mn-ea"/>
                <a:cs typeface="+mn-cs"/>
              </a:rPr>
              <a:t>     }</a:t>
            </a:r>
            <a:endParaRPr kumimoji="0" lang="en-US" altLang="zh-CN" sz="2400" b="1" i="0" u="none" strike="noStrike" kern="0" cap="none" spc="0" normalizeH="0" baseline="0" noProof="0" dirty="0">
              <a:ln>
                <a:noFill/>
              </a:ln>
              <a:solidFill>
                <a:srgbClr val="FF0000"/>
              </a:solidFill>
              <a:effectLst>
                <a:outerShdw blurRad="38100" dist="38100" dir="2700000" algn="tl">
                  <a:srgbClr val="000000"/>
                </a:outerShdw>
              </a:effectLst>
              <a:uLnTx/>
              <a:uFillTx/>
              <a:latin typeface="+mn-lt"/>
              <a:ea typeface="+mn-ea"/>
              <a:cs typeface="+mn-cs"/>
            </a:endParaRPr>
          </a:p>
          <a:p>
            <a:pPr marL="342900" marR="0" lvl="0" indent="-342900" algn="l" defTabSz="914400" rtl="0" eaLnBrk="1" fontAlgn="base" latinLnBrk="0" hangingPunct="1">
              <a:lnSpc>
                <a:spcPct val="100000"/>
              </a:lnSpc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80000"/>
              <a:buFont typeface="Wingdings" panose="05000000000000000000" pitchFamily="2" charset="2"/>
              <a:buNone/>
              <a:defRPr/>
            </a:pPr>
            <a:r>
              <a:rPr kumimoji="0" lang="en-US" altLang="zh-CN" sz="2400" b="1" i="0" u="none" strike="noStrike" kern="0" cap="none" spc="0" normalizeH="0" baseline="0" noProof="0" dirty="0">
                <a:ln>
                  <a:noFill/>
                </a:ln>
                <a:solidFill>
                  <a:schemeClr val="tx1"/>
                </a:solidFill>
                <a:effectLst>
                  <a:outerShdw blurRad="38100" dist="38100" dir="2700000" algn="tl">
                    <a:srgbClr val="000000"/>
                  </a:outerShdw>
                </a:effectLst>
                <a:uLnTx/>
                <a:uFillTx/>
                <a:latin typeface="+mn-lt"/>
                <a:ea typeface="+mn-ea"/>
                <a:cs typeface="+mn-cs"/>
              </a:rPr>
              <a:t>        }</a:t>
            </a:r>
            <a:endParaRPr kumimoji="0" lang="en-US" altLang="zh-CN" sz="2400" b="1" i="0" u="none" strike="noStrike" kern="0" cap="none" spc="0" normalizeH="0" baseline="0" noProof="0" dirty="0">
              <a:ln>
                <a:noFill/>
              </a:ln>
              <a:solidFill>
                <a:schemeClr val="tx1"/>
              </a:solidFill>
              <a:effectLst>
                <a:outerShdw blurRad="38100" dist="38100" dir="2700000" algn="tl">
                  <a:srgbClr val="000000"/>
                </a:outerShdw>
              </a:effectLst>
              <a:uLnTx/>
              <a:uFillTx/>
              <a:latin typeface="+mn-lt"/>
              <a:ea typeface="+mn-ea"/>
              <a:cs typeface="+mn-cs"/>
            </a:endParaRPr>
          </a:p>
        </p:txBody>
      </p:sp>
      <p:sp>
        <p:nvSpPr>
          <p:cNvPr id="18" name="灯片编号占位符 5"/>
          <p:cNvSpPr txBox="1">
            <a:spLocks noGrp="1"/>
          </p:cNvSpPr>
          <p:nvPr>
            <p:ph type="sldNum" sz="quarter" idx="4"/>
          </p:nvPr>
        </p:nvSpPr>
        <p:spPr bwMode="auto"/>
        <p:txBody>
          <a:bodyPr wrap="square" lIns="91440" tIns="45720" rIns="91440" bIns="45720" numCol="1" anchor="b" anchorCtr="0" compatLnSpc="1"/>
          <a:lstStyle>
            <a:lvl1pPr>
              <a:defRPr b="1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1pPr>
            <a:lvl2pPr marL="742950" indent="-285750">
              <a:defRPr b="1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2pPr>
            <a:lvl3pPr marL="1143000" indent="-228600">
              <a:defRPr b="1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3pPr>
            <a:lvl4pPr marL="1600200" indent="-228600">
              <a:defRPr b="1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4pPr>
            <a:lvl5pPr marL="2057400" indent="-228600">
              <a:defRPr b="1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b="1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b="1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b="1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b="1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9pPr>
          </a:lstStyle>
          <a:p>
            <a:pPr marL="0" marR="0" lvl="0" indent="0" algn="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fld id="{A4A28C1B-88E7-49F1-B7EC-8C5DDBCC02A8}" type="slidenum">
              <a:rPr kumimoji="0" lang="en-US" altLang="zh-CN" sz="1200" b="0" i="0" u="none" strike="noStrike" kern="1200" cap="none" spc="0" normalizeH="0" baseline="0" noProof="0" smtClean="0">
                <a:ln>
                  <a:noFill/>
                </a:ln>
                <a:solidFill>
                  <a:schemeClr val="tx1"/>
                </a:solidFill>
                <a:effectLst>
                  <a:outerShdw blurRad="38100" dist="38100" dir="2700000" algn="tl">
                    <a:srgbClr val="000000"/>
                  </a:outerShdw>
                </a:effectLst>
                <a:uLnTx/>
                <a:uFillTx/>
                <a:latin typeface="Tahoma" panose="020B0604030504040204" pitchFamily="34" charset="0"/>
                <a:ea typeface="宋体" panose="02010600030101010101" pitchFamily="2" charset="-122"/>
                <a:cs typeface="+mn-cs"/>
              </a:rPr>
            </a:fld>
            <a:endParaRPr kumimoji="0" lang="en-US" altLang="zh-CN" sz="1200" b="0" i="0" u="none" strike="noStrike" kern="1200" cap="none" spc="0" normalizeH="0" baseline="0" noProof="0">
              <a:ln>
                <a:noFill/>
              </a:ln>
              <a:solidFill>
                <a:schemeClr val="tx1"/>
              </a:solidFill>
              <a:effectLst>
                <a:outerShdw blurRad="38100" dist="38100" dir="2700000" algn="tl">
                  <a:srgbClr val="000000"/>
                </a:outerShdw>
              </a:effectLst>
              <a:uLnTx/>
              <a:uFillTx/>
              <a:latin typeface="Tahoma" panose="020B0604030504040204" pitchFamily="34" charset="0"/>
              <a:ea typeface="宋体" panose="02010600030101010101" pitchFamily="2" charset="-122"/>
              <a:cs typeface="+mn-cs"/>
            </a:endParaRPr>
          </a:p>
        </p:txBody>
      </p:sp>
      <p:sp>
        <p:nvSpPr>
          <p:cNvPr id="2" name="矩形 1"/>
          <p:cNvSpPr>
            <a:spLocks noRot="1" noChangeAspect="1" noMove="1" noResize="1" noEditPoints="1" noAdjustHandles="1" noChangeArrowheads="1" noChangeShapeType="1" noTextEdit="1"/>
          </p:cNvSpPr>
          <p:nvPr/>
        </p:nvSpPr>
        <p:spPr>
          <a:xfrm>
            <a:off x="7694685" y="4419574"/>
            <a:ext cx="2152577" cy="1434495"/>
          </a:xfrm>
          <a:prstGeom prst="rect">
            <a:avLst/>
          </a:prstGeom>
          <a:blipFill>
            <a:blip r:embed="rId1"/>
            <a:stretch>
              <a:fillRect/>
            </a:stretch>
          </a:blipFill>
        </p:spPr>
        <p:txBody>
          <a:bodyPr/>
          <a:lstStyle/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r>
              <a:rPr kumimoji="0" lang="zh-CN" altLang="en-US" sz="1800" b="1" i="0" u="none" strike="noStrike" kern="1200" cap="none" spc="0" normalizeH="0" baseline="0" noProof="0" dirty="0">
                <a:ln>
                  <a:noFill/>
                </a:ln>
                <a:noFill/>
                <a:effectLst/>
                <a:uLnTx/>
                <a:uFillTx/>
                <a:latin typeface="Tahoma" panose="020B0604030504040204" pitchFamily="34" charset="0"/>
                <a:ea typeface="宋体" panose="02010600030101010101" pitchFamily="2" charset="-122"/>
                <a:cs typeface="+mn-cs"/>
              </a:rPr>
              <a:t> </a:t>
            </a:r>
            <a:endParaRPr kumimoji="0" lang="zh-CN" altLang="en-US" sz="1800" b="1" i="0" u="none" strike="noStrike" kern="1200" cap="none" spc="0" normalizeH="0" baseline="0" noProof="0" dirty="0">
              <a:ln>
                <a:noFill/>
              </a:ln>
              <a:noFill/>
              <a:effectLst/>
              <a:uLnTx/>
              <a:uFillTx/>
              <a:latin typeface="Tahoma" panose="020B0604030504040204" pitchFamily="34" charset="0"/>
              <a:ea typeface="宋体" panose="02010600030101010101" pitchFamily="2" charset="-122"/>
              <a:cs typeface="+mn-cs"/>
            </a:endParaRPr>
          </a:p>
        </p:txBody>
      </p:sp>
      <p:sp>
        <p:nvSpPr>
          <p:cNvPr id="36869" name="矩形 2"/>
          <p:cNvSpPr/>
          <p:nvPr/>
        </p:nvSpPr>
        <p:spPr>
          <a:xfrm>
            <a:off x="2344738" y="4191000"/>
            <a:ext cx="4665662" cy="1295400"/>
          </a:xfrm>
          <a:prstGeom prst="rect">
            <a:avLst/>
          </a:prstGeom>
          <a:noFill/>
          <a:ln w="28575" cmpd="sng">
            <a:solidFill>
              <a:schemeClr val="tx1"/>
            </a:solidFill>
            <a:prstDash val="dash"/>
          </a:ln>
        </p:spPr>
        <p:txBody>
          <a:bodyPr wrap="square" lIns="0" rIns="0" anchor="t" anchorCtr="0">
            <a:noAutofit/>
          </a:bodyPr>
          <a:lstStyle>
            <a:lvl1pPr marL="342900" indent="-3429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80000"/>
              <a:buFont typeface="Wingdings" panose="05000000000000000000" pitchFamily="2" charset="2"/>
              <a:buChar char="n"/>
              <a:defRPr sz="3200" b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defRPr>
            </a:lvl1pPr>
            <a:lvl2pPr marL="742950" indent="-28575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Char char="–"/>
              <a:defRPr sz="2800">
                <a:solidFill>
                  <a:schemeClr val="tx1"/>
                </a:solidFill>
                <a:effectLst/>
                <a:latin typeface="+mn-lt"/>
                <a:ea typeface="+mn-ea"/>
              </a:defRPr>
            </a:lvl2pPr>
            <a:lvl3pPr marL="11430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Font typeface="Wingdings" panose="05000000000000000000" pitchFamily="2" charset="2"/>
              <a:buChar char="§"/>
              <a:defRPr sz="2400">
                <a:solidFill>
                  <a:schemeClr val="tx1"/>
                </a:solidFill>
                <a:effectLst/>
                <a:latin typeface="+mn-lt"/>
                <a:ea typeface="+mn-ea"/>
              </a:defRPr>
            </a:lvl3pPr>
            <a:lvl4pPr marL="16002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–"/>
              <a:defRPr sz="2000">
                <a:solidFill>
                  <a:schemeClr val="tx1"/>
                </a:solidFill>
                <a:effectLst/>
                <a:latin typeface="+mn-lt"/>
                <a:ea typeface="+mn-ea"/>
              </a:defRPr>
            </a:lvl4pPr>
            <a:lvl5pPr marL="20574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effectLst/>
                <a:latin typeface="+mn-lt"/>
                <a:ea typeface="+mn-ea"/>
              </a:defRPr>
            </a:lvl5pPr>
          </a:lstStyle>
          <a:p>
            <a:pPr marL="0" lvl="0" algn="l" eaLnBrk="1" hangingPunct="1">
              <a:buClrTx/>
              <a:buSzTx/>
              <a:buFontTx/>
              <a:buNone/>
            </a:pPr>
            <a:endParaRPr lang="zh-CN" altLang="en-US" b="1" dirty="0">
              <a:latin typeface="Arial" panose="020B0604020202020204" pitchFamily="34" charset="0"/>
              <a:ea typeface="宋体" panose="02010600030101010101" pitchFamily="2" charset="-122"/>
              <a:sym typeface="+mn-ea"/>
            </a:endParaRPr>
          </a:p>
        </p:txBody>
      </p:sp>
    </p:spTree>
  </p:cSld>
  <p:clrMapOvr>
    <a:masterClrMapping/>
  </p:clrMapOvr>
  <p:transition>
    <p:random/>
  </p:transition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6" name="灯片编号占位符 5"/>
          <p:cNvSpPr txBox="1">
            <a:spLocks noGrp="1"/>
          </p:cNvSpPr>
          <p:nvPr>
            <p:ph type="sldNum" sz="quarter" idx="4"/>
          </p:nvPr>
        </p:nvSpPr>
        <p:spPr bwMode="auto"/>
        <p:txBody>
          <a:bodyPr wrap="square" lIns="91440" tIns="45720" rIns="91440" bIns="45720" numCol="1" anchor="b" anchorCtr="0" compatLnSpc="1"/>
          <a:lstStyle>
            <a:lvl1pPr>
              <a:defRPr b="1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1pPr>
            <a:lvl2pPr marL="742950" indent="-285750">
              <a:defRPr b="1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2pPr>
            <a:lvl3pPr marL="1143000" indent="-228600">
              <a:defRPr b="1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3pPr>
            <a:lvl4pPr marL="1600200" indent="-228600">
              <a:defRPr b="1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4pPr>
            <a:lvl5pPr marL="2057400" indent="-228600">
              <a:defRPr b="1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b="1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b="1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b="1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b="1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9pPr>
          </a:lstStyle>
          <a:p>
            <a:pPr marL="0" marR="0" lvl="0" indent="0" algn="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fld id="{CA6D8A0B-EF85-4498-9110-E1B9313901AA}" type="slidenum">
              <a:rPr kumimoji="0" lang="en-US" altLang="zh-CN" sz="1200" b="0" i="0" u="none" strike="noStrike" kern="1200" cap="none" spc="0" normalizeH="0" baseline="0" noProof="0" smtClean="0">
                <a:ln>
                  <a:noFill/>
                </a:ln>
                <a:solidFill>
                  <a:schemeClr val="tx1"/>
                </a:solidFill>
                <a:effectLst>
                  <a:outerShdw blurRad="38100" dist="38100" dir="2700000" algn="tl">
                    <a:srgbClr val="000000"/>
                  </a:outerShdw>
                </a:effectLst>
                <a:uLnTx/>
                <a:uFillTx/>
                <a:latin typeface="Tahoma" panose="020B0604030504040204" pitchFamily="34" charset="0"/>
                <a:ea typeface="宋体" panose="02010600030101010101" pitchFamily="2" charset="-122"/>
                <a:cs typeface="+mn-cs"/>
              </a:rPr>
            </a:fld>
            <a:endParaRPr kumimoji="0" lang="en-US" altLang="zh-CN" sz="1200" b="0" i="0" u="none" strike="noStrike" kern="1200" cap="none" spc="0" normalizeH="0" baseline="0" noProof="0">
              <a:ln>
                <a:noFill/>
              </a:ln>
              <a:solidFill>
                <a:schemeClr val="tx1"/>
              </a:solidFill>
              <a:effectLst>
                <a:outerShdw blurRad="38100" dist="38100" dir="2700000" algn="tl">
                  <a:srgbClr val="000000"/>
                </a:outerShdw>
              </a:effectLst>
              <a:uLnTx/>
              <a:uFillTx/>
              <a:latin typeface="Tahoma" panose="020B0604030504040204" pitchFamily="34" charset="0"/>
              <a:ea typeface="宋体" panose="02010600030101010101" pitchFamily="2" charset="-122"/>
              <a:cs typeface="+mn-cs"/>
            </a:endParaRPr>
          </a:p>
        </p:txBody>
      </p:sp>
      <p:sp>
        <p:nvSpPr>
          <p:cNvPr id="1317891" name="Rectangle 3"/>
          <p:cNvSpPr>
            <a:spLocks noGrp="1" noChangeArrowheads="1"/>
          </p:cNvSpPr>
          <p:nvPr>
            <p:ph idx="1"/>
          </p:nvPr>
        </p:nvSpPr>
        <p:spPr>
          <a:xfrm>
            <a:off x="0" y="0"/>
            <a:ext cx="10848975" cy="7173913"/>
          </a:xfrm>
        </p:spPr>
        <p:txBody>
          <a:bodyPr vert="horz" wrap="square" lIns="91440" tIns="45720" rIns="91440" bIns="45720" numCol="1" anchor="t" anchorCtr="0" compatLnSpc="1"/>
          <a:lstStyle/>
          <a:p>
            <a:pPr marL="342900" marR="0" lvl="0" indent="-342900" algn="l" defTabSz="914400" rtl="0" eaLnBrk="1" fontAlgn="base" latinLnBrk="0" hangingPunct="1">
              <a:lnSpc>
                <a:spcPct val="80000"/>
              </a:lnSpc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80000"/>
              <a:buFont typeface="Wingdings" panose="05000000000000000000" pitchFamily="2" charset="2"/>
              <a:buNone/>
              <a:defRPr/>
            </a:pPr>
            <a:r>
              <a:rPr kumimoji="0" lang="en-US" altLang="zh-CN" sz="2200" b="1" i="0" u="none" strike="noStrike" kern="0" cap="none" spc="0" normalizeH="0" baseline="0" noProof="0" dirty="0" err="1">
                <a:ln>
                  <a:noFill/>
                </a:ln>
                <a:solidFill>
                  <a:schemeClr val="tx1"/>
                </a:solidFill>
                <a:effectLst>
                  <a:outerShdw blurRad="38100" dist="38100" dir="2700000" algn="tl">
                    <a:srgbClr val="000000"/>
                  </a:outerShdw>
                </a:effectLst>
                <a:uLnTx/>
                <a:uFillTx/>
                <a:latin typeface="+mn-lt"/>
                <a:ea typeface="+mn-ea"/>
                <a:cs typeface="+mn-cs"/>
              </a:rPr>
              <a:t>int</a:t>
            </a:r>
            <a:r>
              <a:rPr kumimoji="0" lang="en-US" altLang="zh-CN" sz="2200" b="1" i="0" u="none" strike="noStrike" kern="0" cap="none" spc="0" normalizeH="0" baseline="0" noProof="0" dirty="0">
                <a:ln>
                  <a:noFill/>
                </a:ln>
                <a:solidFill>
                  <a:schemeClr val="tx1"/>
                </a:solidFill>
                <a:effectLst>
                  <a:outerShdw blurRad="38100" dist="38100" dir="2700000" algn="tl">
                    <a:srgbClr val="000000"/>
                  </a:outerShdw>
                </a:effectLst>
                <a:uLnTx/>
                <a:uFillTx/>
                <a:latin typeface="+mn-lt"/>
                <a:ea typeface="+mn-ea"/>
                <a:cs typeface="+mn-cs"/>
              </a:rPr>
              <a:t> main(){</a:t>
            </a:r>
            <a:endParaRPr kumimoji="0" lang="en-US" altLang="zh-CN" sz="2200" b="1" i="0" u="none" strike="noStrike" kern="0" cap="none" spc="0" normalizeH="0" baseline="0" noProof="0" dirty="0">
              <a:ln>
                <a:noFill/>
              </a:ln>
              <a:solidFill>
                <a:schemeClr val="tx1"/>
              </a:solidFill>
              <a:effectLst>
                <a:outerShdw blurRad="38100" dist="38100" dir="2700000" algn="tl">
                  <a:srgbClr val="000000"/>
                </a:outerShdw>
              </a:effectLst>
              <a:uLnTx/>
              <a:uFillTx/>
              <a:latin typeface="+mn-lt"/>
              <a:ea typeface="+mn-ea"/>
              <a:cs typeface="+mn-cs"/>
            </a:endParaRPr>
          </a:p>
          <a:p>
            <a:pPr marL="342900" marR="0" lvl="0" indent="-342900" algn="l" defTabSz="914400" rtl="0" eaLnBrk="1" fontAlgn="base" latinLnBrk="0" hangingPunct="1">
              <a:lnSpc>
                <a:spcPct val="80000"/>
              </a:lnSpc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80000"/>
              <a:buFont typeface="Wingdings" panose="05000000000000000000" pitchFamily="2" charset="2"/>
              <a:buNone/>
              <a:defRPr/>
            </a:pPr>
            <a:r>
              <a:rPr kumimoji="0" lang="en-US" altLang="zh-CN" sz="2200" b="1" i="0" u="none" strike="noStrike" kern="0" cap="none" spc="0" normalizeH="0" baseline="0" noProof="0" dirty="0">
                <a:ln>
                  <a:noFill/>
                </a:ln>
                <a:solidFill>
                  <a:schemeClr val="tx1"/>
                </a:solidFill>
                <a:effectLst>
                  <a:outerShdw blurRad="38100" dist="38100" dir="2700000" algn="tl">
                    <a:srgbClr val="000000"/>
                  </a:outerShdw>
                </a:effectLst>
                <a:uLnTx/>
                <a:uFillTx/>
                <a:latin typeface="+mn-lt"/>
                <a:ea typeface="+mn-ea"/>
                <a:cs typeface="+mn-cs"/>
              </a:rPr>
              <a:t>	</a:t>
            </a:r>
            <a:r>
              <a:rPr kumimoji="0" lang="en-US" altLang="zh-CN" sz="2200" b="1" i="0" u="none" strike="noStrike" kern="0" cap="none" spc="0" normalizeH="0" baseline="0" noProof="0" dirty="0" err="1">
                <a:ln>
                  <a:noFill/>
                </a:ln>
                <a:solidFill>
                  <a:schemeClr val="tx1"/>
                </a:solidFill>
                <a:effectLst>
                  <a:outerShdw blurRad="38100" dist="38100" dir="2700000" algn="tl">
                    <a:srgbClr val="000000"/>
                  </a:outerShdw>
                </a:effectLst>
                <a:uLnTx/>
                <a:uFillTx/>
                <a:latin typeface="+mn-lt"/>
                <a:ea typeface="+mn-ea"/>
                <a:cs typeface="+mn-cs"/>
              </a:rPr>
              <a:t>int</a:t>
            </a:r>
            <a:r>
              <a:rPr kumimoji="0" lang="en-US" altLang="zh-CN" sz="2200" b="1" i="0" u="none" strike="noStrike" kern="0" cap="none" spc="0" normalizeH="0" baseline="0" noProof="0" dirty="0">
                <a:ln>
                  <a:noFill/>
                </a:ln>
                <a:solidFill>
                  <a:schemeClr val="tx1"/>
                </a:solidFill>
                <a:effectLst>
                  <a:outerShdw blurRad="38100" dist="38100" dir="2700000" algn="tl">
                    <a:srgbClr val="000000"/>
                  </a:outerShdw>
                </a:effectLst>
                <a:uLnTx/>
                <a:uFillTx/>
                <a:latin typeface="+mn-lt"/>
                <a:ea typeface="+mn-ea"/>
                <a:cs typeface="+mn-cs"/>
              </a:rPr>
              <a:t> </a:t>
            </a:r>
            <a:r>
              <a:rPr kumimoji="0" lang="en-US" altLang="zh-CN" sz="2200" b="1" i="0" u="none" strike="noStrike" kern="0" cap="none" spc="0" normalizeH="0" baseline="0" noProof="0" dirty="0" err="1">
                <a:ln>
                  <a:noFill/>
                </a:ln>
                <a:solidFill>
                  <a:schemeClr val="tx1"/>
                </a:solidFill>
                <a:effectLst>
                  <a:outerShdw blurRad="38100" dist="38100" dir="2700000" algn="tl">
                    <a:srgbClr val="000000"/>
                  </a:outerShdw>
                </a:effectLst>
                <a:uLnTx/>
                <a:uFillTx/>
                <a:latin typeface="+mn-lt"/>
                <a:ea typeface="+mn-ea"/>
                <a:cs typeface="+mn-cs"/>
              </a:rPr>
              <a:t>i,j</a:t>
            </a:r>
            <a:r>
              <a:rPr kumimoji="0" lang="en-US" altLang="zh-CN" sz="2200" b="1" i="0" u="none" strike="noStrike" kern="0" cap="none" spc="0" normalizeH="0" baseline="0" noProof="0" dirty="0">
                <a:ln>
                  <a:noFill/>
                </a:ln>
                <a:solidFill>
                  <a:schemeClr val="tx1"/>
                </a:solidFill>
                <a:effectLst>
                  <a:outerShdw blurRad="38100" dist="38100" dir="2700000" algn="tl">
                    <a:srgbClr val="000000"/>
                  </a:outerShdw>
                </a:effectLst>
                <a:uLnTx/>
                <a:uFillTx/>
                <a:latin typeface="+mn-lt"/>
                <a:ea typeface="+mn-ea"/>
                <a:cs typeface="+mn-cs"/>
              </a:rPr>
              <a:t>;</a:t>
            </a:r>
            <a:endParaRPr kumimoji="0" lang="en-US" altLang="zh-CN" sz="2200" b="1" i="0" u="none" strike="noStrike" kern="0" cap="none" spc="0" normalizeH="0" baseline="0" noProof="0" dirty="0">
              <a:ln>
                <a:noFill/>
              </a:ln>
              <a:solidFill>
                <a:schemeClr val="tx1"/>
              </a:solidFill>
              <a:effectLst>
                <a:outerShdw blurRad="38100" dist="38100" dir="2700000" algn="tl">
                  <a:srgbClr val="000000"/>
                </a:outerShdw>
              </a:effectLst>
              <a:uLnTx/>
              <a:uFillTx/>
              <a:latin typeface="+mn-lt"/>
              <a:ea typeface="+mn-ea"/>
              <a:cs typeface="+mn-cs"/>
            </a:endParaRPr>
          </a:p>
          <a:p>
            <a:pPr marL="342900" marR="0" lvl="0" indent="-342900" algn="l" defTabSz="914400" rtl="0" eaLnBrk="1" fontAlgn="base" latinLnBrk="0" hangingPunct="1">
              <a:lnSpc>
                <a:spcPct val="80000"/>
              </a:lnSpc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80000"/>
              <a:buFont typeface="Wingdings" panose="05000000000000000000" pitchFamily="2" charset="2"/>
              <a:buNone/>
              <a:defRPr/>
            </a:pPr>
            <a:r>
              <a:rPr kumimoji="0" lang="en-US" altLang="zh-CN" sz="2200" b="1" i="0" u="none" strike="noStrike" kern="0" cap="none" spc="0" normalizeH="0" baseline="0" noProof="0" dirty="0">
                <a:ln>
                  <a:noFill/>
                </a:ln>
                <a:solidFill>
                  <a:schemeClr val="tx1"/>
                </a:solidFill>
                <a:effectLst>
                  <a:outerShdw blurRad="38100" dist="38100" dir="2700000" algn="tl">
                    <a:srgbClr val="000000"/>
                  </a:outerShdw>
                </a:effectLst>
                <a:uLnTx/>
                <a:uFillTx/>
                <a:latin typeface="+mn-lt"/>
                <a:ea typeface="+mn-ea"/>
                <a:cs typeface="+mn-cs"/>
              </a:rPr>
              <a:t>	</a:t>
            </a:r>
            <a:r>
              <a:rPr kumimoji="0" lang="en-US" altLang="zh-CN" sz="2200" b="1" i="0" u="none" strike="noStrike" kern="0" cap="none" spc="0" normalizeH="0" baseline="0" noProof="0" dirty="0" err="1">
                <a:ln>
                  <a:noFill/>
                </a:ln>
                <a:solidFill>
                  <a:schemeClr val="tx1"/>
                </a:solidFill>
                <a:effectLst>
                  <a:outerShdw blurRad="38100" dist="38100" dir="2700000" algn="tl">
                    <a:srgbClr val="000000"/>
                  </a:outerShdw>
                </a:effectLst>
                <a:uLnTx/>
                <a:uFillTx/>
                <a:latin typeface="+mn-lt"/>
                <a:ea typeface="+mn-ea"/>
                <a:cs typeface="+mn-cs"/>
              </a:rPr>
              <a:t>printf</a:t>
            </a:r>
            <a:r>
              <a:rPr kumimoji="0" lang="en-US" altLang="zh-CN" sz="2200" b="1" i="0" u="none" strike="noStrike" kern="0" cap="none" spc="0" normalizeH="0" baseline="0" noProof="0" dirty="0">
                <a:ln>
                  <a:noFill/>
                </a:ln>
                <a:solidFill>
                  <a:schemeClr val="tx1"/>
                </a:solidFill>
                <a:effectLst>
                  <a:outerShdw blurRad="38100" dist="38100" dir="2700000" algn="tl">
                    <a:srgbClr val="000000"/>
                  </a:outerShdw>
                </a:effectLst>
                <a:uLnTx/>
                <a:uFillTx/>
                <a:latin typeface="+mn-lt"/>
                <a:ea typeface="+mn-ea"/>
                <a:cs typeface="+mn-cs"/>
              </a:rPr>
              <a:t>(“Please input a[%d][%d]:\n",</a:t>
            </a:r>
            <a:r>
              <a:rPr kumimoji="0" lang="en-US" altLang="zh-CN" sz="2200" b="1" i="0" u="none" strike="noStrike" kern="0" cap="none" spc="0" normalizeH="0" baseline="0" noProof="0" dirty="0" err="1">
                <a:ln>
                  <a:noFill/>
                </a:ln>
                <a:solidFill>
                  <a:schemeClr val="tx1"/>
                </a:solidFill>
                <a:effectLst>
                  <a:outerShdw blurRad="38100" dist="38100" dir="2700000" algn="tl">
                    <a:srgbClr val="000000"/>
                  </a:outerShdw>
                </a:effectLst>
                <a:uLnTx/>
                <a:uFillTx/>
                <a:latin typeface="+mn-lt"/>
                <a:ea typeface="+mn-ea"/>
                <a:cs typeface="+mn-cs"/>
              </a:rPr>
              <a:t>m,p</a:t>
            </a:r>
            <a:r>
              <a:rPr kumimoji="0" lang="en-US" altLang="zh-CN" sz="2200" b="1" i="0" u="none" strike="noStrike" kern="0" cap="none" spc="0" normalizeH="0" baseline="0" noProof="0" dirty="0">
                <a:ln>
                  <a:noFill/>
                </a:ln>
                <a:solidFill>
                  <a:schemeClr val="tx1"/>
                </a:solidFill>
                <a:effectLst>
                  <a:outerShdw blurRad="38100" dist="38100" dir="2700000" algn="tl">
                    <a:srgbClr val="000000"/>
                  </a:outerShdw>
                </a:effectLst>
                <a:uLnTx/>
                <a:uFillTx/>
                <a:latin typeface="+mn-lt"/>
                <a:ea typeface="+mn-ea"/>
                <a:cs typeface="+mn-cs"/>
              </a:rPr>
              <a:t>);</a:t>
            </a:r>
            <a:endParaRPr kumimoji="0" lang="en-US" altLang="zh-CN" sz="2200" b="1" i="0" u="none" strike="noStrike" kern="0" cap="none" spc="0" normalizeH="0" baseline="0" noProof="0" dirty="0">
              <a:ln>
                <a:noFill/>
              </a:ln>
              <a:solidFill>
                <a:schemeClr val="tx1"/>
              </a:solidFill>
              <a:effectLst>
                <a:outerShdw blurRad="38100" dist="38100" dir="2700000" algn="tl">
                  <a:srgbClr val="000000"/>
                </a:outerShdw>
              </a:effectLst>
              <a:uLnTx/>
              <a:uFillTx/>
              <a:latin typeface="+mn-lt"/>
              <a:ea typeface="+mn-ea"/>
              <a:cs typeface="+mn-cs"/>
            </a:endParaRPr>
          </a:p>
          <a:p>
            <a:pPr marL="342900" marR="0" lvl="0" indent="-342900" algn="l" defTabSz="914400" rtl="0" eaLnBrk="1" fontAlgn="base" latinLnBrk="0" hangingPunct="1">
              <a:lnSpc>
                <a:spcPct val="80000"/>
              </a:lnSpc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80000"/>
              <a:buFont typeface="Wingdings" panose="05000000000000000000" pitchFamily="2" charset="2"/>
              <a:buNone/>
              <a:defRPr/>
            </a:pPr>
            <a:r>
              <a:rPr kumimoji="0" lang="en-US" altLang="zh-CN" sz="2200" b="1" i="0" u="none" strike="noStrike" kern="0" cap="none" spc="0" normalizeH="0" baseline="0" noProof="0" dirty="0">
                <a:ln>
                  <a:noFill/>
                </a:ln>
                <a:solidFill>
                  <a:schemeClr val="tx1"/>
                </a:solidFill>
                <a:effectLst>
                  <a:outerShdw blurRad="38100" dist="38100" dir="2700000" algn="tl">
                    <a:srgbClr val="000000"/>
                  </a:outerShdw>
                </a:effectLst>
                <a:uLnTx/>
                <a:uFillTx/>
                <a:latin typeface="+mn-lt"/>
                <a:ea typeface="+mn-ea"/>
                <a:cs typeface="+mn-cs"/>
              </a:rPr>
              <a:t>	for(i=0;i&lt;</a:t>
            </a:r>
            <a:r>
              <a:rPr kumimoji="0" lang="en-US" altLang="zh-CN" sz="2200" b="1" i="0" u="none" strike="noStrike" kern="0" cap="none" spc="0" normalizeH="0" baseline="0" noProof="0" dirty="0" err="1">
                <a:ln>
                  <a:noFill/>
                </a:ln>
                <a:solidFill>
                  <a:schemeClr val="hlink"/>
                </a:solidFill>
                <a:effectLst>
                  <a:outerShdw blurRad="38100" dist="38100" dir="2700000" algn="tl">
                    <a:srgbClr val="000000"/>
                  </a:outerShdw>
                </a:effectLst>
                <a:uLnTx/>
                <a:uFillTx/>
                <a:latin typeface="+mn-lt"/>
                <a:ea typeface="+mn-ea"/>
                <a:cs typeface="+mn-cs"/>
              </a:rPr>
              <a:t>m</a:t>
            </a:r>
            <a:r>
              <a:rPr kumimoji="0" lang="en-US" altLang="zh-CN" sz="2200" b="1" i="0" u="none" strike="noStrike" kern="0" cap="none" spc="0" normalizeH="0" baseline="0" noProof="0" dirty="0" err="1">
                <a:ln>
                  <a:noFill/>
                </a:ln>
                <a:solidFill>
                  <a:schemeClr val="tx1"/>
                </a:solidFill>
                <a:effectLst>
                  <a:outerShdw blurRad="38100" dist="38100" dir="2700000" algn="tl">
                    <a:srgbClr val="000000"/>
                  </a:outerShdw>
                </a:effectLst>
                <a:uLnTx/>
                <a:uFillTx/>
                <a:latin typeface="+mn-lt"/>
                <a:ea typeface="+mn-ea"/>
                <a:cs typeface="+mn-cs"/>
              </a:rPr>
              <a:t>;i</a:t>
            </a:r>
            <a:r>
              <a:rPr kumimoji="0" lang="en-US" altLang="zh-CN" sz="2200" b="1" i="0" u="none" strike="noStrike" kern="0" cap="none" spc="0" normalizeH="0" baseline="0" noProof="0" dirty="0">
                <a:ln>
                  <a:noFill/>
                </a:ln>
                <a:solidFill>
                  <a:schemeClr val="tx1"/>
                </a:solidFill>
                <a:effectLst>
                  <a:outerShdw blurRad="38100" dist="38100" dir="2700000" algn="tl">
                    <a:srgbClr val="000000"/>
                  </a:outerShdw>
                </a:effectLst>
                <a:uLnTx/>
                <a:uFillTx/>
                <a:latin typeface="+mn-lt"/>
                <a:ea typeface="+mn-ea"/>
                <a:cs typeface="+mn-cs"/>
              </a:rPr>
              <a:t>++) //</a:t>
            </a:r>
            <a:r>
              <a:rPr kumimoji="0" lang="zh-CN" altLang="en-US" sz="2200" b="1" i="0" u="none" strike="noStrike" kern="0" cap="none" spc="0" normalizeH="0" baseline="0" noProof="0" dirty="0">
                <a:ln>
                  <a:noFill/>
                </a:ln>
                <a:solidFill>
                  <a:schemeClr val="tx1"/>
                </a:solidFill>
                <a:effectLst>
                  <a:outerShdw blurRad="38100" dist="38100" dir="2700000" algn="tl">
                    <a:srgbClr val="000000"/>
                  </a:outerShdw>
                </a:effectLst>
                <a:uLnTx/>
                <a:uFillTx/>
                <a:latin typeface="+mn-lt"/>
                <a:ea typeface="+mn-ea"/>
                <a:cs typeface="+mn-cs"/>
              </a:rPr>
              <a:t>输入矩阵 </a:t>
            </a:r>
            <a:r>
              <a:rPr kumimoji="0" lang="en-US" altLang="zh-CN" sz="2200" b="1" i="0" u="none" strike="noStrike" kern="0" cap="none" spc="0" normalizeH="0" baseline="0" noProof="0" dirty="0">
                <a:ln>
                  <a:noFill/>
                </a:ln>
                <a:solidFill>
                  <a:schemeClr val="tx1"/>
                </a:solidFill>
                <a:effectLst>
                  <a:outerShdw blurRad="38100" dist="38100" dir="2700000" algn="tl">
                    <a:srgbClr val="000000"/>
                  </a:outerShdw>
                </a:effectLst>
                <a:uLnTx/>
                <a:uFillTx/>
                <a:latin typeface="+mn-lt"/>
                <a:ea typeface="+mn-ea"/>
                <a:cs typeface="+mn-cs"/>
              </a:rPr>
              <a:t>a</a:t>
            </a:r>
            <a:endParaRPr kumimoji="0" lang="en-US" altLang="zh-CN" sz="2200" b="1" i="0" u="none" strike="noStrike" kern="0" cap="none" spc="0" normalizeH="0" baseline="0" noProof="0" dirty="0">
              <a:ln>
                <a:noFill/>
              </a:ln>
              <a:solidFill>
                <a:schemeClr val="tx1"/>
              </a:solidFill>
              <a:effectLst>
                <a:outerShdw blurRad="38100" dist="38100" dir="2700000" algn="tl">
                  <a:srgbClr val="000000"/>
                </a:outerShdw>
              </a:effectLst>
              <a:uLnTx/>
              <a:uFillTx/>
              <a:latin typeface="+mn-lt"/>
              <a:ea typeface="+mn-ea"/>
              <a:cs typeface="+mn-cs"/>
            </a:endParaRPr>
          </a:p>
          <a:p>
            <a:pPr marL="342900" marR="0" lvl="0" indent="-342900" algn="l" defTabSz="914400" rtl="0" eaLnBrk="1" fontAlgn="base" latinLnBrk="0" hangingPunct="1">
              <a:lnSpc>
                <a:spcPct val="80000"/>
              </a:lnSpc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80000"/>
              <a:buFont typeface="Wingdings" panose="05000000000000000000" pitchFamily="2" charset="2"/>
              <a:buNone/>
              <a:defRPr/>
            </a:pPr>
            <a:r>
              <a:rPr kumimoji="0" lang="en-US" altLang="zh-CN" sz="2200" b="1" i="0" u="none" strike="noStrike" kern="0" cap="none" spc="0" normalizeH="0" baseline="0" noProof="0" dirty="0">
                <a:ln>
                  <a:noFill/>
                </a:ln>
                <a:solidFill>
                  <a:schemeClr val="tx1"/>
                </a:solidFill>
                <a:effectLst>
                  <a:outerShdw blurRad="38100" dist="38100" dir="2700000" algn="tl">
                    <a:srgbClr val="000000"/>
                  </a:outerShdw>
                </a:effectLst>
                <a:uLnTx/>
                <a:uFillTx/>
                <a:latin typeface="+mn-lt"/>
                <a:ea typeface="+mn-ea"/>
                <a:cs typeface="+mn-cs"/>
              </a:rPr>
              <a:t>		for(j=0;j&lt;</a:t>
            </a:r>
            <a:r>
              <a:rPr kumimoji="0" lang="en-US" altLang="zh-CN" sz="2200" b="1" i="0" u="none" strike="noStrike" kern="0" cap="none" spc="0" normalizeH="0" baseline="0" noProof="0" dirty="0" err="1">
                <a:ln>
                  <a:noFill/>
                </a:ln>
                <a:solidFill>
                  <a:schemeClr val="hlink"/>
                </a:solidFill>
                <a:effectLst>
                  <a:outerShdw blurRad="38100" dist="38100" dir="2700000" algn="tl">
                    <a:srgbClr val="000000"/>
                  </a:outerShdw>
                </a:effectLst>
                <a:uLnTx/>
                <a:uFillTx/>
                <a:latin typeface="+mn-lt"/>
                <a:ea typeface="+mn-ea"/>
                <a:cs typeface="+mn-cs"/>
              </a:rPr>
              <a:t>p</a:t>
            </a:r>
            <a:r>
              <a:rPr kumimoji="0" lang="en-US" altLang="zh-CN" sz="2200" b="1" i="0" u="none" strike="noStrike" kern="0" cap="none" spc="0" normalizeH="0" baseline="0" noProof="0" dirty="0" err="1">
                <a:ln>
                  <a:noFill/>
                </a:ln>
                <a:solidFill>
                  <a:schemeClr val="tx1"/>
                </a:solidFill>
                <a:effectLst>
                  <a:outerShdw blurRad="38100" dist="38100" dir="2700000" algn="tl">
                    <a:srgbClr val="000000"/>
                  </a:outerShdw>
                </a:effectLst>
                <a:uLnTx/>
                <a:uFillTx/>
                <a:latin typeface="+mn-lt"/>
                <a:ea typeface="+mn-ea"/>
                <a:cs typeface="+mn-cs"/>
              </a:rPr>
              <a:t>;j</a:t>
            </a:r>
            <a:r>
              <a:rPr kumimoji="0" lang="en-US" altLang="zh-CN" sz="2200" b="1" i="0" u="none" strike="noStrike" kern="0" cap="none" spc="0" normalizeH="0" baseline="0" noProof="0" dirty="0">
                <a:ln>
                  <a:noFill/>
                </a:ln>
                <a:solidFill>
                  <a:schemeClr val="tx1"/>
                </a:solidFill>
                <a:effectLst>
                  <a:outerShdw blurRad="38100" dist="38100" dir="2700000" algn="tl">
                    <a:srgbClr val="000000"/>
                  </a:outerShdw>
                </a:effectLst>
                <a:uLnTx/>
                <a:uFillTx/>
                <a:latin typeface="+mn-lt"/>
                <a:ea typeface="+mn-ea"/>
                <a:cs typeface="+mn-cs"/>
              </a:rPr>
              <a:t>++)</a:t>
            </a:r>
            <a:endParaRPr kumimoji="0" lang="en-US" altLang="zh-CN" sz="2200" b="1" i="0" u="none" strike="noStrike" kern="0" cap="none" spc="0" normalizeH="0" baseline="0" noProof="0" dirty="0">
              <a:ln>
                <a:noFill/>
              </a:ln>
              <a:solidFill>
                <a:schemeClr val="tx1"/>
              </a:solidFill>
              <a:effectLst>
                <a:outerShdw blurRad="38100" dist="38100" dir="2700000" algn="tl">
                  <a:srgbClr val="000000"/>
                </a:outerShdw>
              </a:effectLst>
              <a:uLnTx/>
              <a:uFillTx/>
              <a:latin typeface="+mn-lt"/>
              <a:ea typeface="+mn-ea"/>
              <a:cs typeface="+mn-cs"/>
            </a:endParaRPr>
          </a:p>
          <a:p>
            <a:pPr marL="342900" marR="0" lvl="0" indent="-342900" algn="l" defTabSz="914400" rtl="0" eaLnBrk="1" fontAlgn="base" latinLnBrk="0" hangingPunct="1">
              <a:lnSpc>
                <a:spcPct val="80000"/>
              </a:lnSpc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80000"/>
              <a:buFont typeface="Wingdings" panose="05000000000000000000" pitchFamily="2" charset="2"/>
              <a:buNone/>
              <a:defRPr/>
            </a:pPr>
            <a:r>
              <a:rPr kumimoji="0" lang="en-US" altLang="zh-CN" sz="2200" b="1" i="0" u="none" strike="noStrike" kern="0" cap="none" spc="0" normalizeH="0" baseline="0" noProof="0" dirty="0">
                <a:ln>
                  <a:noFill/>
                </a:ln>
                <a:solidFill>
                  <a:schemeClr val="tx1"/>
                </a:solidFill>
                <a:effectLst>
                  <a:outerShdw blurRad="38100" dist="38100" dir="2700000" algn="tl">
                    <a:srgbClr val="000000"/>
                  </a:outerShdw>
                </a:effectLst>
                <a:uLnTx/>
                <a:uFillTx/>
                <a:latin typeface="+mn-lt"/>
                <a:ea typeface="+mn-ea"/>
                <a:cs typeface="+mn-cs"/>
              </a:rPr>
              <a:t>		        </a:t>
            </a:r>
            <a:r>
              <a:rPr kumimoji="0" lang="en-US" altLang="zh-CN" sz="2200" b="1" i="0" u="none" strike="noStrike" kern="0" cap="none" spc="0" normalizeH="0" baseline="0" noProof="0" dirty="0" err="1">
                <a:ln>
                  <a:noFill/>
                </a:ln>
                <a:solidFill>
                  <a:schemeClr val="tx1"/>
                </a:solidFill>
                <a:effectLst>
                  <a:outerShdw blurRad="38100" dist="38100" dir="2700000" algn="tl">
                    <a:srgbClr val="000000"/>
                  </a:outerShdw>
                </a:effectLst>
                <a:uLnTx/>
                <a:uFillTx/>
                <a:latin typeface="+mn-lt"/>
                <a:ea typeface="+mn-ea"/>
                <a:cs typeface="+mn-cs"/>
              </a:rPr>
              <a:t>scanf</a:t>
            </a:r>
            <a:r>
              <a:rPr kumimoji="0" lang="en-US" altLang="zh-CN" sz="2200" b="1" i="0" u="none" strike="noStrike" kern="0" cap="none" spc="0" normalizeH="0" baseline="0" noProof="0" dirty="0">
                <a:ln>
                  <a:noFill/>
                </a:ln>
                <a:solidFill>
                  <a:schemeClr val="tx1"/>
                </a:solidFill>
                <a:effectLst>
                  <a:outerShdw blurRad="38100" dist="38100" dir="2700000" algn="tl">
                    <a:srgbClr val="000000"/>
                  </a:outerShdw>
                </a:effectLst>
                <a:uLnTx/>
                <a:uFillTx/>
                <a:latin typeface="+mn-lt"/>
                <a:ea typeface="+mn-ea"/>
                <a:cs typeface="+mn-cs"/>
              </a:rPr>
              <a:t>("%f", </a:t>
            </a:r>
            <a:r>
              <a:rPr kumimoji="0" lang="en-US" altLang="zh-CN" sz="2200" b="1" i="0" u="none" strike="noStrike" kern="0" cap="none" spc="0" normalizeH="0" baseline="0" noProof="0" dirty="0">
                <a:ln>
                  <a:noFill/>
                </a:ln>
                <a:solidFill>
                  <a:schemeClr val="hlink"/>
                </a:solidFill>
                <a:effectLst>
                  <a:outerShdw blurRad="38100" dist="38100" dir="2700000" algn="tl">
                    <a:srgbClr val="000000"/>
                  </a:outerShdw>
                </a:effectLst>
                <a:uLnTx/>
                <a:uFillTx/>
                <a:latin typeface="+mn-lt"/>
                <a:ea typeface="+mn-ea"/>
                <a:cs typeface="+mn-cs"/>
              </a:rPr>
              <a:t>&amp;a[i][j]</a:t>
            </a:r>
            <a:r>
              <a:rPr kumimoji="0" lang="en-US" altLang="zh-CN" sz="2200" b="1" i="0" u="none" strike="noStrike" kern="0" cap="none" spc="0" normalizeH="0" baseline="0" noProof="0" dirty="0">
                <a:ln>
                  <a:noFill/>
                </a:ln>
                <a:solidFill>
                  <a:schemeClr val="tx1"/>
                </a:solidFill>
                <a:effectLst>
                  <a:outerShdw blurRad="38100" dist="38100" dir="2700000" algn="tl">
                    <a:srgbClr val="000000"/>
                  </a:outerShdw>
                </a:effectLst>
                <a:uLnTx/>
                <a:uFillTx/>
                <a:latin typeface="+mn-lt"/>
                <a:ea typeface="+mn-ea"/>
                <a:cs typeface="+mn-cs"/>
              </a:rPr>
              <a:t> );</a:t>
            </a:r>
            <a:endParaRPr kumimoji="0" lang="en-US" altLang="zh-CN" sz="2200" b="1" i="0" u="none" strike="noStrike" kern="0" cap="none" spc="0" normalizeH="0" baseline="0" noProof="0" dirty="0">
              <a:ln>
                <a:noFill/>
              </a:ln>
              <a:solidFill>
                <a:schemeClr val="tx1"/>
              </a:solidFill>
              <a:effectLst>
                <a:outerShdw blurRad="38100" dist="38100" dir="2700000" algn="tl">
                  <a:srgbClr val="000000"/>
                </a:outerShdw>
              </a:effectLst>
              <a:uLnTx/>
              <a:uFillTx/>
              <a:latin typeface="+mn-lt"/>
              <a:ea typeface="+mn-ea"/>
              <a:cs typeface="+mn-cs"/>
            </a:endParaRPr>
          </a:p>
          <a:p>
            <a:pPr marL="342900" marR="0" lvl="0" indent="-342900" algn="l" defTabSz="914400" rtl="0" eaLnBrk="1" fontAlgn="base" latinLnBrk="0" hangingPunct="1">
              <a:lnSpc>
                <a:spcPct val="80000"/>
              </a:lnSpc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80000"/>
              <a:buFont typeface="Wingdings" panose="05000000000000000000" pitchFamily="2" charset="2"/>
              <a:buNone/>
              <a:defRPr/>
            </a:pPr>
            <a:endParaRPr kumimoji="0" lang="en-US" altLang="zh-CN" sz="2200" b="1" i="0" u="none" strike="noStrike" kern="0" cap="none" spc="0" normalizeH="0" baseline="0" noProof="0" dirty="0">
              <a:ln>
                <a:noFill/>
              </a:ln>
              <a:solidFill>
                <a:schemeClr val="tx1"/>
              </a:solidFill>
              <a:effectLst>
                <a:outerShdw blurRad="38100" dist="38100" dir="2700000" algn="tl">
                  <a:srgbClr val="000000"/>
                </a:outerShdw>
              </a:effectLst>
              <a:uLnTx/>
              <a:uFillTx/>
              <a:latin typeface="+mn-lt"/>
              <a:ea typeface="+mn-ea"/>
              <a:cs typeface="+mn-cs"/>
            </a:endParaRPr>
          </a:p>
          <a:p>
            <a:pPr marL="342900" marR="0" lvl="0" indent="-342900" algn="l" defTabSz="914400" rtl="0" eaLnBrk="1" fontAlgn="base" latinLnBrk="0" hangingPunct="1">
              <a:lnSpc>
                <a:spcPct val="80000"/>
              </a:lnSpc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80000"/>
              <a:buFont typeface="Wingdings" panose="05000000000000000000" pitchFamily="2" charset="2"/>
              <a:buNone/>
              <a:defRPr/>
            </a:pPr>
            <a:r>
              <a:rPr kumimoji="0" lang="en-US" altLang="zh-CN" sz="2200" b="1" i="0" u="none" strike="noStrike" kern="0" cap="none" spc="0" normalizeH="0" baseline="0" noProof="0" dirty="0">
                <a:ln>
                  <a:noFill/>
                </a:ln>
                <a:solidFill>
                  <a:schemeClr val="tx1"/>
                </a:solidFill>
                <a:effectLst>
                  <a:outerShdw blurRad="38100" dist="38100" dir="2700000" algn="tl">
                    <a:srgbClr val="000000"/>
                  </a:outerShdw>
                </a:effectLst>
                <a:uLnTx/>
                <a:uFillTx/>
                <a:latin typeface="+mn-lt"/>
                <a:ea typeface="+mn-ea"/>
                <a:cs typeface="+mn-cs"/>
              </a:rPr>
              <a:t>	</a:t>
            </a:r>
            <a:r>
              <a:rPr kumimoji="0" lang="en-US" altLang="zh-CN" sz="2200" b="1" i="0" u="none" strike="noStrike" kern="0" cap="none" spc="0" normalizeH="0" baseline="0" noProof="0" dirty="0" err="1">
                <a:ln>
                  <a:noFill/>
                </a:ln>
                <a:solidFill>
                  <a:schemeClr val="tx1"/>
                </a:solidFill>
                <a:effectLst>
                  <a:outerShdw blurRad="38100" dist="38100" dir="2700000" algn="tl">
                    <a:srgbClr val="000000"/>
                  </a:outerShdw>
                </a:effectLst>
                <a:uLnTx/>
                <a:uFillTx/>
                <a:latin typeface="+mn-lt"/>
                <a:ea typeface="+mn-ea"/>
                <a:cs typeface="+mn-cs"/>
              </a:rPr>
              <a:t>printf</a:t>
            </a:r>
            <a:r>
              <a:rPr kumimoji="0" lang="en-US" altLang="zh-CN" sz="2200" b="1" i="0" u="none" strike="noStrike" kern="0" cap="none" spc="0" normalizeH="0" baseline="0" noProof="0" dirty="0">
                <a:ln>
                  <a:noFill/>
                </a:ln>
                <a:solidFill>
                  <a:schemeClr val="tx1"/>
                </a:solidFill>
                <a:effectLst>
                  <a:outerShdw blurRad="38100" dist="38100" dir="2700000" algn="tl">
                    <a:srgbClr val="000000"/>
                  </a:outerShdw>
                </a:effectLst>
                <a:uLnTx/>
                <a:uFillTx/>
                <a:latin typeface="+mn-lt"/>
                <a:ea typeface="+mn-ea"/>
                <a:cs typeface="+mn-cs"/>
              </a:rPr>
              <a:t>(“Please input b[%d][%d]:\n",</a:t>
            </a:r>
            <a:r>
              <a:rPr kumimoji="0" lang="en-US" altLang="zh-CN" sz="2200" b="1" i="0" u="none" strike="noStrike" kern="0" cap="none" spc="0" normalizeH="0" baseline="0" noProof="0" dirty="0" err="1">
                <a:ln>
                  <a:noFill/>
                </a:ln>
                <a:solidFill>
                  <a:schemeClr val="tx1"/>
                </a:solidFill>
                <a:effectLst>
                  <a:outerShdw blurRad="38100" dist="38100" dir="2700000" algn="tl">
                    <a:srgbClr val="000000"/>
                  </a:outerShdw>
                </a:effectLst>
                <a:uLnTx/>
                <a:uFillTx/>
                <a:latin typeface="+mn-lt"/>
                <a:ea typeface="+mn-ea"/>
                <a:cs typeface="+mn-cs"/>
              </a:rPr>
              <a:t>p,n</a:t>
            </a:r>
            <a:r>
              <a:rPr kumimoji="0" lang="en-US" altLang="zh-CN" sz="2200" b="1" i="0" u="none" strike="noStrike" kern="0" cap="none" spc="0" normalizeH="0" baseline="0" noProof="0" dirty="0">
                <a:ln>
                  <a:noFill/>
                </a:ln>
                <a:solidFill>
                  <a:schemeClr val="tx1"/>
                </a:solidFill>
                <a:effectLst>
                  <a:outerShdw blurRad="38100" dist="38100" dir="2700000" algn="tl">
                    <a:srgbClr val="000000"/>
                  </a:outerShdw>
                </a:effectLst>
                <a:uLnTx/>
                <a:uFillTx/>
                <a:latin typeface="+mn-lt"/>
                <a:ea typeface="+mn-ea"/>
                <a:cs typeface="+mn-cs"/>
              </a:rPr>
              <a:t>);</a:t>
            </a:r>
            <a:endParaRPr kumimoji="0" lang="en-US" altLang="zh-CN" sz="2200" b="1" i="0" u="none" strike="noStrike" kern="0" cap="none" spc="0" normalizeH="0" baseline="0" noProof="0" dirty="0">
              <a:ln>
                <a:noFill/>
              </a:ln>
              <a:solidFill>
                <a:schemeClr val="tx1"/>
              </a:solidFill>
              <a:effectLst>
                <a:outerShdw blurRad="38100" dist="38100" dir="2700000" algn="tl">
                  <a:srgbClr val="000000"/>
                </a:outerShdw>
              </a:effectLst>
              <a:uLnTx/>
              <a:uFillTx/>
              <a:latin typeface="+mn-lt"/>
              <a:ea typeface="+mn-ea"/>
              <a:cs typeface="+mn-cs"/>
            </a:endParaRPr>
          </a:p>
          <a:p>
            <a:pPr marL="342900" marR="0" lvl="0" indent="-342900" algn="l" defTabSz="914400" rtl="0" eaLnBrk="1" fontAlgn="base" latinLnBrk="0" hangingPunct="1">
              <a:lnSpc>
                <a:spcPct val="80000"/>
              </a:lnSpc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80000"/>
              <a:buFont typeface="Wingdings" panose="05000000000000000000" pitchFamily="2" charset="2"/>
              <a:buNone/>
              <a:defRPr/>
            </a:pPr>
            <a:r>
              <a:rPr kumimoji="0" lang="en-US" altLang="zh-CN" sz="2200" b="1" i="0" u="none" strike="noStrike" kern="0" cap="none" spc="0" normalizeH="0" baseline="0" noProof="0" dirty="0">
                <a:ln>
                  <a:noFill/>
                </a:ln>
                <a:solidFill>
                  <a:schemeClr val="tx1"/>
                </a:solidFill>
                <a:effectLst>
                  <a:outerShdw blurRad="38100" dist="38100" dir="2700000" algn="tl">
                    <a:srgbClr val="000000"/>
                  </a:outerShdw>
                </a:effectLst>
                <a:uLnTx/>
                <a:uFillTx/>
                <a:latin typeface="+mn-lt"/>
                <a:ea typeface="+mn-ea"/>
                <a:cs typeface="+mn-cs"/>
              </a:rPr>
              <a:t>	for(i=0;i&lt;</a:t>
            </a:r>
            <a:r>
              <a:rPr kumimoji="0" lang="en-US" altLang="zh-CN" sz="2200" b="1" i="0" u="none" strike="noStrike" kern="0" cap="none" spc="0" normalizeH="0" baseline="0" noProof="0" dirty="0" err="1">
                <a:ln>
                  <a:noFill/>
                </a:ln>
                <a:solidFill>
                  <a:schemeClr val="hlink"/>
                </a:solidFill>
                <a:effectLst>
                  <a:outerShdw blurRad="38100" dist="38100" dir="2700000" algn="tl">
                    <a:srgbClr val="000000"/>
                  </a:outerShdw>
                </a:effectLst>
                <a:uLnTx/>
                <a:uFillTx/>
                <a:latin typeface="+mn-lt"/>
                <a:ea typeface="+mn-ea"/>
                <a:cs typeface="+mn-cs"/>
              </a:rPr>
              <a:t>p</a:t>
            </a:r>
            <a:r>
              <a:rPr kumimoji="0" lang="en-US" altLang="zh-CN" sz="2200" b="1" i="0" u="none" strike="noStrike" kern="0" cap="none" spc="0" normalizeH="0" baseline="0" noProof="0" dirty="0" err="1">
                <a:ln>
                  <a:noFill/>
                </a:ln>
                <a:solidFill>
                  <a:schemeClr val="tx1"/>
                </a:solidFill>
                <a:effectLst>
                  <a:outerShdw blurRad="38100" dist="38100" dir="2700000" algn="tl">
                    <a:srgbClr val="000000"/>
                  </a:outerShdw>
                </a:effectLst>
                <a:uLnTx/>
                <a:uFillTx/>
                <a:latin typeface="+mn-lt"/>
                <a:ea typeface="+mn-ea"/>
                <a:cs typeface="+mn-cs"/>
              </a:rPr>
              <a:t>;i</a:t>
            </a:r>
            <a:r>
              <a:rPr kumimoji="0" lang="en-US" altLang="zh-CN" sz="2200" b="1" i="0" u="none" strike="noStrike" kern="0" cap="none" spc="0" normalizeH="0" baseline="0" noProof="0" dirty="0">
                <a:ln>
                  <a:noFill/>
                </a:ln>
                <a:solidFill>
                  <a:schemeClr val="tx1"/>
                </a:solidFill>
                <a:effectLst>
                  <a:outerShdw blurRad="38100" dist="38100" dir="2700000" algn="tl">
                    <a:srgbClr val="000000"/>
                  </a:outerShdw>
                </a:effectLst>
                <a:uLnTx/>
                <a:uFillTx/>
                <a:latin typeface="+mn-lt"/>
                <a:ea typeface="+mn-ea"/>
                <a:cs typeface="+mn-cs"/>
              </a:rPr>
              <a:t>++) //</a:t>
            </a:r>
            <a:r>
              <a:rPr kumimoji="0" lang="zh-CN" altLang="en-US" sz="2200" b="1" i="0" u="none" strike="noStrike" kern="0" cap="none" spc="0" normalizeH="0" baseline="0" noProof="0" dirty="0">
                <a:ln>
                  <a:noFill/>
                </a:ln>
                <a:solidFill>
                  <a:schemeClr val="tx1"/>
                </a:solidFill>
                <a:effectLst>
                  <a:outerShdw blurRad="38100" dist="38100" dir="2700000" algn="tl">
                    <a:srgbClr val="000000"/>
                  </a:outerShdw>
                </a:effectLst>
                <a:uLnTx/>
                <a:uFillTx/>
                <a:latin typeface="+mn-lt"/>
                <a:ea typeface="+mn-ea"/>
                <a:cs typeface="+mn-cs"/>
              </a:rPr>
              <a:t>输入矩阵 </a:t>
            </a:r>
            <a:r>
              <a:rPr kumimoji="0" lang="en-US" altLang="zh-CN" sz="2200" b="1" i="0" u="none" strike="noStrike" kern="0" cap="none" spc="0" normalizeH="0" baseline="0" noProof="0" dirty="0">
                <a:ln>
                  <a:noFill/>
                </a:ln>
                <a:solidFill>
                  <a:schemeClr val="tx1"/>
                </a:solidFill>
                <a:effectLst>
                  <a:outerShdw blurRad="38100" dist="38100" dir="2700000" algn="tl">
                    <a:srgbClr val="000000"/>
                  </a:outerShdw>
                </a:effectLst>
                <a:uLnTx/>
                <a:uFillTx/>
                <a:latin typeface="+mn-lt"/>
                <a:ea typeface="+mn-ea"/>
                <a:cs typeface="+mn-cs"/>
              </a:rPr>
              <a:t>b</a:t>
            </a:r>
            <a:endParaRPr kumimoji="0" lang="en-US" altLang="zh-CN" sz="2200" b="1" i="0" u="none" strike="noStrike" kern="0" cap="none" spc="0" normalizeH="0" baseline="0" noProof="0" dirty="0">
              <a:ln>
                <a:noFill/>
              </a:ln>
              <a:solidFill>
                <a:schemeClr val="tx1"/>
              </a:solidFill>
              <a:effectLst>
                <a:outerShdw blurRad="38100" dist="38100" dir="2700000" algn="tl">
                  <a:srgbClr val="000000"/>
                </a:outerShdw>
              </a:effectLst>
              <a:uLnTx/>
              <a:uFillTx/>
              <a:latin typeface="+mn-lt"/>
              <a:ea typeface="+mn-ea"/>
              <a:cs typeface="+mn-cs"/>
            </a:endParaRPr>
          </a:p>
          <a:p>
            <a:pPr marL="342900" marR="0" lvl="0" indent="-342900" algn="l" defTabSz="914400" rtl="0" eaLnBrk="1" fontAlgn="base" latinLnBrk="0" hangingPunct="1">
              <a:lnSpc>
                <a:spcPct val="80000"/>
              </a:lnSpc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80000"/>
              <a:buFont typeface="Wingdings" panose="05000000000000000000" pitchFamily="2" charset="2"/>
              <a:buNone/>
              <a:defRPr/>
            </a:pPr>
            <a:r>
              <a:rPr kumimoji="0" lang="en-US" altLang="zh-CN" sz="2200" b="1" i="0" u="none" strike="noStrike" kern="0" cap="none" spc="0" normalizeH="0" baseline="0" noProof="0" dirty="0">
                <a:ln>
                  <a:noFill/>
                </a:ln>
                <a:solidFill>
                  <a:schemeClr val="tx1"/>
                </a:solidFill>
                <a:effectLst>
                  <a:outerShdw blurRad="38100" dist="38100" dir="2700000" algn="tl">
                    <a:srgbClr val="000000"/>
                  </a:outerShdw>
                </a:effectLst>
                <a:uLnTx/>
                <a:uFillTx/>
                <a:latin typeface="+mn-lt"/>
                <a:ea typeface="+mn-ea"/>
                <a:cs typeface="+mn-cs"/>
              </a:rPr>
              <a:t>		for(j=0;j&lt;</a:t>
            </a:r>
            <a:r>
              <a:rPr kumimoji="0" lang="en-US" altLang="zh-CN" sz="2200" b="1" i="0" u="none" strike="noStrike" kern="0" cap="none" spc="0" normalizeH="0" baseline="0" noProof="0" dirty="0" err="1">
                <a:ln>
                  <a:noFill/>
                </a:ln>
                <a:solidFill>
                  <a:schemeClr val="hlink"/>
                </a:solidFill>
                <a:effectLst>
                  <a:outerShdw blurRad="38100" dist="38100" dir="2700000" algn="tl">
                    <a:srgbClr val="000000"/>
                  </a:outerShdw>
                </a:effectLst>
                <a:uLnTx/>
                <a:uFillTx/>
                <a:latin typeface="+mn-lt"/>
                <a:ea typeface="+mn-ea"/>
                <a:cs typeface="+mn-cs"/>
              </a:rPr>
              <a:t>n</a:t>
            </a:r>
            <a:r>
              <a:rPr kumimoji="0" lang="en-US" altLang="zh-CN" sz="2200" b="1" i="0" u="none" strike="noStrike" kern="0" cap="none" spc="0" normalizeH="0" baseline="0" noProof="0" dirty="0" err="1">
                <a:ln>
                  <a:noFill/>
                </a:ln>
                <a:solidFill>
                  <a:schemeClr val="tx1"/>
                </a:solidFill>
                <a:effectLst>
                  <a:outerShdw blurRad="38100" dist="38100" dir="2700000" algn="tl">
                    <a:srgbClr val="000000"/>
                  </a:outerShdw>
                </a:effectLst>
                <a:uLnTx/>
                <a:uFillTx/>
                <a:latin typeface="+mn-lt"/>
                <a:ea typeface="+mn-ea"/>
                <a:cs typeface="+mn-cs"/>
              </a:rPr>
              <a:t>;j</a:t>
            </a:r>
            <a:r>
              <a:rPr kumimoji="0" lang="en-US" altLang="zh-CN" sz="2200" b="1" i="0" u="none" strike="noStrike" kern="0" cap="none" spc="0" normalizeH="0" baseline="0" noProof="0" dirty="0">
                <a:ln>
                  <a:noFill/>
                </a:ln>
                <a:solidFill>
                  <a:schemeClr val="tx1"/>
                </a:solidFill>
                <a:effectLst>
                  <a:outerShdw blurRad="38100" dist="38100" dir="2700000" algn="tl">
                    <a:srgbClr val="000000"/>
                  </a:outerShdw>
                </a:effectLst>
                <a:uLnTx/>
                <a:uFillTx/>
                <a:latin typeface="+mn-lt"/>
                <a:ea typeface="+mn-ea"/>
                <a:cs typeface="+mn-cs"/>
              </a:rPr>
              <a:t>++)</a:t>
            </a:r>
            <a:endParaRPr kumimoji="0" lang="en-US" altLang="zh-CN" sz="2200" b="1" i="0" u="none" strike="noStrike" kern="0" cap="none" spc="0" normalizeH="0" baseline="0" noProof="0" dirty="0">
              <a:ln>
                <a:noFill/>
              </a:ln>
              <a:solidFill>
                <a:schemeClr val="tx1"/>
              </a:solidFill>
              <a:effectLst>
                <a:outerShdw blurRad="38100" dist="38100" dir="2700000" algn="tl">
                  <a:srgbClr val="000000"/>
                </a:outerShdw>
              </a:effectLst>
              <a:uLnTx/>
              <a:uFillTx/>
              <a:latin typeface="+mn-lt"/>
              <a:ea typeface="+mn-ea"/>
              <a:cs typeface="+mn-cs"/>
            </a:endParaRPr>
          </a:p>
          <a:p>
            <a:pPr marL="342900" marR="0" lvl="0" indent="-342900" algn="l" defTabSz="914400" rtl="0" eaLnBrk="1" fontAlgn="base" latinLnBrk="0" hangingPunct="1">
              <a:lnSpc>
                <a:spcPct val="80000"/>
              </a:lnSpc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80000"/>
              <a:buFont typeface="Wingdings" panose="05000000000000000000" pitchFamily="2" charset="2"/>
              <a:buNone/>
              <a:defRPr/>
            </a:pPr>
            <a:r>
              <a:rPr kumimoji="0" lang="en-US" altLang="zh-CN" sz="2200" b="1" i="0" u="none" strike="noStrike" kern="0" cap="none" spc="0" normalizeH="0" baseline="0" noProof="0" dirty="0">
                <a:ln>
                  <a:noFill/>
                </a:ln>
                <a:solidFill>
                  <a:schemeClr val="tx1"/>
                </a:solidFill>
                <a:effectLst>
                  <a:outerShdw blurRad="38100" dist="38100" dir="2700000" algn="tl">
                    <a:srgbClr val="000000"/>
                  </a:outerShdw>
                </a:effectLst>
                <a:uLnTx/>
                <a:uFillTx/>
                <a:latin typeface="+mn-lt"/>
                <a:ea typeface="+mn-ea"/>
                <a:cs typeface="+mn-cs"/>
              </a:rPr>
              <a:t>		        </a:t>
            </a:r>
            <a:r>
              <a:rPr kumimoji="0" lang="en-US" altLang="zh-CN" sz="2200" b="1" i="0" u="none" strike="noStrike" kern="0" cap="none" spc="0" normalizeH="0" baseline="0" noProof="0" dirty="0" err="1">
                <a:ln>
                  <a:noFill/>
                </a:ln>
                <a:solidFill>
                  <a:schemeClr val="tx1"/>
                </a:solidFill>
                <a:effectLst>
                  <a:outerShdw blurRad="38100" dist="38100" dir="2700000" algn="tl">
                    <a:srgbClr val="000000"/>
                  </a:outerShdw>
                </a:effectLst>
                <a:uLnTx/>
                <a:uFillTx/>
                <a:latin typeface="+mn-lt"/>
                <a:ea typeface="+mn-ea"/>
                <a:cs typeface="+mn-cs"/>
              </a:rPr>
              <a:t>scanf</a:t>
            </a:r>
            <a:r>
              <a:rPr kumimoji="0" lang="en-US" altLang="zh-CN" sz="2200" b="1" i="0" u="none" strike="noStrike" kern="0" cap="none" spc="0" normalizeH="0" baseline="0" noProof="0" dirty="0">
                <a:ln>
                  <a:noFill/>
                </a:ln>
                <a:solidFill>
                  <a:schemeClr val="tx1"/>
                </a:solidFill>
                <a:effectLst>
                  <a:outerShdw blurRad="38100" dist="38100" dir="2700000" algn="tl">
                    <a:srgbClr val="000000"/>
                  </a:outerShdw>
                </a:effectLst>
                <a:uLnTx/>
                <a:uFillTx/>
                <a:latin typeface="+mn-lt"/>
                <a:ea typeface="+mn-ea"/>
                <a:cs typeface="+mn-cs"/>
              </a:rPr>
              <a:t>("%f", </a:t>
            </a:r>
            <a:r>
              <a:rPr kumimoji="0" lang="en-US" altLang="zh-CN" sz="2200" b="1" i="0" u="none" strike="noStrike" kern="0" cap="none" spc="0" normalizeH="0" baseline="0" noProof="0" dirty="0">
                <a:ln>
                  <a:noFill/>
                </a:ln>
                <a:solidFill>
                  <a:schemeClr val="hlink"/>
                </a:solidFill>
                <a:effectLst>
                  <a:outerShdw blurRad="38100" dist="38100" dir="2700000" algn="tl">
                    <a:srgbClr val="000000"/>
                  </a:outerShdw>
                </a:effectLst>
                <a:uLnTx/>
                <a:uFillTx/>
                <a:latin typeface="+mn-lt"/>
                <a:ea typeface="+mn-ea"/>
                <a:cs typeface="+mn-cs"/>
              </a:rPr>
              <a:t>&amp;b[i][j]</a:t>
            </a:r>
            <a:r>
              <a:rPr kumimoji="0" lang="en-US" altLang="zh-CN" sz="2200" b="1" i="0" u="none" strike="noStrike" kern="0" cap="none" spc="0" normalizeH="0" baseline="0" noProof="0" dirty="0">
                <a:ln>
                  <a:noFill/>
                </a:ln>
                <a:solidFill>
                  <a:schemeClr val="tx1"/>
                </a:solidFill>
                <a:effectLst>
                  <a:outerShdw blurRad="38100" dist="38100" dir="2700000" algn="tl">
                    <a:srgbClr val="000000"/>
                  </a:outerShdw>
                </a:effectLst>
                <a:uLnTx/>
                <a:uFillTx/>
                <a:latin typeface="+mn-lt"/>
                <a:ea typeface="+mn-ea"/>
                <a:cs typeface="+mn-cs"/>
              </a:rPr>
              <a:t> );</a:t>
            </a:r>
            <a:endParaRPr kumimoji="0" lang="en-US" altLang="zh-CN" sz="2200" b="1" i="0" u="none" strike="noStrike" kern="0" cap="none" spc="0" normalizeH="0" baseline="0" noProof="0" dirty="0">
              <a:ln>
                <a:noFill/>
              </a:ln>
              <a:solidFill>
                <a:schemeClr val="tx1"/>
              </a:solidFill>
              <a:effectLst>
                <a:outerShdw blurRad="38100" dist="38100" dir="2700000" algn="tl">
                  <a:srgbClr val="000000"/>
                </a:outerShdw>
              </a:effectLst>
              <a:uLnTx/>
              <a:uFillTx/>
              <a:latin typeface="+mn-lt"/>
              <a:ea typeface="+mn-ea"/>
              <a:cs typeface="+mn-cs"/>
            </a:endParaRPr>
          </a:p>
          <a:p>
            <a:pPr marL="342900" marR="0" lvl="0" indent="-342900" algn="l" defTabSz="914400" rtl="0" eaLnBrk="1" fontAlgn="base" latinLnBrk="0" hangingPunct="1">
              <a:lnSpc>
                <a:spcPct val="80000"/>
              </a:lnSpc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80000"/>
              <a:buFont typeface="Wingdings" panose="05000000000000000000" pitchFamily="2" charset="2"/>
              <a:buNone/>
              <a:defRPr/>
            </a:pPr>
            <a:endParaRPr kumimoji="0" lang="en-US" altLang="zh-CN" sz="2200" b="1" i="0" u="none" strike="noStrike" kern="0" cap="none" spc="0" normalizeH="0" baseline="0" noProof="0" dirty="0">
              <a:ln>
                <a:noFill/>
              </a:ln>
              <a:solidFill>
                <a:schemeClr val="tx1"/>
              </a:solidFill>
              <a:effectLst>
                <a:outerShdw blurRad="38100" dist="38100" dir="2700000" algn="tl">
                  <a:srgbClr val="000000"/>
                </a:outerShdw>
              </a:effectLst>
              <a:uLnTx/>
              <a:uFillTx/>
              <a:latin typeface="+mn-lt"/>
              <a:ea typeface="+mn-ea"/>
              <a:cs typeface="+mn-cs"/>
            </a:endParaRPr>
          </a:p>
          <a:p>
            <a:pPr marL="342900" marR="0" lvl="0" indent="-342900" algn="l" defTabSz="914400" rtl="0" eaLnBrk="1" fontAlgn="base" latinLnBrk="0" hangingPunct="1">
              <a:lnSpc>
                <a:spcPct val="80000"/>
              </a:lnSpc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80000"/>
              <a:buFont typeface="Wingdings" panose="05000000000000000000" pitchFamily="2" charset="2"/>
              <a:buNone/>
              <a:defRPr/>
            </a:pPr>
            <a:r>
              <a:rPr kumimoji="0" lang="en-US" altLang="zh-CN" sz="2200" b="1" i="0" u="none" strike="noStrike" kern="0" cap="none" spc="0" normalizeH="0" baseline="0" noProof="0" dirty="0">
                <a:ln>
                  <a:noFill/>
                </a:ln>
                <a:solidFill>
                  <a:schemeClr val="tx1"/>
                </a:solidFill>
                <a:effectLst>
                  <a:outerShdw blurRad="38100" dist="38100" dir="2700000" algn="tl">
                    <a:srgbClr val="000000"/>
                  </a:outerShdw>
                </a:effectLst>
                <a:uLnTx/>
                <a:uFillTx/>
                <a:latin typeface="+mn-lt"/>
                <a:ea typeface="+mn-ea"/>
                <a:cs typeface="+mn-cs"/>
              </a:rPr>
              <a:t>    </a:t>
            </a:r>
            <a:r>
              <a:rPr kumimoji="0" lang="en-US" altLang="zh-CN" sz="2200" b="1" i="0" u="none" strike="noStrike" kern="0" cap="none" spc="0" normalizeH="0" baseline="0" noProof="0" dirty="0" err="1">
                <a:ln>
                  <a:noFill/>
                </a:ln>
                <a:solidFill>
                  <a:schemeClr val="hlink"/>
                </a:solidFill>
                <a:effectLst>
                  <a:outerShdw blurRad="38100" dist="38100" dir="2700000" algn="tl">
                    <a:srgbClr val="000000"/>
                  </a:outerShdw>
                </a:effectLst>
                <a:uLnTx/>
                <a:uFillTx/>
                <a:latin typeface="+mn-lt"/>
                <a:ea typeface="+mn-ea"/>
                <a:cs typeface="+mn-cs"/>
              </a:rPr>
              <a:t>matrixproduct</a:t>
            </a:r>
            <a:r>
              <a:rPr kumimoji="0" lang="en-US" altLang="zh-CN" sz="2200" b="1" i="0" u="none" strike="noStrike" kern="0" cap="none" spc="0" normalizeH="0" baseline="0" noProof="0" dirty="0">
                <a:ln>
                  <a:noFill/>
                </a:ln>
                <a:solidFill>
                  <a:schemeClr val="hlink"/>
                </a:solidFill>
                <a:effectLst>
                  <a:outerShdw blurRad="38100" dist="38100" dir="2700000" algn="tl">
                    <a:srgbClr val="000000"/>
                  </a:outerShdw>
                </a:effectLst>
                <a:uLnTx/>
                <a:uFillTx/>
                <a:latin typeface="+mn-lt"/>
                <a:ea typeface="+mn-ea"/>
                <a:cs typeface="+mn-cs"/>
              </a:rPr>
              <a:t>(); </a:t>
            </a:r>
            <a:r>
              <a:rPr kumimoji="0" lang="en-US" altLang="zh-CN" sz="2000" b="1" i="0" u="none" strike="noStrike" kern="0" cap="none" spc="0" normalizeH="0" baseline="0" noProof="0" dirty="0">
                <a:ln>
                  <a:noFill/>
                </a:ln>
                <a:solidFill>
                  <a:schemeClr val="hlink"/>
                </a:solidFill>
                <a:effectLst>
                  <a:outerShdw blurRad="38100" dist="38100" dir="2700000" algn="tl">
                    <a:srgbClr val="000000"/>
                  </a:outerShdw>
                </a:effectLst>
                <a:uLnTx/>
                <a:uFillTx/>
                <a:latin typeface="+mn-lt"/>
                <a:ea typeface="+mn-ea"/>
                <a:cs typeface="+mn-cs"/>
              </a:rPr>
              <a:t>//</a:t>
            </a:r>
            <a:r>
              <a:rPr kumimoji="0" lang="zh-CN" altLang="en-US" sz="2000" b="1" i="0" u="none" strike="noStrike" kern="0" cap="none" spc="0" normalizeH="0" baseline="0" noProof="0" dirty="0">
                <a:ln>
                  <a:noFill/>
                </a:ln>
                <a:solidFill>
                  <a:schemeClr val="hlink"/>
                </a:solidFill>
                <a:effectLst>
                  <a:outerShdw blurRad="38100" dist="38100" dir="2700000" algn="tl">
                    <a:srgbClr val="000000"/>
                  </a:outerShdw>
                </a:effectLst>
                <a:uLnTx/>
                <a:uFillTx/>
                <a:latin typeface="+mn-lt"/>
                <a:ea typeface="+mn-ea"/>
                <a:cs typeface="+mn-cs"/>
              </a:rPr>
              <a:t>调用函数</a:t>
            </a:r>
            <a:r>
              <a:rPr kumimoji="0" lang="en-US" altLang="zh-CN" sz="2000" b="1" i="0" u="none" strike="noStrike" kern="0" cap="none" spc="0" normalizeH="0" baseline="0" noProof="0" dirty="0">
                <a:ln>
                  <a:noFill/>
                </a:ln>
                <a:solidFill>
                  <a:schemeClr val="hlink"/>
                </a:solidFill>
                <a:effectLst>
                  <a:outerShdw blurRad="38100" dist="38100" dir="2700000" algn="tl">
                    <a:srgbClr val="000000"/>
                  </a:outerShdw>
                </a:effectLst>
                <a:uLnTx/>
                <a:uFillTx/>
                <a:latin typeface="+mn-lt"/>
                <a:ea typeface="+mn-ea"/>
                <a:cs typeface="+mn-cs"/>
              </a:rPr>
              <a:t>(</a:t>
            </a:r>
            <a:r>
              <a:rPr kumimoji="0" lang="zh-CN" altLang="en-US" sz="2000" b="1" i="0" u="none" strike="noStrike" kern="0" cap="none" spc="0" normalizeH="0" baseline="0" noProof="0" dirty="0">
                <a:ln>
                  <a:noFill/>
                </a:ln>
                <a:solidFill>
                  <a:schemeClr val="hlink"/>
                </a:solidFill>
                <a:effectLst>
                  <a:outerShdw blurRad="38100" dist="38100" dir="2700000" algn="tl">
                    <a:srgbClr val="000000"/>
                  </a:outerShdw>
                </a:effectLst>
                <a:uLnTx/>
                <a:uFillTx/>
                <a:latin typeface="+mn-lt"/>
                <a:ea typeface="+mn-ea"/>
                <a:cs typeface="+mn-cs"/>
              </a:rPr>
              <a:t>矩阵乘法</a:t>
            </a:r>
            <a:r>
              <a:rPr kumimoji="0" lang="en-US" altLang="zh-CN" sz="2000" b="1" i="0" u="none" strike="noStrike" kern="0" cap="none" spc="0" normalizeH="0" baseline="0" noProof="0" dirty="0">
                <a:ln>
                  <a:noFill/>
                </a:ln>
                <a:solidFill>
                  <a:schemeClr val="hlink"/>
                </a:solidFill>
                <a:effectLst>
                  <a:outerShdw blurRad="38100" dist="38100" dir="2700000" algn="tl">
                    <a:srgbClr val="000000"/>
                  </a:outerShdw>
                </a:effectLst>
                <a:uLnTx/>
                <a:uFillTx/>
                <a:latin typeface="+mn-lt"/>
                <a:ea typeface="+mn-ea"/>
                <a:cs typeface="+mn-cs"/>
              </a:rPr>
              <a:t>)</a:t>
            </a:r>
            <a:r>
              <a:rPr kumimoji="0" lang="zh-CN" altLang="en-US" sz="2200" b="1" i="0" u="none" strike="noStrike" kern="0" cap="none" spc="0" normalizeH="0" baseline="0" noProof="0" dirty="0">
                <a:ln>
                  <a:noFill/>
                </a:ln>
                <a:solidFill>
                  <a:schemeClr val="tx1"/>
                </a:solidFill>
                <a:effectLst>
                  <a:outerShdw blurRad="38100" dist="38100" dir="2700000" algn="tl">
                    <a:srgbClr val="000000"/>
                  </a:outerShdw>
                </a:effectLst>
                <a:uLnTx/>
                <a:uFillTx/>
                <a:latin typeface="+mn-lt"/>
                <a:ea typeface="+mn-ea"/>
                <a:cs typeface="+mn-cs"/>
              </a:rPr>
              <a:t>	</a:t>
            </a:r>
            <a:endParaRPr kumimoji="0" lang="en-US" altLang="zh-CN" sz="2200" b="1" i="0" u="none" strike="noStrike" kern="0" cap="none" spc="0" normalizeH="0" baseline="0" noProof="0" dirty="0">
              <a:ln>
                <a:noFill/>
              </a:ln>
              <a:solidFill>
                <a:schemeClr val="tx1"/>
              </a:solidFill>
              <a:effectLst>
                <a:outerShdw blurRad="38100" dist="38100" dir="2700000" algn="tl">
                  <a:srgbClr val="000000"/>
                </a:outerShdw>
              </a:effectLst>
              <a:uLnTx/>
              <a:uFillTx/>
              <a:latin typeface="+mn-lt"/>
              <a:ea typeface="+mn-ea"/>
              <a:cs typeface="+mn-cs"/>
            </a:endParaRPr>
          </a:p>
          <a:p>
            <a:pPr marL="342900" marR="0" lvl="0" indent="-342900" algn="l" defTabSz="914400" rtl="0" eaLnBrk="1" fontAlgn="base" latinLnBrk="0" hangingPunct="1">
              <a:lnSpc>
                <a:spcPct val="80000"/>
              </a:lnSpc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80000"/>
              <a:buFont typeface="Wingdings" panose="05000000000000000000" pitchFamily="2" charset="2"/>
              <a:buNone/>
              <a:defRPr/>
            </a:pPr>
            <a:endParaRPr kumimoji="0" lang="en-US" altLang="zh-CN" sz="2200" b="1" i="0" u="none" strike="noStrike" kern="0" cap="none" spc="0" normalizeH="0" baseline="0" noProof="0" dirty="0">
              <a:ln>
                <a:noFill/>
              </a:ln>
              <a:solidFill>
                <a:schemeClr val="tx1"/>
              </a:solidFill>
              <a:effectLst>
                <a:outerShdw blurRad="38100" dist="38100" dir="2700000" algn="tl">
                  <a:srgbClr val="000000"/>
                </a:outerShdw>
              </a:effectLst>
              <a:uLnTx/>
              <a:uFillTx/>
              <a:latin typeface="+mn-lt"/>
              <a:ea typeface="+mn-ea"/>
              <a:cs typeface="+mn-cs"/>
            </a:endParaRPr>
          </a:p>
          <a:p>
            <a:pPr marL="342900" marR="0" lvl="0" indent="-342900" algn="l" defTabSz="914400" rtl="0" eaLnBrk="1" fontAlgn="base" latinLnBrk="0" hangingPunct="1">
              <a:lnSpc>
                <a:spcPct val="80000"/>
              </a:lnSpc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80000"/>
              <a:buFont typeface="Wingdings" panose="05000000000000000000" pitchFamily="2" charset="2"/>
              <a:buNone/>
              <a:defRPr/>
            </a:pPr>
            <a:r>
              <a:rPr kumimoji="0" lang="en-US" altLang="zh-CN" sz="2200" b="1" i="0" u="none" strike="noStrike" kern="0" cap="none" spc="0" normalizeH="0" baseline="0" noProof="0" dirty="0">
                <a:ln>
                  <a:noFill/>
                </a:ln>
                <a:solidFill>
                  <a:schemeClr val="tx1"/>
                </a:solidFill>
                <a:effectLst>
                  <a:outerShdw blurRad="38100" dist="38100" dir="2700000" algn="tl">
                    <a:srgbClr val="000000"/>
                  </a:outerShdw>
                </a:effectLst>
                <a:uLnTx/>
                <a:uFillTx/>
                <a:latin typeface="+mn-lt"/>
                <a:ea typeface="+mn-ea"/>
                <a:cs typeface="+mn-cs"/>
              </a:rPr>
              <a:t>	</a:t>
            </a:r>
            <a:r>
              <a:rPr kumimoji="0" lang="en-US" altLang="zh-CN" sz="2200" b="1" i="0" u="none" strike="noStrike" kern="0" cap="none" spc="0" normalizeH="0" baseline="0" noProof="0" dirty="0" err="1">
                <a:ln>
                  <a:noFill/>
                </a:ln>
                <a:solidFill>
                  <a:schemeClr val="tx1"/>
                </a:solidFill>
                <a:effectLst>
                  <a:outerShdw blurRad="38100" dist="38100" dir="2700000" algn="tl">
                    <a:srgbClr val="000000"/>
                  </a:outerShdw>
                </a:effectLst>
                <a:uLnTx/>
                <a:uFillTx/>
                <a:latin typeface="+mn-lt"/>
                <a:ea typeface="+mn-ea"/>
                <a:cs typeface="+mn-cs"/>
              </a:rPr>
              <a:t>printf</a:t>
            </a:r>
            <a:r>
              <a:rPr kumimoji="0" lang="en-US" altLang="zh-CN" sz="2200" b="1" i="0" u="none" strike="noStrike" kern="0" cap="none" spc="0" normalizeH="0" baseline="0" noProof="0" dirty="0">
                <a:ln>
                  <a:noFill/>
                </a:ln>
                <a:solidFill>
                  <a:schemeClr val="tx1"/>
                </a:solidFill>
                <a:effectLst>
                  <a:outerShdw blurRad="38100" dist="38100" dir="2700000" algn="tl">
                    <a:srgbClr val="000000"/>
                  </a:outerShdw>
                </a:effectLst>
                <a:uLnTx/>
                <a:uFillTx/>
                <a:latin typeface="+mn-lt"/>
                <a:ea typeface="+mn-ea"/>
                <a:cs typeface="+mn-cs"/>
              </a:rPr>
              <a:t>(“Answer:\n"); //</a:t>
            </a:r>
            <a:r>
              <a:rPr kumimoji="0" lang="zh-CN" altLang="en-US" sz="2200" b="1" i="0" u="none" strike="noStrike" kern="0" cap="none" spc="0" normalizeH="0" baseline="0" noProof="0" dirty="0">
                <a:ln>
                  <a:noFill/>
                </a:ln>
                <a:solidFill>
                  <a:schemeClr val="tx1"/>
                </a:solidFill>
                <a:effectLst>
                  <a:outerShdw blurRad="38100" dist="38100" dir="2700000" algn="tl">
                    <a:srgbClr val="000000"/>
                  </a:outerShdw>
                </a:effectLst>
                <a:uLnTx/>
                <a:uFillTx/>
                <a:latin typeface="+mn-lt"/>
                <a:ea typeface="+mn-ea"/>
                <a:cs typeface="+mn-cs"/>
              </a:rPr>
              <a:t>输出矩阵 </a:t>
            </a:r>
            <a:r>
              <a:rPr kumimoji="0" lang="en-US" altLang="zh-CN" sz="2200" b="1" i="0" u="none" strike="noStrike" kern="0" cap="none" spc="0" normalizeH="0" baseline="0" noProof="0" dirty="0">
                <a:ln>
                  <a:noFill/>
                </a:ln>
                <a:solidFill>
                  <a:schemeClr val="tx1"/>
                </a:solidFill>
                <a:effectLst>
                  <a:outerShdw blurRad="38100" dist="38100" dir="2700000" algn="tl">
                    <a:srgbClr val="000000"/>
                  </a:outerShdw>
                </a:effectLst>
                <a:uLnTx/>
                <a:uFillTx/>
                <a:latin typeface="+mn-lt"/>
                <a:ea typeface="+mn-ea"/>
                <a:cs typeface="+mn-cs"/>
              </a:rPr>
              <a:t>c</a:t>
            </a:r>
            <a:endParaRPr kumimoji="0" lang="en-US" altLang="zh-CN" sz="2200" b="1" i="0" u="none" strike="noStrike" kern="0" cap="none" spc="0" normalizeH="0" baseline="0" noProof="0" dirty="0">
              <a:ln>
                <a:noFill/>
              </a:ln>
              <a:solidFill>
                <a:schemeClr val="tx1"/>
              </a:solidFill>
              <a:effectLst>
                <a:outerShdw blurRad="38100" dist="38100" dir="2700000" algn="tl">
                  <a:srgbClr val="000000"/>
                </a:outerShdw>
              </a:effectLst>
              <a:uLnTx/>
              <a:uFillTx/>
              <a:latin typeface="+mn-lt"/>
              <a:ea typeface="+mn-ea"/>
              <a:cs typeface="+mn-cs"/>
            </a:endParaRPr>
          </a:p>
          <a:p>
            <a:pPr marL="342900" marR="0" lvl="0" indent="-342900" algn="l" defTabSz="914400" rtl="0" eaLnBrk="1" fontAlgn="base" latinLnBrk="0" hangingPunct="1">
              <a:lnSpc>
                <a:spcPct val="80000"/>
              </a:lnSpc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80000"/>
              <a:buFont typeface="Wingdings" panose="05000000000000000000" pitchFamily="2" charset="2"/>
              <a:buNone/>
              <a:defRPr/>
            </a:pPr>
            <a:r>
              <a:rPr kumimoji="0" lang="en-US" altLang="zh-CN" sz="2200" b="1" i="0" u="none" strike="noStrike" kern="0" cap="none" spc="0" normalizeH="0" baseline="0" noProof="0" dirty="0">
                <a:ln>
                  <a:noFill/>
                </a:ln>
                <a:solidFill>
                  <a:schemeClr val="tx1"/>
                </a:solidFill>
                <a:effectLst>
                  <a:outerShdw blurRad="38100" dist="38100" dir="2700000" algn="tl">
                    <a:srgbClr val="000000"/>
                  </a:outerShdw>
                </a:effectLst>
                <a:uLnTx/>
                <a:uFillTx/>
                <a:latin typeface="+mn-lt"/>
                <a:ea typeface="+mn-ea"/>
                <a:cs typeface="+mn-cs"/>
              </a:rPr>
              <a:t>	for(i=0;i&lt;</a:t>
            </a:r>
            <a:r>
              <a:rPr kumimoji="0" lang="en-US" altLang="zh-CN" sz="2200" b="1" i="0" u="none" strike="noStrike" kern="0" cap="none" spc="0" normalizeH="0" baseline="0" noProof="0" dirty="0" err="1">
                <a:ln>
                  <a:noFill/>
                </a:ln>
                <a:solidFill>
                  <a:srgbClr val="FFFF00"/>
                </a:solidFill>
                <a:effectLst>
                  <a:outerShdw blurRad="38100" dist="38100" dir="2700000" algn="tl">
                    <a:srgbClr val="000000"/>
                  </a:outerShdw>
                </a:effectLst>
                <a:uLnTx/>
                <a:uFillTx/>
                <a:latin typeface="+mn-lt"/>
                <a:ea typeface="+mn-ea"/>
                <a:cs typeface="+mn-cs"/>
              </a:rPr>
              <a:t>m</a:t>
            </a:r>
            <a:r>
              <a:rPr kumimoji="0" lang="en-US" altLang="zh-CN" sz="2200" b="1" i="0" u="none" strike="noStrike" kern="0" cap="none" spc="0" normalizeH="0" baseline="0" noProof="0" dirty="0" err="1">
                <a:ln>
                  <a:noFill/>
                </a:ln>
                <a:solidFill>
                  <a:schemeClr val="tx1"/>
                </a:solidFill>
                <a:effectLst>
                  <a:outerShdw blurRad="38100" dist="38100" dir="2700000" algn="tl">
                    <a:srgbClr val="000000"/>
                  </a:outerShdw>
                </a:effectLst>
                <a:uLnTx/>
                <a:uFillTx/>
                <a:latin typeface="+mn-lt"/>
                <a:ea typeface="+mn-ea"/>
                <a:cs typeface="+mn-cs"/>
              </a:rPr>
              <a:t>;i</a:t>
            </a:r>
            <a:r>
              <a:rPr kumimoji="0" lang="en-US" altLang="zh-CN" sz="2200" b="1" i="0" u="none" strike="noStrike" kern="0" cap="none" spc="0" normalizeH="0" baseline="0" noProof="0" dirty="0">
                <a:ln>
                  <a:noFill/>
                </a:ln>
                <a:solidFill>
                  <a:schemeClr val="tx1"/>
                </a:solidFill>
                <a:effectLst>
                  <a:outerShdw blurRad="38100" dist="38100" dir="2700000" algn="tl">
                    <a:srgbClr val="000000"/>
                  </a:outerShdw>
                </a:effectLst>
                <a:uLnTx/>
                <a:uFillTx/>
                <a:latin typeface="+mn-lt"/>
                <a:ea typeface="+mn-ea"/>
                <a:cs typeface="+mn-cs"/>
              </a:rPr>
              <a:t>++){</a:t>
            </a:r>
            <a:endParaRPr kumimoji="0" lang="en-US" altLang="zh-CN" sz="2200" b="1" i="0" u="none" strike="noStrike" kern="0" cap="none" spc="0" normalizeH="0" baseline="0" noProof="0" dirty="0">
              <a:ln>
                <a:noFill/>
              </a:ln>
              <a:solidFill>
                <a:schemeClr val="tx1"/>
              </a:solidFill>
              <a:effectLst>
                <a:outerShdw blurRad="38100" dist="38100" dir="2700000" algn="tl">
                  <a:srgbClr val="000000"/>
                </a:outerShdw>
              </a:effectLst>
              <a:uLnTx/>
              <a:uFillTx/>
              <a:latin typeface="+mn-lt"/>
              <a:ea typeface="+mn-ea"/>
              <a:cs typeface="+mn-cs"/>
            </a:endParaRPr>
          </a:p>
          <a:p>
            <a:pPr marL="342900" marR="0" lvl="0" indent="-342900" algn="l" defTabSz="914400" rtl="0" eaLnBrk="1" fontAlgn="base" latinLnBrk="0" hangingPunct="1">
              <a:lnSpc>
                <a:spcPct val="80000"/>
              </a:lnSpc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80000"/>
              <a:buFont typeface="Wingdings" panose="05000000000000000000" pitchFamily="2" charset="2"/>
              <a:buNone/>
              <a:defRPr/>
            </a:pPr>
            <a:r>
              <a:rPr kumimoji="0" lang="en-US" altLang="zh-CN" sz="2200" b="1" i="0" u="none" strike="noStrike" kern="0" cap="none" spc="0" normalizeH="0" baseline="0" noProof="0" dirty="0">
                <a:ln>
                  <a:noFill/>
                </a:ln>
                <a:solidFill>
                  <a:schemeClr val="tx1"/>
                </a:solidFill>
                <a:effectLst>
                  <a:outerShdw blurRad="38100" dist="38100" dir="2700000" algn="tl">
                    <a:srgbClr val="000000"/>
                  </a:outerShdw>
                </a:effectLst>
                <a:uLnTx/>
                <a:uFillTx/>
                <a:latin typeface="+mn-lt"/>
                <a:ea typeface="+mn-ea"/>
                <a:cs typeface="+mn-cs"/>
              </a:rPr>
              <a:t>		for(j=0;j&lt;</a:t>
            </a:r>
            <a:r>
              <a:rPr kumimoji="0" lang="en-US" altLang="zh-CN" sz="2200" b="1" i="0" u="none" strike="noStrike" kern="0" cap="none" spc="0" normalizeH="0" baseline="0" noProof="0" dirty="0" err="1">
                <a:ln>
                  <a:noFill/>
                </a:ln>
                <a:solidFill>
                  <a:srgbClr val="FFFF00"/>
                </a:solidFill>
                <a:effectLst>
                  <a:outerShdw blurRad="38100" dist="38100" dir="2700000" algn="tl">
                    <a:srgbClr val="000000"/>
                  </a:outerShdw>
                </a:effectLst>
                <a:uLnTx/>
                <a:uFillTx/>
                <a:latin typeface="+mn-lt"/>
                <a:ea typeface="+mn-ea"/>
                <a:cs typeface="+mn-cs"/>
              </a:rPr>
              <a:t>n</a:t>
            </a:r>
            <a:r>
              <a:rPr kumimoji="0" lang="en-US" altLang="zh-CN" sz="2200" b="1" i="0" u="none" strike="noStrike" kern="0" cap="none" spc="0" normalizeH="0" baseline="0" noProof="0" dirty="0" err="1">
                <a:ln>
                  <a:noFill/>
                </a:ln>
                <a:solidFill>
                  <a:schemeClr val="tx1"/>
                </a:solidFill>
                <a:effectLst>
                  <a:outerShdw blurRad="38100" dist="38100" dir="2700000" algn="tl">
                    <a:srgbClr val="000000"/>
                  </a:outerShdw>
                </a:effectLst>
                <a:uLnTx/>
                <a:uFillTx/>
                <a:latin typeface="+mn-lt"/>
                <a:ea typeface="+mn-ea"/>
                <a:cs typeface="+mn-cs"/>
              </a:rPr>
              <a:t>;j</a:t>
            </a:r>
            <a:r>
              <a:rPr kumimoji="0" lang="en-US" altLang="zh-CN" sz="2200" b="1" i="0" u="none" strike="noStrike" kern="0" cap="none" spc="0" normalizeH="0" baseline="0" noProof="0" dirty="0">
                <a:ln>
                  <a:noFill/>
                </a:ln>
                <a:solidFill>
                  <a:schemeClr val="tx1"/>
                </a:solidFill>
                <a:effectLst>
                  <a:outerShdw blurRad="38100" dist="38100" dir="2700000" algn="tl">
                    <a:srgbClr val="000000"/>
                  </a:outerShdw>
                </a:effectLst>
                <a:uLnTx/>
                <a:uFillTx/>
                <a:latin typeface="+mn-lt"/>
                <a:ea typeface="+mn-ea"/>
                <a:cs typeface="+mn-cs"/>
              </a:rPr>
              <a:t>++)</a:t>
            </a:r>
            <a:endParaRPr kumimoji="0" lang="en-US" altLang="zh-CN" sz="2200" b="1" i="0" u="none" strike="noStrike" kern="0" cap="none" spc="0" normalizeH="0" baseline="0" noProof="0" dirty="0">
              <a:ln>
                <a:noFill/>
              </a:ln>
              <a:solidFill>
                <a:schemeClr val="tx1"/>
              </a:solidFill>
              <a:effectLst>
                <a:outerShdw blurRad="38100" dist="38100" dir="2700000" algn="tl">
                  <a:srgbClr val="000000"/>
                </a:outerShdw>
              </a:effectLst>
              <a:uLnTx/>
              <a:uFillTx/>
              <a:latin typeface="+mn-lt"/>
              <a:ea typeface="+mn-ea"/>
              <a:cs typeface="+mn-cs"/>
            </a:endParaRPr>
          </a:p>
          <a:p>
            <a:pPr marL="342900" marR="0" lvl="0" indent="-342900" algn="l" defTabSz="914400" rtl="0" eaLnBrk="1" fontAlgn="base" latinLnBrk="0" hangingPunct="1">
              <a:lnSpc>
                <a:spcPct val="80000"/>
              </a:lnSpc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80000"/>
              <a:buFont typeface="Wingdings" panose="05000000000000000000" pitchFamily="2" charset="2"/>
              <a:buNone/>
              <a:defRPr/>
            </a:pPr>
            <a:r>
              <a:rPr kumimoji="0" lang="en-US" altLang="zh-CN" sz="2200" b="1" i="0" u="none" strike="noStrike" kern="0" cap="none" spc="0" normalizeH="0" baseline="0" noProof="0" dirty="0">
                <a:ln>
                  <a:noFill/>
                </a:ln>
                <a:solidFill>
                  <a:schemeClr val="tx1"/>
                </a:solidFill>
                <a:effectLst>
                  <a:outerShdw blurRad="38100" dist="38100" dir="2700000" algn="tl">
                    <a:srgbClr val="000000"/>
                  </a:outerShdw>
                </a:effectLst>
                <a:uLnTx/>
                <a:uFillTx/>
                <a:latin typeface="+mn-lt"/>
                <a:ea typeface="+mn-ea"/>
                <a:cs typeface="+mn-cs"/>
              </a:rPr>
              <a:t>		        </a:t>
            </a:r>
            <a:r>
              <a:rPr kumimoji="0" lang="en-US" altLang="zh-CN" sz="2200" b="1" i="0" u="none" strike="noStrike" kern="0" cap="none" spc="0" normalizeH="0" baseline="0" noProof="0" dirty="0" err="1">
                <a:ln>
                  <a:noFill/>
                </a:ln>
                <a:solidFill>
                  <a:schemeClr val="tx1"/>
                </a:solidFill>
                <a:effectLst>
                  <a:outerShdw blurRad="38100" dist="38100" dir="2700000" algn="tl">
                    <a:srgbClr val="000000"/>
                  </a:outerShdw>
                </a:effectLst>
                <a:uLnTx/>
                <a:uFillTx/>
                <a:latin typeface="+mn-lt"/>
                <a:ea typeface="+mn-ea"/>
                <a:cs typeface="+mn-cs"/>
              </a:rPr>
              <a:t>printf</a:t>
            </a:r>
            <a:r>
              <a:rPr kumimoji="0" lang="en-US" altLang="zh-CN" sz="2200" b="1" i="0" u="none" strike="noStrike" kern="0" cap="none" spc="0" normalizeH="0" baseline="0" noProof="0" dirty="0">
                <a:ln>
                  <a:noFill/>
                </a:ln>
                <a:solidFill>
                  <a:schemeClr val="tx1"/>
                </a:solidFill>
                <a:effectLst>
                  <a:outerShdw blurRad="38100" dist="38100" dir="2700000" algn="tl">
                    <a:srgbClr val="000000"/>
                  </a:outerShdw>
                </a:effectLst>
                <a:uLnTx/>
                <a:uFillTx/>
                <a:latin typeface="+mn-lt"/>
                <a:ea typeface="+mn-ea"/>
                <a:cs typeface="+mn-cs"/>
              </a:rPr>
              <a:t>("%10.2f ", </a:t>
            </a:r>
            <a:r>
              <a:rPr kumimoji="0" lang="en-US" altLang="zh-CN" sz="2200" b="1" i="0" u="none" strike="noStrike" kern="0" cap="none" spc="0" normalizeH="0" baseline="0" noProof="0" dirty="0">
                <a:ln>
                  <a:noFill/>
                </a:ln>
                <a:solidFill>
                  <a:schemeClr val="hlink"/>
                </a:solidFill>
                <a:effectLst>
                  <a:outerShdw blurRad="38100" dist="38100" dir="2700000" algn="tl">
                    <a:srgbClr val="000000"/>
                  </a:outerShdw>
                </a:effectLst>
                <a:uLnTx/>
                <a:uFillTx/>
                <a:latin typeface="+mn-lt"/>
                <a:ea typeface="+mn-ea"/>
                <a:cs typeface="+mn-cs"/>
              </a:rPr>
              <a:t>c[i][j]</a:t>
            </a:r>
            <a:r>
              <a:rPr kumimoji="0" lang="en-US" altLang="zh-CN" sz="2200" b="1" i="0" u="none" strike="noStrike" kern="0" cap="none" spc="0" normalizeH="0" baseline="0" noProof="0" dirty="0">
                <a:ln>
                  <a:noFill/>
                </a:ln>
                <a:solidFill>
                  <a:schemeClr val="tx1"/>
                </a:solidFill>
                <a:effectLst>
                  <a:outerShdw blurRad="38100" dist="38100" dir="2700000" algn="tl">
                    <a:srgbClr val="000000"/>
                  </a:outerShdw>
                </a:effectLst>
                <a:uLnTx/>
                <a:uFillTx/>
                <a:latin typeface="+mn-lt"/>
                <a:ea typeface="+mn-ea"/>
                <a:cs typeface="+mn-cs"/>
              </a:rPr>
              <a:t> );</a:t>
            </a:r>
            <a:endParaRPr kumimoji="0" lang="en-US" altLang="zh-CN" sz="2200" b="1" i="0" u="none" strike="noStrike" kern="0" cap="none" spc="0" normalizeH="0" baseline="0" noProof="0" dirty="0">
              <a:ln>
                <a:noFill/>
              </a:ln>
              <a:solidFill>
                <a:schemeClr val="tx1"/>
              </a:solidFill>
              <a:effectLst>
                <a:outerShdw blurRad="38100" dist="38100" dir="2700000" algn="tl">
                  <a:srgbClr val="000000"/>
                </a:outerShdw>
              </a:effectLst>
              <a:uLnTx/>
              <a:uFillTx/>
              <a:latin typeface="+mn-lt"/>
              <a:ea typeface="+mn-ea"/>
              <a:cs typeface="+mn-cs"/>
            </a:endParaRPr>
          </a:p>
          <a:p>
            <a:pPr marL="342900" marR="0" lvl="0" indent="-342900" algn="l" defTabSz="914400" rtl="0" eaLnBrk="1" fontAlgn="base" latinLnBrk="0" hangingPunct="1">
              <a:lnSpc>
                <a:spcPct val="80000"/>
              </a:lnSpc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80000"/>
              <a:buFont typeface="Wingdings" panose="05000000000000000000" pitchFamily="2" charset="2"/>
              <a:buNone/>
              <a:defRPr/>
            </a:pPr>
            <a:r>
              <a:rPr kumimoji="0" lang="en-US" altLang="zh-CN" sz="2200" b="1" i="0" u="none" strike="noStrike" kern="0" cap="none" spc="0" normalizeH="0" baseline="0" noProof="0" dirty="0">
                <a:ln>
                  <a:noFill/>
                </a:ln>
                <a:solidFill>
                  <a:schemeClr val="tx1"/>
                </a:solidFill>
                <a:effectLst>
                  <a:outerShdw blurRad="38100" dist="38100" dir="2700000" algn="tl">
                    <a:srgbClr val="000000"/>
                  </a:outerShdw>
                </a:effectLst>
                <a:uLnTx/>
                <a:uFillTx/>
                <a:latin typeface="+mn-lt"/>
                <a:ea typeface="+mn-ea"/>
                <a:cs typeface="+mn-cs"/>
              </a:rPr>
              <a:t>		</a:t>
            </a:r>
            <a:r>
              <a:rPr kumimoji="0" lang="en-US" altLang="zh-CN" sz="2200" b="1" i="0" u="none" strike="noStrike" kern="0" cap="none" spc="0" normalizeH="0" baseline="0" noProof="0" dirty="0" err="1">
                <a:ln>
                  <a:noFill/>
                </a:ln>
                <a:solidFill>
                  <a:schemeClr val="tx1"/>
                </a:solidFill>
                <a:effectLst>
                  <a:outerShdw blurRad="38100" dist="38100" dir="2700000" algn="tl">
                    <a:srgbClr val="000000"/>
                  </a:outerShdw>
                </a:effectLst>
                <a:uLnTx/>
                <a:uFillTx/>
                <a:latin typeface="+mn-lt"/>
                <a:ea typeface="+mn-ea"/>
                <a:cs typeface="+mn-cs"/>
              </a:rPr>
              <a:t>printf</a:t>
            </a:r>
            <a:r>
              <a:rPr kumimoji="0" lang="en-US" altLang="zh-CN" sz="2200" b="1" i="0" u="none" strike="noStrike" kern="0" cap="none" spc="0" normalizeH="0" baseline="0" noProof="0" dirty="0">
                <a:ln>
                  <a:noFill/>
                </a:ln>
                <a:solidFill>
                  <a:schemeClr val="tx1"/>
                </a:solidFill>
                <a:effectLst>
                  <a:outerShdw blurRad="38100" dist="38100" dir="2700000" algn="tl">
                    <a:srgbClr val="000000"/>
                  </a:outerShdw>
                </a:effectLst>
                <a:uLnTx/>
                <a:uFillTx/>
                <a:latin typeface="+mn-lt"/>
                <a:ea typeface="+mn-ea"/>
                <a:cs typeface="+mn-cs"/>
              </a:rPr>
              <a:t>("\n");</a:t>
            </a:r>
            <a:endParaRPr kumimoji="0" lang="en-US" altLang="zh-CN" sz="2200" b="1" i="0" u="none" strike="noStrike" kern="0" cap="none" spc="0" normalizeH="0" baseline="0" noProof="0" dirty="0">
              <a:ln>
                <a:noFill/>
              </a:ln>
              <a:solidFill>
                <a:schemeClr val="tx1"/>
              </a:solidFill>
              <a:effectLst>
                <a:outerShdw blurRad="38100" dist="38100" dir="2700000" algn="tl">
                  <a:srgbClr val="000000"/>
                </a:outerShdw>
              </a:effectLst>
              <a:uLnTx/>
              <a:uFillTx/>
              <a:latin typeface="+mn-lt"/>
              <a:ea typeface="+mn-ea"/>
              <a:cs typeface="+mn-cs"/>
            </a:endParaRPr>
          </a:p>
          <a:p>
            <a:pPr marL="342900" marR="0" lvl="0" indent="-342900" algn="l" defTabSz="914400" rtl="0" eaLnBrk="1" fontAlgn="base" latinLnBrk="0" hangingPunct="1">
              <a:lnSpc>
                <a:spcPct val="80000"/>
              </a:lnSpc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80000"/>
              <a:buFont typeface="Wingdings" panose="05000000000000000000" pitchFamily="2" charset="2"/>
              <a:buNone/>
              <a:defRPr/>
            </a:pPr>
            <a:r>
              <a:rPr kumimoji="0" lang="en-US" altLang="zh-CN" sz="2200" b="1" i="0" u="none" strike="noStrike" kern="0" cap="none" spc="0" normalizeH="0" baseline="0" noProof="0" dirty="0">
                <a:ln>
                  <a:noFill/>
                </a:ln>
                <a:solidFill>
                  <a:schemeClr val="tx1"/>
                </a:solidFill>
                <a:effectLst>
                  <a:outerShdw blurRad="38100" dist="38100" dir="2700000" algn="tl">
                    <a:srgbClr val="000000"/>
                  </a:outerShdw>
                </a:effectLst>
                <a:uLnTx/>
                <a:uFillTx/>
                <a:latin typeface="+mn-lt"/>
                <a:ea typeface="+mn-ea"/>
                <a:cs typeface="+mn-cs"/>
              </a:rPr>
              <a:t>	</a:t>
            </a:r>
            <a:r>
              <a:rPr kumimoji="0" lang="en-US" altLang="zh-CN" sz="1200" b="1" i="0" u="none" strike="noStrike" kern="0" cap="none" spc="0" normalizeH="0" baseline="0" noProof="0" dirty="0">
                <a:ln>
                  <a:noFill/>
                </a:ln>
                <a:solidFill>
                  <a:schemeClr val="tx1"/>
                </a:solidFill>
                <a:effectLst>
                  <a:outerShdw blurRad="38100" dist="38100" dir="2700000" algn="tl">
                    <a:srgbClr val="000000"/>
                  </a:outerShdw>
                </a:effectLst>
                <a:uLnTx/>
                <a:uFillTx/>
                <a:latin typeface="+mn-lt"/>
                <a:ea typeface="+mn-ea"/>
                <a:cs typeface="+mn-cs"/>
              </a:rPr>
              <a:t>}</a:t>
            </a:r>
            <a:endParaRPr kumimoji="0" lang="en-US" altLang="zh-CN" sz="1200" b="1" i="0" u="none" strike="noStrike" kern="0" cap="none" spc="0" normalizeH="0" baseline="0" noProof="0" dirty="0">
              <a:ln>
                <a:noFill/>
              </a:ln>
              <a:solidFill>
                <a:schemeClr val="tx1"/>
              </a:solidFill>
              <a:effectLst>
                <a:outerShdw blurRad="38100" dist="38100" dir="2700000" algn="tl">
                  <a:srgbClr val="000000"/>
                </a:outerShdw>
              </a:effectLst>
              <a:uLnTx/>
              <a:uFillTx/>
              <a:latin typeface="+mn-lt"/>
              <a:ea typeface="+mn-ea"/>
              <a:cs typeface="+mn-cs"/>
            </a:endParaRPr>
          </a:p>
          <a:p>
            <a:pPr marL="342900" marR="0" lvl="0" indent="-342900" algn="l" defTabSz="914400" rtl="0" eaLnBrk="1" fontAlgn="base" latinLnBrk="0" hangingPunct="1">
              <a:lnSpc>
                <a:spcPct val="80000"/>
              </a:lnSpc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80000"/>
              <a:buFont typeface="Wingdings" panose="05000000000000000000" pitchFamily="2" charset="2"/>
              <a:buNone/>
              <a:defRPr/>
            </a:pPr>
            <a:r>
              <a:rPr kumimoji="0" lang="en-US" altLang="zh-CN" sz="1200" b="1" i="0" u="none" strike="noStrike" kern="0" cap="none" spc="0" normalizeH="0" baseline="0" noProof="0" dirty="0">
                <a:ln>
                  <a:noFill/>
                </a:ln>
                <a:solidFill>
                  <a:schemeClr val="tx1"/>
                </a:solidFill>
                <a:effectLst>
                  <a:outerShdw blurRad="38100" dist="38100" dir="2700000" algn="tl">
                    <a:srgbClr val="000000"/>
                  </a:outerShdw>
                </a:effectLst>
                <a:uLnTx/>
                <a:uFillTx/>
                <a:latin typeface="+mn-lt"/>
                <a:ea typeface="+mn-ea"/>
                <a:cs typeface="+mn-cs"/>
              </a:rPr>
              <a:t>}</a:t>
            </a:r>
            <a:endParaRPr kumimoji="0" lang="en-US" altLang="zh-CN" sz="1200" b="1" i="0" u="none" strike="noStrike" kern="0" cap="none" spc="0" normalizeH="0" baseline="0" noProof="0" dirty="0">
              <a:ln>
                <a:noFill/>
              </a:ln>
              <a:solidFill>
                <a:schemeClr val="tx1"/>
              </a:solidFill>
              <a:effectLst>
                <a:outerShdw blurRad="38100" dist="38100" dir="2700000" algn="tl">
                  <a:srgbClr val="000000"/>
                </a:outerShdw>
              </a:effectLst>
              <a:uLnTx/>
              <a:uFillTx/>
              <a:latin typeface="+mn-lt"/>
              <a:ea typeface="+mn-ea"/>
              <a:cs typeface="+mn-cs"/>
            </a:endParaRPr>
          </a:p>
        </p:txBody>
      </p:sp>
      <p:sp>
        <p:nvSpPr>
          <p:cNvPr id="2" name="矩形 1"/>
          <p:cNvSpPr/>
          <p:nvPr/>
        </p:nvSpPr>
        <p:spPr>
          <a:xfrm>
            <a:off x="7240905" y="3130550"/>
            <a:ext cx="4893945" cy="2861310"/>
          </a:xfrm>
          <a:prstGeom prst="rect">
            <a:avLst/>
          </a:prstGeom>
          <a:solidFill>
            <a:schemeClr val="bg1">
              <a:lumMod val="50000"/>
            </a:schemeClr>
          </a:solidFill>
        </p:spPr>
        <p:txBody>
          <a:bodyPr wrap="square">
            <a:spAutoFit/>
          </a:bodyPr>
          <a:lstStyle/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r>
              <a:rPr kumimoji="0" lang="en-US" altLang="zh-CN" sz="1800" b="1" i="0" u="none" strike="noStrike" kern="1200" cap="none" spc="0" normalizeH="0" baseline="0" noProof="0" dirty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Tahoma" panose="020B0604030504040204" pitchFamily="34" charset="0"/>
                <a:ea typeface="宋体" panose="02010600030101010101" pitchFamily="2" charset="-122"/>
                <a:cs typeface="+mn-cs"/>
              </a:rPr>
              <a:t>Please input a[2][4]:</a:t>
            </a:r>
            <a:endParaRPr kumimoji="0" lang="en-US" altLang="zh-CN" sz="1800" b="1" i="0" u="none" strike="noStrike" kern="1200" cap="none" spc="0" normalizeH="0" baseline="0" noProof="0" dirty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Tahoma" panose="020B0604030504040204" pitchFamily="34" charset="0"/>
              <a:ea typeface="宋体" panose="02010600030101010101" pitchFamily="2" charset="-122"/>
              <a:cs typeface="+mn-cs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r>
              <a:rPr kumimoji="0" lang="en-US" altLang="zh-CN" sz="1800" b="1" i="0" u="none" strike="noStrike" kern="1200" cap="none" spc="0" normalizeH="0" baseline="0" noProof="0" dirty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Tahoma" panose="020B0604030504040204" pitchFamily="34" charset="0"/>
                <a:ea typeface="宋体" panose="02010600030101010101" pitchFamily="2" charset="-122"/>
                <a:cs typeface="+mn-cs"/>
              </a:rPr>
              <a:t>1 0 3 -1</a:t>
            </a:r>
            <a:endParaRPr kumimoji="0" lang="en-US" altLang="zh-CN" sz="1800" b="1" i="0" u="none" strike="noStrike" kern="1200" cap="none" spc="0" normalizeH="0" baseline="0" noProof="0" dirty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Tahoma" panose="020B0604030504040204" pitchFamily="34" charset="0"/>
              <a:ea typeface="宋体" panose="02010600030101010101" pitchFamily="2" charset="-122"/>
              <a:cs typeface="+mn-cs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r>
              <a:rPr kumimoji="0" lang="en-US" altLang="zh-CN" sz="1800" b="1" i="0" u="none" strike="noStrike" kern="1200" cap="none" spc="0" normalizeH="0" baseline="0" noProof="0" dirty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Tahoma" panose="020B0604030504040204" pitchFamily="34" charset="0"/>
                <a:ea typeface="宋体" panose="02010600030101010101" pitchFamily="2" charset="-122"/>
                <a:cs typeface="+mn-cs"/>
              </a:rPr>
              <a:t>2 1 0 2</a:t>
            </a:r>
            <a:endParaRPr kumimoji="0" lang="en-US" altLang="zh-CN" sz="1800" b="1" i="0" u="none" strike="noStrike" kern="1200" cap="none" spc="0" normalizeH="0" baseline="0" noProof="0" dirty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Tahoma" panose="020B0604030504040204" pitchFamily="34" charset="0"/>
              <a:ea typeface="宋体" panose="02010600030101010101" pitchFamily="2" charset="-122"/>
              <a:cs typeface="+mn-cs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r>
              <a:rPr kumimoji="0" lang="en-US" altLang="zh-CN" sz="1800" b="1" i="0" u="none" strike="noStrike" kern="1200" cap="none" spc="0" normalizeH="0" baseline="0" noProof="0" dirty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Tahoma" panose="020B0604030504040204" pitchFamily="34" charset="0"/>
                <a:ea typeface="宋体" panose="02010600030101010101" pitchFamily="2" charset="-122"/>
                <a:cs typeface="+mn-cs"/>
              </a:rPr>
              <a:t>Please input b[4][3]:</a:t>
            </a:r>
            <a:endParaRPr kumimoji="0" lang="en-US" altLang="zh-CN" sz="1800" b="1" i="0" u="none" strike="noStrike" kern="1200" cap="none" spc="0" normalizeH="0" baseline="0" noProof="0" dirty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Tahoma" panose="020B0604030504040204" pitchFamily="34" charset="0"/>
              <a:ea typeface="宋体" panose="02010600030101010101" pitchFamily="2" charset="-122"/>
              <a:cs typeface="+mn-cs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r>
              <a:rPr kumimoji="0" lang="en-US" altLang="zh-CN" sz="1800" b="1" i="0" u="none" strike="noStrike" kern="1200" cap="none" spc="0" normalizeH="0" baseline="0" noProof="0" dirty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Tahoma" panose="020B0604030504040204" pitchFamily="34" charset="0"/>
                <a:ea typeface="宋体" panose="02010600030101010101" pitchFamily="2" charset="-122"/>
                <a:cs typeface="+mn-cs"/>
              </a:rPr>
              <a:t>4   1  0 -1  1  3 2   0  1 1   </a:t>
            </a:r>
            <a:endParaRPr kumimoji="0" lang="en-US" altLang="zh-CN" sz="1800" b="1" i="0" u="none" strike="noStrike" kern="1200" cap="none" spc="0" normalizeH="0" baseline="0" noProof="0" dirty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Tahoma" panose="020B0604030504040204" pitchFamily="34" charset="0"/>
              <a:ea typeface="宋体" panose="02010600030101010101" pitchFamily="2" charset="-122"/>
              <a:cs typeface="+mn-cs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r>
              <a:rPr kumimoji="0" lang="en-US" altLang="zh-CN" sz="1800" b="1" i="0" u="none" strike="noStrike" kern="1200" cap="none" spc="0" normalizeH="0" baseline="0" noProof="0" dirty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Tahoma" panose="020B0604030504040204" pitchFamily="34" charset="0"/>
                <a:ea typeface="宋体" panose="02010600030101010101" pitchFamily="2" charset="-122"/>
                <a:cs typeface="+mn-cs"/>
              </a:rPr>
              <a:t>3  4</a:t>
            </a:r>
            <a:endParaRPr kumimoji="0" lang="en-US" altLang="zh-CN" sz="1800" b="1" i="0" u="none" strike="noStrike" kern="1200" cap="none" spc="0" normalizeH="0" baseline="0" noProof="0" dirty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Tahoma" panose="020B0604030504040204" pitchFamily="34" charset="0"/>
              <a:ea typeface="宋体" panose="02010600030101010101" pitchFamily="2" charset="-122"/>
              <a:cs typeface="+mn-cs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r>
              <a:rPr kumimoji="0" lang="en-US" altLang="zh-CN" sz="1800" b="1" i="0" u="none" strike="noStrike" kern="1200" cap="none" spc="0" normalizeH="0" baseline="0" noProof="0" dirty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Tahoma" panose="020B0604030504040204" pitchFamily="34" charset="0"/>
                <a:ea typeface="宋体" panose="02010600030101010101" pitchFamily="2" charset="-122"/>
                <a:cs typeface="+mn-cs"/>
              </a:rPr>
              <a:t>Answer:</a:t>
            </a:r>
            <a:endParaRPr kumimoji="0" lang="en-US" altLang="zh-CN" sz="1800" b="1" i="0" u="none" strike="noStrike" kern="1200" cap="none" spc="0" normalizeH="0" baseline="0" noProof="0" dirty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Tahoma" panose="020B0604030504040204" pitchFamily="34" charset="0"/>
              <a:ea typeface="宋体" panose="02010600030101010101" pitchFamily="2" charset="-122"/>
              <a:cs typeface="+mn-cs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r>
              <a:rPr kumimoji="0" lang="en-US" altLang="zh-CN" sz="1800" b="1" i="0" u="none" strike="noStrike" kern="1200" cap="none" spc="0" normalizeH="0" baseline="0" noProof="0" dirty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Tahoma" panose="020B0604030504040204" pitchFamily="34" charset="0"/>
                <a:ea typeface="宋体" panose="02010600030101010101" pitchFamily="2" charset="-122"/>
                <a:cs typeface="+mn-cs"/>
              </a:rPr>
              <a:t>      9.00      -2.00      -1.00</a:t>
            </a:r>
            <a:endParaRPr kumimoji="0" lang="en-US" altLang="zh-CN" sz="1800" b="1" i="0" u="none" strike="noStrike" kern="1200" cap="none" spc="0" normalizeH="0" baseline="0" noProof="0" dirty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Tahoma" panose="020B0604030504040204" pitchFamily="34" charset="0"/>
              <a:ea typeface="宋体" panose="02010600030101010101" pitchFamily="2" charset="-122"/>
              <a:cs typeface="+mn-cs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r>
              <a:rPr kumimoji="0" lang="en-US" altLang="zh-CN" sz="1800" b="1" i="0" u="none" strike="noStrike" kern="1200" cap="none" spc="0" normalizeH="0" baseline="0" noProof="0" dirty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Tahoma" panose="020B0604030504040204" pitchFamily="34" charset="0"/>
                <a:ea typeface="宋体" panose="02010600030101010101" pitchFamily="2" charset="-122"/>
                <a:cs typeface="+mn-cs"/>
              </a:rPr>
              <a:t>      9.00       9.00      11.00</a:t>
            </a:r>
            <a:endParaRPr kumimoji="0" lang="en-US" altLang="zh-CN" sz="1800" b="1" i="0" u="none" strike="noStrike" kern="1200" cap="none" spc="0" normalizeH="0" baseline="0" noProof="0" dirty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Tahoma" panose="020B0604030504040204" pitchFamily="34" charset="0"/>
              <a:ea typeface="宋体" panose="02010600030101010101" pitchFamily="2" charset="-122"/>
              <a:cs typeface="+mn-cs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0" lang="en-US" altLang="zh-CN" sz="1800" b="1" i="0" u="none" strike="noStrike" kern="1200" cap="none" spc="0" normalizeH="0" baseline="0" noProof="0" dirty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Tahoma" panose="020B0604030504040204" pitchFamily="34" charset="0"/>
              <a:ea typeface="宋体" panose="02010600030101010101" pitchFamily="2" charset="-122"/>
              <a:cs typeface="+mn-cs"/>
            </a:endParaRPr>
          </a:p>
        </p:txBody>
      </p:sp>
      <p:sp>
        <p:nvSpPr>
          <p:cNvPr id="3" name="矩形 2"/>
          <p:cNvSpPr/>
          <p:nvPr/>
        </p:nvSpPr>
        <p:spPr>
          <a:xfrm>
            <a:off x="5095875" y="22225"/>
            <a:ext cx="7092950" cy="584200"/>
          </a:xfrm>
          <a:prstGeom prst="rect">
            <a:avLst/>
          </a:prstGeom>
          <a:solidFill>
            <a:schemeClr val="accent1"/>
          </a:solidFill>
          <a:ln w="9525">
            <a:noFill/>
          </a:ln>
        </p:spPr>
        <p:txBody>
          <a:bodyPr>
            <a:spAutoFit/>
          </a:bodyPr>
          <a:lstStyle>
            <a:lvl1pPr marL="342900" indent="-3429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80000"/>
              <a:buFont typeface="Wingdings" panose="05000000000000000000" pitchFamily="2" charset="2"/>
              <a:buChar char="n"/>
              <a:defRPr sz="3200" b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defRPr>
            </a:lvl1pPr>
            <a:lvl2pPr marL="742950" indent="-28575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Char char="–"/>
              <a:defRPr sz="2800">
                <a:solidFill>
                  <a:schemeClr val="tx1"/>
                </a:solidFill>
                <a:effectLst/>
                <a:latin typeface="+mn-lt"/>
                <a:ea typeface="+mn-ea"/>
              </a:defRPr>
            </a:lvl2pPr>
            <a:lvl3pPr marL="11430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Font typeface="Wingdings" panose="05000000000000000000" pitchFamily="2" charset="2"/>
              <a:buChar char="§"/>
              <a:defRPr sz="2400">
                <a:solidFill>
                  <a:schemeClr val="tx1"/>
                </a:solidFill>
                <a:effectLst/>
                <a:latin typeface="+mn-lt"/>
                <a:ea typeface="+mn-ea"/>
              </a:defRPr>
            </a:lvl3pPr>
            <a:lvl4pPr marL="16002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–"/>
              <a:defRPr sz="2000">
                <a:solidFill>
                  <a:schemeClr val="tx1"/>
                </a:solidFill>
                <a:effectLst/>
                <a:latin typeface="+mn-lt"/>
                <a:ea typeface="+mn-ea"/>
              </a:defRPr>
            </a:lvl4pPr>
            <a:lvl5pPr marL="20574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effectLst/>
                <a:latin typeface="+mn-lt"/>
                <a:ea typeface="+mn-ea"/>
              </a:defRPr>
            </a:lvl5pPr>
          </a:lstStyle>
          <a:p>
            <a:pPr marL="0" lvl="0" indent="0">
              <a:spcBef>
                <a:spcPct val="0"/>
              </a:spcBef>
              <a:buClrTx/>
              <a:buSzTx/>
              <a:buFontTx/>
              <a:buNone/>
            </a:pPr>
            <a:r>
              <a:rPr lang="zh-CN" altLang="en-US" b="1" dirty="0">
                <a:solidFill>
                  <a:srgbClr val="FFFF00"/>
                </a:solidFill>
                <a:ea typeface="黑体" panose="02010609060101010101" pitchFamily="49" charset="-122"/>
              </a:rPr>
              <a:t>函数原型：</a:t>
            </a:r>
            <a:r>
              <a:rPr lang="en-US" altLang="zh-CN" b="1" dirty="0">
                <a:solidFill>
                  <a:srgbClr val="FFFF00"/>
                </a:solidFill>
                <a:ea typeface="黑体" panose="02010609060101010101" pitchFamily="49" charset="-122"/>
              </a:rPr>
              <a:t>void matrixproduct (); </a:t>
            </a:r>
            <a:endParaRPr lang="zh-CN" altLang="en-US" b="1" dirty="0">
              <a:solidFill>
                <a:srgbClr val="FFFF00"/>
              </a:solidFill>
              <a:ea typeface="黑体" panose="02010609060101010101" pitchFamily="49" charset="-122"/>
            </a:endParaRPr>
          </a:p>
        </p:txBody>
      </p:sp>
    </p:spTree>
  </p:cSld>
  <p:clrMapOvr>
    <a:masterClrMapping/>
  </p:clrMapOvr>
  <p:transition spd="slow"/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9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5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7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3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5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" grpId="1" animBg="1"/>
    </p:bldLst>
  </p:timing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5" name="灯片编号占位符 6"/>
          <p:cNvSpPr txBox="1">
            <a:spLocks noGrp="1"/>
          </p:cNvSpPr>
          <p:nvPr>
            <p:ph type="sldNum" sz="quarter" idx="4"/>
          </p:nvPr>
        </p:nvSpPr>
        <p:spPr bwMode="auto"/>
        <p:txBody>
          <a:bodyPr wrap="square" lIns="91440" tIns="45720" rIns="91440" bIns="45720" numCol="1" anchor="b" anchorCtr="0" compatLnSpc="1"/>
          <a:lstStyle>
            <a:lvl1pPr eaLnBrk="0" hangingPunct="0">
              <a:defRPr sz="2000" b="1">
                <a:solidFill>
                  <a:schemeClr val="tx1"/>
                </a:solidFill>
                <a:latin typeface="Tahoma" panose="020B0604030504040204" pitchFamily="34" charset="0"/>
                <a:ea typeface="黑体" panose="02010609060101010101" pitchFamily="49" charset="-122"/>
              </a:defRPr>
            </a:lvl1pPr>
            <a:lvl2pPr marL="742950" indent="-285750" eaLnBrk="0" hangingPunct="0">
              <a:defRPr sz="2000" b="1">
                <a:solidFill>
                  <a:schemeClr val="tx1"/>
                </a:solidFill>
                <a:latin typeface="Tahoma" panose="020B0604030504040204" pitchFamily="34" charset="0"/>
                <a:ea typeface="黑体" panose="02010609060101010101" pitchFamily="49" charset="-122"/>
              </a:defRPr>
            </a:lvl2pPr>
            <a:lvl3pPr marL="1143000" indent="-228600" eaLnBrk="0" hangingPunct="0">
              <a:defRPr sz="2000" b="1">
                <a:solidFill>
                  <a:schemeClr val="tx1"/>
                </a:solidFill>
                <a:latin typeface="Tahoma" panose="020B0604030504040204" pitchFamily="34" charset="0"/>
                <a:ea typeface="黑体" panose="02010609060101010101" pitchFamily="49" charset="-122"/>
              </a:defRPr>
            </a:lvl3pPr>
            <a:lvl4pPr marL="1600200" indent="-228600" eaLnBrk="0" hangingPunct="0">
              <a:defRPr sz="2000" b="1">
                <a:solidFill>
                  <a:schemeClr val="tx1"/>
                </a:solidFill>
                <a:latin typeface="Tahoma" panose="020B0604030504040204" pitchFamily="34" charset="0"/>
                <a:ea typeface="黑体" panose="02010609060101010101" pitchFamily="49" charset="-122"/>
              </a:defRPr>
            </a:lvl4pPr>
            <a:lvl5pPr marL="2057400" indent="-228600" eaLnBrk="0" hangingPunct="0">
              <a:defRPr sz="2000" b="1">
                <a:solidFill>
                  <a:schemeClr val="tx1"/>
                </a:solidFill>
                <a:latin typeface="Tahoma" panose="020B0604030504040204" pitchFamily="34" charset="0"/>
                <a:ea typeface="黑体" panose="02010609060101010101" pitchFamily="49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000" b="1">
                <a:solidFill>
                  <a:schemeClr val="tx1"/>
                </a:solidFill>
                <a:latin typeface="Tahoma" panose="020B0604030504040204" pitchFamily="34" charset="0"/>
                <a:ea typeface="黑体" panose="02010609060101010101" pitchFamily="49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000" b="1">
                <a:solidFill>
                  <a:schemeClr val="tx1"/>
                </a:solidFill>
                <a:latin typeface="Tahoma" panose="020B0604030504040204" pitchFamily="34" charset="0"/>
                <a:ea typeface="黑体" panose="02010609060101010101" pitchFamily="49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000" b="1">
                <a:solidFill>
                  <a:schemeClr val="tx1"/>
                </a:solidFill>
                <a:latin typeface="Tahoma" panose="020B0604030504040204" pitchFamily="34" charset="0"/>
                <a:ea typeface="黑体" panose="02010609060101010101" pitchFamily="49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000" b="1">
                <a:solidFill>
                  <a:schemeClr val="tx1"/>
                </a:solidFill>
                <a:latin typeface="Tahoma" panose="020B0604030504040204" pitchFamily="34" charset="0"/>
                <a:ea typeface="黑体" panose="02010609060101010101" pitchFamily="49" charset="-122"/>
              </a:defRPr>
            </a:lvl9pPr>
          </a:lstStyle>
          <a:p>
            <a:pPr marL="0" marR="0" lvl="0" indent="0" algn="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fld id="{55938F5F-4062-441C-835D-6AB88C32D247}" type="slidenum">
              <a:rPr kumimoji="0" lang="en-US" altLang="zh-CN" sz="1200" b="0" i="0" u="none" strike="noStrike" kern="1200" cap="none" spc="0" normalizeH="0" baseline="0" noProof="0">
                <a:ln>
                  <a:noFill/>
                </a:ln>
                <a:solidFill>
                  <a:schemeClr val="tx1"/>
                </a:solidFill>
                <a:effectLst>
                  <a:outerShdw blurRad="38100" dist="38100" dir="2700000" algn="tl">
                    <a:srgbClr val="000000"/>
                  </a:outerShdw>
                </a:effectLst>
                <a:uLnTx/>
                <a:uFillTx/>
                <a:latin typeface="Tahoma" panose="020B0604030504040204" pitchFamily="34" charset="0"/>
                <a:ea typeface="宋体" panose="02010600030101010101" pitchFamily="2" charset="-122"/>
                <a:cs typeface="+mn-cs"/>
              </a:rPr>
            </a:fld>
            <a:endParaRPr kumimoji="0" lang="en-US" altLang="zh-CN" sz="1200" b="0" i="0" u="none" strike="noStrike" kern="1200" cap="none" spc="0" normalizeH="0" baseline="0" noProof="0">
              <a:ln>
                <a:noFill/>
              </a:ln>
              <a:solidFill>
                <a:schemeClr val="tx1"/>
              </a:solidFill>
              <a:effectLst>
                <a:outerShdw blurRad="38100" dist="38100" dir="2700000" algn="tl">
                  <a:srgbClr val="000000"/>
                </a:outerShdw>
              </a:effectLst>
              <a:uLnTx/>
              <a:uFillTx/>
              <a:latin typeface="Tahoma" panose="020B0604030504040204" pitchFamily="34" charset="0"/>
              <a:ea typeface="宋体" panose="02010600030101010101" pitchFamily="2" charset="-122"/>
              <a:cs typeface="+mn-cs"/>
            </a:endParaRPr>
          </a:p>
        </p:txBody>
      </p:sp>
      <p:sp>
        <p:nvSpPr>
          <p:cNvPr id="31746" name="Rectangle 2"/>
          <p:cNvSpPr>
            <a:spLocks noGrp="1" noChangeArrowheads="1"/>
          </p:cNvSpPr>
          <p:nvPr>
            <p:ph type="title"/>
          </p:nvPr>
        </p:nvSpPr>
        <p:spPr/>
        <p:txBody>
          <a:bodyPr vert="horz" wrap="square" lIns="91440" tIns="45720" rIns="91440" bIns="45720" numCol="1" anchor="ctr" anchorCtr="0" compatLnSpc="1"/>
          <a:lstStyle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r>
              <a:rPr kumimoji="0" lang="en-US" altLang="zh-CN" sz="4400" b="1" i="0" u="none" strike="noStrike" kern="0" cap="none" spc="0" normalizeH="0" baseline="0" noProof="0" dirty="0">
                <a:ln>
                  <a:noFill/>
                </a:ln>
                <a:solidFill>
                  <a:schemeClr val="tx2"/>
                </a:solidFill>
                <a:effectLst>
                  <a:outerShdw blurRad="38100" dist="38100" dir="2700000" algn="tl">
                    <a:srgbClr val="000000"/>
                  </a:outerShdw>
                </a:effectLst>
                <a:uLnTx/>
                <a:uFillTx/>
                <a:latin typeface="宋体" panose="02010600030101010101" pitchFamily="2" charset="-122"/>
                <a:ea typeface="+mj-ea"/>
                <a:cs typeface="+mj-cs"/>
              </a:rPr>
              <a:t>§6.3  </a:t>
            </a:r>
            <a:r>
              <a:rPr kumimoji="0" lang="zh-CN" altLang="en-US" sz="4400" b="1" i="0" u="none" strike="noStrike" kern="0" cap="none" spc="0" normalizeH="0" baseline="0" noProof="0" dirty="0">
                <a:ln>
                  <a:noFill/>
                </a:ln>
                <a:solidFill>
                  <a:schemeClr val="tx2"/>
                </a:solidFill>
                <a:effectLst>
                  <a:outerShdw blurRad="38100" dist="38100" dir="2700000" algn="tl">
                    <a:srgbClr val="000000"/>
                  </a:outerShdw>
                </a:effectLst>
                <a:uLnTx/>
                <a:uFillTx/>
                <a:latin typeface="Arial" panose="020B0604020202020204" pitchFamily="34" charset="0"/>
                <a:ea typeface="+mj-ea"/>
                <a:cs typeface="+mj-cs"/>
              </a:rPr>
              <a:t>程序设计实例</a:t>
            </a:r>
            <a:endParaRPr kumimoji="0" lang="zh-CN" altLang="en-US" sz="4400" b="1" i="0" u="none" strike="noStrike" kern="0" cap="none" spc="0" normalizeH="0" baseline="0" noProof="0" dirty="0">
              <a:ln>
                <a:noFill/>
              </a:ln>
              <a:solidFill>
                <a:schemeClr val="tx2"/>
              </a:solidFill>
              <a:effectLst>
                <a:outerShdw blurRad="38100" dist="38100" dir="2700000" algn="tl">
                  <a:srgbClr val="000000"/>
                </a:outerShdw>
              </a:effectLst>
              <a:uLnTx/>
              <a:uFillTx/>
              <a:latin typeface="Arial" panose="020B0604020202020204" pitchFamily="34" charset="0"/>
              <a:ea typeface="+mj-ea"/>
              <a:cs typeface="+mj-cs"/>
            </a:endParaRPr>
          </a:p>
        </p:txBody>
      </p:sp>
      <p:sp>
        <p:nvSpPr>
          <p:cNvPr id="61444" name="Rectangle 3"/>
          <p:cNvSpPr>
            <a:spLocks noGrp="1" noChangeArrowheads="1"/>
          </p:cNvSpPr>
          <p:nvPr>
            <p:ph sz="half" idx="1"/>
          </p:nvPr>
        </p:nvSpPr>
        <p:spPr>
          <a:xfrm>
            <a:off x="156845" y="1524000"/>
            <a:ext cx="11913235" cy="4580890"/>
          </a:xfrm>
        </p:spPr>
        <p:txBody>
          <a:bodyPr vert="horz" wrap="square" lIns="91440" tIns="45720" rIns="91440" bIns="45720" numCol="1" anchor="t" anchorCtr="0" compatLnSpc="1"/>
          <a:lstStyle/>
          <a:p>
            <a:pPr marL="457200" marR="0" lvl="1" indent="0" algn="l" defTabSz="914400" rtl="0" eaLnBrk="1" fontAlgn="base" latinLnBrk="0" hangingPunct="1">
              <a:lnSpc>
                <a:spcPct val="100000"/>
              </a:lnSpc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SzTx/>
              <a:buFontTx/>
              <a:buNone/>
              <a:defRPr/>
            </a:pPr>
            <a:r>
              <a:rPr kumimoji="0" lang="en-US" altLang="zh-CN" sz="3200" b="1" i="0" u="none" strike="noStrike" kern="0" cap="none" spc="0" normalizeH="0" baseline="0" noProof="0" dirty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Arial" panose="020B0604020202020204" pitchFamily="34" charset="0"/>
                <a:ea typeface="+mn-ea"/>
              </a:rPr>
              <a:t>【</a:t>
            </a:r>
            <a:r>
              <a:rPr kumimoji="0" lang="zh-CN" altLang="en-US" sz="3200" b="1" i="0" u="none" strike="noStrike" kern="0" cap="none" spc="0" normalizeH="0" baseline="0" noProof="0" dirty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Arial" panose="020B0604020202020204" pitchFamily="34" charset="0"/>
                <a:ea typeface="+mn-ea"/>
              </a:rPr>
              <a:t>例</a:t>
            </a:r>
            <a:r>
              <a:rPr kumimoji="0" lang="en-US" altLang="zh-CN" sz="3200" b="1" i="0" u="none" strike="noStrike" kern="0" cap="none" spc="0" normalizeH="0" baseline="0" noProof="0" dirty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Arial" panose="020B0604020202020204" pitchFamily="34" charset="0"/>
                <a:ea typeface="+mn-ea"/>
              </a:rPr>
              <a:t>6.3】</a:t>
            </a:r>
            <a:r>
              <a:rPr kumimoji="0" lang="zh-CN" altLang="en-US" sz="3200" b="1" i="0" u="none" strike="noStrike" kern="0" cap="none" spc="0" normalizeH="0" baseline="0" noProof="0" dirty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Arial" panose="020B0604020202020204" pitchFamily="34" charset="0"/>
                <a:ea typeface="+mn-ea"/>
              </a:rPr>
              <a:t>打印杨辉三角的前</a:t>
            </a:r>
            <a:r>
              <a:rPr kumimoji="0" lang="en-US" altLang="zh-CN" sz="3200" b="1" i="0" u="none" strike="noStrike" kern="0" cap="none" spc="0" normalizeH="0" baseline="0" noProof="0" dirty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Arial" panose="020B0604020202020204" pitchFamily="34" charset="0"/>
                <a:ea typeface="+mn-ea"/>
              </a:rPr>
              <a:t>10</a:t>
            </a:r>
            <a:r>
              <a:rPr kumimoji="0" lang="zh-CN" altLang="en-US" sz="3200" b="1" i="0" u="none" strike="noStrike" kern="0" cap="none" spc="0" normalizeH="0" baseline="0" noProof="0" dirty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Arial" panose="020B0604020202020204" pitchFamily="34" charset="0"/>
                <a:ea typeface="+mn-ea"/>
              </a:rPr>
              <a:t>行</a:t>
            </a:r>
            <a:r>
              <a:rPr kumimoji="0" lang="zh-CN" altLang="en-US" sz="2400" b="1" i="0" u="none" strike="noStrike" kern="0" cap="none" spc="0" normalizeH="0" baseline="0" noProof="0" dirty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Arial" panose="020B0604020202020204" pitchFamily="34" charset="0"/>
                <a:ea typeface="+mn-ea"/>
              </a:rPr>
              <a:t>（教材</a:t>
            </a:r>
            <a:r>
              <a:rPr kumimoji="0" lang="en-US" altLang="zh-CN" sz="2400" b="1" i="0" u="none" strike="noStrike" kern="0" cap="none" spc="0" normalizeH="0" baseline="0" noProof="0" dirty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Arial" panose="020B0604020202020204" pitchFamily="34" charset="0"/>
                <a:ea typeface="+mn-ea"/>
              </a:rPr>
              <a:t>P153</a:t>
            </a:r>
            <a:r>
              <a:rPr kumimoji="0" lang="zh-CN" altLang="en-US" sz="2400" b="1" i="0" u="none" strike="noStrike" kern="0" cap="none" spc="0" normalizeH="0" baseline="0" noProof="0" dirty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Arial" panose="020B0604020202020204" pitchFamily="34" charset="0"/>
                <a:ea typeface="+mn-ea"/>
              </a:rPr>
              <a:t>）</a:t>
            </a:r>
            <a:endParaRPr kumimoji="0" lang="en-US" altLang="zh-CN" sz="2400" b="1" i="0" u="none" strike="noStrike" kern="0" cap="none" spc="0" normalizeH="0" baseline="0" noProof="0" dirty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Arial" panose="020B0604020202020204" pitchFamily="34" charset="0"/>
              <a:ea typeface="+mn-ea"/>
            </a:endParaRPr>
          </a:p>
          <a:p>
            <a:pPr marL="457200" marR="0" lvl="1" indent="0" algn="l" defTabSz="914400" rtl="0" eaLnBrk="1" fontAlgn="base" latinLnBrk="0" hangingPunct="1">
              <a:lnSpc>
                <a:spcPct val="100000"/>
              </a:lnSpc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SzTx/>
              <a:buFontTx/>
              <a:buNone/>
              <a:defRPr/>
            </a:pPr>
            <a:r>
              <a:rPr kumimoji="0" lang="en-US" altLang="zh-CN" sz="2600" b="1" i="0" u="none" strike="noStrike" kern="0" cap="none" spc="0" normalizeH="0" baseline="0" noProof="0" dirty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Arial" panose="020B0604020202020204" pitchFamily="34" charset="0"/>
                <a:ea typeface="+mn-ea"/>
              </a:rPr>
              <a:t>	</a:t>
            </a:r>
            <a:r>
              <a:rPr kumimoji="0" lang="zh-CN" altLang="en-US" sz="2600" b="1" i="0" u="none" strike="noStrike" kern="0" cap="none" spc="0" normalizeH="0" baseline="0" noProof="0" dirty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Arial" panose="020B0604020202020204" pitchFamily="34" charset="0"/>
                <a:ea typeface="+mn-ea"/>
              </a:rPr>
              <a:t>算法</a:t>
            </a:r>
            <a:r>
              <a:rPr kumimoji="0" lang="en-US" altLang="zh-CN" sz="2600" b="1" i="0" u="none" strike="noStrike" kern="0" cap="none" spc="0" normalizeH="0" baseline="0" noProof="0" dirty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Arial" panose="020B0604020202020204" pitchFamily="34" charset="0"/>
                <a:ea typeface="+mn-ea"/>
              </a:rPr>
              <a:t>1</a:t>
            </a:r>
            <a:r>
              <a:rPr kumimoji="0" lang="zh-CN" altLang="en-US" sz="2600" b="1" i="0" u="none" strike="noStrike" kern="0" cap="none" spc="0" normalizeH="0" baseline="0" noProof="0" dirty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Arial" panose="020B0604020202020204" pitchFamily="34" charset="0"/>
                <a:ea typeface="+mn-ea"/>
              </a:rPr>
              <a:t>：多项式定理</a:t>
            </a:r>
            <a:endParaRPr kumimoji="0" lang="zh-CN" altLang="en-US" sz="2600" b="1" i="0" u="none" strike="noStrike" kern="0" cap="none" spc="0" normalizeH="0" baseline="0" noProof="0" dirty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Arial" panose="020B0604020202020204" pitchFamily="34" charset="0"/>
              <a:ea typeface="+mn-ea"/>
            </a:endParaRPr>
          </a:p>
          <a:p>
            <a:pPr marL="457200" marR="0" lvl="1" indent="457200" algn="l" defTabSz="914400" rtl="0" eaLnBrk="1" fontAlgn="base" latinLnBrk="0" hangingPunct="1">
              <a:lnSpc>
                <a:spcPct val="100000"/>
              </a:lnSpc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SzTx/>
              <a:buFontTx/>
              <a:buNone/>
              <a:defRPr/>
            </a:pPr>
            <a:r>
              <a:rPr kumimoji="0" lang="zh-CN" altLang="en-US" sz="2600" b="1" i="0" u="none" strike="noStrike" kern="0" cap="none" spc="0" normalizeH="0" baseline="0" noProof="0" dirty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Arial" panose="020B0604020202020204" pitchFamily="34" charset="0"/>
                <a:ea typeface="+mn-ea"/>
              </a:rPr>
              <a:t>算法</a:t>
            </a:r>
            <a:r>
              <a:rPr kumimoji="0" lang="en-US" altLang="zh-CN" sz="2600" b="1" i="0" u="none" strike="noStrike" kern="0" cap="none" spc="0" normalizeH="0" baseline="0" noProof="0" dirty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Arial" panose="020B0604020202020204" pitchFamily="34" charset="0"/>
                <a:ea typeface="+mn-ea"/>
              </a:rPr>
              <a:t>2</a:t>
            </a:r>
            <a:r>
              <a:rPr kumimoji="0" lang="zh-CN" altLang="en-US" sz="2600" b="1" i="0" u="none" strike="noStrike" kern="0" cap="none" spc="0" normalizeH="0" baseline="0" noProof="0" dirty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Arial" panose="020B0604020202020204" pitchFamily="34" charset="0"/>
                <a:ea typeface="+mn-ea"/>
              </a:rPr>
              <a:t>：</a:t>
            </a:r>
            <a:r>
              <a:rPr kumimoji="0" lang="zh-CN" altLang="en-US" sz="2600" b="1" i="0" u="none" strike="noStrike" kern="0" cap="none" spc="0" normalizeH="0" baseline="0" noProof="0" dirty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Arial" panose="020B0604020202020204" pitchFamily="34" charset="0"/>
                <a:ea typeface="+mn-ea"/>
                <a:hlinkClick r:id="" action="ppaction://noaction"/>
              </a:rPr>
              <a:t>教材</a:t>
            </a:r>
            <a:r>
              <a:rPr kumimoji="0" lang="en-US" altLang="zh-CN" sz="2600" b="1" i="0" u="none" strike="noStrike" kern="0" cap="none" spc="0" normalizeH="0" baseline="0" noProof="0" dirty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Arial" panose="020B0604020202020204" pitchFamily="34" charset="0"/>
                <a:ea typeface="+mn-ea"/>
                <a:hlinkClick r:id="" action="ppaction://noaction"/>
              </a:rPr>
              <a:t>P153</a:t>
            </a:r>
            <a:r>
              <a:rPr kumimoji="0" lang="zh-CN" altLang="en-US" sz="2600" b="1" i="0" u="none" strike="noStrike" kern="0" cap="none" spc="0" normalizeH="0" baseline="0" noProof="0" dirty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Arial" panose="020B0604020202020204" pitchFamily="34" charset="0"/>
                <a:ea typeface="+mn-ea"/>
              </a:rPr>
              <a:t>（自学）</a:t>
            </a:r>
            <a:endParaRPr kumimoji="0" lang="en-US" altLang="zh-CN" sz="2600" b="1" i="0" u="none" strike="noStrike" kern="0" cap="none" spc="0" normalizeH="0" baseline="0" noProof="0" dirty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Arial" panose="020B0604020202020204" pitchFamily="34" charset="0"/>
              <a:ea typeface="+mn-ea"/>
            </a:endParaRPr>
          </a:p>
          <a:p>
            <a:pPr marL="457200" marR="0" lvl="1" indent="0" algn="l" defTabSz="914400" rtl="0" eaLnBrk="1" fontAlgn="base" latinLnBrk="0" hangingPunct="1">
              <a:lnSpc>
                <a:spcPct val="100000"/>
              </a:lnSpc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SzTx/>
              <a:buFontTx/>
              <a:buNone/>
              <a:defRPr/>
            </a:pPr>
            <a:r>
              <a:rPr kumimoji="0" lang="en-US" altLang="zh-CN" sz="3200" b="1" i="0" u="none" strike="noStrike" kern="0" cap="none" spc="0" normalizeH="0" baseline="0" noProof="0" dirty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Arial" panose="020B0604020202020204" pitchFamily="34" charset="0"/>
                <a:ea typeface="+mn-ea"/>
              </a:rPr>
              <a:t>	</a:t>
            </a:r>
            <a:r>
              <a:rPr kumimoji="0" lang="en-US" altLang="zh-CN" sz="2400" b="1" i="0" u="none" strike="noStrike" kern="0" cap="none" spc="0" normalizeH="0" baseline="0" noProof="0" dirty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Arial" panose="020B0604020202020204" pitchFamily="34" charset="0"/>
                <a:ea typeface="+mn-ea"/>
              </a:rPr>
              <a:t>	</a:t>
            </a:r>
            <a:r>
              <a:rPr kumimoji="0" lang="en-US" altLang="zh-CN" sz="2800" b="1" i="0" u="none" strike="noStrike" kern="0" cap="none" spc="0" normalizeH="0" baseline="0" noProof="0" dirty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Arial" panose="020B0604020202020204" pitchFamily="34" charset="0"/>
                <a:ea typeface="+mn-ea"/>
              </a:rPr>
              <a:t>   </a:t>
            </a:r>
            <a:r>
              <a:rPr kumimoji="0" lang="zh-CN" altLang="en-US" sz="2800" b="1" i="0" u="none" strike="noStrike" kern="0" cap="none" spc="0" normalizeH="0" baseline="0" noProof="0" dirty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Arial" panose="020B0604020202020204" pitchFamily="34" charset="0"/>
                <a:ea typeface="+mn-ea"/>
              </a:rPr>
              <a:t>资源：</a:t>
            </a:r>
            <a:r>
              <a:rPr kumimoji="0" lang="zh-CN" altLang="en-US" sz="2400" b="1" i="0" u="none" strike="noStrike" kern="0" cap="none" spc="0" normalizeH="0" baseline="0" noProof="0" dirty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Arial" panose="020B0604020202020204" pitchFamily="34" charset="0"/>
                <a:ea typeface="+mn-ea"/>
              </a:rPr>
              <a:t>中国大学慕课 第</a:t>
            </a:r>
            <a:r>
              <a:rPr kumimoji="0" lang="en-US" altLang="zh-CN" sz="2400" b="1" i="0" u="none" strike="noStrike" kern="0" cap="none" spc="0" normalizeH="0" baseline="0" noProof="0" dirty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Arial" panose="020B0604020202020204" pitchFamily="34" charset="0"/>
                <a:ea typeface="+mn-ea"/>
              </a:rPr>
              <a:t>5</a:t>
            </a:r>
            <a:r>
              <a:rPr kumimoji="0" lang="zh-CN" altLang="en-US" sz="2400" b="1" i="0" u="none" strike="noStrike" kern="0" cap="none" spc="0" normalizeH="0" baseline="0" noProof="0" dirty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Arial" panose="020B0604020202020204" pitchFamily="34" charset="0"/>
                <a:ea typeface="+mn-ea"/>
              </a:rPr>
              <a:t>周课程</a:t>
            </a:r>
            <a:r>
              <a:rPr kumimoji="0" lang="en-US" altLang="zh-CN" sz="2400" b="1" i="0" u="none" strike="noStrike" kern="0" cap="none" spc="0" normalizeH="0" baseline="0" noProof="0" dirty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Arial" panose="020B0604020202020204" pitchFamily="34" charset="0"/>
                <a:ea typeface="+mn-ea"/>
              </a:rPr>
              <a:t>6.3</a:t>
            </a:r>
            <a:r>
              <a:rPr kumimoji="0" lang="zh-CN" altLang="en-US" sz="2400" b="1" i="0" u="none" strike="noStrike" kern="0" cap="none" spc="0" normalizeH="0" baseline="0" noProof="0" dirty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Arial" panose="020B0604020202020204" pitchFamily="34" charset="0"/>
                <a:ea typeface="+mn-ea"/>
              </a:rPr>
              <a:t>节</a:t>
            </a:r>
            <a:endParaRPr kumimoji="0" lang="en-US" altLang="zh-CN" sz="2400" b="1" i="0" u="none" strike="noStrike" kern="0" cap="none" spc="0" normalizeH="0" baseline="0" noProof="0" dirty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Arial" panose="020B0604020202020204" pitchFamily="34" charset="0"/>
              <a:ea typeface="+mn-ea"/>
            </a:endParaRPr>
          </a:p>
          <a:p>
            <a:pPr marL="457200" marR="0" lvl="1" indent="0" algn="l" defTabSz="914400" rtl="0" eaLnBrk="1" fontAlgn="base" latinLnBrk="0" hangingPunct="1">
              <a:lnSpc>
                <a:spcPct val="100000"/>
              </a:lnSpc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SzTx/>
              <a:buFontTx/>
              <a:buNone/>
              <a:defRPr/>
            </a:pPr>
            <a:r>
              <a:rPr kumimoji="0" lang="en-US" altLang="zh-CN" sz="2400" b="1" i="0" u="none" strike="noStrike" kern="0" cap="none" spc="0" normalizeH="0" baseline="0" noProof="0" dirty="0">
                <a:ln>
                  <a:noFill/>
                </a:ln>
                <a:solidFill>
                  <a:srgbClr val="FF0000"/>
                </a:solidFill>
                <a:effectLst/>
                <a:uLnTx/>
                <a:uFillTx/>
                <a:latin typeface="Arial" panose="020B0604020202020204" pitchFamily="34" charset="0"/>
                <a:ea typeface="+mn-ea"/>
              </a:rPr>
              <a:t>	</a:t>
            </a:r>
            <a:r>
              <a:rPr kumimoji="0" lang="en-US" altLang="zh-CN" sz="2400" b="1" i="0" u="none" strike="noStrike" kern="0" cap="none" spc="0" normalizeH="0" baseline="0" noProof="0" dirty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Arial" panose="020B0604020202020204" pitchFamily="34" charset="0"/>
                <a:ea typeface="+mn-ea"/>
              </a:rPr>
              <a:t>           </a:t>
            </a:r>
            <a:r>
              <a:rPr kumimoji="0" lang="en-US" altLang="zh-CN" sz="2400" b="1" i="0" u="none" strike="noStrike" kern="0" cap="none" spc="0" normalizeH="0" baseline="0" noProof="0" dirty="0">
                <a:ln>
                  <a:noFill/>
                </a:ln>
                <a:solidFill>
                  <a:srgbClr val="FFFF00"/>
                </a:solidFill>
                <a:uLnTx/>
                <a:uFillTx/>
                <a:ea typeface="+mn-ea"/>
                <a:cs typeface="+mn-cs"/>
              </a:rPr>
              <a:t>（提示： i=0和i=1时，第一个j循环不执行）</a:t>
            </a:r>
            <a:endParaRPr kumimoji="0" lang="en-US" altLang="zh-CN" sz="2400" b="1" i="0" u="none" strike="noStrike" kern="0" cap="none" spc="0" normalizeH="0" baseline="0" noProof="0" dirty="0">
              <a:ln>
                <a:noFill/>
              </a:ln>
              <a:solidFill>
                <a:srgbClr val="FFFF00"/>
              </a:solidFill>
              <a:uLnTx/>
              <a:uFillTx/>
              <a:ea typeface="+mn-ea"/>
              <a:cs typeface="+mn-cs"/>
            </a:endParaRPr>
          </a:p>
          <a:p>
            <a:pPr marL="457200" marR="0" lvl="1" indent="0" algn="l" defTabSz="914400" rtl="0" eaLnBrk="1" fontAlgn="base" latinLnBrk="0" hangingPunct="1">
              <a:lnSpc>
                <a:spcPct val="100000"/>
              </a:lnSpc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SzTx/>
              <a:buFontTx/>
              <a:buNone/>
              <a:defRPr/>
            </a:pPr>
            <a:r>
              <a:rPr kumimoji="0" lang="en-US" altLang="zh-CN" sz="2400" b="1" i="0" u="none" strike="noStrike" kern="0" cap="none" spc="0" normalizeH="0" baseline="0" noProof="0" dirty="0">
                <a:ln>
                  <a:noFill/>
                </a:ln>
                <a:solidFill>
                  <a:srgbClr val="FF0000"/>
                </a:solidFill>
                <a:effectLst/>
                <a:uLnTx/>
                <a:uFillTx/>
                <a:latin typeface="Arial" panose="020B0604020202020204" pitchFamily="34" charset="0"/>
                <a:ea typeface="+mn-ea"/>
              </a:rPr>
              <a:t>	</a:t>
            </a:r>
            <a:r>
              <a:rPr kumimoji="0" lang="zh-CN" altLang="en-US" sz="2400" b="1" i="0" u="none" strike="noStrike" kern="0" cap="none" spc="0" normalizeH="0" baseline="0" noProof="0" dirty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Arial" panose="020B0604020202020204" pitchFamily="34" charset="0"/>
                <a:ea typeface="+mn-ea"/>
              </a:rPr>
              <a:t>算法</a:t>
            </a:r>
            <a:r>
              <a:rPr kumimoji="0" lang="en-US" altLang="zh-CN" sz="2400" b="1" i="0" u="none" strike="noStrike" kern="0" cap="none" spc="0" normalizeH="0" baseline="0" noProof="0" dirty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Arial" panose="020B0604020202020204" pitchFamily="34" charset="0"/>
                <a:ea typeface="+mn-ea"/>
              </a:rPr>
              <a:t>3</a:t>
            </a:r>
            <a:r>
              <a:rPr kumimoji="0" lang="zh-CN" altLang="en-US" sz="2400" b="1" i="0" u="none" strike="noStrike" kern="0" cap="none" spc="0" normalizeH="0" baseline="0" noProof="0" dirty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Arial" panose="020B0604020202020204" pitchFamily="34" charset="0"/>
                <a:ea typeface="+mn-ea"/>
              </a:rPr>
              <a:t>：</a:t>
            </a:r>
            <a:r>
              <a:rPr kumimoji="0" lang="zh-CN" altLang="en-US" sz="2400" b="1" i="0" u="none" strike="noStrike" kern="0" cap="none" spc="0" normalizeH="0" baseline="0" noProof="0" dirty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Arial" panose="020B0604020202020204" pitchFamily="34" charset="0"/>
                <a:ea typeface="+mn-ea"/>
                <a:hlinkClick r:id="rId1" action="ppaction://hlinksldjump"/>
              </a:rPr>
              <a:t>教材</a:t>
            </a:r>
            <a:r>
              <a:rPr kumimoji="0" lang="en-US" altLang="zh-CN" sz="2400" b="1" i="0" u="none" strike="noStrike" kern="0" cap="none" spc="0" normalizeH="0" baseline="0" noProof="0" dirty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Arial" panose="020B0604020202020204" pitchFamily="34" charset="0"/>
                <a:ea typeface="+mn-ea"/>
                <a:hlinkClick r:id="rId1" action="ppaction://hlinksldjump"/>
              </a:rPr>
              <a:t>P155 </a:t>
            </a:r>
            <a:endParaRPr kumimoji="0" lang="en-US" altLang="zh-CN" sz="2400" b="1" i="0" u="none" strike="noStrike" kern="0" cap="none" spc="0" normalizeH="0" baseline="0" noProof="0" dirty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Arial" panose="020B0604020202020204" pitchFamily="34" charset="0"/>
              <a:ea typeface="+mn-ea"/>
            </a:endParaRPr>
          </a:p>
          <a:p>
            <a:pPr marL="457200" marR="0" lvl="1" indent="0" algn="l" defTabSz="914400" rtl="0" eaLnBrk="1" fontAlgn="base" latinLnBrk="0" hangingPunct="1">
              <a:lnSpc>
                <a:spcPct val="100000"/>
              </a:lnSpc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SzTx/>
              <a:buFontTx/>
              <a:buNone/>
              <a:defRPr/>
            </a:pPr>
            <a:endParaRPr kumimoji="0" lang="zh-CN" altLang="en-US" sz="2400" b="1" i="0" u="none" strike="noStrike" kern="0" cap="none" spc="0" normalizeH="0" baseline="0" noProof="0" dirty="0">
              <a:ln>
                <a:noFill/>
              </a:ln>
              <a:solidFill>
                <a:srgbClr val="FF0000"/>
              </a:solidFill>
              <a:effectLst/>
              <a:uLnTx/>
              <a:uFillTx/>
              <a:latin typeface="Arial" panose="020B0604020202020204" pitchFamily="34" charset="0"/>
              <a:ea typeface="+mn-ea"/>
            </a:endParaRPr>
          </a:p>
          <a:p>
            <a:pPr marL="457200" marR="0" lvl="1" indent="0" algn="l" defTabSz="914400" rtl="0" eaLnBrk="1" fontAlgn="base" latinLnBrk="0" hangingPunct="1">
              <a:lnSpc>
                <a:spcPct val="100000"/>
              </a:lnSpc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SzTx/>
              <a:buFontTx/>
              <a:buNone/>
              <a:defRPr/>
            </a:pPr>
            <a:r>
              <a:rPr kumimoji="0" lang="en-US" altLang="zh-CN" sz="3200" b="1" i="0" u="none" strike="noStrike" kern="0" cap="none" spc="0" normalizeH="0" baseline="0" noProof="0" dirty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Arial" panose="020B0604020202020204" pitchFamily="34" charset="0"/>
                <a:ea typeface="+mn-ea"/>
              </a:rPr>
              <a:t>【</a:t>
            </a:r>
            <a:r>
              <a:rPr kumimoji="0" lang="zh-CN" altLang="en-US" sz="3200" b="1" i="0" u="none" strike="noStrike" kern="0" cap="none" spc="0" normalizeH="0" baseline="0" noProof="0" dirty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Arial" panose="020B0604020202020204" pitchFamily="34" charset="0"/>
                <a:ea typeface="+mn-ea"/>
              </a:rPr>
              <a:t>例</a:t>
            </a:r>
            <a:r>
              <a:rPr kumimoji="0" lang="en-US" altLang="zh-CN" sz="3200" b="1" i="0" u="none" strike="noStrike" kern="0" cap="none" spc="0" normalizeH="0" baseline="0" noProof="0" dirty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Arial" panose="020B0604020202020204" pitchFamily="34" charset="0"/>
                <a:ea typeface="+mn-ea"/>
              </a:rPr>
              <a:t>6.4】</a:t>
            </a:r>
            <a:r>
              <a:rPr kumimoji="0" lang="zh-CN" altLang="en-US" sz="3200" b="1" i="0" u="none" strike="noStrike" kern="0" cap="none" spc="0" normalizeH="0" baseline="0" noProof="0" dirty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Arial" panose="020B0604020202020204" pitchFamily="34" charset="0"/>
                <a:ea typeface="+mn-ea"/>
              </a:rPr>
              <a:t>编写一个函数，求矩阵乘积</a:t>
            </a:r>
            <a:r>
              <a:rPr kumimoji="0" lang="zh-CN" altLang="en-US" sz="2400" b="1" i="0" u="none" strike="noStrike" kern="0" cap="none" spc="0" normalizeH="0" baseline="0" noProof="0" dirty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Arial" panose="020B0604020202020204" pitchFamily="34" charset="0"/>
                <a:ea typeface="+mn-ea"/>
              </a:rPr>
              <a:t>（教材</a:t>
            </a:r>
            <a:r>
              <a:rPr kumimoji="0" lang="en-US" altLang="zh-CN" sz="2400" b="1" i="0" u="none" strike="noStrike" kern="0" cap="none" spc="0" normalizeH="0" baseline="0" noProof="0" dirty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Arial" panose="020B0604020202020204" pitchFamily="34" charset="0"/>
                <a:ea typeface="+mn-ea"/>
              </a:rPr>
              <a:t>P156</a:t>
            </a:r>
            <a:r>
              <a:rPr kumimoji="0" lang="zh-CN" altLang="en-US" sz="2400" b="1" i="0" u="none" strike="noStrike" kern="0" cap="none" spc="0" normalizeH="0" baseline="0" noProof="0" dirty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Arial" panose="020B0604020202020204" pitchFamily="34" charset="0"/>
                <a:ea typeface="+mn-ea"/>
              </a:rPr>
              <a:t>）</a:t>
            </a:r>
            <a:endParaRPr kumimoji="0" lang="zh-CN" altLang="en-US" sz="2400" b="1" i="0" u="none" strike="noStrike" kern="0" cap="none" spc="0" normalizeH="0" baseline="0" noProof="0" dirty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Arial" panose="020B0604020202020204" pitchFamily="34" charset="0"/>
              <a:ea typeface="+mn-ea"/>
            </a:endParaRPr>
          </a:p>
          <a:p>
            <a:pPr marL="742950" marR="0" lvl="1" indent="-285750" algn="l" defTabSz="914400" rtl="0" eaLnBrk="1" fontAlgn="base" latinLnBrk="0" hangingPunct="1">
              <a:lnSpc>
                <a:spcPct val="100000"/>
              </a:lnSpc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SzTx/>
              <a:buFont typeface="Wingdings" panose="05000000000000000000" pitchFamily="2" charset="2"/>
              <a:buNone/>
              <a:defRPr/>
            </a:pPr>
            <a:r>
              <a:rPr kumimoji="0" lang="zh-CN" altLang="en-US" sz="3200" b="1" i="0" u="none" strike="noStrike" kern="0" cap="none" spc="0" normalizeH="0" baseline="0" noProof="0" dirty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Arial" panose="020B0604020202020204" pitchFamily="34" charset="0"/>
                <a:ea typeface="+mn-ea"/>
              </a:rPr>
              <a:t>	</a:t>
            </a:r>
            <a:r>
              <a:rPr kumimoji="0" lang="en-US" altLang="zh-CN" sz="3200" b="1" i="0" u="none" strike="noStrike" kern="0" cap="none" spc="0" normalizeH="0" baseline="0" noProof="0" dirty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Arial" panose="020B0604020202020204" pitchFamily="34" charset="0"/>
                <a:ea typeface="+mn-ea"/>
              </a:rPr>
              <a:t> </a:t>
            </a:r>
            <a:r>
              <a:rPr kumimoji="0" lang="zh-CN" altLang="en-US" sz="3200" b="1" i="0" u="none" strike="noStrike" kern="0" cap="none" spc="0" normalizeH="0" baseline="0" noProof="0" dirty="0">
                <a:ln>
                  <a:noFill/>
                </a:ln>
                <a:solidFill>
                  <a:schemeClr val="tx1">
                    <a:lumMod val="50000"/>
                  </a:schemeClr>
                </a:solidFill>
                <a:effectLst/>
                <a:uLnTx/>
                <a:uFillTx/>
                <a:latin typeface="Arial" panose="020B0604020202020204" pitchFamily="34" charset="0"/>
                <a:ea typeface="+mn-ea"/>
              </a:rPr>
              <a:t>（前面已讲）</a:t>
            </a:r>
            <a:endParaRPr kumimoji="0" lang="en-US" altLang="zh-CN" sz="3200" b="1" i="0" u="none" strike="noStrike" kern="0" cap="none" spc="0" normalizeH="0" baseline="0" noProof="0" dirty="0">
              <a:ln>
                <a:noFill/>
              </a:ln>
              <a:solidFill>
                <a:schemeClr val="tx1">
                  <a:lumMod val="50000"/>
                </a:schemeClr>
              </a:solidFill>
              <a:effectLst/>
              <a:uLnTx/>
              <a:uFillTx/>
              <a:latin typeface="Arial" panose="020B0604020202020204" pitchFamily="34" charset="0"/>
              <a:ea typeface="+mn-ea"/>
            </a:endParaRPr>
          </a:p>
        </p:txBody>
      </p:sp>
    </p:spTree>
  </p:cSld>
  <p:clrMapOvr>
    <a:masterClrMapping/>
  </p:clrMapOvr>
  <p:transition>
    <p:random/>
  </p:transition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32" name="灯片编号占位符 5"/>
          <p:cNvSpPr txBox="1">
            <a:spLocks noGrp="1"/>
          </p:cNvSpPr>
          <p:nvPr>
            <p:ph type="sldNum" sz="quarter" idx="4"/>
          </p:nvPr>
        </p:nvSpPr>
        <p:spPr bwMode="auto"/>
        <p:txBody>
          <a:bodyPr wrap="square" lIns="91440" tIns="45720" rIns="91440" bIns="45720" numCol="1" anchor="b" anchorCtr="0" compatLnSpc="1"/>
          <a:lstStyle>
            <a:lvl1pPr eaLnBrk="0" hangingPunct="0">
              <a:defRPr sz="2000" b="1">
                <a:solidFill>
                  <a:schemeClr val="tx1"/>
                </a:solidFill>
                <a:latin typeface="Tahoma" panose="020B0604030504040204" pitchFamily="34" charset="0"/>
                <a:ea typeface="黑体" panose="02010609060101010101" pitchFamily="49" charset="-122"/>
              </a:defRPr>
            </a:lvl1pPr>
            <a:lvl2pPr marL="742950" indent="-285750" eaLnBrk="0" hangingPunct="0">
              <a:defRPr sz="2000" b="1">
                <a:solidFill>
                  <a:schemeClr val="tx1"/>
                </a:solidFill>
                <a:latin typeface="Tahoma" panose="020B0604030504040204" pitchFamily="34" charset="0"/>
                <a:ea typeface="黑体" panose="02010609060101010101" pitchFamily="49" charset="-122"/>
              </a:defRPr>
            </a:lvl2pPr>
            <a:lvl3pPr marL="1143000" indent="-228600" eaLnBrk="0" hangingPunct="0">
              <a:defRPr sz="2000" b="1">
                <a:solidFill>
                  <a:schemeClr val="tx1"/>
                </a:solidFill>
                <a:latin typeface="Tahoma" panose="020B0604030504040204" pitchFamily="34" charset="0"/>
                <a:ea typeface="黑体" panose="02010609060101010101" pitchFamily="49" charset="-122"/>
              </a:defRPr>
            </a:lvl3pPr>
            <a:lvl4pPr marL="1600200" indent="-228600" eaLnBrk="0" hangingPunct="0">
              <a:defRPr sz="2000" b="1">
                <a:solidFill>
                  <a:schemeClr val="tx1"/>
                </a:solidFill>
                <a:latin typeface="Tahoma" panose="020B0604030504040204" pitchFamily="34" charset="0"/>
                <a:ea typeface="黑体" panose="02010609060101010101" pitchFamily="49" charset="-122"/>
              </a:defRPr>
            </a:lvl4pPr>
            <a:lvl5pPr marL="2057400" indent="-228600" eaLnBrk="0" hangingPunct="0">
              <a:defRPr sz="2000" b="1">
                <a:solidFill>
                  <a:schemeClr val="tx1"/>
                </a:solidFill>
                <a:latin typeface="Tahoma" panose="020B0604030504040204" pitchFamily="34" charset="0"/>
                <a:ea typeface="黑体" panose="02010609060101010101" pitchFamily="49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000" b="1">
                <a:solidFill>
                  <a:schemeClr val="tx1"/>
                </a:solidFill>
                <a:latin typeface="Tahoma" panose="020B0604030504040204" pitchFamily="34" charset="0"/>
                <a:ea typeface="黑体" panose="02010609060101010101" pitchFamily="49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000" b="1">
                <a:solidFill>
                  <a:schemeClr val="tx1"/>
                </a:solidFill>
                <a:latin typeface="Tahoma" panose="020B0604030504040204" pitchFamily="34" charset="0"/>
                <a:ea typeface="黑体" panose="02010609060101010101" pitchFamily="49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000" b="1">
                <a:solidFill>
                  <a:schemeClr val="tx1"/>
                </a:solidFill>
                <a:latin typeface="Tahoma" panose="020B0604030504040204" pitchFamily="34" charset="0"/>
                <a:ea typeface="黑体" panose="02010609060101010101" pitchFamily="49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000" b="1">
                <a:solidFill>
                  <a:schemeClr val="tx1"/>
                </a:solidFill>
                <a:latin typeface="Tahoma" panose="020B0604030504040204" pitchFamily="34" charset="0"/>
                <a:ea typeface="黑体" panose="02010609060101010101" pitchFamily="49" charset="-122"/>
              </a:defRPr>
            </a:lvl9pPr>
          </a:lstStyle>
          <a:p>
            <a:pPr marL="0" marR="0" lvl="0" indent="0" algn="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fld id="{B4268891-CFE6-4F15-8661-ABE0426BBD1A}" type="slidenum">
              <a:rPr kumimoji="0" lang="en-US" altLang="zh-CN" sz="1200" b="0" i="0" u="none" strike="noStrike" kern="1200" cap="none" spc="0" normalizeH="0" baseline="0" noProof="0">
                <a:ln>
                  <a:noFill/>
                </a:ln>
                <a:solidFill>
                  <a:schemeClr val="tx1"/>
                </a:solidFill>
                <a:effectLst>
                  <a:outerShdw blurRad="38100" dist="38100" dir="2700000" algn="tl">
                    <a:srgbClr val="000000"/>
                  </a:outerShdw>
                </a:effectLst>
                <a:uLnTx/>
                <a:uFillTx/>
                <a:latin typeface="Tahoma" panose="020B0604030504040204" pitchFamily="34" charset="0"/>
                <a:ea typeface="宋体" panose="02010600030101010101" pitchFamily="2" charset="-122"/>
                <a:cs typeface="+mn-cs"/>
              </a:rPr>
            </a:fld>
            <a:endParaRPr kumimoji="0" lang="en-US" altLang="zh-CN" sz="1200" b="0" i="0" u="none" strike="noStrike" kern="1200" cap="none" spc="0" normalizeH="0" baseline="0" noProof="0">
              <a:ln>
                <a:noFill/>
              </a:ln>
              <a:solidFill>
                <a:schemeClr val="tx1"/>
              </a:solidFill>
              <a:effectLst>
                <a:outerShdw blurRad="38100" dist="38100" dir="2700000" algn="tl">
                  <a:srgbClr val="000000"/>
                </a:outerShdw>
              </a:effectLst>
              <a:uLnTx/>
              <a:uFillTx/>
              <a:latin typeface="Tahoma" panose="020B0604030504040204" pitchFamily="34" charset="0"/>
              <a:ea typeface="宋体" panose="02010600030101010101" pitchFamily="2" charset="-122"/>
              <a:cs typeface="+mn-cs"/>
            </a:endParaRPr>
          </a:p>
        </p:txBody>
      </p:sp>
      <p:sp>
        <p:nvSpPr>
          <p:cNvPr id="1072130" name="Rectangle 2"/>
          <p:cNvSpPr>
            <a:spLocks noGrp="1" noChangeArrowheads="1"/>
          </p:cNvSpPr>
          <p:nvPr>
            <p:ph type="title"/>
          </p:nvPr>
        </p:nvSpPr>
        <p:spPr>
          <a:xfrm>
            <a:off x="101600" y="211455"/>
            <a:ext cx="8005445" cy="765175"/>
          </a:xfrm>
        </p:spPr>
        <p:txBody>
          <a:bodyPr vert="horz" wrap="square" lIns="91440" tIns="45720" rIns="91440" bIns="45720" numCol="1" anchor="ctr" anchorCtr="0" compatLnSpc="1"/>
          <a:lstStyle/>
          <a:p>
            <a:pPr marL="0" marR="0" lvl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r>
              <a:rPr kumimoji="0" lang="en-US" altLang="zh-CN" sz="3200" b="1" i="0" u="none" strike="noStrike" kern="0" cap="none" spc="0" normalizeH="0" baseline="0" noProof="0" dirty="0">
                <a:ln>
                  <a:noFill/>
                </a:ln>
                <a:solidFill>
                  <a:srgbClr val="FFFF00"/>
                </a:solidFill>
                <a:effectLst>
                  <a:outerShdw blurRad="38100" dist="38100" dir="2700000" algn="tl">
                    <a:srgbClr val="000000"/>
                  </a:outerShdw>
                </a:effectLst>
                <a:uLnTx/>
                <a:uFillTx/>
                <a:latin typeface="Arial" panose="020B0604020202020204" pitchFamily="34" charset="0"/>
                <a:ea typeface="+mj-ea"/>
                <a:cs typeface="+mj-cs"/>
              </a:rPr>
              <a:t>【</a:t>
            </a:r>
            <a:r>
              <a:rPr kumimoji="0" lang="zh-CN" altLang="en-US" sz="3200" b="1" i="0" u="none" strike="noStrike" kern="0" cap="none" spc="0" normalizeH="0" baseline="0" noProof="0" dirty="0">
                <a:ln>
                  <a:noFill/>
                </a:ln>
                <a:solidFill>
                  <a:srgbClr val="FFFF00"/>
                </a:solidFill>
                <a:effectLst>
                  <a:outerShdw blurRad="38100" dist="38100" dir="2700000" algn="tl">
                    <a:srgbClr val="000000"/>
                  </a:outerShdw>
                </a:effectLst>
                <a:uLnTx/>
                <a:uFillTx/>
                <a:latin typeface="Arial" panose="020B0604020202020204" pitchFamily="34" charset="0"/>
                <a:ea typeface="+mj-ea"/>
                <a:cs typeface="+mj-cs"/>
              </a:rPr>
              <a:t>例</a:t>
            </a:r>
            <a:r>
              <a:rPr kumimoji="0" lang="en-US" altLang="zh-CN" sz="3200" b="1" i="0" u="none" strike="noStrike" kern="0" cap="none" spc="0" normalizeH="0" baseline="0" noProof="0" dirty="0">
                <a:ln>
                  <a:noFill/>
                </a:ln>
                <a:solidFill>
                  <a:srgbClr val="FFFF00"/>
                </a:solidFill>
                <a:effectLst>
                  <a:outerShdw blurRad="38100" dist="38100" dir="2700000" algn="tl">
                    <a:srgbClr val="000000"/>
                  </a:outerShdw>
                </a:effectLst>
                <a:uLnTx/>
                <a:uFillTx/>
                <a:latin typeface="Arial" panose="020B0604020202020204" pitchFamily="34" charset="0"/>
                <a:ea typeface="+mj-ea"/>
                <a:cs typeface="+mj-cs"/>
              </a:rPr>
              <a:t>6-3】</a:t>
            </a:r>
            <a:r>
              <a:rPr kumimoji="0" lang="zh-CN" altLang="en-US" sz="2800" b="0" i="0" u="none" strike="noStrike" kern="0" cap="none" spc="0" normalizeH="0" baseline="0" noProof="0" dirty="0">
                <a:ln>
                  <a:noFill/>
                </a:ln>
                <a:solidFill>
                  <a:schemeClr val="tx1"/>
                </a:solidFill>
                <a:effectLst>
                  <a:outerShdw blurRad="38100" dist="38100" dir="2700000" algn="tl">
                    <a:srgbClr val="000000"/>
                  </a:outerShdw>
                </a:effectLst>
                <a:uLnTx/>
                <a:uFillTx/>
                <a:latin typeface="Arial" panose="020B0604020202020204" pitchFamily="34" charset="0"/>
                <a:ea typeface="+mj-ea"/>
                <a:cs typeface="+mj-cs"/>
              </a:rPr>
              <a:t>教材</a:t>
            </a:r>
            <a:r>
              <a:rPr kumimoji="0" lang="en-US" altLang="zh-CN" sz="2800" b="0" i="0" u="none" strike="noStrike" kern="0" cap="none" spc="0" normalizeH="0" baseline="0" noProof="0" dirty="0">
                <a:ln>
                  <a:noFill/>
                </a:ln>
                <a:solidFill>
                  <a:schemeClr val="tx1"/>
                </a:solidFill>
                <a:effectLst>
                  <a:outerShdw blurRad="38100" dist="38100" dir="2700000" algn="tl">
                    <a:srgbClr val="000000"/>
                  </a:outerShdw>
                </a:effectLst>
                <a:uLnTx/>
                <a:uFillTx/>
                <a:latin typeface="Arial" panose="020B0604020202020204" pitchFamily="34" charset="0"/>
                <a:ea typeface="+mj-ea"/>
                <a:cs typeface="+mj-cs"/>
              </a:rPr>
              <a:t>P152 </a:t>
            </a:r>
            <a:r>
              <a:rPr kumimoji="0" lang="en-US" altLang="zh-CN" sz="2800" b="0" i="0" u="none" strike="noStrike" kern="0" cap="none" spc="0" normalizeH="0" baseline="0" noProof="0" dirty="0">
                <a:ln>
                  <a:noFill/>
                </a:ln>
                <a:solidFill>
                  <a:srgbClr val="FF0000"/>
                </a:solidFill>
                <a:effectLst>
                  <a:outerShdw blurRad="38100" dist="38100" dir="2700000" algn="tl">
                    <a:srgbClr val="000000"/>
                  </a:outerShdw>
                </a:effectLst>
                <a:uLnTx/>
                <a:uFillTx/>
                <a:latin typeface="Arial" panose="020B0604020202020204" pitchFamily="34" charset="0"/>
                <a:ea typeface="+mj-ea"/>
                <a:cs typeface="+mj-cs"/>
              </a:rPr>
              <a:t>  </a:t>
            </a:r>
            <a:r>
              <a:rPr kumimoji="0" lang="zh-CN" altLang="en-US" sz="3200" b="1" i="0" u="none" strike="noStrike" kern="0" cap="none" spc="0" normalizeH="0" baseline="0" noProof="0" dirty="0">
                <a:ln>
                  <a:noFill/>
                </a:ln>
                <a:solidFill>
                  <a:srgbClr val="FFFF00"/>
                </a:solidFill>
                <a:effectLst>
                  <a:outerShdw blurRad="38100" dist="38100" dir="2700000" algn="tl">
                    <a:srgbClr val="000000"/>
                  </a:outerShdw>
                </a:effectLst>
                <a:uLnTx/>
                <a:uFillTx/>
                <a:latin typeface="Arial" panose="020B0604020202020204" pitchFamily="34" charset="0"/>
                <a:ea typeface="+mj-ea"/>
                <a:cs typeface="+mj-cs"/>
              </a:rPr>
              <a:t>打印杨辉三角形前</a:t>
            </a:r>
            <a:r>
              <a:rPr kumimoji="0" lang="en-US" altLang="zh-CN" sz="3200" b="1" i="0" u="none" strike="noStrike" kern="0" cap="none" spc="0" normalizeH="0" baseline="0" noProof="0" dirty="0">
                <a:ln>
                  <a:noFill/>
                </a:ln>
                <a:solidFill>
                  <a:srgbClr val="FFFF00"/>
                </a:solidFill>
                <a:effectLst>
                  <a:outerShdw blurRad="38100" dist="38100" dir="2700000" algn="tl">
                    <a:srgbClr val="000000"/>
                  </a:outerShdw>
                </a:effectLst>
                <a:uLnTx/>
                <a:uFillTx/>
                <a:latin typeface="Arial" panose="020B0604020202020204" pitchFamily="34" charset="0"/>
                <a:ea typeface="+mj-ea"/>
                <a:cs typeface="+mj-cs"/>
              </a:rPr>
              <a:t>10</a:t>
            </a:r>
            <a:r>
              <a:rPr kumimoji="0" lang="zh-CN" altLang="en-US" sz="3200" b="1" i="0" u="none" strike="noStrike" kern="0" cap="none" spc="0" normalizeH="0" baseline="0" noProof="0" dirty="0">
                <a:ln>
                  <a:noFill/>
                </a:ln>
                <a:solidFill>
                  <a:srgbClr val="FFFF00"/>
                </a:solidFill>
                <a:effectLst>
                  <a:outerShdw blurRad="38100" dist="38100" dir="2700000" algn="tl">
                    <a:srgbClr val="000000"/>
                  </a:outerShdw>
                </a:effectLst>
                <a:uLnTx/>
                <a:uFillTx/>
                <a:latin typeface="Arial" panose="020B0604020202020204" pitchFamily="34" charset="0"/>
                <a:ea typeface="+mj-ea"/>
                <a:cs typeface="+mj-cs"/>
              </a:rPr>
              <a:t>行</a:t>
            </a:r>
            <a:endParaRPr kumimoji="0" lang="zh-CN" altLang="en-US" sz="3200" b="1" i="0" u="none" strike="noStrike" kern="0" cap="none" spc="0" normalizeH="0" baseline="0" noProof="0" dirty="0">
              <a:ln>
                <a:noFill/>
              </a:ln>
              <a:solidFill>
                <a:srgbClr val="FF0000"/>
              </a:solidFill>
              <a:effectLst>
                <a:outerShdw blurRad="38100" dist="38100" dir="2700000" algn="tl">
                  <a:srgbClr val="000000"/>
                </a:outerShdw>
              </a:effectLst>
              <a:uLnTx/>
              <a:uFillTx/>
              <a:latin typeface="Arial" panose="020B0604020202020204" pitchFamily="34" charset="0"/>
              <a:ea typeface="+mj-ea"/>
              <a:cs typeface="+mj-cs"/>
            </a:endParaRPr>
          </a:p>
        </p:txBody>
      </p:sp>
      <p:sp>
        <p:nvSpPr>
          <p:cNvPr id="74756" name="Rectangle 3"/>
          <p:cNvSpPr/>
          <p:nvPr/>
        </p:nvSpPr>
        <p:spPr>
          <a:xfrm>
            <a:off x="3575050" y="1182688"/>
            <a:ext cx="4321175" cy="2676525"/>
          </a:xfrm>
          <a:prstGeom prst="rect">
            <a:avLst/>
          </a:prstGeom>
          <a:noFill/>
          <a:ln w="9525">
            <a:noFill/>
          </a:ln>
        </p:spPr>
        <p:txBody>
          <a:bodyPr anchor="ctr" anchorCtr="0">
            <a:spAutoFit/>
          </a:bodyPr>
          <a:lstStyle>
            <a:lvl1pPr marL="342900" indent="-3429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80000"/>
              <a:buFont typeface="Wingdings" panose="05000000000000000000" pitchFamily="2" charset="2"/>
              <a:buChar char="n"/>
              <a:defRPr sz="3200" b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defRPr>
            </a:lvl1pPr>
            <a:lvl2pPr marL="742950" indent="-28575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Char char="–"/>
              <a:defRPr sz="2800">
                <a:solidFill>
                  <a:schemeClr val="tx1"/>
                </a:solidFill>
                <a:effectLst/>
                <a:latin typeface="+mn-lt"/>
                <a:ea typeface="+mn-ea"/>
              </a:defRPr>
            </a:lvl2pPr>
            <a:lvl3pPr marL="11430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Font typeface="Wingdings" panose="05000000000000000000" pitchFamily="2" charset="2"/>
              <a:buChar char="§"/>
              <a:defRPr sz="2400">
                <a:solidFill>
                  <a:schemeClr val="tx1"/>
                </a:solidFill>
                <a:effectLst/>
                <a:latin typeface="+mn-lt"/>
                <a:ea typeface="+mn-ea"/>
              </a:defRPr>
            </a:lvl3pPr>
            <a:lvl4pPr marL="16002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–"/>
              <a:defRPr sz="2000">
                <a:solidFill>
                  <a:schemeClr val="tx1"/>
                </a:solidFill>
                <a:effectLst/>
                <a:latin typeface="+mn-lt"/>
                <a:ea typeface="+mn-ea"/>
              </a:defRPr>
            </a:lvl4pPr>
            <a:lvl5pPr marL="20574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effectLst/>
                <a:latin typeface="+mn-lt"/>
                <a:ea typeface="+mn-ea"/>
              </a:defRPr>
            </a:lvl5pPr>
          </a:lstStyle>
          <a:p>
            <a:pPr marL="0" lvl="0" indent="0" algn="ctr" eaLnBrk="1" hangingPunct="1">
              <a:spcBef>
                <a:spcPct val="0"/>
              </a:spcBef>
              <a:buClrTx/>
              <a:buSzTx/>
              <a:buFontTx/>
              <a:buNone/>
            </a:pPr>
            <a:r>
              <a:rPr lang="en-US" altLang="zh-CN" sz="2400" b="1" dirty="0">
                <a:solidFill>
                  <a:schemeClr val="folHlink"/>
                </a:solidFill>
                <a:latin typeface="Arial" panose="020B0604020202020204" pitchFamily="34" charset="0"/>
              </a:rPr>
              <a:t>1</a:t>
            </a:r>
            <a:endParaRPr lang="en-US" altLang="zh-CN" sz="2400" b="1" dirty="0">
              <a:solidFill>
                <a:schemeClr val="folHlink"/>
              </a:solidFill>
              <a:latin typeface="Arial" panose="020B0604020202020204" pitchFamily="34" charset="0"/>
            </a:endParaRPr>
          </a:p>
          <a:p>
            <a:pPr marL="0" lvl="0" indent="0" algn="ctr" eaLnBrk="1" hangingPunct="1">
              <a:spcBef>
                <a:spcPct val="0"/>
              </a:spcBef>
              <a:buClrTx/>
              <a:buSzTx/>
              <a:buFontTx/>
              <a:buNone/>
            </a:pPr>
            <a:r>
              <a:rPr lang="en-US" altLang="zh-CN" sz="2400" b="1" dirty="0">
                <a:solidFill>
                  <a:schemeClr val="folHlink"/>
                </a:solidFill>
                <a:latin typeface="Arial" panose="020B0604020202020204" pitchFamily="34" charset="0"/>
              </a:rPr>
              <a:t>1     1</a:t>
            </a:r>
            <a:endParaRPr lang="en-US" altLang="zh-CN" sz="2400" b="1" dirty="0">
              <a:solidFill>
                <a:schemeClr val="folHlink"/>
              </a:solidFill>
              <a:latin typeface="Arial" panose="020B0604020202020204" pitchFamily="34" charset="0"/>
            </a:endParaRPr>
          </a:p>
          <a:p>
            <a:pPr marL="0" lvl="0" indent="0" algn="ctr" eaLnBrk="1" hangingPunct="1">
              <a:spcBef>
                <a:spcPct val="0"/>
              </a:spcBef>
              <a:buClrTx/>
              <a:buSzTx/>
              <a:buFontTx/>
              <a:buNone/>
            </a:pPr>
            <a:r>
              <a:rPr lang="en-US" altLang="zh-CN" sz="2400" b="1" dirty="0">
                <a:solidFill>
                  <a:schemeClr val="folHlink"/>
                </a:solidFill>
                <a:latin typeface="Arial" panose="020B0604020202020204" pitchFamily="34" charset="0"/>
              </a:rPr>
              <a:t>1     2      1</a:t>
            </a:r>
            <a:endParaRPr lang="en-US" altLang="zh-CN" sz="2400" b="1" dirty="0">
              <a:solidFill>
                <a:schemeClr val="folHlink"/>
              </a:solidFill>
              <a:latin typeface="Arial" panose="020B0604020202020204" pitchFamily="34" charset="0"/>
            </a:endParaRPr>
          </a:p>
          <a:p>
            <a:pPr marL="0" lvl="0" indent="0" algn="ctr" eaLnBrk="1" hangingPunct="1">
              <a:spcBef>
                <a:spcPct val="0"/>
              </a:spcBef>
              <a:buClrTx/>
              <a:buSzTx/>
              <a:buFontTx/>
              <a:buNone/>
            </a:pPr>
            <a:r>
              <a:rPr lang="en-US" altLang="zh-CN" sz="2400" b="1" dirty="0">
                <a:solidFill>
                  <a:schemeClr val="folHlink"/>
                </a:solidFill>
                <a:latin typeface="Arial" panose="020B0604020202020204" pitchFamily="34" charset="0"/>
              </a:rPr>
              <a:t>1      3     3      1</a:t>
            </a:r>
            <a:endParaRPr lang="en-US" altLang="zh-CN" sz="2400" b="1" dirty="0">
              <a:solidFill>
                <a:schemeClr val="folHlink"/>
              </a:solidFill>
              <a:latin typeface="Arial" panose="020B0604020202020204" pitchFamily="34" charset="0"/>
            </a:endParaRPr>
          </a:p>
          <a:p>
            <a:pPr marL="0" lvl="0" indent="0" algn="ctr" eaLnBrk="1" hangingPunct="1">
              <a:spcBef>
                <a:spcPct val="0"/>
              </a:spcBef>
              <a:buClrTx/>
              <a:buSzTx/>
              <a:buFontTx/>
              <a:buNone/>
            </a:pPr>
            <a:r>
              <a:rPr lang="en-US" altLang="zh-CN" sz="2400" b="1" dirty="0">
                <a:solidFill>
                  <a:schemeClr val="folHlink"/>
                </a:solidFill>
                <a:latin typeface="Arial" panose="020B0604020202020204" pitchFamily="34" charset="0"/>
              </a:rPr>
              <a:t>1      4      6      4     1</a:t>
            </a:r>
            <a:endParaRPr lang="en-US" altLang="zh-CN" sz="2400" b="1" dirty="0">
              <a:solidFill>
                <a:schemeClr val="folHlink"/>
              </a:solidFill>
              <a:latin typeface="Arial" panose="020B0604020202020204" pitchFamily="34" charset="0"/>
            </a:endParaRPr>
          </a:p>
          <a:p>
            <a:pPr marL="0" lvl="0" indent="0" algn="ctr" eaLnBrk="1" hangingPunct="1">
              <a:spcBef>
                <a:spcPct val="0"/>
              </a:spcBef>
              <a:buClrTx/>
              <a:buSzTx/>
              <a:buFontTx/>
              <a:buNone/>
            </a:pPr>
            <a:r>
              <a:rPr lang="en-US" altLang="zh-CN" sz="2400" b="1" dirty="0">
                <a:solidFill>
                  <a:schemeClr val="folHlink"/>
                </a:solidFill>
                <a:latin typeface="Arial" panose="020B0604020202020204" pitchFamily="34" charset="0"/>
              </a:rPr>
              <a:t>1      5      10    10      5     1</a:t>
            </a:r>
            <a:endParaRPr lang="en-US" altLang="zh-CN" sz="2400" b="1" dirty="0">
              <a:solidFill>
                <a:schemeClr val="folHlink"/>
              </a:solidFill>
              <a:latin typeface="Arial" panose="020B0604020202020204" pitchFamily="34" charset="0"/>
            </a:endParaRPr>
          </a:p>
          <a:p>
            <a:pPr marL="0" lvl="0" indent="0" algn="ctr" eaLnBrk="1" hangingPunct="1">
              <a:spcBef>
                <a:spcPct val="0"/>
              </a:spcBef>
              <a:buClrTx/>
              <a:buSzTx/>
              <a:buFontTx/>
              <a:buNone/>
            </a:pPr>
            <a:r>
              <a:rPr lang="en-US" altLang="zh-CN" sz="2400" b="1" dirty="0">
                <a:solidFill>
                  <a:schemeClr val="folHlink"/>
                </a:solidFill>
                <a:latin typeface="Arial" panose="020B0604020202020204" pitchFamily="34" charset="0"/>
              </a:rPr>
              <a:t>...      ...      ...</a:t>
            </a:r>
            <a:endParaRPr lang="en-US" altLang="zh-CN" sz="2400" b="1" dirty="0">
              <a:solidFill>
                <a:schemeClr val="folHlink"/>
              </a:solidFill>
              <a:latin typeface="Arial" panose="020B0604020202020204" pitchFamily="34" charset="0"/>
            </a:endParaRPr>
          </a:p>
        </p:txBody>
      </p:sp>
      <p:sp>
        <p:nvSpPr>
          <p:cNvPr id="1072132" name="Rectangle 4"/>
          <p:cNvSpPr/>
          <p:nvPr/>
        </p:nvSpPr>
        <p:spPr>
          <a:xfrm>
            <a:off x="6562725" y="5013325"/>
            <a:ext cx="1714500" cy="387350"/>
          </a:xfrm>
          <a:prstGeom prst="rect">
            <a:avLst/>
          </a:prstGeom>
          <a:noFill/>
          <a:ln w="9525" cap="flat" cmpd="sng">
            <a:solidFill>
              <a:schemeClr val="tx1"/>
            </a:solidFill>
            <a:prstDash val="solid"/>
            <a:miter/>
            <a:headEnd type="none" w="med" len="med"/>
            <a:tailEnd type="none" w="med" len="med"/>
          </a:ln>
        </p:spPr>
        <p:txBody>
          <a:bodyPr lIns="12700" tIns="12700" rIns="12700" bIns="12700"/>
          <a:lstStyle>
            <a:lvl1pPr marL="342900" indent="-3429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80000"/>
              <a:buFont typeface="Wingdings" panose="05000000000000000000" pitchFamily="2" charset="2"/>
              <a:buChar char="n"/>
              <a:defRPr sz="3200" b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defRPr>
            </a:lvl1pPr>
            <a:lvl2pPr marL="742950" indent="-28575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Char char="–"/>
              <a:defRPr sz="2800">
                <a:solidFill>
                  <a:schemeClr val="tx1"/>
                </a:solidFill>
                <a:effectLst/>
                <a:latin typeface="+mn-lt"/>
                <a:ea typeface="+mn-ea"/>
              </a:defRPr>
            </a:lvl2pPr>
            <a:lvl3pPr marL="11430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Font typeface="Wingdings" panose="05000000000000000000" pitchFamily="2" charset="2"/>
              <a:buChar char="§"/>
              <a:defRPr sz="2400">
                <a:solidFill>
                  <a:schemeClr val="tx1"/>
                </a:solidFill>
                <a:effectLst/>
                <a:latin typeface="+mn-lt"/>
                <a:ea typeface="+mn-ea"/>
              </a:defRPr>
            </a:lvl3pPr>
            <a:lvl4pPr marL="16002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–"/>
              <a:defRPr sz="2000">
                <a:solidFill>
                  <a:schemeClr val="tx1"/>
                </a:solidFill>
                <a:effectLst/>
                <a:latin typeface="+mn-lt"/>
                <a:ea typeface="+mn-ea"/>
              </a:defRPr>
            </a:lvl4pPr>
            <a:lvl5pPr marL="20574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effectLst/>
                <a:latin typeface="+mn-lt"/>
                <a:ea typeface="+mn-ea"/>
              </a:defRPr>
            </a:lvl5pPr>
          </a:lstStyle>
          <a:p>
            <a:pPr marL="0" lvl="0" indent="0" algn="ctr" eaLnBrk="1" hangingPunct="1">
              <a:spcBef>
                <a:spcPct val="0"/>
              </a:spcBef>
              <a:buClrTx/>
              <a:buSzTx/>
              <a:buFontTx/>
              <a:buNone/>
            </a:pPr>
            <a:r>
              <a:rPr lang="zh-CN" altLang="en-US" sz="2400" b="1" dirty="0">
                <a:latin typeface="Times New Roman" panose="02020603050405020304" pitchFamily="18" charset="0"/>
              </a:rPr>
              <a:t>打印第</a:t>
            </a:r>
            <a:r>
              <a:rPr lang="en-US" altLang="zh-CN" sz="2400" b="1" dirty="0">
                <a:latin typeface="Times New Roman" panose="02020603050405020304" pitchFamily="18" charset="0"/>
              </a:rPr>
              <a:t>i</a:t>
            </a:r>
            <a:r>
              <a:rPr lang="zh-CN" altLang="en-US" sz="2400" b="1" dirty="0">
                <a:latin typeface="Times New Roman" panose="02020603050405020304" pitchFamily="18" charset="0"/>
              </a:rPr>
              <a:t>行</a:t>
            </a:r>
            <a:endParaRPr lang="zh-CN" altLang="en-US" sz="2400" b="1" dirty="0">
              <a:latin typeface="Arial" panose="020B0604020202020204" pitchFamily="34" charset="0"/>
            </a:endParaRPr>
          </a:p>
        </p:txBody>
      </p:sp>
      <p:grpSp>
        <p:nvGrpSpPr>
          <p:cNvPr id="1072133" name="Group 5"/>
          <p:cNvGrpSpPr/>
          <p:nvPr/>
        </p:nvGrpSpPr>
        <p:grpSpPr>
          <a:xfrm>
            <a:off x="2135188" y="4221163"/>
            <a:ext cx="3313112" cy="576262"/>
            <a:chOff x="0" y="-3"/>
            <a:chExt cx="20000" cy="20003"/>
          </a:xfrm>
        </p:grpSpPr>
        <p:sp>
          <p:nvSpPr>
            <p:cNvPr id="74782" name="Rectangle 6"/>
            <p:cNvSpPr/>
            <p:nvPr/>
          </p:nvSpPr>
          <p:spPr>
            <a:xfrm>
              <a:off x="2997" y="2322"/>
              <a:ext cx="16006" cy="17678"/>
            </a:xfrm>
            <a:prstGeom prst="rect">
              <a:avLst/>
            </a:prstGeom>
            <a:noFill/>
            <a:ln w="9525">
              <a:noFill/>
            </a:ln>
          </p:spPr>
          <p:txBody>
            <a:bodyPr lIns="12700" tIns="12700" rIns="12700" bIns="12700"/>
            <a:lstStyle>
              <a:lvl1pPr marL="342900" indent="-342900" algn="l" rtl="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hlink"/>
                </a:buClr>
                <a:buSzPct val="80000"/>
                <a:buFont typeface="Wingdings" panose="05000000000000000000" pitchFamily="2" charset="2"/>
                <a:buChar char="n"/>
                <a:defRPr sz="3200" b="0">
                  <a:solidFill>
                    <a:schemeClr val="tx1"/>
                  </a:solidFill>
                  <a:effectLst/>
                  <a:latin typeface="+mn-lt"/>
                  <a:ea typeface="+mn-ea"/>
                  <a:cs typeface="+mn-cs"/>
                </a:defRPr>
              </a:lvl1pPr>
              <a:lvl2pPr marL="742950" indent="-285750" algn="l" rtl="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tx1"/>
                </a:buClr>
                <a:buChar char="–"/>
                <a:defRPr sz="2800">
                  <a:solidFill>
                    <a:schemeClr val="tx1"/>
                  </a:solidFill>
                  <a:effectLst/>
                  <a:latin typeface="+mn-lt"/>
                  <a:ea typeface="+mn-ea"/>
                </a:defRPr>
              </a:lvl2pPr>
              <a:lvl3pPr marL="11430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hlink"/>
                </a:buClr>
                <a:buFont typeface="Wingdings" panose="05000000000000000000" pitchFamily="2" charset="2"/>
                <a:buChar char="§"/>
                <a:defRPr sz="2400">
                  <a:solidFill>
                    <a:schemeClr val="tx1"/>
                  </a:solidFill>
                  <a:effectLst/>
                  <a:latin typeface="+mn-lt"/>
                  <a:ea typeface="+mn-ea"/>
                </a:defRPr>
              </a:lvl3pPr>
              <a:lvl4pPr marL="16002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–"/>
                <a:defRPr sz="2000">
                  <a:solidFill>
                    <a:schemeClr val="tx1"/>
                  </a:solidFill>
                  <a:effectLst/>
                  <a:latin typeface="+mn-lt"/>
                  <a:ea typeface="+mn-ea"/>
                </a:defRPr>
              </a:lvl4pPr>
              <a:lvl5pPr marL="20574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hlink"/>
                </a:buClr>
                <a:buFont typeface="Wingdings" panose="05000000000000000000" pitchFamily="2" charset="2"/>
                <a:buChar char="§"/>
                <a:defRPr sz="2000">
                  <a:solidFill>
                    <a:schemeClr val="tx1"/>
                  </a:solidFill>
                  <a:effectLst/>
                  <a:latin typeface="+mn-lt"/>
                  <a:ea typeface="+mn-ea"/>
                </a:defRPr>
              </a:lvl5pPr>
            </a:lstStyle>
            <a:p>
              <a:pPr marL="0" lvl="0" indent="0" algn="just" eaLnBrk="1" hangingPunct="1">
                <a:spcBef>
                  <a:spcPct val="0"/>
                </a:spcBef>
                <a:buClrTx/>
                <a:buSzTx/>
                <a:buFontTx/>
                <a:buNone/>
              </a:pPr>
              <a:r>
                <a:rPr lang="zh-CN" altLang="en-US" sz="2400" b="1" dirty="0">
                  <a:latin typeface="Times New Roman" panose="02020603050405020304" pitchFamily="18" charset="0"/>
                </a:rPr>
                <a:t>打印杨辉三角形</a:t>
              </a:r>
              <a:endParaRPr lang="zh-CN" altLang="en-US" sz="2400" b="1" dirty="0">
                <a:latin typeface="Arial" panose="020B0604020202020204" pitchFamily="34" charset="0"/>
              </a:endParaRPr>
            </a:p>
          </p:txBody>
        </p:sp>
        <p:sp>
          <p:nvSpPr>
            <p:cNvPr id="74783" name="Oval 7"/>
            <p:cNvSpPr/>
            <p:nvPr/>
          </p:nvSpPr>
          <p:spPr>
            <a:xfrm>
              <a:off x="0" y="-3"/>
              <a:ext cx="20000" cy="19445"/>
            </a:xfrm>
            <a:prstGeom prst="ellipse">
              <a:avLst/>
            </a:prstGeom>
            <a:noFill/>
            <a:ln w="9525" cap="flat" cmpd="sng">
              <a:solidFill>
                <a:schemeClr val="tx1"/>
              </a:solidFill>
              <a:prstDash val="solid"/>
              <a:headEnd type="none" w="med" len="med"/>
              <a:tailEnd type="none" w="med" len="med"/>
            </a:ln>
          </p:spPr>
          <p:txBody>
            <a:bodyPr/>
            <a:lstStyle>
              <a:lvl1pPr marL="342900" indent="-342900" algn="l" rtl="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hlink"/>
                </a:buClr>
                <a:buSzPct val="80000"/>
                <a:buFont typeface="Wingdings" panose="05000000000000000000" pitchFamily="2" charset="2"/>
                <a:buChar char="n"/>
                <a:defRPr sz="3200" b="0">
                  <a:solidFill>
                    <a:schemeClr val="tx1"/>
                  </a:solidFill>
                  <a:effectLst/>
                  <a:latin typeface="+mn-lt"/>
                  <a:ea typeface="+mn-ea"/>
                  <a:cs typeface="+mn-cs"/>
                </a:defRPr>
              </a:lvl1pPr>
              <a:lvl2pPr marL="742950" indent="-285750" algn="l" rtl="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tx1"/>
                </a:buClr>
                <a:buChar char="–"/>
                <a:defRPr sz="2800">
                  <a:solidFill>
                    <a:schemeClr val="tx1"/>
                  </a:solidFill>
                  <a:effectLst/>
                  <a:latin typeface="+mn-lt"/>
                  <a:ea typeface="+mn-ea"/>
                </a:defRPr>
              </a:lvl2pPr>
              <a:lvl3pPr marL="11430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hlink"/>
                </a:buClr>
                <a:buFont typeface="Wingdings" panose="05000000000000000000" pitchFamily="2" charset="2"/>
                <a:buChar char="§"/>
                <a:defRPr sz="2400">
                  <a:solidFill>
                    <a:schemeClr val="tx1"/>
                  </a:solidFill>
                  <a:effectLst/>
                  <a:latin typeface="+mn-lt"/>
                  <a:ea typeface="+mn-ea"/>
                </a:defRPr>
              </a:lvl3pPr>
              <a:lvl4pPr marL="16002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–"/>
                <a:defRPr sz="2000">
                  <a:solidFill>
                    <a:schemeClr val="tx1"/>
                  </a:solidFill>
                  <a:effectLst/>
                  <a:latin typeface="+mn-lt"/>
                  <a:ea typeface="+mn-ea"/>
                </a:defRPr>
              </a:lvl4pPr>
              <a:lvl5pPr marL="20574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hlink"/>
                </a:buClr>
                <a:buFont typeface="Wingdings" panose="05000000000000000000" pitchFamily="2" charset="2"/>
                <a:buChar char="§"/>
                <a:defRPr sz="2000">
                  <a:solidFill>
                    <a:schemeClr val="tx1"/>
                  </a:solidFill>
                  <a:effectLst/>
                  <a:latin typeface="+mn-lt"/>
                  <a:ea typeface="+mn-ea"/>
                </a:defRPr>
              </a:lvl5pPr>
            </a:lstStyle>
            <a:p>
              <a:pPr marL="0" lvl="0" indent="0" eaLnBrk="1" hangingPunct="1">
                <a:spcBef>
                  <a:spcPct val="0"/>
                </a:spcBef>
                <a:buClrTx/>
                <a:buSzTx/>
                <a:buFontTx/>
                <a:buNone/>
              </a:pPr>
              <a:endParaRPr lang="zh-CN" altLang="en-US" sz="2000" b="1" dirty="0">
                <a:ea typeface="黑体" panose="02010609060101010101" pitchFamily="49" charset="-122"/>
              </a:endParaRPr>
            </a:p>
          </p:txBody>
        </p:sp>
      </p:grpSp>
      <p:sp>
        <p:nvSpPr>
          <p:cNvPr id="1072136" name="Rectangle 8"/>
          <p:cNvSpPr/>
          <p:nvPr/>
        </p:nvSpPr>
        <p:spPr>
          <a:xfrm>
            <a:off x="3683000" y="5013325"/>
            <a:ext cx="180975" cy="387350"/>
          </a:xfrm>
          <a:prstGeom prst="rect">
            <a:avLst/>
          </a:prstGeom>
          <a:noFill/>
          <a:ln w="9525" cap="flat" cmpd="sng">
            <a:solidFill>
              <a:schemeClr val="tx1"/>
            </a:solidFill>
            <a:prstDash val="solid"/>
            <a:miter/>
            <a:headEnd type="none" w="med" len="med"/>
            <a:tailEnd type="none" w="med" len="med"/>
          </a:ln>
        </p:spPr>
        <p:txBody>
          <a:bodyPr/>
          <a:lstStyle>
            <a:lvl1pPr marL="342900" indent="-3429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80000"/>
              <a:buFont typeface="Wingdings" panose="05000000000000000000" pitchFamily="2" charset="2"/>
              <a:buChar char="n"/>
              <a:defRPr sz="3200" b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defRPr>
            </a:lvl1pPr>
            <a:lvl2pPr marL="742950" indent="-28575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Char char="–"/>
              <a:defRPr sz="2800">
                <a:solidFill>
                  <a:schemeClr val="tx1"/>
                </a:solidFill>
                <a:effectLst/>
                <a:latin typeface="+mn-lt"/>
                <a:ea typeface="+mn-ea"/>
              </a:defRPr>
            </a:lvl2pPr>
            <a:lvl3pPr marL="11430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Font typeface="Wingdings" panose="05000000000000000000" pitchFamily="2" charset="2"/>
              <a:buChar char="§"/>
              <a:defRPr sz="2400">
                <a:solidFill>
                  <a:schemeClr val="tx1"/>
                </a:solidFill>
                <a:effectLst/>
                <a:latin typeface="+mn-lt"/>
                <a:ea typeface="+mn-ea"/>
              </a:defRPr>
            </a:lvl3pPr>
            <a:lvl4pPr marL="16002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–"/>
              <a:defRPr sz="2000">
                <a:solidFill>
                  <a:schemeClr val="tx1"/>
                </a:solidFill>
                <a:effectLst/>
                <a:latin typeface="+mn-lt"/>
                <a:ea typeface="+mn-ea"/>
              </a:defRPr>
            </a:lvl4pPr>
            <a:lvl5pPr marL="20574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effectLst/>
                <a:latin typeface="+mn-lt"/>
                <a:ea typeface="+mn-ea"/>
              </a:defRPr>
            </a:lvl5pPr>
          </a:lstStyle>
          <a:p>
            <a:pPr marL="0" lvl="0" indent="0" eaLnBrk="1" hangingPunct="1">
              <a:spcBef>
                <a:spcPct val="0"/>
              </a:spcBef>
              <a:buClrTx/>
              <a:buSzTx/>
              <a:buFontTx/>
              <a:buNone/>
            </a:pPr>
            <a:endParaRPr lang="zh-CN" altLang="en-US" sz="2000" b="1" dirty="0">
              <a:ea typeface="黑体" panose="02010609060101010101" pitchFamily="49" charset="-122"/>
            </a:endParaRPr>
          </a:p>
        </p:txBody>
      </p:sp>
      <p:sp>
        <p:nvSpPr>
          <p:cNvPr id="1072137" name="Rectangle 9"/>
          <p:cNvSpPr/>
          <p:nvPr/>
        </p:nvSpPr>
        <p:spPr>
          <a:xfrm>
            <a:off x="3863975" y="5013325"/>
            <a:ext cx="2519363" cy="387350"/>
          </a:xfrm>
          <a:prstGeom prst="rect">
            <a:avLst/>
          </a:prstGeom>
          <a:noFill/>
          <a:ln w="9525" cap="flat" cmpd="sng">
            <a:solidFill>
              <a:schemeClr val="tx1"/>
            </a:solidFill>
            <a:prstDash val="solid"/>
            <a:miter/>
            <a:headEnd type="none" w="med" len="med"/>
            <a:tailEnd type="none" w="med" len="med"/>
          </a:ln>
        </p:spPr>
        <p:txBody>
          <a:bodyPr lIns="12700" tIns="12700" rIns="12700" bIns="12700"/>
          <a:lstStyle>
            <a:lvl1pPr marL="342900" indent="-3429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80000"/>
              <a:buFont typeface="Wingdings" panose="05000000000000000000" pitchFamily="2" charset="2"/>
              <a:buChar char="n"/>
              <a:defRPr sz="3200" b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defRPr>
            </a:lvl1pPr>
            <a:lvl2pPr marL="742950" indent="-28575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Char char="–"/>
              <a:defRPr sz="2800">
                <a:solidFill>
                  <a:schemeClr val="tx1"/>
                </a:solidFill>
                <a:effectLst/>
                <a:latin typeface="+mn-lt"/>
                <a:ea typeface="+mn-ea"/>
              </a:defRPr>
            </a:lvl2pPr>
            <a:lvl3pPr marL="11430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Font typeface="Wingdings" panose="05000000000000000000" pitchFamily="2" charset="2"/>
              <a:buChar char="§"/>
              <a:defRPr sz="2400">
                <a:solidFill>
                  <a:schemeClr val="tx1"/>
                </a:solidFill>
                <a:effectLst/>
                <a:latin typeface="+mn-lt"/>
                <a:ea typeface="+mn-ea"/>
              </a:defRPr>
            </a:lvl3pPr>
            <a:lvl4pPr marL="16002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–"/>
              <a:defRPr sz="2000">
                <a:solidFill>
                  <a:schemeClr val="tx1"/>
                </a:solidFill>
                <a:effectLst/>
                <a:latin typeface="+mn-lt"/>
                <a:ea typeface="+mn-ea"/>
              </a:defRPr>
            </a:lvl4pPr>
            <a:lvl5pPr marL="20574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effectLst/>
                <a:latin typeface="+mn-lt"/>
                <a:ea typeface="+mn-ea"/>
              </a:defRPr>
            </a:lvl5pPr>
          </a:lstStyle>
          <a:p>
            <a:pPr marL="0" lvl="0" indent="0" algn="ctr" eaLnBrk="1" hangingPunct="1">
              <a:spcBef>
                <a:spcPct val="0"/>
              </a:spcBef>
              <a:buClrTx/>
              <a:buSzTx/>
              <a:buFontTx/>
              <a:buNone/>
            </a:pPr>
            <a:r>
              <a:rPr lang="en-US" altLang="zh-CN" sz="2400" b="1" dirty="0">
                <a:latin typeface="Arial" panose="020B0604020202020204" pitchFamily="34" charset="0"/>
              </a:rPr>
              <a:t>for(i=0; i&lt;10; i++)</a:t>
            </a:r>
            <a:endParaRPr lang="en-US" altLang="zh-CN" sz="2400" b="1" dirty="0">
              <a:latin typeface="Arial" panose="020B0604020202020204" pitchFamily="34" charset="0"/>
            </a:endParaRPr>
          </a:p>
        </p:txBody>
      </p:sp>
      <p:sp>
        <p:nvSpPr>
          <p:cNvPr id="1072138" name="Line 10"/>
          <p:cNvSpPr/>
          <p:nvPr/>
        </p:nvSpPr>
        <p:spPr>
          <a:xfrm>
            <a:off x="3683000" y="4797425"/>
            <a:ext cx="3175" cy="820738"/>
          </a:xfrm>
          <a:prstGeom prst="line">
            <a:avLst/>
          </a:prstGeom>
          <a:ln w="9525" cap="flat" cmpd="sng">
            <a:solidFill>
              <a:schemeClr val="tx1"/>
            </a:solidFill>
            <a:prstDash val="solid"/>
            <a:headEnd type="none" w="sm" len="sm"/>
            <a:tailEnd type="none" w="sm" len="sm"/>
          </a:ln>
        </p:spPr>
      </p:sp>
      <p:grpSp>
        <p:nvGrpSpPr>
          <p:cNvPr id="1072139" name="Group 11"/>
          <p:cNvGrpSpPr/>
          <p:nvPr/>
        </p:nvGrpSpPr>
        <p:grpSpPr>
          <a:xfrm>
            <a:off x="3035300" y="5589588"/>
            <a:ext cx="1355725" cy="411162"/>
            <a:chOff x="249" y="3312"/>
            <a:chExt cx="854" cy="259"/>
          </a:xfrm>
        </p:grpSpPr>
        <p:sp>
          <p:nvSpPr>
            <p:cNvPr id="74780" name="Oval 12"/>
            <p:cNvSpPr/>
            <p:nvPr/>
          </p:nvSpPr>
          <p:spPr>
            <a:xfrm>
              <a:off x="249" y="3312"/>
              <a:ext cx="854" cy="259"/>
            </a:xfrm>
            <a:prstGeom prst="ellipse">
              <a:avLst/>
            </a:prstGeom>
            <a:noFill/>
            <a:ln w="9525" cap="flat" cmpd="sng">
              <a:solidFill>
                <a:schemeClr val="tx1"/>
              </a:solidFill>
              <a:prstDash val="solid"/>
              <a:headEnd type="none" w="med" len="med"/>
              <a:tailEnd type="none" w="med" len="med"/>
            </a:ln>
          </p:spPr>
          <p:txBody>
            <a:bodyPr/>
            <a:lstStyle>
              <a:lvl1pPr marL="342900" indent="-342900" algn="l" rtl="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hlink"/>
                </a:buClr>
                <a:buSzPct val="80000"/>
                <a:buFont typeface="Wingdings" panose="05000000000000000000" pitchFamily="2" charset="2"/>
                <a:buChar char="n"/>
                <a:defRPr sz="3200" b="0">
                  <a:solidFill>
                    <a:schemeClr val="tx1"/>
                  </a:solidFill>
                  <a:effectLst/>
                  <a:latin typeface="+mn-lt"/>
                  <a:ea typeface="+mn-ea"/>
                  <a:cs typeface="+mn-cs"/>
                </a:defRPr>
              </a:lvl1pPr>
              <a:lvl2pPr marL="742950" indent="-285750" algn="l" rtl="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tx1"/>
                </a:buClr>
                <a:buChar char="–"/>
                <a:defRPr sz="2800">
                  <a:solidFill>
                    <a:schemeClr val="tx1"/>
                  </a:solidFill>
                  <a:effectLst/>
                  <a:latin typeface="+mn-lt"/>
                  <a:ea typeface="+mn-ea"/>
                </a:defRPr>
              </a:lvl2pPr>
              <a:lvl3pPr marL="11430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hlink"/>
                </a:buClr>
                <a:buFont typeface="Wingdings" panose="05000000000000000000" pitchFamily="2" charset="2"/>
                <a:buChar char="§"/>
                <a:defRPr sz="2400">
                  <a:solidFill>
                    <a:schemeClr val="tx1"/>
                  </a:solidFill>
                  <a:effectLst/>
                  <a:latin typeface="+mn-lt"/>
                  <a:ea typeface="+mn-ea"/>
                </a:defRPr>
              </a:lvl3pPr>
              <a:lvl4pPr marL="16002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–"/>
                <a:defRPr sz="2000">
                  <a:solidFill>
                    <a:schemeClr val="tx1"/>
                  </a:solidFill>
                  <a:effectLst/>
                  <a:latin typeface="+mn-lt"/>
                  <a:ea typeface="+mn-ea"/>
                </a:defRPr>
              </a:lvl4pPr>
              <a:lvl5pPr marL="20574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hlink"/>
                </a:buClr>
                <a:buFont typeface="Wingdings" panose="05000000000000000000" pitchFamily="2" charset="2"/>
                <a:buChar char="§"/>
                <a:defRPr sz="2000">
                  <a:solidFill>
                    <a:schemeClr val="tx1"/>
                  </a:solidFill>
                  <a:effectLst/>
                  <a:latin typeface="+mn-lt"/>
                  <a:ea typeface="+mn-ea"/>
                </a:defRPr>
              </a:lvl5pPr>
            </a:lstStyle>
            <a:p>
              <a:pPr marL="0" lvl="0" indent="0" eaLnBrk="1" hangingPunct="1">
                <a:spcBef>
                  <a:spcPct val="0"/>
                </a:spcBef>
                <a:buClrTx/>
                <a:buSzTx/>
                <a:buFontTx/>
                <a:buNone/>
              </a:pPr>
              <a:endParaRPr lang="zh-CN" altLang="en-US" sz="2000" b="1" dirty="0">
                <a:ea typeface="黑体" panose="02010609060101010101" pitchFamily="49" charset="-122"/>
              </a:endParaRPr>
            </a:p>
          </p:txBody>
        </p:sp>
        <p:sp>
          <p:nvSpPr>
            <p:cNvPr id="74781" name="Rectangle 13"/>
            <p:cNvSpPr/>
            <p:nvPr/>
          </p:nvSpPr>
          <p:spPr>
            <a:xfrm>
              <a:off x="367" y="3327"/>
              <a:ext cx="517" cy="214"/>
            </a:xfrm>
            <a:prstGeom prst="rect">
              <a:avLst/>
            </a:prstGeom>
            <a:noFill/>
            <a:ln w="9525">
              <a:noFill/>
            </a:ln>
          </p:spPr>
          <p:txBody>
            <a:bodyPr lIns="12700" tIns="12700" rIns="12700" bIns="12700"/>
            <a:lstStyle>
              <a:lvl1pPr marL="342900" indent="-342900" algn="l" rtl="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hlink"/>
                </a:buClr>
                <a:buSzPct val="80000"/>
                <a:buFont typeface="Wingdings" panose="05000000000000000000" pitchFamily="2" charset="2"/>
                <a:buChar char="n"/>
                <a:defRPr sz="3200" b="0">
                  <a:solidFill>
                    <a:schemeClr val="tx1"/>
                  </a:solidFill>
                  <a:effectLst/>
                  <a:latin typeface="+mn-lt"/>
                  <a:ea typeface="+mn-ea"/>
                  <a:cs typeface="+mn-cs"/>
                </a:defRPr>
              </a:lvl1pPr>
              <a:lvl2pPr marL="742950" indent="-285750" algn="l" rtl="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tx1"/>
                </a:buClr>
                <a:buChar char="–"/>
                <a:defRPr sz="2800">
                  <a:solidFill>
                    <a:schemeClr val="tx1"/>
                  </a:solidFill>
                  <a:effectLst/>
                  <a:latin typeface="+mn-lt"/>
                  <a:ea typeface="+mn-ea"/>
                </a:defRPr>
              </a:lvl2pPr>
              <a:lvl3pPr marL="11430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hlink"/>
                </a:buClr>
                <a:buFont typeface="Wingdings" panose="05000000000000000000" pitchFamily="2" charset="2"/>
                <a:buChar char="§"/>
                <a:defRPr sz="2400">
                  <a:solidFill>
                    <a:schemeClr val="tx1"/>
                  </a:solidFill>
                  <a:effectLst/>
                  <a:latin typeface="+mn-lt"/>
                  <a:ea typeface="+mn-ea"/>
                </a:defRPr>
              </a:lvl3pPr>
              <a:lvl4pPr marL="16002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–"/>
                <a:defRPr sz="2000">
                  <a:solidFill>
                    <a:schemeClr val="tx1"/>
                  </a:solidFill>
                  <a:effectLst/>
                  <a:latin typeface="+mn-lt"/>
                  <a:ea typeface="+mn-ea"/>
                </a:defRPr>
              </a:lvl4pPr>
              <a:lvl5pPr marL="20574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hlink"/>
                </a:buClr>
                <a:buFont typeface="Wingdings" panose="05000000000000000000" pitchFamily="2" charset="2"/>
                <a:buChar char="§"/>
                <a:defRPr sz="2000">
                  <a:solidFill>
                    <a:schemeClr val="tx1"/>
                  </a:solidFill>
                  <a:effectLst/>
                  <a:latin typeface="+mn-lt"/>
                  <a:ea typeface="+mn-ea"/>
                </a:defRPr>
              </a:lvl5pPr>
            </a:lstStyle>
            <a:p>
              <a:pPr marL="0" lvl="0" indent="0" algn="just" eaLnBrk="1" hangingPunct="1">
                <a:spcBef>
                  <a:spcPct val="0"/>
                </a:spcBef>
                <a:buClrTx/>
                <a:buSzTx/>
                <a:buFontTx/>
                <a:buNone/>
              </a:pPr>
              <a:r>
                <a:rPr lang="en-US" altLang="zh-CN" sz="2400" b="1" dirty="0">
                  <a:latin typeface="Times New Roman" panose="02020603050405020304" pitchFamily="18" charset="0"/>
                </a:rPr>
                <a:t>  </a:t>
              </a:r>
              <a:r>
                <a:rPr lang="zh-CN" altLang="en-US" sz="2400" b="1" dirty="0">
                  <a:latin typeface="Times New Roman" panose="02020603050405020304" pitchFamily="18" charset="0"/>
                </a:rPr>
                <a:t>结束</a:t>
              </a:r>
              <a:endParaRPr lang="zh-CN" altLang="en-US" sz="2400" b="1" dirty="0">
                <a:latin typeface="Arial" panose="020B0604020202020204" pitchFamily="34" charset="0"/>
              </a:endParaRPr>
            </a:p>
          </p:txBody>
        </p:sp>
      </p:grpSp>
      <p:sp>
        <p:nvSpPr>
          <p:cNvPr id="1072142" name="Rectangle 14"/>
          <p:cNvSpPr/>
          <p:nvPr/>
        </p:nvSpPr>
        <p:spPr>
          <a:xfrm>
            <a:off x="6562725" y="4725988"/>
            <a:ext cx="1728788" cy="407987"/>
          </a:xfrm>
          <a:prstGeom prst="rect">
            <a:avLst/>
          </a:prstGeom>
          <a:noFill/>
          <a:ln w="9525" cap="flat" cmpd="sng">
            <a:solidFill>
              <a:schemeClr val="tx1"/>
            </a:solidFill>
            <a:prstDash val="solid"/>
            <a:miter/>
            <a:headEnd type="none" w="med" len="med"/>
            <a:tailEnd type="none" w="med" len="med"/>
          </a:ln>
        </p:spPr>
        <p:txBody>
          <a:bodyPr lIns="12700" tIns="12700" rIns="12700" bIns="12700"/>
          <a:lstStyle>
            <a:lvl1pPr marL="342900" indent="-3429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80000"/>
              <a:buFont typeface="Wingdings" panose="05000000000000000000" pitchFamily="2" charset="2"/>
              <a:buChar char="n"/>
              <a:defRPr sz="3200" b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defRPr>
            </a:lvl1pPr>
            <a:lvl2pPr marL="742950" indent="-28575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Char char="–"/>
              <a:defRPr sz="2800">
                <a:solidFill>
                  <a:schemeClr val="tx1"/>
                </a:solidFill>
                <a:effectLst/>
                <a:latin typeface="+mn-lt"/>
                <a:ea typeface="+mn-ea"/>
              </a:defRPr>
            </a:lvl2pPr>
            <a:lvl3pPr marL="11430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Font typeface="Wingdings" panose="05000000000000000000" pitchFamily="2" charset="2"/>
              <a:buChar char="§"/>
              <a:defRPr sz="2400">
                <a:solidFill>
                  <a:schemeClr val="tx1"/>
                </a:solidFill>
                <a:effectLst/>
                <a:latin typeface="+mn-lt"/>
                <a:ea typeface="+mn-ea"/>
              </a:defRPr>
            </a:lvl3pPr>
            <a:lvl4pPr marL="16002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–"/>
              <a:defRPr sz="2000">
                <a:solidFill>
                  <a:schemeClr val="tx1"/>
                </a:solidFill>
                <a:effectLst/>
                <a:latin typeface="+mn-lt"/>
                <a:ea typeface="+mn-ea"/>
              </a:defRPr>
            </a:lvl4pPr>
            <a:lvl5pPr marL="20574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effectLst/>
                <a:latin typeface="+mn-lt"/>
                <a:ea typeface="+mn-ea"/>
              </a:defRPr>
            </a:lvl5pPr>
          </a:lstStyle>
          <a:p>
            <a:pPr marL="0" lvl="0" indent="0" algn="ctr" eaLnBrk="1" hangingPunct="1">
              <a:spcBef>
                <a:spcPct val="0"/>
              </a:spcBef>
              <a:buClrTx/>
              <a:buSzTx/>
              <a:buFontTx/>
              <a:buNone/>
            </a:pPr>
            <a:r>
              <a:rPr lang="zh-CN" altLang="en-US" sz="2400" b="1" dirty="0">
                <a:solidFill>
                  <a:srgbClr val="FFFF00"/>
                </a:solidFill>
                <a:latin typeface="Times New Roman" panose="02020603050405020304" pitchFamily="18" charset="0"/>
              </a:rPr>
              <a:t>生成第</a:t>
            </a:r>
            <a:r>
              <a:rPr lang="en-US" altLang="zh-CN" sz="2400" b="1" dirty="0">
                <a:solidFill>
                  <a:srgbClr val="FFFF00"/>
                </a:solidFill>
                <a:latin typeface="Times New Roman" panose="02020603050405020304" pitchFamily="18" charset="0"/>
              </a:rPr>
              <a:t>i</a:t>
            </a:r>
            <a:r>
              <a:rPr lang="zh-CN" altLang="en-US" sz="2400" b="1" dirty="0">
                <a:solidFill>
                  <a:srgbClr val="FFFF00"/>
                </a:solidFill>
                <a:latin typeface="Times New Roman" panose="02020603050405020304" pitchFamily="18" charset="0"/>
              </a:rPr>
              <a:t>行</a:t>
            </a:r>
            <a:endParaRPr lang="zh-CN" altLang="en-US" sz="2400" b="1" dirty="0">
              <a:solidFill>
                <a:srgbClr val="FFFF00"/>
              </a:solidFill>
              <a:latin typeface="Times New Roman" panose="02020603050405020304" pitchFamily="18" charset="0"/>
            </a:endParaRPr>
          </a:p>
        </p:txBody>
      </p:sp>
      <p:sp>
        <p:nvSpPr>
          <p:cNvPr id="1072143" name="Rectangle 15"/>
          <p:cNvSpPr/>
          <p:nvPr/>
        </p:nvSpPr>
        <p:spPr>
          <a:xfrm>
            <a:off x="6562725" y="5300663"/>
            <a:ext cx="1296988" cy="406400"/>
          </a:xfrm>
          <a:prstGeom prst="rect">
            <a:avLst/>
          </a:prstGeom>
          <a:noFill/>
          <a:ln w="9525" cap="flat" cmpd="sng">
            <a:solidFill>
              <a:schemeClr val="tx1"/>
            </a:solidFill>
            <a:prstDash val="solid"/>
            <a:miter/>
            <a:headEnd type="none" w="med" len="med"/>
            <a:tailEnd type="none" w="med" len="med"/>
          </a:ln>
        </p:spPr>
        <p:txBody>
          <a:bodyPr lIns="12700" tIns="12700" rIns="12700" bIns="12700"/>
          <a:lstStyle>
            <a:lvl1pPr marL="342900" indent="-3429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80000"/>
              <a:buFont typeface="Wingdings" panose="05000000000000000000" pitchFamily="2" charset="2"/>
              <a:buChar char="n"/>
              <a:defRPr sz="3200" b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defRPr>
            </a:lvl1pPr>
            <a:lvl2pPr marL="742950" indent="-28575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Char char="–"/>
              <a:defRPr sz="2800">
                <a:solidFill>
                  <a:schemeClr val="tx1"/>
                </a:solidFill>
                <a:effectLst/>
                <a:latin typeface="+mn-lt"/>
                <a:ea typeface="+mn-ea"/>
              </a:defRPr>
            </a:lvl2pPr>
            <a:lvl3pPr marL="11430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Font typeface="Wingdings" panose="05000000000000000000" pitchFamily="2" charset="2"/>
              <a:buChar char="§"/>
              <a:defRPr sz="2400">
                <a:solidFill>
                  <a:schemeClr val="tx1"/>
                </a:solidFill>
                <a:effectLst/>
                <a:latin typeface="+mn-lt"/>
                <a:ea typeface="+mn-ea"/>
              </a:defRPr>
            </a:lvl3pPr>
            <a:lvl4pPr marL="16002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–"/>
              <a:defRPr sz="2000">
                <a:solidFill>
                  <a:schemeClr val="tx1"/>
                </a:solidFill>
                <a:effectLst/>
                <a:latin typeface="+mn-lt"/>
                <a:ea typeface="+mn-ea"/>
              </a:defRPr>
            </a:lvl4pPr>
            <a:lvl5pPr marL="20574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effectLst/>
                <a:latin typeface="+mn-lt"/>
                <a:ea typeface="+mn-ea"/>
              </a:defRPr>
            </a:lvl5pPr>
          </a:lstStyle>
          <a:p>
            <a:pPr marL="0" lvl="0" indent="0" algn="ctr" eaLnBrk="1" hangingPunct="1">
              <a:spcBef>
                <a:spcPct val="0"/>
              </a:spcBef>
              <a:buClrTx/>
              <a:buSzTx/>
              <a:buFontTx/>
              <a:buNone/>
            </a:pPr>
            <a:r>
              <a:rPr lang="zh-CN" altLang="en-US" sz="2400" b="1" dirty="0">
                <a:latin typeface="Times New Roman" panose="02020603050405020304" pitchFamily="18" charset="0"/>
              </a:rPr>
              <a:t>打印</a:t>
            </a:r>
            <a:endParaRPr lang="zh-CN" altLang="en-US" sz="2400" b="1" dirty="0">
              <a:latin typeface="Arial" panose="020B0604020202020204" pitchFamily="34" charset="0"/>
            </a:endParaRPr>
          </a:p>
        </p:txBody>
      </p:sp>
      <p:sp>
        <p:nvSpPr>
          <p:cNvPr id="1072144" name="Line 16"/>
          <p:cNvSpPr/>
          <p:nvPr/>
        </p:nvSpPr>
        <p:spPr>
          <a:xfrm>
            <a:off x="6562725" y="4725988"/>
            <a:ext cx="0" cy="935037"/>
          </a:xfrm>
          <a:prstGeom prst="line">
            <a:avLst/>
          </a:prstGeom>
          <a:ln w="9525" cap="flat" cmpd="sng">
            <a:solidFill>
              <a:schemeClr val="tx1"/>
            </a:solidFill>
            <a:prstDash val="solid"/>
            <a:headEnd type="none" w="sm" len="sm"/>
            <a:tailEnd type="none" w="sm" len="sm"/>
          </a:ln>
        </p:spPr>
      </p:sp>
      <p:sp>
        <p:nvSpPr>
          <p:cNvPr id="1072145" name="Line 17"/>
          <p:cNvSpPr/>
          <p:nvPr/>
        </p:nvSpPr>
        <p:spPr>
          <a:xfrm>
            <a:off x="6383338" y="5229225"/>
            <a:ext cx="179387" cy="0"/>
          </a:xfrm>
          <a:prstGeom prst="line">
            <a:avLst/>
          </a:prstGeom>
          <a:ln w="9525" cap="flat" cmpd="sng">
            <a:solidFill>
              <a:schemeClr val="tx1"/>
            </a:solidFill>
            <a:prstDash val="solid"/>
            <a:headEnd type="none" w="med" len="med"/>
            <a:tailEnd type="none" w="med" len="med"/>
          </a:ln>
        </p:spPr>
      </p:sp>
    </p:spTree>
  </p:cSld>
  <p:clrMapOvr>
    <a:masterClrMapping/>
  </p:clrMapOvr>
  <p:transition>
    <p:random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5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7213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checkerboard(across)">
                                      <p:cBhvr>
                                        <p:cTn id="7" dur="500"/>
                                        <p:tgtEl>
                                          <p:spTgt spid="107213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presetID="5" presetClass="entr" presetSubtype="1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7213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checkerboard(across)">
                                      <p:cBhvr>
                                        <p:cTn id="10" dur="500"/>
                                        <p:tgtEl>
                                          <p:spTgt spid="107213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1" presetID="5" presetClass="entr" presetSubtype="1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7213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checkerboard(across)">
                                      <p:cBhvr>
                                        <p:cTn id="13" dur="500"/>
                                        <p:tgtEl>
                                          <p:spTgt spid="107213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4" presetID="5" presetClass="entr" presetSubtype="1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7213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checkerboard(across)">
                                      <p:cBhvr>
                                        <p:cTn id="16" dur="500"/>
                                        <p:tgtEl>
                                          <p:spTgt spid="107213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7" presetID="5" presetClass="entr" presetSubtype="1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7214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checkerboard(across)">
                                      <p:cBhvr>
                                        <p:cTn id="19" dur="500"/>
                                        <p:tgtEl>
                                          <p:spTgt spid="107214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0" presetID="5" presetClass="entr" presetSubtype="1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7213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checkerboard(across)">
                                      <p:cBhvr>
                                        <p:cTn id="22" dur="500"/>
                                        <p:tgtEl>
                                          <p:spTgt spid="107213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3" presetID="5" presetClass="entr" presetSubtype="1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7213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checkerboard(across)">
                                      <p:cBhvr>
                                        <p:cTn id="25" dur="500"/>
                                        <p:tgtEl>
                                          <p:spTgt spid="107213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6" fill="hold">
                      <p:stCondLst>
                        <p:cond delay="indefinite"/>
                      </p:stCondLst>
                      <p:childTnLst>
                        <p:par>
                          <p:cTn id="27" fill="hold">
                            <p:stCondLst>
                              <p:cond delay="0"/>
                            </p:stCondLst>
                            <p:childTnLst>
                              <p:par>
                                <p:cTn id="28" presetID="1" presetClass="exit" presetSubtype="0" fill="hold" grpId="1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7213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0" presetID="5" presetClass="entr" presetSubtype="1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7214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checkerboard(across)">
                                      <p:cBhvr>
                                        <p:cTn id="32" dur="500"/>
                                        <p:tgtEl>
                                          <p:spTgt spid="107214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3" presetID="5" presetClass="entr" presetSubtype="1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7214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checkerboard(across)">
                                      <p:cBhvr>
                                        <p:cTn id="35" dur="500"/>
                                        <p:tgtEl>
                                          <p:spTgt spid="107214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6" presetID="5" presetClass="entr" presetSubtype="1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7214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checkerboard(across)">
                                      <p:cBhvr>
                                        <p:cTn id="38" dur="500"/>
                                        <p:tgtEl>
                                          <p:spTgt spid="107214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072132" grpId="0" bldLvl="0" animBg="1"/>
      <p:bldP spid="1072132" grpId="1" bldLvl="0" animBg="1"/>
      <p:bldP spid="1072136" grpId="0" bldLvl="0" animBg="1"/>
      <p:bldP spid="1072137" grpId="0" bldLvl="0" animBg="1"/>
      <p:bldP spid="1072142" grpId="0" bldLvl="0" animBg="1"/>
      <p:bldP spid="1072143" grpId="0" bldLvl="0" animBg="1"/>
    </p:bldLst>
  </p:timing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32" name="灯片编号占位符 5"/>
          <p:cNvSpPr txBox="1">
            <a:spLocks noGrp="1"/>
          </p:cNvSpPr>
          <p:nvPr>
            <p:ph type="sldNum" sz="quarter" idx="4"/>
          </p:nvPr>
        </p:nvSpPr>
        <p:spPr bwMode="auto"/>
        <p:txBody>
          <a:bodyPr wrap="square" lIns="91440" tIns="45720" rIns="91440" bIns="45720" numCol="1" anchor="b" anchorCtr="0" compatLnSpc="1"/>
          <a:lstStyle>
            <a:lvl1pPr eaLnBrk="0" hangingPunct="0">
              <a:defRPr sz="2000" b="1">
                <a:solidFill>
                  <a:schemeClr val="tx1"/>
                </a:solidFill>
                <a:latin typeface="Tahoma" panose="020B0604030504040204" pitchFamily="34" charset="0"/>
                <a:ea typeface="黑体" panose="02010609060101010101" pitchFamily="49" charset="-122"/>
              </a:defRPr>
            </a:lvl1pPr>
            <a:lvl2pPr marL="742950" indent="-285750" eaLnBrk="0" hangingPunct="0">
              <a:defRPr sz="2000" b="1">
                <a:solidFill>
                  <a:schemeClr val="tx1"/>
                </a:solidFill>
                <a:latin typeface="Tahoma" panose="020B0604030504040204" pitchFamily="34" charset="0"/>
                <a:ea typeface="黑体" panose="02010609060101010101" pitchFamily="49" charset="-122"/>
              </a:defRPr>
            </a:lvl2pPr>
            <a:lvl3pPr marL="1143000" indent="-228600" eaLnBrk="0" hangingPunct="0">
              <a:defRPr sz="2000" b="1">
                <a:solidFill>
                  <a:schemeClr val="tx1"/>
                </a:solidFill>
                <a:latin typeface="Tahoma" panose="020B0604030504040204" pitchFamily="34" charset="0"/>
                <a:ea typeface="黑体" panose="02010609060101010101" pitchFamily="49" charset="-122"/>
              </a:defRPr>
            </a:lvl3pPr>
            <a:lvl4pPr marL="1600200" indent="-228600" eaLnBrk="0" hangingPunct="0">
              <a:defRPr sz="2000" b="1">
                <a:solidFill>
                  <a:schemeClr val="tx1"/>
                </a:solidFill>
                <a:latin typeface="Tahoma" panose="020B0604030504040204" pitchFamily="34" charset="0"/>
                <a:ea typeface="黑体" panose="02010609060101010101" pitchFamily="49" charset="-122"/>
              </a:defRPr>
            </a:lvl4pPr>
            <a:lvl5pPr marL="2057400" indent="-228600" eaLnBrk="0" hangingPunct="0">
              <a:defRPr sz="2000" b="1">
                <a:solidFill>
                  <a:schemeClr val="tx1"/>
                </a:solidFill>
                <a:latin typeface="Tahoma" panose="020B0604030504040204" pitchFamily="34" charset="0"/>
                <a:ea typeface="黑体" panose="02010609060101010101" pitchFamily="49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000" b="1">
                <a:solidFill>
                  <a:schemeClr val="tx1"/>
                </a:solidFill>
                <a:latin typeface="Tahoma" panose="020B0604030504040204" pitchFamily="34" charset="0"/>
                <a:ea typeface="黑体" panose="02010609060101010101" pitchFamily="49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000" b="1">
                <a:solidFill>
                  <a:schemeClr val="tx1"/>
                </a:solidFill>
                <a:latin typeface="Tahoma" panose="020B0604030504040204" pitchFamily="34" charset="0"/>
                <a:ea typeface="黑体" panose="02010609060101010101" pitchFamily="49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000" b="1">
                <a:solidFill>
                  <a:schemeClr val="tx1"/>
                </a:solidFill>
                <a:latin typeface="Tahoma" panose="020B0604030504040204" pitchFamily="34" charset="0"/>
                <a:ea typeface="黑体" panose="02010609060101010101" pitchFamily="49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000" b="1">
                <a:solidFill>
                  <a:schemeClr val="tx1"/>
                </a:solidFill>
                <a:latin typeface="Tahoma" panose="020B0604030504040204" pitchFamily="34" charset="0"/>
                <a:ea typeface="黑体" panose="02010609060101010101" pitchFamily="49" charset="-122"/>
              </a:defRPr>
            </a:lvl9pPr>
          </a:lstStyle>
          <a:p>
            <a:pPr marL="0" marR="0" lvl="0" indent="0" algn="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fld id="{B4268891-CFE6-4F15-8661-ABE0426BBD1A}" type="slidenum">
              <a:rPr kumimoji="0" lang="en-US" altLang="zh-CN" sz="1200" b="0" i="0" u="none" strike="noStrike" kern="1200" cap="none" spc="0" normalizeH="0" baseline="0" noProof="0">
                <a:ln>
                  <a:noFill/>
                </a:ln>
                <a:solidFill>
                  <a:schemeClr val="tx1"/>
                </a:solidFill>
                <a:effectLst>
                  <a:outerShdw blurRad="38100" dist="38100" dir="2700000" algn="tl">
                    <a:srgbClr val="000000"/>
                  </a:outerShdw>
                </a:effectLst>
                <a:uLnTx/>
                <a:uFillTx/>
                <a:latin typeface="Tahoma" panose="020B0604030504040204" pitchFamily="34" charset="0"/>
                <a:ea typeface="宋体" panose="02010600030101010101" pitchFamily="2" charset="-122"/>
                <a:cs typeface="+mn-cs"/>
              </a:rPr>
            </a:fld>
            <a:endParaRPr kumimoji="0" lang="en-US" altLang="zh-CN" sz="1200" b="0" i="0" u="none" strike="noStrike" kern="1200" cap="none" spc="0" normalizeH="0" baseline="0" noProof="0">
              <a:ln>
                <a:noFill/>
              </a:ln>
              <a:solidFill>
                <a:schemeClr val="tx1"/>
              </a:solidFill>
              <a:effectLst>
                <a:outerShdw blurRad="38100" dist="38100" dir="2700000" algn="tl">
                  <a:srgbClr val="000000"/>
                </a:outerShdw>
              </a:effectLst>
              <a:uLnTx/>
              <a:uFillTx/>
              <a:latin typeface="Tahoma" panose="020B0604030504040204" pitchFamily="34" charset="0"/>
              <a:ea typeface="宋体" panose="02010600030101010101" pitchFamily="2" charset="-122"/>
              <a:cs typeface="+mn-cs"/>
            </a:endParaRPr>
          </a:p>
        </p:txBody>
      </p:sp>
      <p:sp>
        <p:nvSpPr>
          <p:cNvPr id="1072130" name="Rectangle 2"/>
          <p:cNvSpPr>
            <a:spLocks noGrp="1" noChangeArrowheads="1"/>
          </p:cNvSpPr>
          <p:nvPr>
            <p:ph type="title"/>
          </p:nvPr>
        </p:nvSpPr>
        <p:spPr>
          <a:xfrm>
            <a:off x="101600" y="211138"/>
            <a:ext cx="10058400" cy="765175"/>
          </a:xfrm>
        </p:spPr>
        <p:txBody>
          <a:bodyPr vert="horz" wrap="square" lIns="91440" tIns="45720" rIns="91440" bIns="45720" numCol="1" anchor="ctr" anchorCtr="0" compatLnSpc="1"/>
          <a:lstStyle/>
          <a:p>
            <a:pPr marL="0" marR="0" lvl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r>
              <a:rPr kumimoji="0" lang="en-US" altLang="zh-CN" sz="3200" b="1" i="0" u="none" strike="noStrike" kern="0" cap="none" spc="0" normalizeH="0" baseline="0" noProof="0" dirty="0">
                <a:ln>
                  <a:noFill/>
                </a:ln>
                <a:solidFill>
                  <a:srgbClr val="FFFF00"/>
                </a:solidFill>
                <a:effectLst>
                  <a:outerShdw blurRad="38100" dist="38100" dir="2700000" algn="tl">
                    <a:srgbClr val="000000"/>
                  </a:outerShdw>
                </a:effectLst>
                <a:uLnTx/>
                <a:uFillTx/>
                <a:latin typeface="Arial" panose="020B0604020202020204" pitchFamily="34" charset="0"/>
                <a:ea typeface="+mj-ea"/>
                <a:cs typeface="+mj-cs"/>
              </a:rPr>
              <a:t>【</a:t>
            </a:r>
            <a:r>
              <a:rPr kumimoji="0" lang="zh-CN" altLang="en-US" sz="3200" b="1" i="0" u="none" strike="noStrike" kern="0" cap="none" spc="0" normalizeH="0" baseline="0" noProof="0" dirty="0">
                <a:ln>
                  <a:noFill/>
                </a:ln>
                <a:solidFill>
                  <a:srgbClr val="FFFF00"/>
                </a:solidFill>
                <a:effectLst>
                  <a:outerShdw blurRad="38100" dist="38100" dir="2700000" algn="tl">
                    <a:srgbClr val="000000"/>
                  </a:outerShdw>
                </a:effectLst>
                <a:uLnTx/>
                <a:uFillTx/>
                <a:latin typeface="Arial" panose="020B0604020202020204" pitchFamily="34" charset="0"/>
                <a:ea typeface="+mj-ea"/>
                <a:cs typeface="+mj-cs"/>
              </a:rPr>
              <a:t>例</a:t>
            </a:r>
            <a:r>
              <a:rPr kumimoji="0" lang="en-US" altLang="zh-CN" sz="3200" b="1" i="0" u="none" strike="noStrike" kern="0" cap="none" spc="0" normalizeH="0" baseline="0" noProof="0" dirty="0">
                <a:ln>
                  <a:noFill/>
                </a:ln>
                <a:solidFill>
                  <a:srgbClr val="FFFF00"/>
                </a:solidFill>
                <a:effectLst>
                  <a:outerShdw blurRad="38100" dist="38100" dir="2700000" algn="tl">
                    <a:srgbClr val="000000"/>
                  </a:outerShdw>
                </a:effectLst>
                <a:uLnTx/>
                <a:uFillTx/>
                <a:latin typeface="Arial" panose="020B0604020202020204" pitchFamily="34" charset="0"/>
                <a:ea typeface="+mj-ea"/>
                <a:cs typeface="+mj-cs"/>
              </a:rPr>
              <a:t>6-3】</a:t>
            </a:r>
            <a:r>
              <a:rPr kumimoji="0" lang="zh-CN" altLang="en-US" sz="3200" b="1" i="0" u="none" strike="noStrike" kern="0" cap="none" spc="0" normalizeH="0" baseline="0" noProof="0" dirty="0">
                <a:ln>
                  <a:noFill/>
                </a:ln>
                <a:solidFill>
                  <a:srgbClr val="FFFF00"/>
                </a:solidFill>
                <a:effectLst>
                  <a:outerShdw blurRad="38100" dist="38100" dir="2700000" algn="tl">
                    <a:srgbClr val="000000"/>
                  </a:outerShdw>
                </a:effectLst>
                <a:uLnTx/>
                <a:uFillTx/>
                <a:latin typeface="Arial" panose="020B0604020202020204" pitchFamily="34" charset="0"/>
                <a:ea typeface="+mj-ea"/>
                <a:cs typeface="+mj-cs"/>
              </a:rPr>
              <a:t>打印杨辉三角形前</a:t>
            </a:r>
            <a:r>
              <a:rPr kumimoji="0" lang="en-US" altLang="zh-CN" sz="3200" b="1" i="0" u="none" strike="noStrike" kern="0" cap="none" spc="0" normalizeH="0" baseline="0" noProof="0" dirty="0">
                <a:ln>
                  <a:noFill/>
                </a:ln>
                <a:solidFill>
                  <a:srgbClr val="FFFF00"/>
                </a:solidFill>
                <a:effectLst>
                  <a:outerShdw blurRad="38100" dist="38100" dir="2700000" algn="tl">
                    <a:srgbClr val="000000"/>
                  </a:outerShdw>
                </a:effectLst>
                <a:uLnTx/>
                <a:uFillTx/>
                <a:latin typeface="Arial" panose="020B0604020202020204" pitchFamily="34" charset="0"/>
                <a:ea typeface="+mj-ea"/>
                <a:cs typeface="+mj-cs"/>
              </a:rPr>
              <a:t>10</a:t>
            </a:r>
            <a:r>
              <a:rPr kumimoji="0" lang="zh-CN" altLang="en-US" sz="3200" b="1" i="0" u="none" strike="noStrike" kern="0" cap="none" spc="0" normalizeH="0" baseline="0" noProof="0" dirty="0">
                <a:ln>
                  <a:noFill/>
                </a:ln>
                <a:solidFill>
                  <a:srgbClr val="FFFF00"/>
                </a:solidFill>
                <a:effectLst>
                  <a:outerShdw blurRad="38100" dist="38100" dir="2700000" algn="tl">
                    <a:srgbClr val="000000"/>
                  </a:outerShdw>
                </a:effectLst>
                <a:uLnTx/>
                <a:uFillTx/>
                <a:latin typeface="Arial" panose="020B0604020202020204" pitchFamily="34" charset="0"/>
                <a:ea typeface="+mj-ea"/>
                <a:cs typeface="+mj-cs"/>
              </a:rPr>
              <a:t>行</a:t>
            </a:r>
            <a:endParaRPr kumimoji="0" lang="zh-CN" altLang="en-US" sz="3200" b="1" i="0" u="none" strike="noStrike" kern="0" cap="none" spc="0" normalizeH="0" baseline="0" noProof="0" dirty="0">
              <a:ln>
                <a:noFill/>
              </a:ln>
              <a:solidFill>
                <a:srgbClr val="FF0000"/>
              </a:solidFill>
              <a:effectLst>
                <a:outerShdw blurRad="38100" dist="38100" dir="2700000" algn="tl">
                  <a:srgbClr val="000000"/>
                </a:outerShdw>
              </a:effectLst>
              <a:uLnTx/>
              <a:uFillTx/>
              <a:latin typeface="Arial" panose="020B0604020202020204" pitchFamily="34" charset="0"/>
              <a:ea typeface="+mj-ea"/>
              <a:cs typeface="+mj-cs"/>
            </a:endParaRPr>
          </a:p>
        </p:txBody>
      </p:sp>
      <p:sp>
        <p:nvSpPr>
          <p:cNvPr id="74756" name="Rectangle 3"/>
          <p:cNvSpPr/>
          <p:nvPr/>
        </p:nvSpPr>
        <p:spPr>
          <a:xfrm>
            <a:off x="3962400" y="1066483"/>
            <a:ext cx="4321175" cy="2676525"/>
          </a:xfrm>
          <a:prstGeom prst="rect">
            <a:avLst/>
          </a:prstGeom>
          <a:noFill/>
          <a:ln w="9525">
            <a:noFill/>
          </a:ln>
        </p:spPr>
        <p:txBody>
          <a:bodyPr anchor="ctr" anchorCtr="0">
            <a:spAutoFit/>
          </a:bodyPr>
          <a:lstStyle>
            <a:lvl1pPr marL="342900" indent="-3429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80000"/>
              <a:buFont typeface="Wingdings" panose="05000000000000000000" pitchFamily="2" charset="2"/>
              <a:buChar char="n"/>
              <a:defRPr sz="3200" b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defRPr>
            </a:lvl1pPr>
            <a:lvl2pPr marL="742950" indent="-28575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Char char="–"/>
              <a:defRPr sz="2800">
                <a:solidFill>
                  <a:schemeClr val="tx1"/>
                </a:solidFill>
                <a:effectLst/>
                <a:latin typeface="+mn-lt"/>
                <a:ea typeface="+mn-ea"/>
              </a:defRPr>
            </a:lvl2pPr>
            <a:lvl3pPr marL="11430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Font typeface="Wingdings" panose="05000000000000000000" pitchFamily="2" charset="2"/>
              <a:buChar char="§"/>
              <a:defRPr sz="2400">
                <a:solidFill>
                  <a:schemeClr val="tx1"/>
                </a:solidFill>
                <a:effectLst/>
                <a:latin typeface="+mn-lt"/>
                <a:ea typeface="+mn-ea"/>
              </a:defRPr>
            </a:lvl3pPr>
            <a:lvl4pPr marL="16002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–"/>
              <a:defRPr sz="2000">
                <a:solidFill>
                  <a:schemeClr val="tx1"/>
                </a:solidFill>
                <a:effectLst/>
                <a:latin typeface="+mn-lt"/>
                <a:ea typeface="+mn-ea"/>
              </a:defRPr>
            </a:lvl4pPr>
            <a:lvl5pPr marL="20574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effectLst/>
                <a:latin typeface="+mn-lt"/>
                <a:ea typeface="+mn-ea"/>
              </a:defRPr>
            </a:lvl5pPr>
          </a:lstStyle>
          <a:p>
            <a:pPr marL="0" lvl="0" indent="0" algn="ctr" eaLnBrk="1" hangingPunct="1">
              <a:spcBef>
                <a:spcPct val="0"/>
              </a:spcBef>
              <a:buClrTx/>
              <a:buSzTx/>
              <a:buFontTx/>
              <a:buNone/>
            </a:pPr>
            <a:r>
              <a:rPr lang="en-US" altLang="zh-CN" sz="2400" b="1" dirty="0">
                <a:solidFill>
                  <a:schemeClr val="folHlink"/>
                </a:solidFill>
                <a:latin typeface="Arial" panose="020B0604020202020204" pitchFamily="34" charset="0"/>
              </a:rPr>
              <a:t>1</a:t>
            </a:r>
            <a:endParaRPr lang="en-US" altLang="zh-CN" sz="2400" b="1" dirty="0">
              <a:solidFill>
                <a:schemeClr val="folHlink"/>
              </a:solidFill>
              <a:latin typeface="Arial" panose="020B0604020202020204" pitchFamily="34" charset="0"/>
            </a:endParaRPr>
          </a:p>
          <a:p>
            <a:pPr marL="0" lvl="0" indent="0" algn="ctr" eaLnBrk="1" hangingPunct="1">
              <a:spcBef>
                <a:spcPct val="0"/>
              </a:spcBef>
              <a:buClrTx/>
              <a:buSzTx/>
              <a:buFontTx/>
              <a:buNone/>
            </a:pPr>
            <a:r>
              <a:rPr lang="en-US" altLang="zh-CN" sz="2400" b="1" dirty="0">
                <a:solidFill>
                  <a:schemeClr val="folHlink"/>
                </a:solidFill>
                <a:latin typeface="Arial" panose="020B0604020202020204" pitchFamily="34" charset="0"/>
              </a:rPr>
              <a:t>1     1</a:t>
            </a:r>
            <a:endParaRPr lang="en-US" altLang="zh-CN" sz="2400" b="1" dirty="0">
              <a:solidFill>
                <a:schemeClr val="folHlink"/>
              </a:solidFill>
              <a:latin typeface="Arial" panose="020B0604020202020204" pitchFamily="34" charset="0"/>
            </a:endParaRPr>
          </a:p>
          <a:p>
            <a:pPr marL="0" lvl="0" indent="0" algn="ctr" eaLnBrk="1" hangingPunct="1">
              <a:spcBef>
                <a:spcPct val="0"/>
              </a:spcBef>
              <a:buClrTx/>
              <a:buSzTx/>
              <a:buFontTx/>
              <a:buNone/>
            </a:pPr>
            <a:r>
              <a:rPr lang="en-US" altLang="zh-CN" sz="2400" b="1" dirty="0">
                <a:solidFill>
                  <a:schemeClr val="folHlink"/>
                </a:solidFill>
                <a:latin typeface="Arial" panose="020B0604020202020204" pitchFamily="34" charset="0"/>
              </a:rPr>
              <a:t>1     2      1</a:t>
            </a:r>
            <a:endParaRPr lang="en-US" altLang="zh-CN" sz="2400" b="1" dirty="0">
              <a:solidFill>
                <a:schemeClr val="folHlink"/>
              </a:solidFill>
              <a:latin typeface="Arial" panose="020B0604020202020204" pitchFamily="34" charset="0"/>
            </a:endParaRPr>
          </a:p>
          <a:p>
            <a:pPr marL="0" lvl="0" indent="0" algn="ctr" eaLnBrk="1" hangingPunct="1">
              <a:spcBef>
                <a:spcPct val="0"/>
              </a:spcBef>
              <a:buClrTx/>
              <a:buSzTx/>
              <a:buFontTx/>
              <a:buNone/>
            </a:pPr>
            <a:r>
              <a:rPr lang="en-US" altLang="zh-CN" sz="2400" b="1" dirty="0">
                <a:solidFill>
                  <a:schemeClr val="folHlink"/>
                </a:solidFill>
                <a:latin typeface="Arial" panose="020B0604020202020204" pitchFamily="34" charset="0"/>
              </a:rPr>
              <a:t>1      3     3      1</a:t>
            </a:r>
            <a:endParaRPr lang="en-US" altLang="zh-CN" sz="2400" b="1" dirty="0">
              <a:solidFill>
                <a:schemeClr val="folHlink"/>
              </a:solidFill>
              <a:latin typeface="Arial" panose="020B0604020202020204" pitchFamily="34" charset="0"/>
            </a:endParaRPr>
          </a:p>
          <a:p>
            <a:pPr marL="0" lvl="0" indent="0" algn="ctr" eaLnBrk="1" hangingPunct="1">
              <a:spcBef>
                <a:spcPct val="0"/>
              </a:spcBef>
              <a:buClrTx/>
              <a:buSzTx/>
              <a:buFontTx/>
              <a:buNone/>
            </a:pPr>
            <a:r>
              <a:rPr lang="en-US" altLang="zh-CN" sz="2400" b="1" dirty="0">
                <a:solidFill>
                  <a:schemeClr val="folHlink"/>
                </a:solidFill>
                <a:latin typeface="Arial" panose="020B0604020202020204" pitchFamily="34" charset="0"/>
              </a:rPr>
              <a:t>1      4      6      4     1</a:t>
            </a:r>
            <a:endParaRPr lang="en-US" altLang="zh-CN" sz="2400" b="1" dirty="0">
              <a:solidFill>
                <a:schemeClr val="folHlink"/>
              </a:solidFill>
              <a:latin typeface="Arial" panose="020B0604020202020204" pitchFamily="34" charset="0"/>
            </a:endParaRPr>
          </a:p>
          <a:p>
            <a:pPr marL="0" lvl="0" indent="0" algn="ctr" eaLnBrk="1" hangingPunct="1">
              <a:spcBef>
                <a:spcPct val="0"/>
              </a:spcBef>
              <a:buClrTx/>
              <a:buSzTx/>
              <a:buFontTx/>
              <a:buNone/>
            </a:pPr>
            <a:r>
              <a:rPr lang="en-US" altLang="zh-CN" sz="2400" b="1" dirty="0">
                <a:solidFill>
                  <a:schemeClr val="folHlink"/>
                </a:solidFill>
                <a:latin typeface="Arial" panose="020B0604020202020204" pitchFamily="34" charset="0"/>
              </a:rPr>
              <a:t>1      5      10    10      5     1</a:t>
            </a:r>
            <a:endParaRPr lang="en-US" altLang="zh-CN" sz="2400" b="1" dirty="0">
              <a:solidFill>
                <a:schemeClr val="folHlink"/>
              </a:solidFill>
              <a:latin typeface="Arial" panose="020B0604020202020204" pitchFamily="34" charset="0"/>
            </a:endParaRPr>
          </a:p>
          <a:p>
            <a:pPr marL="0" lvl="0" indent="0" algn="ctr" eaLnBrk="1" hangingPunct="1">
              <a:spcBef>
                <a:spcPct val="0"/>
              </a:spcBef>
              <a:buClrTx/>
              <a:buSzTx/>
              <a:buFontTx/>
              <a:buNone/>
            </a:pPr>
            <a:r>
              <a:rPr lang="en-US" altLang="zh-CN" sz="2400" b="1" dirty="0">
                <a:solidFill>
                  <a:schemeClr val="folHlink"/>
                </a:solidFill>
                <a:latin typeface="Arial" panose="020B0604020202020204" pitchFamily="34" charset="0"/>
              </a:rPr>
              <a:t>...      ...      ...</a:t>
            </a:r>
            <a:endParaRPr lang="en-US" altLang="zh-CN" sz="2400" b="1" dirty="0">
              <a:solidFill>
                <a:schemeClr val="folHlink"/>
              </a:solidFill>
              <a:latin typeface="Arial" panose="020B0604020202020204" pitchFamily="34" charset="0"/>
            </a:endParaRPr>
          </a:p>
        </p:txBody>
      </p:sp>
      <p:grpSp>
        <p:nvGrpSpPr>
          <p:cNvPr id="1072146" name="Group 18"/>
          <p:cNvGrpSpPr/>
          <p:nvPr/>
        </p:nvGrpSpPr>
        <p:grpSpPr>
          <a:xfrm>
            <a:off x="2019300" y="1152208"/>
            <a:ext cx="4176713" cy="396875"/>
            <a:chOff x="68" y="799"/>
            <a:chExt cx="2631" cy="250"/>
          </a:xfrm>
        </p:grpSpPr>
        <p:sp>
          <p:nvSpPr>
            <p:cNvPr id="74778" name="Text Box 19"/>
            <p:cNvSpPr txBox="1"/>
            <p:nvPr/>
          </p:nvSpPr>
          <p:spPr>
            <a:xfrm>
              <a:off x="113" y="799"/>
              <a:ext cx="1089" cy="250"/>
            </a:xfrm>
            <a:prstGeom prst="rect">
              <a:avLst/>
            </a:prstGeom>
            <a:noFill/>
            <a:ln w="9525">
              <a:noFill/>
            </a:ln>
          </p:spPr>
          <p:txBody>
            <a:bodyPr>
              <a:spAutoFit/>
            </a:bodyPr>
            <a:lstStyle>
              <a:lvl1pPr marL="342900" indent="-342900" algn="l" rtl="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hlink"/>
                </a:buClr>
                <a:buSzPct val="80000"/>
                <a:buFont typeface="Wingdings" panose="05000000000000000000" pitchFamily="2" charset="2"/>
                <a:buChar char="n"/>
                <a:defRPr sz="3200" b="0">
                  <a:solidFill>
                    <a:schemeClr val="tx1"/>
                  </a:solidFill>
                  <a:effectLst/>
                  <a:latin typeface="+mn-lt"/>
                  <a:ea typeface="+mn-ea"/>
                  <a:cs typeface="+mn-cs"/>
                </a:defRPr>
              </a:lvl1pPr>
              <a:lvl2pPr marL="742950" indent="-285750" algn="l" rtl="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tx1"/>
                </a:buClr>
                <a:buChar char="–"/>
                <a:defRPr sz="2800">
                  <a:solidFill>
                    <a:schemeClr val="tx1"/>
                  </a:solidFill>
                  <a:effectLst/>
                  <a:latin typeface="+mn-lt"/>
                  <a:ea typeface="+mn-ea"/>
                </a:defRPr>
              </a:lvl2pPr>
              <a:lvl3pPr marL="11430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hlink"/>
                </a:buClr>
                <a:buFont typeface="Wingdings" panose="05000000000000000000" pitchFamily="2" charset="2"/>
                <a:buChar char="§"/>
                <a:defRPr sz="2400">
                  <a:solidFill>
                    <a:schemeClr val="tx1"/>
                  </a:solidFill>
                  <a:effectLst/>
                  <a:latin typeface="+mn-lt"/>
                  <a:ea typeface="+mn-ea"/>
                </a:defRPr>
              </a:lvl3pPr>
              <a:lvl4pPr marL="16002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–"/>
                <a:defRPr sz="2000">
                  <a:solidFill>
                    <a:schemeClr val="tx1"/>
                  </a:solidFill>
                  <a:effectLst/>
                  <a:latin typeface="+mn-lt"/>
                  <a:ea typeface="+mn-ea"/>
                </a:defRPr>
              </a:lvl4pPr>
              <a:lvl5pPr marL="20574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hlink"/>
                </a:buClr>
                <a:buFont typeface="Wingdings" panose="05000000000000000000" pitchFamily="2" charset="2"/>
                <a:buChar char="§"/>
                <a:defRPr sz="2000">
                  <a:solidFill>
                    <a:schemeClr val="tx1"/>
                  </a:solidFill>
                  <a:effectLst/>
                  <a:latin typeface="+mn-lt"/>
                  <a:ea typeface="+mn-ea"/>
                </a:defRPr>
              </a:lvl5pPr>
            </a:lstStyle>
            <a:p>
              <a:pPr marL="0" lvl="0" indent="0" eaLnBrk="1" hangingPunct="1">
                <a:spcBef>
                  <a:spcPct val="50000"/>
                </a:spcBef>
                <a:buClrTx/>
                <a:buSzTx/>
                <a:buFontTx/>
                <a:buNone/>
              </a:pPr>
              <a:r>
                <a:rPr lang="en-US" altLang="zh-CN" sz="2000" b="1" dirty="0">
                  <a:latin typeface="Arial" panose="020B0604020202020204" pitchFamily="34" charset="0"/>
                </a:rPr>
                <a:t>(a+b)</a:t>
              </a:r>
              <a:r>
                <a:rPr lang="en-US" altLang="zh-CN" sz="2000" b="1" baseline="30000" dirty="0">
                  <a:latin typeface="Arial" panose="020B0604020202020204" pitchFamily="34" charset="0"/>
                </a:rPr>
                <a:t>0</a:t>
              </a:r>
              <a:r>
                <a:rPr lang="en-US" altLang="zh-CN" sz="2000" b="1" dirty="0">
                  <a:latin typeface="Arial" panose="020B0604020202020204" pitchFamily="34" charset="0"/>
                </a:rPr>
                <a:t>=1</a:t>
              </a:r>
              <a:endParaRPr lang="en-US" altLang="zh-CN" sz="2000" b="1" dirty="0">
                <a:latin typeface="Arial" panose="020B0604020202020204" pitchFamily="34" charset="0"/>
              </a:endParaRPr>
            </a:p>
          </p:txBody>
        </p:sp>
        <p:sp>
          <p:nvSpPr>
            <p:cNvPr id="74779" name="Line 20"/>
            <p:cNvSpPr/>
            <p:nvPr/>
          </p:nvSpPr>
          <p:spPr>
            <a:xfrm>
              <a:off x="68" y="1026"/>
              <a:ext cx="2631" cy="0"/>
            </a:xfrm>
            <a:prstGeom prst="line">
              <a:avLst/>
            </a:prstGeom>
            <a:ln w="38100" cap="flat" cmpd="sng">
              <a:solidFill>
                <a:schemeClr val="tx1"/>
              </a:solidFill>
              <a:prstDash val="solid"/>
              <a:headEnd type="none" w="med" len="med"/>
              <a:tailEnd type="none" w="med" len="med"/>
            </a:ln>
          </p:spPr>
        </p:sp>
      </p:grpSp>
      <p:grpSp>
        <p:nvGrpSpPr>
          <p:cNvPr id="1072149" name="Group 21"/>
          <p:cNvGrpSpPr/>
          <p:nvPr/>
        </p:nvGrpSpPr>
        <p:grpSpPr>
          <a:xfrm>
            <a:off x="2019300" y="1476058"/>
            <a:ext cx="4535488" cy="396875"/>
            <a:chOff x="68" y="1003"/>
            <a:chExt cx="2857" cy="250"/>
          </a:xfrm>
        </p:grpSpPr>
        <p:sp>
          <p:nvSpPr>
            <p:cNvPr id="74776" name="Text Box 22"/>
            <p:cNvSpPr txBox="1"/>
            <p:nvPr/>
          </p:nvSpPr>
          <p:spPr>
            <a:xfrm>
              <a:off x="113" y="1003"/>
              <a:ext cx="1089" cy="250"/>
            </a:xfrm>
            <a:prstGeom prst="rect">
              <a:avLst/>
            </a:prstGeom>
            <a:noFill/>
            <a:ln w="9525">
              <a:noFill/>
            </a:ln>
          </p:spPr>
          <p:txBody>
            <a:bodyPr>
              <a:spAutoFit/>
            </a:bodyPr>
            <a:lstStyle>
              <a:lvl1pPr marL="342900" indent="-342900" algn="l" rtl="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hlink"/>
                </a:buClr>
                <a:buSzPct val="80000"/>
                <a:buFont typeface="Wingdings" panose="05000000000000000000" pitchFamily="2" charset="2"/>
                <a:buChar char="n"/>
                <a:defRPr sz="3200" b="0">
                  <a:solidFill>
                    <a:schemeClr val="tx1"/>
                  </a:solidFill>
                  <a:effectLst/>
                  <a:latin typeface="+mn-lt"/>
                  <a:ea typeface="+mn-ea"/>
                  <a:cs typeface="+mn-cs"/>
                </a:defRPr>
              </a:lvl1pPr>
              <a:lvl2pPr marL="742950" indent="-285750" algn="l" rtl="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tx1"/>
                </a:buClr>
                <a:buChar char="–"/>
                <a:defRPr sz="2800">
                  <a:solidFill>
                    <a:schemeClr val="tx1"/>
                  </a:solidFill>
                  <a:effectLst/>
                  <a:latin typeface="+mn-lt"/>
                  <a:ea typeface="+mn-ea"/>
                </a:defRPr>
              </a:lvl2pPr>
              <a:lvl3pPr marL="11430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hlink"/>
                </a:buClr>
                <a:buFont typeface="Wingdings" panose="05000000000000000000" pitchFamily="2" charset="2"/>
                <a:buChar char="§"/>
                <a:defRPr sz="2400">
                  <a:solidFill>
                    <a:schemeClr val="tx1"/>
                  </a:solidFill>
                  <a:effectLst/>
                  <a:latin typeface="+mn-lt"/>
                  <a:ea typeface="+mn-ea"/>
                </a:defRPr>
              </a:lvl3pPr>
              <a:lvl4pPr marL="16002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–"/>
                <a:defRPr sz="2000">
                  <a:solidFill>
                    <a:schemeClr val="tx1"/>
                  </a:solidFill>
                  <a:effectLst/>
                  <a:latin typeface="+mn-lt"/>
                  <a:ea typeface="+mn-ea"/>
                </a:defRPr>
              </a:lvl4pPr>
              <a:lvl5pPr marL="20574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hlink"/>
                </a:buClr>
                <a:buFont typeface="Wingdings" panose="05000000000000000000" pitchFamily="2" charset="2"/>
                <a:buChar char="§"/>
                <a:defRPr sz="2000">
                  <a:solidFill>
                    <a:schemeClr val="tx1"/>
                  </a:solidFill>
                  <a:effectLst/>
                  <a:latin typeface="+mn-lt"/>
                  <a:ea typeface="+mn-ea"/>
                </a:defRPr>
              </a:lvl5pPr>
            </a:lstStyle>
            <a:p>
              <a:pPr marL="0" lvl="0" indent="0" eaLnBrk="1" hangingPunct="1">
                <a:spcBef>
                  <a:spcPct val="50000"/>
                </a:spcBef>
                <a:buClrTx/>
                <a:buSzTx/>
                <a:buFontTx/>
                <a:buNone/>
              </a:pPr>
              <a:r>
                <a:rPr lang="en-US" altLang="zh-CN" sz="2000" b="1" dirty="0">
                  <a:latin typeface="Arial" panose="020B0604020202020204" pitchFamily="34" charset="0"/>
                </a:rPr>
                <a:t>(a+b)</a:t>
              </a:r>
              <a:r>
                <a:rPr lang="en-US" altLang="zh-CN" sz="2000" b="1" baseline="30000" dirty="0">
                  <a:latin typeface="Arial" panose="020B0604020202020204" pitchFamily="34" charset="0"/>
                </a:rPr>
                <a:t>1</a:t>
              </a:r>
              <a:r>
                <a:rPr lang="en-US" altLang="zh-CN" sz="2000" b="1" dirty="0">
                  <a:latin typeface="Arial" panose="020B0604020202020204" pitchFamily="34" charset="0"/>
                </a:rPr>
                <a:t>=a+b</a:t>
              </a:r>
              <a:endParaRPr lang="en-US" altLang="zh-CN" sz="2000" b="1" dirty="0">
                <a:latin typeface="Arial" panose="020B0604020202020204" pitchFamily="34" charset="0"/>
              </a:endParaRPr>
            </a:p>
          </p:txBody>
        </p:sp>
        <p:sp>
          <p:nvSpPr>
            <p:cNvPr id="74777" name="Line 23"/>
            <p:cNvSpPr/>
            <p:nvPr/>
          </p:nvSpPr>
          <p:spPr>
            <a:xfrm>
              <a:off x="68" y="1253"/>
              <a:ext cx="2857" cy="0"/>
            </a:xfrm>
            <a:prstGeom prst="line">
              <a:avLst/>
            </a:prstGeom>
            <a:ln w="38100" cap="flat" cmpd="sng">
              <a:solidFill>
                <a:schemeClr val="tx1"/>
              </a:solidFill>
              <a:prstDash val="solid"/>
              <a:headEnd type="none" w="med" len="med"/>
              <a:tailEnd type="none" w="med" len="med"/>
            </a:ln>
          </p:spPr>
        </p:sp>
      </p:grpSp>
      <p:grpSp>
        <p:nvGrpSpPr>
          <p:cNvPr id="1072152" name="Group 24"/>
          <p:cNvGrpSpPr/>
          <p:nvPr/>
        </p:nvGrpSpPr>
        <p:grpSpPr>
          <a:xfrm>
            <a:off x="2019300" y="1907858"/>
            <a:ext cx="4824413" cy="396875"/>
            <a:chOff x="68" y="1275"/>
            <a:chExt cx="3039" cy="250"/>
          </a:xfrm>
        </p:grpSpPr>
        <p:sp>
          <p:nvSpPr>
            <p:cNvPr id="74774" name="Text Box 25"/>
            <p:cNvSpPr txBox="1"/>
            <p:nvPr/>
          </p:nvSpPr>
          <p:spPr>
            <a:xfrm>
              <a:off x="113" y="1275"/>
              <a:ext cx="1542" cy="250"/>
            </a:xfrm>
            <a:prstGeom prst="rect">
              <a:avLst/>
            </a:prstGeom>
            <a:noFill/>
            <a:ln w="9525">
              <a:noFill/>
            </a:ln>
          </p:spPr>
          <p:txBody>
            <a:bodyPr>
              <a:spAutoFit/>
            </a:bodyPr>
            <a:lstStyle>
              <a:lvl1pPr marL="342900" indent="-342900" algn="l" rtl="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hlink"/>
                </a:buClr>
                <a:buSzPct val="80000"/>
                <a:buFont typeface="Wingdings" panose="05000000000000000000" pitchFamily="2" charset="2"/>
                <a:buChar char="n"/>
                <a:defRPr sz="3200" b="0">
                  <a:solidFill>
                    <a:schemeClr val="tx1"/>
                  </a:solidFill>
                  <a:effectLst/>
                  <a:latin typeface="+mn-lt"/>
                  <a:ea typeface="+mn-ea"/>
                  <a:cs typeface="+mn-cs"/>
                </a:defRPr>
              </a:lvl1pPr>
              <a:lvl2pPr marL="742950" indent="-285750" algn="l" rtl="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tx1"/>
                </a:buClr>
                <a:buChar char="–"/>
                <a:defRPr sz="2800">
                  <a:solidFill>
                    <a:schemeClr val="tx1"/>
                  </a:solidFill>
                  <a:effectLst/>
                  <a:latin typeface="+mn-lt"/>
                  <a:ea typeface="+mn-ea"/>
                </a:defRPr>
              </a:lvl2pPr>
              <a:lvl3pPr marL="11430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hlink"/>
                </a:buClr>
                <a:buFont typeface="Wingdings" panose="05000000000000000000" pitchFamily="2" charset="2"/>
                <a:buChar char="§"/>
                <a:defRPr sz="2400">
                  <a:solidFill>
                    <a:schemeClr val="tx1"/>
                  </a:solidFill>
                  <a:effectLst/>
                  <a:latin typeface="+mn-lt"/>
                  <a:ea typeface="+mn-ea"/>
                </a:defRPr>
              </a:lvl3pPr>
              <a:lvl4pPr marL="16002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–"/>
                <a:defRPr sz="2000">
                  <a:solidFill>
                    <a:schemeClr val="tx1"/>
                  </a:solidFill>
                  <a:effectLst/>
                  <a:latin typeface="+mn-lt"/>
                  <a:ea typeface="+mn-ea"/>
                </a:defRPr>
              </a:lvl4pPr>
              <a:lvl5pPr marL="20574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hlink"/>
                </a:buClr>
                <a:buFont typeface="Wingdings" panose="05000000000000000000" pitchFamily="2" charset="2"/>
                <a:buChar char="§"/>
                <a:defRPr sz="2000">
                  <a:solidFill>
                    <a:schemeClr val="tx1"/>
                  </a:solidFill>
                  <a:effectLst/>
                  <a:latin typeface="+mn-lt"/>
                  <a:ea typeface="+mn-ea"/>
                </a:defRPr>
              </a:lvl5pPr>
            </a:lstStyle>
            <a:p>
              <a:pPr marL="0" lvl="0" indent="0" eaLnBrk="1" hangingPunct="1">
                <a:spcBef>
                  <a:spcPct val="50000"/>
                </a:spcBef>
                <a:buClrTx/>
                <a:buSzTx/>
                <a:buFontTx/>
                <a:buNone/>
              </a:pPr>
              <a:r>
                <a:rPr lang="en-US" altLang="zh-CN" sz="2000" b="1" dirty="0">
                  <a:latin typeface="Arial" panose="020B0604020202020204" pitchFamily="34" charset="0"/>
                </a:rPr>
                <a:t>(a+b)</a:t>
              </a:r>
              <a:r>
                <a:rPr lang="en-US" altLang="zh-CN" sz="2000" b="1" baseline="30000" dirty="0">
                  <a:latin typeface="Arial" panose="020B0604020202020204" pitchFamily="34" charset="0"/>
                </a:rPr>
                <a:t>2</a:t>
              </a:r>
              <a:r>
                <a:rPr lang="en-US" altLang="zh-CN" sz="2000" b="1" dirty="0">
                  <a:latin typeface="Arial" panose="020B0604020202020204" pitchFamily="34" charset="0"/>
                </a:rPr>
                <a:t>=a</a:t>
              </a:r>
              <a:r>
                <a:rPr lang="en-US" altLang="zh-CN" sz="2000" b="1" baseline="30000" dirty="0">
                  <a:latin typeface="Arial" panose="020B0604020202020204" pitchFamily="34" charset="0"/>
                </a:rPr>
                <a:t>2</a:t>
              </a:r>
              <a:r>
                <a:rPr lang="en-US" altLang="zh-CN" sz="2000" b="1" dirty="0">
                  <a:latin typeface="Arial" panose="020B0604020202020204" pitchFamily="34" charset="0"/>
                </a:rPr>
                <a:t>+2ab+b</a:t>
              </a:r>
              <a:r>
                <a:rPr lang="en-US" altLang="zh-CN" sz="2000" b="1" baseline="30000" dirty="0">
                  <a:latin typeface="Arial" panose="020B0604020202020204" pitchFamily="34" charset="0"/>
                </a:rPr>
                <a:t>2</a:t>
              </a:r>
              <a:endParaRPr lang="en-US" altLang="zh-CN" sz="2000" b="1" baseline="30000" dirty="0">
                <a:latin typeface="Arial" panose="020B0604020202020204" pitchFamily="34" charset="0"/>
              </a:endParaRPr>
            </a:p>
          </p:txBody>
        </p:sp>
        <p:sp>
          <p:nvSpPr>
            <p:cNvPr id="74775" name="Line 26"/>
            <p:cNvSpPr/>
            <p:nvPr/>
          </p:nvSpPr>
          <p:spPr>
            <a:xfrm>
              <a:off x="68" y="1480"/>
              <a:ext cx="3039" cy="0"/>
            </a:xfrm>
            <a:prstGeom prst="line">
              <a:avLst/>
            </a:prstGeom>
            <a:ln w="38100" cap="flat" cmpd="sng">
              <a:solidFill>
                <a:schemeClr val="tx1"/>
              </a:solidFill>
              <a:prstDash val="solid"/>
              <a:headEnd type="none" w="med" len="med"/>
              <a:tailEnd type="none" w="med" len="med"/>
            </a:ln>
          </p:spPr>
        </p:sp>
      </p:grpSp>
      <p:grpSp>
        <p:nvGrpSpPr>
          <p:cNvPr id="1072155" name="Group 27"/>
          <p:cNvGrpSpPr/>
          <p:nvPr/>
        </p:nvGrpSpPr>
        <p:grpSpPr>
          <a:xfrm>
            <a:off x="2019300" y="2233295"/>
            <a:ext cx="5184775" cy="396875"/>
            <a:chOff x="68" y="1480"/>
            <a:chExt cx="3266" cy="250"/>
          </a:xfrm>
        </p:grpSpPr>
        <p:sp>
          <p:nvSpPr>
            <p:cNvPr id="74772" name="Text Box 28"/>
            <p:cNvSpPr txBox="1"/>
            <p:nvPr/>
          </p:nvSpPr>
          <p:spPr>
            <a:xfrm>
              <a:off x="113" y="1480"/>
              <a:ext cx="1951" cy="250"/>
            </a:xfrm>
            <a:prstGeom prst="rect">
              <a:avLst/>
            </a:prstGeom>
            <a:noFill/>
            <a:ln w="9525">
              <a:noFill/>
            </a:ln>
          </p:spPr>
          <p:txBody>
            <a:bodyPr>
              <a:spAutoFit/>
            </a:bodyPr>
            <a:lstStyle>
              <a:lvl1pPr marL="342900" indent="-342900" algn="l" rtl="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hlink"/>
                </a:buClr>
                <a:buSzPct val="80000"/>
                <a:buFont typeface="Wingdings" panose="05000000000000000000" pitchFamily="2" charset="2"/>
                <a:buChar char="n"/>
                <a:defRPr sz="3200" b="0">
                  <a:solidFill>
                    <a:schemeClr val="tx1"/>
                  </a:solidFill>
                  <a:effectLst/>
                  <a:latin typeface="+mn-lt"/>
                  <a:ea typeface="+mn-ea"/>
                  <a:cs typeface="+mn-cs"/>
                </a:defRPr>
              </a:lvl1pPr>
              <a:lvl2pPr marL="742950" indent="-285750" algn="l" rtl="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tx1"/>
                </a:buClr>
                <a:buChar char="–"/>
                <a:defRPr sz="2800">
                  <a:solidFill>
                    <a:schemeClr val="tx1"/>
                  </a:solidFill>
                  <a:effectLst/>
                  <a:latin typeface="+mn-lt"/>
                  <a:ea typeface="+mn-ea"/>
                </a:defRPr>
              </a:lvl2pPr>
              <a:lvl3pPr marL="11430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hlink"/>
                </a:buClr>
                <a:buFont typeface="Wingdings" panose="05000000000000000000" pitchFamily="2" charset="2"/>
                <a:buChar char="§"/>
                <a:defRPr sz="2400">
                  <a:solidFill>
                    <a:schemeClr val="tx1"/>
                  </a:solidFill>
                  <a:effectLst/>
                  <a:latin typeface="+mn-lt"/>
                  <a:ea typeface="+mn-ea"/>
                </a:defRPr>
              </a:lvl3pPr>
              <a:lvl4pPr marL="16002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–"/>
                <a:defRPr sz="2000">
                  <a:solidFill>
                    <a:schemeClr val="tx1"/>
                  </a:solidFill>
                  <a:effectLst/>
                  <a:latin typeface="+mn-lt"/>
                  <a:ea typeface="+mn-ea"/>
                </a:defRPr>
              </a:lvl4pPr>
              <a:lvl5pPr marL="20574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hlink"/>
                </a:buClr>
                <a:buFont typeface="Wingdings" panose="05000000000000000000" pitchFamily="2" charset="2"/>
                <a:buChar char="§"/>
                <a:defRPr sz="2000">
                  <a:solidFill>
                    <a:schemeClr val="tx1"/>
                  </a:solidFill>
                  <a:effectLst/>
                  <a:latin typeface="+mn-lt"/>
                  <a:ea typeface="+mn-ea"/>
                </a:defRPr>
              </a:lvl5pPr>
            </a:lstStyle>
            <a:p>
              <a:pPr marL="0" lvl="0" indent="0" eaLnBrk="1" hangingPunct="1">
                <a:spcBef>
                  <a:spcPct val="50000"/>
                </a:spcBef>
                <a:buClrTx/>
                <a:buSzTx/>
                <a:buFontTx/>
                <a:buNone/>
              </a:pPr>
              <a:r>
                <a:rPr lang="en-US" altLang="zh-CN" sz="2000" b="1" dirty="0">
                  <a:latin typeface="Arial" panose="020B0604020202020204" pitchFamily="34" charset="0"/>
                </a:rPr>
                <a:t>(a+b)</a:t>
              </a:r>
              <a:r>
                <a:rPr lang="en-US" altLang="zh-CN" sz="2000" b="1" baseline="30000" dirty="0">
                  <a:latin typeface="Arial" panose="020B0604020202020204" pitchFamily="34" charset="0"/>
                </a:rPr>
                <a:t>3</a:t>
              </a:r>
              <a:r>
                <a:rPr lang="en-US" altLang="zh-CN" sz="2000" b="1" dirty="0">
                  <a:latin typeface="Arial" panose="020B0604020202020204" pitchFamily="34" charset="0"/>
                </a:rPr>
                <a:t>=a</a:t>
              </a:r>
              <a:r>
                <a:rPr lang="en-US" altLang="zh-CN" sz="2000" b="1" baseline="30000" dirty="0">
                  <a:latin typeface="Arial" panose="020B0604020202020204" pitchFamily="34" charset="0"/>
                </a:rPr>
                <a:t>3</a:t>
              </a:r>
              <a:r>
                <a:rPr lang="en-US" altLang="zh-CN" sz="2000" b="1" dirty="0">
                  <a:latin typeface="Arial" panose="020B0604020202020204" pitchFamily="34" charset="0"/>
                </a:rPr>
                <a:t>+3a</a:t>
              </a:r>
              <a:r>
                <a:rPr lang="en-US" altLang="zh-CN" sz="2000" b="1" baseline="30000" dirty="0">
                  <a:latin typeface="Arial" panose="020B0604020202020204" pitchFamily="34" charset="0"/>
                </a:rPr>
                <a:t>2</a:t>
              </a:r>
              <a:r>
                <a:rPr lang="en-US" altLang="zh-CN" sz="2000" b="1" dirty="0">
                  <a:latin typeface="Arial" panose="020B0604020202020204" pitchFamily="34" charset="0"/>
                </a:rPr>
                <a:t>b+3ab</a:t>
              </a:r>
              <a:r>
                <a:rPr lang="en-US" altLang="zh-CN" sz="2000" b="1" baseline="30000" dirty="0">
                  <a:latin typeface="Arial" panose="020B0604020202020204" pitchFamily="34" charset="0"/>
                </a:rPr>
                <a:t>2</a:t>
              </a:r>
              <a:r>
                <a:rPr lang="en-US" altLang="zh-CN" sz="2000" b="1" dirty="0">
                  <a:latin typeface="Arial" panose="020B0604020202020204" pitchFamily="34" charset="0"/>
                </a:rPr>
                <a:t>+b</a:t>
              </a:r>
              <a:r>
                <a:rPr lang="en-US" altLang="zh-CN" sz="2000" b="1" baseline="30000" dirty="0">
                  <a:latin typeface="Arial" panose="020B0604020202020204" pitchFamily="34" charset="0"/>
                </a:rPr>
                <a:t>3</a:t>
              </a:r>
              <a:endParaRPr lang="en-US" altLang="zh-CN" sz="2000" b="1" baseline="30000" dirty="0">
                <a:latin typeface="Arial" panose="020B0604020202020204" pitchFamily="34" charset="0"/>
              </a:endParaRPr>
            </a:p>
          </p:txBody>
        </p:sp>
        <p:sp>
          <p:nvSpPr>
            <p:cNvPr id="74773" name="Line 29"/>
            <p:cNvSpPr/>
            <p:nvPr/>
          </p:nvSpPr>
          <p:spPr>
            <a:xfrm>
              <a:off x="68" y="1706"/>
              <a:ext cx="3266" cy="0"/>
            </a:xfrm>
            <a:prstGeom prst="line">
              <a:avLst/>
            </a:prstGeom>
            <a:ln w="38100" cap="flat" cmpd="sng">
              <a:solidFill>
                <a:schemeClr val="tx1"/>
              </a:solidFill>
              <a:prstDash val="solid"/>
              <a:headEnd type="none" w="med" len="med"/>
              <a:tailEnd type="none" w="med" len="med"/>
            </a:ln>
          </p:spPr>
        </p:sp>
      </p:grpSp>
      <p:sp>
        <p:nvSpPr>
          <p:cNvPr id="1072158" name="Text Box 30"/>
          <p:cNvSpPr txBox="1"/>
          <p:nvPr/>
        </p:nvSpPr>
        <p:spPr>
          <a:xfrm>
            <a:off x="2162175" y="2592070"/>
            <a:ext cx="1079500" cy="396875"/>
          </a:xfrm>
          <a:prstGeom prst="rect">
            <a:avLst/>
          </a:prstGeom>
          <a:noFill/>
          <a:ln w="9525">
            <a:noFill/>
          </a:ln>
        </p:spPr>
        <p:txBody>
          <a:bodyPr>
            <a:spAutoFit/>
          </a:bodyPr>
          <a:lstStyle>
            <a:lvl1pPr marL="342900" indent="-3429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80000"/>
              <a:buFont typeface="Wingdings" panose="05000000000000000000" pitchFamily="2" charset="2"/>
              <a:buChar char="n"/>
              <a:defRPr sz="3200" b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defRPr>
            </a:lvl1pPr>
            <a:lvl2pPr marL="742950" indent="-28575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Char char="–"/>
              <a:defRPr sz="2800">
                <a:solidFill>
                  <a:schemeClr val="tx1"/>
                </a:solidFill>
                <a:effectLst/>
                <a:latin typeface="+mn-lt"/>
                <a:ea typeface="+mn-ea"/>
              </a:defRPr>
            </a:lvl2pPr>
            <a:lvl3pPr marL="11430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Font typeface="Wingdings" panose="05000000000000000000" pitchFamily="2" charset="2"/>
              <a:buChar char="§"/>
              <a:defRPr sz="2400">
                <a:solidFill>
                  <a:schemeClr val="tx1"/>
                </a:solidFill>
                <a:effectLst/>
                <a:latin typeface="+mn-lt"/>
                <a:ea typeface="+mn-ea"/>
              </a:defRPr>
            </a:lvl3pPr>
            <a:lvl4pPr marL="16002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–"/>
              <a:defRPr sz="2000">
                <a:solidFill>
                  <a:schemeClr val="tx1"/>
                </a:solidFill>
                <a:effectLst/>
                <a:latin typeface="+mn-lt"/>
                <a:ea typeface="+mn-ea"/>
              </a:defRPr>
            </a:lvl4pPr>
            <a:lvl5pPr marL="20574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effectLst/>
                <a:latin typeface="+mn-lt"/>
                <a:ea typeface="+mn-ea"/>
              </a:defRPr>
            </a:lvl5pPr>
          </a:lstStyle>
          <a:p>
            <a:pPr marL="0" lvl="0" indent="0" eaLnBrk="1" hangingPunct="1">
              <a:spcBef>
                <a:spcPct val="50000"/>
              </a:spcBef>
              <a:buClrTx/>
              <a:buSzTx/>
              <a:buFontTx/>
              <a:buNone/>
            </a:pPr>
            <a:r>
              <a:rPr lang="en-US" altLang="zh-CN" sz="2000" b="1" dirty="0">
                <a:latin typeface="Arial" panose="020B0604020202020204" pitchFamily="34" charset="0"/>
              </a:rPr>
              <a:t>……</a:t>
            </a:r>
            <a:endParaRPr lang="en-US" altLang="zh-CN" sz="2000" b="1" dirty="0">
              <a:latin typeface="Arial" panose="020B0604020202020204" pitchFamily="34" charset="0"/>
            </a:endParaRPr>
          </a:p>
        </p:txBody>
      </p:sp>
      <mc:AlternateContent xmlns:mc="http://schemas.openxmlformats.org/markup-compatibility/2006">
        <mc:Choice xmlns:a14="http://schemas.microsoft.com/office/drawing/2010/main" Requires="a14">
          <p:sp>
            <p:nvSpPr>
              <p:cNvPr id="1074178" name="Rectangle 2"/>
              <p:cNvSpPr>
                <a:spLocks noGrp="1" noChangeArrowheads="1"/>
              </p:cNvSpPr>
              <p:nvPr>
                <p:ph idx="1"/>
              </p:nvPr>
            </p:nvSpPr>
            <p:spPr>
              <a:xfrm>
                <a:off x="23495" y="4207510"/>
                <a:ext cx="9043035" cy="1489710"/>
              </a:xfrm>
            </p:spPr>
            <p:txBody>
              <a:bodyPr vert="horz" wrap="square" lIns="91440" tIns="45720" rIns="91440" bIns="45720" numCol="1" anchor="t" anchorCtr="0" compatLnSpc="1"/>
              <a:lstStyle/>
              <a:p>
                <a:pPr marL="342900" marR="0" lvl="0" indent="-342900" algn="l" defTabSz="914400" rtl="0" eaLnBrk="1" fontAlgn="base" latinLnBrk="0" hangingPunct="1">
                  <a:lnSpc>
                    <a:spcPct val="90000"/>
                  </a:lnSpc>
                  <a:spcBef>
                    <a:spcPct val="20000"/>
                  </a:spcBef>
                  <a:spcAft>
                    <a:spcPct val="0"/>
                  </a:spcAft>
                  <a:buClr>
                    <a:schemeClr val="hlink"/>
                  </a:buClr>
                  <a:buSzPct val="80000"/>
                  <a:buFont typeface="Wingdings" panose="05000000000000000000" pitchFamily="2" charset="2"/>
                  <a:buNone/>
                  <a:defRPr/>
                </a:pPr>
                <a:r>
                  <a:rPr kumimoji="0" lang="zh-CN" altLang="en-US" sz="2800" b="1" i="0" u="none" strike="noStrike" kern="0" cap="none" spc="0" normalizeH="0" baseline="0" noProof="0">
                    <a:ln>
                      <a:noFill/>
                    </a:ln>
                    <a:solidFill>
                      <a:srgbClr val="FFC000"/>
                    </a:solidFill>
                    <a:effectLst>
                      <a:outerShdw blurRad="38100" dist="38100" dir="2700000" algn="tl">
                        <a:srgbClr val="000000"/>
                      </a:outerShdw>
                    </a:effectLst>
                    <a:uLnTx/>
                    <a:uFillTx/>
                    <a:latin typeface="Arial" panose="020B0604020202020204" pitchFamily="34" charset="0"/>
                    <a:ea typeface="+mn-ea"/>
                    <a:cs typeface="+mn-cs"/>
                  </a:rPr>
                  <a:t>算法</a:t>
                </a:r>
                <a:r>
                  <a:rPr kumimoji="0" lang="en-US" altLang="zh-CN" sz="2800" b="1" i="0" u="none" strike="noStrike" kern="0" cap="none" spc="0" normalizeH="0" baseline="0" noProof="0">
                    <a:ln>
                      <a:noFill/>
                    </a:ln>
                    <a:solidFill>
                      <a:srgbClr val="FFC000"/>
                    </a:solidFill>
                    <a:effectLst>
                      <a:outerShdw blurRad="38100" dist="38100" dir="2700000" algn="tl">
                        <a:srgbClr val="000000"/>
                      </a:outerShdw>
                    </a:effectLst>
                    <a:uLnTx/>
                    <a:uFillTx/>
                    <a:latin typeface="Arial" panose="020B0604020202020204" pitchFamily="34" charset="0"/>
                    <a:ea typeface="+mn-ea"/>
                    <a:cs typeface="+mn-cs"/>
                  </a:rPr>
                  <a:t>1</a:t>
                </a:r>
                <a:r>
                  <a:rPr kumimoji="0" lang="zh-CN" altLang="en-US" sz="2800" b="1" i="0" u="none" strike="noStrike" kern="0" cap="none" spc="0" normalizeH="0" baseline="0" noProof="0">
                    <a:ln>
                      <a:noFill/>
                    </a:ln>
                    <a:solidFill>
                      <a:srgbClr val="FFC000"/>
                    </a:solidFill>
                    <a:effectLst>
                      <a:outerShdw blurRad="38100" dist="38100" dir="2700000" algn="tl">
                        <a:srgbClr val="000000"/>
                      </a:outerShdw>
                    </a:effectLst>
                    <a:uLnTx/>
                    <a:uFillTx/>
                    <a:latin typeface="Arial" panose="020B0604020202020204" pitchFamily="34" charset="0"/>
                    <a:ea typeface="+mn-ea"/>
                    <a:cs typeface="+mn-cs"/>
                  </a:rPr>
                  <a:t>：生成第</a:t>
                </a:r>
                <a:r>
                  <a:rPr kumimoji="0" lang="en-US" altLang="zh-CN" sz="2800" b="1" i="0" u="none" strike="noStrike" kern="0" cap="none" spc="0" normalizeH="0" baseline="0" noProof="0">
                    <a:ln>
                      <a:noFill/>
                    </a:ln>
                    <a:solidFill>
                      <a:srgbClr val="FFC000"/>
                    </a:solidFill>
                    <a:effectLst>
                      <a:outerShdw blurRad="38100" dist="38100" dir="2700000" algn="tl">
                        <a:srgbClr val="000000"/>
                      </a:outerShdw>
                    </a:effectLst>
                    <a:uLnTx/>
                    <a:uFillTx/>
                    <a:latin typeface="Arial" panose="020B0604020202020204" pitchFamily="34" charset="0"/>
                    <a:ea typeface="+mn-ea"/>
                    <a:cs typeface="+mn-cs"/>
                  </a:rPr>
                  <a:t>i</a:t>
                </a:r>
                <a:r>
                  <a:rPr kumimoji="0" lang="zh-CN" altLang="en-US" sz="2800" b="1" i="0" u="none" strike="noStrike" kern="0" cap="none" spc="0" normalizeH="0" baseline="0" noProof="0">
                    <a:ln>
                      <a:noFill/>
                    </a:ln>
                    <a:solidFill>
                      <a:srgbClr val="FFC000"/>
                    </a:solidFill>
                    <a:effectLst>
                      <a:outerShdw blurRad="38100" dist="38100" dir="2700000" algn="tl">
                        <a:srgbClr val="000000"/>
                      </a:outerShdw>
                    </a:effectLst>
                    <a:uLnTx/>
                    <a:uFillTx/>
                    <a:latin typeface="Arial" panose="020B0604020202020204" pitchFamily="34" charset="0"/>
                    <a:ea typeface="+mn-ea"/>
                    <a:cs typeface="+mn-cs"/>
                  </a:rPr>
                  <a:t>行，用多项式定理计算组合数</a:t>
                </a:r>
                <a:endParaRPr kumimoji="0" lang="zh-CN" altLang="en-US" sz="2800" b="1" i="0" u="none" strike="noStrike" kern="0" cap="none" spc="0" normalizeH="0" baseline="0" noProof="0">
                  <a:ln>
                    <a:noFill/>
                  </a:ln>
                  <a:solidFill>
                    <a:srgbClr val="FFC000"/>
                  </a:solidFill>
                  <a:effectLst>
                    <a:outerShdw blurRad="38100" dist="38100" dir="2700000" algn="tl">
                      <a:srgbClr val="000000"/>
                    </a:outerShdw>
                  </a:effectLst>
                  <a:uLnTx/>
                  <a:uFillTx/>
                  <a:latin typeface="Arial" panose="020B0604020202020204" pitchFamily="34" charset="0"/>
                  <a:ea typeface="+mn-ea"/>
                  <a:cs typeface="+mn-cs"/>
                </a:endParaRPr>
              </a:p>
              <a:p>
                <a:pPr marL="342900" marR="0" lvl="0" indent="-342900" algn="l" defTabSz="914400" rtl="0" eaLnBrk="1" fontAlgn="base" latinLnBrk="0" hangingPunct="1">
                  <a:lnSpc>
                    <a:spcPct val="90000"/>
                  </a:lnSpc>
                  <a:spcBef>
                    <a:spcPct val="20000"/>
                  </a:spcBef>
                  <a:spcAft>
                    <a:spcPct val="0"/>
                  </a:spcAft>
                  <a:buClr>
                    <a:schemeClr val="hlink"/>
                  </a:buClr>
                  <a:buSzPct val="80000"/>
                  <a:buFont typeface="Wingdings" panose="05000000000000000000" pitchFamily="2" charset="2"/>
                  <a:buNone/>
                  <a:defRPr/>
                </a:pPr>
                <a:r>
                  <a:rPr kumimoji="0" lang="en-US" altLang="zh-CN" sz="2800" b="1" i="0" u="none" strike="noStrike" kern="0" cap="none" spc="0" normalizeH="0" baseline="0" noProof="0">
                    <a:ln>
                      <a:noFill/>
                    </a:ln>
                    <a:solidFill>
                      <a:schemeClr val="tx1"/>
                    </a:solidFill>
                    <a:effectLst>
                      <a:outerShdw blurRad="38100" dist="38100" dir="2700000" algn="tl">
                        <a:srgbClr val="000000"/>
                      </a:outerShdw>
                    </a:effectLst>
                    <a:uLnTx/>
                    <a:uFillTx/>
                    <a:latin typeface="Arial" panose="020B0604020202020204" pitchFamily="34" charset="0"/>
                    <a:ea typeface="+mn-ea"/>
                    <a:cs typeface="+mn-cs"/>
                  </a:rPr>
                  <a:t>(a+b)</a:t>
                </a:r>
                <a:r>
                  <a:rPr kumimoji="0" lang="en-US" altLang="zh-CN" sz="2800" b="1" i="0" u="none" strike="noStrike" kern="0" cap="none" spc="0" normalizeH="0" baseline="30000" noProof="0">
                    <a:ln>
                      <a:noFill/>
                    </a:ln>
                    <a:solidFill>
                      <a:schemeClr val="tx1"/>
                    </a:solidFill>
                    <a:effectLst>
                      <a:outerShdw blurRad="38100" dist="38100" dir="2700000" algn="tl">
                        <a:srgbClr val="000000"/>
                      </a:outerShdw>
                    </a:effectLst>
                    <a:uLnTx/>
                    <a:uFillTx/>
                    <a:latin typeface="Arial" panose="020B0604020202020204" pitchFamily="34" charset="0"/>
                    <a:ea typeface="+mn-ea"/>
                    <a:cs typeface="+mn-cs"/>
                  </a:rPr>
                  <a:t>n</a:t>
                </a:r>
                <a:r>
                  <a:rPr kumimoji="0" lang="zh-CN" altLang="en-US" sz="2800" b="1" i="0" u="none" strike="noStrike" kern="0" cap="none" spc="0" normalizeH="0" noProof="0">
                    <a:ln>
                      <a:noFill/>
                    </a:ln>
                    <a:solidFill>
                      <a:schemeClr val="tx1"/>
                    </a:solidFill>
                    <a:effectLst>
                      <a:outerShdw blurRad="38100" dist="38100" dir="2700000" algn="tl">
                        <a:srgbClr val="000000"/>
                      </a:outerShdw>
                    </a:effectLst>
                    <a:uLnTx/>
                    <a:uFillTx/>
                    <a:latin typeface="Arial" panose="020B0604020202020204" pitchFamily="34" charset="0"/>
                    <a:ea typeface="+mn-ea"/>
                    <a:cs typeface="+mn-cs"/>
                  </a:rPr>
                  <a:t>展开式的二项式系数</a:t>
                </a:r>
                <a:r>
                  <a:rPr kumimoji="0" lang="zh-CN" altLang="en-US" sz="2800" b="1" i="0" u="none" strike="noStrike" kern="0" cap="none" spc="0" normalizeH="0" noProof="0">
                    <a:ln>
                      <a:noFill/>
                    </a:ln>
                    <a:solidFill>
                      <a:schemeClr val="tx1"/>
                    </a:solidFill>
                    <a:effectLst>
                      <a:outerShdw blurRad="38100" dist="38100" dir="2700000" algn="tl">
                        <a:srgbClr val="000000"/>
                      </a:outerShdw>
                    </a:effectLst>
                    <a:uLnTx/>
                    <a:uFillTx/>
                    <a:latin typeface="Arial" panose="020B0604020202020204" pitchFamily="34" charset="0"/>
                    <a:ea typeface="+mn-ea"/>
                    <a:cs typeface="+mn-cs"/>
                  </a:rPr>
                  <a:t>依次是：</a:t>
                </a:r>
                <a14:m>
                  <m:oMath xmlns:m="http://schemas.openxmlformats.org/officeDocument/2006/math">
                    <m:sSubSup>
                      <m:sSubSupPr>
                        <m:ctrlPr>
                          <a:rPr kumimoji="0" lang="en-US" altLang="zh-CN" sz="2800" b="1" i="1" u="none" strike="noStrike" kern="0" cap="none" spc="0" normalizeH="0" noProof="0">
                            <a:ln>
                              <a:noFill/>
                            </a:ln>
                            <a:solidFill>
                              <a:schemeClr val="tx1"/>
                            </a:solidFill>
                            <a:effectLst>
                              <a:outerShdw blurRad="38100" dist="38100" dir="2700000" algn="tl">
                                <a:srgbClr val="000000"/>
                              </a:outerShdw>
                            </a:effectLst>
                            <a:uLnTx/>
                            <a:uFillTx/>
                            <a:latin typeface="Cambria Math" panose="02040503050406030204" charset="0"/>
                            <a:ea typeface="+mn-ea"/>
                            <a:cs typeface="Cambria Math" panose="02040503050406030204" charset="0"/>
                          </a:rPr>
                        </m:ctrlPr>
                      </m:sSubSupPr>
                      <m:e>
                        <m:r>
                          <a:rPr kumimoji="0" lang="en-US" altLang="zh-CN" sz="2800" b="1" i="1" u="none" strike="noStrike" kern="0" cap="none" spc="0" normalizeH="0" noProof="0">
                            <a:ln>
                              <a:noFill/>
                            </a:ln>
                            <a:solidFill>
                              <a:schemeClr val="tx1"/>
                            </a:solidFill>
                            <a:effectLst>
                              <a:outerShdw blurRad="38100" dist="38100" dir="2700000" algn="tl">
                                <a:srgbClr val="000000"/>
                              </a:outerShdw>
                            </a:effectLst>
                            <a:uLnTx/>
                            <a:uFillTx/>
                            <a:latin typeface="Cambria Math" panose="02040503050406030204" charset="0"/>
                            <a:ea typeface="+mn-ea"/>
                            <a:cs typeface="Cambria Math" panose="02040503050406030204" charset="0"/>
                          </a:rPr>
                          <m:t>𝑪</m:t>
                        </m:r>
                      </m:e>
                      <m:sub>
                        <m:r>
                          <a:rPr kumimoji="0" lang="en-US" altLang="zh-CN" sz="2800" b="1" i="1" u="none" strike="noStrike" kern="0" cap="none" spc="0" normalizeH="0" noProof="0">
                            <a:ln>
                              <a:noFill/>
                            </a:ln>
                            <a:solidFill>
                              <a:schemeClr val="tx1"/>
                            </a:solidFill>
                            <a:effectLst>
                              <a:outerShdw blurRad="38100" dist="38100" dir="2700000" algn="tl">
                                <a:srgbClr val="000000"/>
                              </a:outerShdw>
                            </a:effectLst>
                            <a:uLnTx/>
                            <a:uFillTx/>
                            <a:latin typeface="Cambria Math" panose="02040503050406030204" charset="0"/>
                            <a:ea typeface="+mn-ea"/>
                            <a:cs typeface="Cambria Math" panose="02040503050406030204" charset="0"/>
                          </a:rPr>
                          <m:t>𝒏</m:t>
                        </m:r>
                      </m:sub>
                      <m:sup>
                        <m:r>
                          <a:rPr kumimoji="0" lang="en-US" altLang="zh-CN" sz="2800" b="1" i="1" u="none" strike="noStrike" kern="0" cap="none" spc="0" normalizeH="0" noProof="0">
                            <a:ln>
                              <a:noFill/>
                            </a:ln>
                            <a:solidFill>
                              <a:schemeClr val="tx1"/>
                            </a:solidFill>
                            <a:effectLst>
                              <a:outerShdw blurRad="38100" dist="38100" dir="2700000" algn="tl">
                                <a:srgbClr val="000000"/>
                              </a:outerShdw>
                            </a:effectLst>
                            <a:uLnTx/>
                            <a:uFillTx/>
                            <a:latin typeface="Cambria Math" panose="02040503050406030204" charset="0"/>
                            <a:ea typeface="+mn-ea"/>
                            <a:cs typeface="Cambria Math" panose="02040503050406030204" charset="0"/>
                          </a:rPr>
                          <m:t>𝟎</m:t>
                        </m:r>
                      </m:sup>
                    </m:sSubSup>
                    <m:r>
                      <a:rPr kumimoji="0" lang="en-US" altLang="zh-CN" sz="2800" b="1" i="1" u="none" strike="noStrike" kern="0" cap="none" spc="0" normalizeH="0" noProof="0">
                        <a:ln>
                          <a:noFill/>
                        </a:ln>
                        <a:solidFill>
                          <a:schemeClr val="tx1"/>
                        </a:solidFill>
                        <a:effectLst>
                          <a:outerShdw blurRad="38100" dist="38100" dir="2700000" algn="tl">
                            <a:srgbClr val="000000"/>
                          </a:outerShdw>
                        </a:effectLst>
                        <a:uLnTx/>
                        <a:uFillTx/>
                        <a:latin typeface="Cambria Math" panose="02040503050406030204" charset="0"/>
                        <a:ea typeface="+mn-ea"/>
                        <a:cs typeface="Cambria Math" panose="02040503050406030204" charset="0"/>
                      </a:rPr>
                      <m:t>,</m:t>
                    </m:r>
                    <m:sSubSup>
                      <m:sSubSupPr>
                        <m:ctrlPr>
                          <a:rPr kumimoji="0" lang="en-US" altLang="zh-CN" sz="2800" b="1" i="1" u="none" strike="noStrike" kern="0" cap="none" spc="0" normalizeH="0" noProof="0">
                            <a:ln>
                              <a:noFill/>
                            </a:ln>
                            <a:solidFill>
                              <a:schemeClr val="tx1"/>
                            </a:solidFill>
                            <a:effectLst>
                              <a:outerShdw blurRad="38100" dist="38100" dir="2700000" algn="tl">
                                <a:srgbClr val="000000"/>
                              </a:outerShdw>
                            </a:effectLst>
                            <a:uLnTx/>
                            <a:uFillTx/>
                            <a:latin typeface="Cambria Math" panose="02040503050406030204" charset="0"/>
                            <a:ea typeface="+mn-ea"/>
                            <a:cs typeface="Cambria Math" panose="02040503050406030204" charset="0"/>
                          </a:rPr>
                        </m:ctrlPr>
                      </m:sSubSupPr>
                      <m:e>
                        <m:r>
                          <a:rPr kumimoji="0" lang="en-US" altLang="zh-CN" sz="2800" b="1" i="1" u="none" strike="noStrike" kern="0" cap="none" spc="0" normalizeH="0" noProof="0">
                            <a:ln>
                              <a:noFill/>
                            </a:ln>
                            <a:solidFill>
                              <a:schemeClr val="tx1"/>
                            </a:solidFill>
                            <a:effectLst>
                              <a:outerShdw blurRad="38100" dist="38100" dir="2700000" algn="tl">
                                <a:srgbClr val="000000"/>
                              </a:outerShdw>
                            </a:effectLst>
                            <a:uLnTx/>
                            <a:uFillTx/>
                            <a:latin typeface="Cambria Math" panose="02040503050406030204" charset="0"/>
                            <a:ea typeface="+mn-ea"/>
                            <a:cs typeface="Cambria Math" panose="02040503050406030204" charset="0"/>
                          </a:rPr>
                          <m:t>𝑪</m:t>
                        </m:r>
                      </m:e>
                      <m:sub>
                        <m:r>
                          <a:rPr kumimoji="0" lang="en-US" altLang="zh-CN" sz="2800" b="1" i="1" u="none" strike="noStrike" kern="0" cap="none" spc="0" normalizeH="0" noProof="0">
                            <a:ln>
                              <a:noFill/>
                            </a:ln>
                            <a:solidFill>
                              <a:schemeClr val="tx1"/>
                            </a:solidFill>
                            <a:effectLst>
                              <a:outerShdw blurRad="38100" dist="38100" dir="2700000" algn="tl">
                                <a:srgbClr val="000000"/>
                              </a:outerShdw>
                            </a:effectLst>
                            <a:uLnTx/>
                            <a:uFillTx/>
                            <a:latin typeface="Cambria Math" panose="02040503050406030204" charset="0"/>
                            <a:ea typeface="+mn-ea"/>
                            <a:cs typeface="Cambria Math" panose="02040503050406030204" charset="0"/>
                          </a:rPr>
                          <m:t>𝒏</m:t>
                        </m:r>
                      </m:sub>
                      <m:sup>
                        <m:r>
                          <a:rPr kumimoji="0" lang="en-US" altLang="zh-CN" sz="2800" b="1" i="1" u="none" strike="noStrike" kern="0" cap="none" spc="0" normalizeH="0" noProof="0">
                            <a:ln>
                              <a:noFill/>
                            </a:ln>
                            <a:solidFill>
                              <a:schemeClr val="tx1"/>
                            </a:solidFill>
                            <a:effectLst>
                              <a:outerShdw blurRad="38100" dist="38100" dir="2700000" algn="tl">
                                <a:srgbClr val="000000"/>
                              </a:outerShdw>
                            </a:effectLst>
                            <a:uLnTx/>
                            <a:uFillTx/>
                            <a:latin typeface="Cambria Math" panose="02040503050406030204" charset="0"/>
                            <a:ea typeface="+mn-ea"/>
                            <a:cs typeface="Cambria Math" panose="02040503050406030204" charset="0"/>
                          </a:rPr>
                          <m:t>𝟏</m:t>
                        </m:r>
                      </m:sup>
                    </m:sSubSup>
                    <m:sSubSup>
                      <m:sSubSupPr>
                        <m:ctrlPr>
                          <a:rPr kumimoji="0" lang="en-US" altLang="zh-CN" sz="2800" b="1" i="1" u="none" strike="noStrike" kern="0" cap="none" spc="0" normalizeH="0" noProof="0">
                            <a:ln>
                              <a:noFill/>
                            </a:ln>
                            <a:solidFill>
                              <a:schemeClr val="tx1"/>
                            </a:solidFill>
                            <a:effectLst>
                              <a:outerShdw blurRad="38100" dist="38100" dir="2700000" algn="tl">
                                <a:srgbClr val="000000"/>
                              </a:outerShdw>
                            </a:effectLst>
                            <a:uLnTx/>
                            <a:uFillTx/>
                            <a:latin typeface="Cambria Math" panose="02040503050406030204" charset="0"/>
                            <a:ea typeface="+mn-ea"/>
                            <a:cs typeface="Cambria Math" panose="02040503050406030204" charset="0"/>
                          </a:rPr>
                        </m:ctrlPr>
                      </m:sSubSupPr>
                      <m:e>
                        <m:r>
                          <a:rPr kumimoji="0" lang="en-US" altLang="zh-CN" sz="2800" b="1" i="1" u="none" strike="noStrike" kern="0" cap="none" spc="0" normalizeH="0" noProof="0">
                            <a:ln>
                              <a:noFill/>
                            </a:ln>
                            <a:solidFill>
                              <a:schemeClr val="tx1"/>
                            </a:solidFill>
                            <a:effectLst>
                              <a:outerShdw blurRad="38100" dist="38100" dir="2700000" algn="tl">
                                <a:srgbClr val="000000"/>
                              </a:outerShdw>
                            </a:effectLst>
                            <a:uLnTx/>
                            <a:uFillTx/>
                            <a:latin typeface="Cambria Math" panose="02040503050406030204" charset="0"/>
                            <a:ea typeface="+mn-ea"/>
                            <a:cs typeface="Cambria Math" panose="02040503050406030204" charset="0"/>
                          </a:rPr>
                          <m:t>,</m:t>
                        </m:r>
                        <m:r>
                          <a:rPr kumimoji="0" lang="en-US" altLang="zh-CN" sz="2800" b="1" i="1" u="none" strike="noStrike" kern="0" cap="none" spc="0" normalizeH="0" noProof="0">
                            <a:ln>
                              <a:noFill/>
                            </a:ln>
                            <a:solidFill>
                              <a:schemeClr val="tx1"/>
                            </a:solidFill>
                            <a:effectLst>
                              <a:outerShdw blurRad="38100" dist="38100" dir="2700000" algn="tl">
                                <a:srgbClr val="000000"/>
                              </a:outerShdw>
                            </a:effectLst>
                            <a:uLnTx/>
                            <a:uFillTx/>
                            <a:latin typeface="Cambria Math" panose="02040503050406030204" charset="0"/>
                            <a:ea typeface="+mn-ea"/>
                            <a:cs typeface="Cambria Math" panose="02040503050406030204" charset="0"/>
                          </a:rPr>
                          <m:t>𝑪</m:t>
                        </m:r>
                      </m:e>
                      <m:sub>
                        <m:r>
                          <a:rPr kumimoji="0" lang="en-US" altLang="zh-CN" sz="2800" b="1" i="1" u="none" strike="noStrike" kern="0" cap="none" spc="0" normalizeH="0" noProof="0">
                            <a:ln>
                              <a:noFill/>
                            </a:ln>
                            <a:solidFill>
                              <a:schemeClr val="tx1"/>
                            </a:solidFill>
                            <a:effectLst>
                              <a:outerShdw blurRad="38100" dist="38100" dir="2700000" algn="tl">
                                <a:srgbClr val="000000"/>
                              </a:outerShdw>
                            </a:effectLst>
                            <a:uLnTx/>
                            <a:uFillTx/>
                            <a:latin typeface="Cambria Math" panose="02040503050406030204" charset="0"/>
                            <a:ea typeface="+mn-ea"/>
                            <a:cs typeface="Cambria Math" panose="02040503050406030204" charset="0"/>
                          </a:rPr>
                          <m:t>𝒏</m:t>
                        </m:r>
                      </m:sub>
                      <m:sup>
                        <m:r>
                          <a:rPr kumimoji="0" lang="en-US" altLang="zh-CN" sz="2800" b="1" i="1" u="none" strike="noStrike" kern="0" cap="none" spc="0" normalizeH="0" noProof="0">
                            <a:ln>
                              <a:noFill/>
                            </a:ln>
                            <a:solidFill>
                              <a:schemeClr val="tx1"/>
                            </a:solidFill>
                            <a:effectLst>
                              <a:outerShdw blurRad="38100" dist="38100" dir="2700000" algn="tl">
                                <a:srgbClr val="000000"/>
                              </a:outerShdw>
                            </a:effectLst>
                            <a:uLnTx/>
                            <a:uFillTx/>
                            <a:latin typeface="Cambria Math" panose="02040503050406030204" charset="0"/>
                            <a:ea typeface="+mn-ea"/>
                            <a:cs typeface="Cambria Math" panose="02040503050406030204" charset="0"/>
                          </a:rPr>
                          <m:t>𝟐</m:t>
                        </m:r>
                      </m:sup>
                    </m:sSubSup>
                    <m:sSubSup>
                      <m:sSubSupPr>
                        <m:ctrlPr>
                          <a:rPr kumimoji="0" lang="en-US" altLang="zh-CN" sz="2800" b="1" i="1" u="none" strike="noStrike" kern="0" cap="none" spc="0" normalizeH="0" noProof="0">
                            <a:ln>
                              <a:noFill/>
                            </a:ln>
                            <a:solidFill>
                              <a:schemeClr val="tx1"/>
                            </a:solidFill>
                            <a:effectLst>
                              <a:outerShdw blurRad="38100" dist="38100" dir="2700000" algn="tl">
                                <a:srgbClr val="000000"/>
                              </a:outerShdw>
                            </a:effectLst>
                            <a:uLnTx/>
                            <a:uFillTx/>
                            <a:latin typeface="Cambria Math" panose="02040503050406030204" charset="0"/>
                            <a:ea typeface="+mn-ea"/>
                            <a:cs typeface="Cambria Math" panose="02040503050406030204" charset="0"/>
                          </a:rPr>
                        </m:ctrlPr>
                      </m:sSubSupPr>
                      <m:e>
                        <m:r>
                          <a:rPr kumimoji="0" lang="en-US" altLang="zh-CN" sz="2800" b="1" i="1" u="none" strike="noStrike" kern="0" cap="none" spc="0" normalizeH="0" noProof="0">
                            <a:ln>
                              <a:noFill/>
                            </a:ln>
                            <a:solidFill>
                              <a:schemeClr val="tx1"/>
                            </a:solidFill>
                            <a:effectLst>
                              <a:outerShdw blurRad="38100" dist="38100" dir="2700000" algn="tl">
                                <a:srgbClr val="000000"/>
                              </a:outerShdw>
                            </a:effectLst>
                            <a:uLnTx/>
                            <a:uFillTx/>
                            <a:latin typeface="Cambria Math" panose="02040503050406030204" charset="0"/>
                            <a:ea typeface="+mn-ea"/>
                            <a:cs typeface="Cambria Math" panose="02040503050406030204" charset="0"/>
                          </a:rPr>
                          <m:t>,……，</m:t>
                        </m:r>
                        <m:r>
                          <a:rPr kumimoji="0" lang="en-US" altLang="zh-CN" sz="2800" b="1" i="1" u="none" strike="noStrike" kern="0" cap="none" spc="0" normalizeH="0" noProof="0">
                            <a:ln>
                              <a:noFill/>
                            </a:ln>
                            <a:solidFill>
                              <a:schemeClr val="tx1"/>
                            </a:solidFill>
                            <a:effectLst>
                              <a:outerShdw blurRad="38100" dist="38100" dir="2700000" algn="tl">
                                <a:srgbClr val="000000"/>
                              </a:outerShdw>
                            </a:effectLst>
                            <a:uLnTx/>
                            <a:uFillTx/>
                            <a:latin typeface="Cambria Math" panose="02040503050406030204" charset="0"/>
                            <a:ea typeface="+mn-ea"/>
                            <a:cs typeface="Cambria Math" panose="02040503050406030204" charset="0"/>
                          </a:rPr>
                          <m:t>𝑪</m:t>
                        </m:r>
                      </m:e>
                      <m:sub>
                        <m:r>
                          <a:rPr kumimoji="0" lang="en-US" altLang="zh-CN" sz="2800" b="1" i="1" u="none" strike="noStrike" kern="0" cap="none" spc="0" normalizeH="0" noProof="0">
                            <a:ln>
                              <a:noFill/>
                            </a:ln>
                            <a:solidFill>
                              <a:schemeClr val="tx1"/>
                            </a:solidFill>
                            <a:effectLst>
                              <a:outerShdw blurRad="38100" dist="38100" dir="2700000" algn="tl">
                                <a:srgbClr val="000000"/>
                              </a:outerShdw>
                            </a:effectLst>
                            <a:uLnTx/>
                            <a:uFillTx/>
                            <a:latin typeface="Cambria Math" panose="02040503050406030204" charset="0"/>
                            <a:ea typeface="+mn-ea"/>
                            <a:cs typeface="Cambria Math" panose="02040503050406030204" charset="0"/>
                          </a:rPr>
                          <m:t>𝒏</m:t>
                        </m:r>
                      </m:sub>
                      <m:sup>
                        <m:r>
                          <a:rPr kumimoji="0" lang="en-US" altLang="zh-CN" sz="2800" b="1" i="1" u="none" strike="noStrike" kern="0" cap="none" spc="0" normalizeH="0" noProof="0">
                            <a:ln>
                              <a:noFill/>
                            </a:ln>
                            <a:solidFill>
                              <a:schemeClr val="tx1"/>
                            </a:solidFill>
                            <a:effectLst>
                              <a:outerShdw blurRad="38100" dist="38100" dir="2700000" algn="tl">
                                <a:srgbClr val="000000"/>
                              </a:outerShdw>
                            </a:effectLst>
                            <a:uLnTx/>
                            <a:uFillTx/>
                            <a:latin typeface="Cambria Math" panose="02040503050406030204" charset="0"/>
                            <a:ea typeface="+mn-ea"/>
                            <a:cs typeface="Cambria Math" panose="02040503050406030204" charset="0"/>
                          </a:rPr>
                          <m:t>𝒏</m:t>
                        </m:r>
                      </m:sup>
                    </m:sSubSup>
                  </m:oMath>
                </a14:m>
                <a:endParaRPr kumimoji="0" lang="en-US" altLang="zh-CN" sz="2800" b="1" i="1" u="none" strike="noStrike" kern="0" cap="none" spc="0" normalizeH="0" noProof="0">
                  <a:ln>
                    <a:noFill/>
                  </a:ln>
                  <a:solidFill>
                    <a:schemeClr val="tx1"/>
                  </a:solidFill>
                  <a:effectLst>
                    <a:outerShdw blurRad="38100" dist="38100" dir="2700000" algn="tl">
                      <a:srgbClr val="000000"/>
                    </a:outerShdw>
                  </a:effectLst>
                  <a:uLnTx/>
                  <a:uFillTx/>
                  <a:latin typeface="Cambria Math" panose="02040503050406030204" charset="0"/>
                  <a:ea typeface="+mn-ea"/>
                  <a:cs typeface="Cambria Math" panose="02040503050406030204" charset="0"/>
                </a:endParaRPr>
              </a:p>
              <a:p>
                <a:pPr marL="342900" marR="0" lvl="0" indent="-342900" algn="l" defTabSz="914400" rtl="0" eaLnBrk="1" fontAlgn="base" latinLnBrk="0" hangingPunct="1">
                  <a:lnSpc>
                    <a:spcPct val="90000"/>
                  </a:lnSpc>
                  <a:spcBef>
                    <a:spcPct val="20000"/>
                  </a:spcBef>
                  <a:spcAft>
                    <a:spcPct val="0"/>
                  </a:spcAft>
                  <a:buClr>
                    <a:schemeClr val="hlink"/>
                  </a:buClr>
                  <a:buSzPct val="80000"/>
                  <a:buFont typeface="Wingdings" panose="05000000000000000000" pitchFamily="2" charset="2"/>
                  <a:buNone/>
                  <a:defRPr/>
                </a:pPr>
                <a:r>
                  <a:rPr lang="en-US" altLang="zh-CN" sz="2800" b="1" dirty="0">
                    <a:latin typeface="Arial" panose="020B0604020202020204" pitchFamily="34" charset="0"/>
                    <a:sym typeface="+mn-ea"/>
                  </a:rPr>
                  <a:t>n</a:t>
                </a:r>
                <a:r>
                  <a:rPr lang="zh-CN" altLang="en-US" sz="2800" b="1" dirty="0">
                    <a:latin typeface="Arial" panose="020B0604020202020204" pitchFamily="34" charset="0"/>
                    <a:sym typeface="+mn-ea"/>
                  </a:rPr>
                  <a:t>稍大一点，运算量极大</a:t>
                </a:r>
                <a:endParaRPr kumimoji="0" lang="en-US" altLang="zh-CN" sz="2800" b="1" i="0" u="none" strike="noStrike" kern="0" cap="none" spc="0" normalizeH="0" noProof="0">
                  <a:ln>
                    <a:noFill/>
                  </a:ln>
                  <a:solidFill>
                    <a:schemeClr val="tx1"/>
                  </a:solidFill>
                  <a:effectLst>
                    <a:outerShdw blurRad="38100" dist="38100" dir="2700000" algn="tl">
                      <a:srgbClr val="000000"/>
                    </a:outerShdw>
                  </a:effectLst>
                  <a:uLnTx/>
                  <a:uFillTx/>
                  <a:latin typeface="Arial" panose="020B0604020202020204" pitchFamily="34" charset="0"/>
                  <a:ea typeface="+mn-ea"/>
                  <a:cs typeface="+mn-cs"/>
                </a:endParaRPr>
              </a:p>
            </p:txBody>
          </p:sp>
        </mc:Choice>
        <mc:Fallback>
          <p:sp>
            <p:nvSpPr>
              <p:cNvPr id="1074178" name="Rectangle 2"/>
              <p:cNvSpPr>
                <a:spLocks noRot="1" noChangeAspect="1" noMove="1" noResize="1" noEditPoints="1" noAdjustHandles="1" noChangeArrowheads="1" noChangeShapeType="1" noTextEdit="1"/>
              </p:cNvSpPr>
              <p:nvPr>
                <p:ph idx="1"/>
              </p:nvPr>
            </p:nvSpPr>
            <p:spPr>
              <a:xfrm>
                <a:off x="23495" y="4207510"/>
                <a:ext cx="9043035" cy="1489710"/>
              </a:xfrm>
              <a:blipFill rotWithShape="1">
                <a:blip r:embed="rId1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p:grpSp>
        <p:nvGrpSpPr>
          <p:cNvPr id="76805" name="Group 4"/>
          <p:cNvGrpSpPr>
            <a:grpSpLocks noChangeAspect="1"/>
          </p:cNvGrpSpPr>
          <p:nvPr/>
        </p:nvGrpSpPr>
        <p:grpSpPr>
          <a:xfrm>
            <a:off x="7526655" y="1231900"/>
            <a:ext cx="4319270" cy="1182861"/>
            <a:chOff x="1247" y="1117"/>
            <a:chExt cx="2721" cy="1018"/>
          </a:xfrm>
        </p:grpSpPr>
        <p:sp>
          <p:nvSpPr>
            <p:cNvPr id="76809" name="AutoShape 5"/>
            <p:cNvSpPr>
              <a:spLocks noChangeAspect="1" noTextEdit="1"/>
            </p:cNvSpPr>
            <p:nvPr/>
          </p:nvSpPr>
          <p:spPr>
            <a:xfrm>
              <a:off x="1247" y="1117"/>
              <a:ext cx="2721" cy="1018"/>
            </a:xfrm>
            <a:prstGeom prst="rect">
              <a:avLst/>
            </a:prstGeom>
            <a:solidFill>
              <a:schemeClr val="tx2"/>
            </a:solidFill>
            <a:ln w="9525">
              <a:noFill/>
            </a:ln>
          </p:spPr>
          <p:txBody>
            <a:bodyPr/>
            <a:p>
              <a:endParaRPr lang="zh-CN" altLang="en-US"/>
            </a:p>
          </p:txBody>
        </p:sp>
        <p:sp>
          <p:nvSpPr>
            <p:cNvPr id="76810" name="Line 6"/>
            <p:cNvSpPr/>
            <p:nvPr/>
          </p:nvSpPr>
          <p:spPr>
            <a:xfrm>
              <a:off x="2238" y="1531"/>
              <a:ext cx="1635" cy="1"/>
            </a:xfrm>
            <a:prstGeom prst="line">
              <a:avLst/>
            </a:prstGeom>
            <a:ln w="25400" cap="flat" cmpd="sng">
              <a:solidFill>
                <a:srgbClr val="000000"/>
              </a:solidFill>
              <a:prstDash val="solid"/>
              <a:headEnd type="none" w="med" len="med"/>
              <a:tailEnd type="none" w="med" len="med"/>
            </a:ln>
          </p:spPr>
        </p:sp>
        <p:sp>
          <p:nvSpPr>
            <p:cNvPr id="76811" name="Rectangle 7"/>
            <p:cNvSpPr/>
            <p:nvPr/>
          </p:nvSpPr>
          <p:spPr>
            <a:xfrm>
              <a:off x="1299" y="1333"/>
              <a:ext cx="210" cy="516"/>
            </a:xfrm>
            <a:prstGeom prst="rect">
              <a:avLst/>
            </a:prstGeom>
            <a:noFill/>
            <a:ln w="9525">
              <a:noFill/>
            </a:ln>
          </p:spPr>
          <p:txBody>
            <a:bodyPr wrap="square" lIns="0" tIns="0" rIns="0" bIns="0">
              <a:spAutoFit/>
            </a:bodyPr>
            <a:lstStyle>
              <a:lvl1pPr marL="342900" indent="-342900" algn="l" rtl="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hlink"/>
                </a:buClr>
                <a:buSzPct val="80000"/>
                <a:buFont typeface="Wingdings" panose="05000000000000000000" pitchFamily="2" charset="2"/>
                <a:buChar char="n"/>
                <a:defRPr sz="3200" b="0">
                  <a:solidFill>
                    <a:schemeClr val="tx1"/>
                  </a:solidFill>
                  <a:effectLst/>
                  <a:latin typeface="+mn-lt"/>
                  <a:ea typeface="+mn-ea"/>
                  <a:cs typeface="+mn-cs"/>
                </a:defRPr>
              </a:lvl1pPr>
              <a:lvl2pPr marL="742950" indent="-285750" algn="l" rtl="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tx1"/>
                </a:buClr>
                <a:buChar char="–"/>
                <a:defRPr sz="2800">
                  <a:solidFill>
                    <a:schemeClr val="tx1"/>
                  </a:solidFill>
                  <a:effectLst/>
                  <a:latin typeface="+mn-lt"/>
                  <a:ea typeface="+mn-ea"/>
                </a:defRPr>
              </a:lvl2pPr>
              <a:lvl3pPr marL="11430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hlink"/>
                </a:buClr>
                <a:buFont typeface="Wingdings" panose="05000000000000000000" pitchFamily="2" charset="2"/>
                <a:buChar char="§"/>
                <a:defRPr sz="2400">
                  <a:solidFill>
                    <a:schemeClr val="tx1"/>
                  </a:solidFill>
                  <a:effectLst/>
                  <a:latin typeface="+mn-lt"/>
                  <a:ea typeface="+mn-ea"/>
                </a:defRPr>
              </a:lvl3pPr>
              <a:lvl4pPr marL="16002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–"/>
                <a:defRPr sz="2000">
                  <a:solidFill>
                    <a:schemeClr val="tx1"/>
                  </a:solidFill>
                  <a:effectLst/>
                  <a:latin typeface="+mn-lt"/>
                  <a:ea typeface="+mn-ea"/>
                </a:defRPr>
              </a:lvl4pPr>
              <a:lvl5pPr marL="20574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hlink"/>
                </a:buClr>
                <a:buFont typeface="Wingdings" panose="05000000000000000000" pitchFamily="2" charset="2"/>
                <a:buChar char="§"/>
                <a:defRPr sz="2000">
                  <a:solidFill>
                    <a:schemeClr val="tx1"/>
                  </a:solidFill>
                  <a:effectLst/>
                  <a:latin typeface="+mn-lt"/>
                  <a:ea typeface="+mn-ea"/>
                </a:defRPr>
              </a:lvl5pPr>
            </a:lstStyle>
            <a:p>
              <a:pPr marL="0" lvl="0" indent="0" eaLnBrk="1" hangingPunct="1">
                <a:spcBef>
                  <a:spcPct val="0"/>
                </a:spcBef>
                <a:buClrTx/>
                <a:buSzTx/>
                <a:buFontTx/>
                <a:buNone/>
              </a:pPr>
              <a:r>
                <a:rPr lang="en-US" altLang="zh-CN" sz="3900" dirty="0">
                  <a:solidFill>
                    <a:srgbClr val="000000"/>
                  </a:solidFill>
                  <a:latin typeface="Times New Roman" panose="02020603050405020304" pitchFamily="18" charset="0"/>
                </a:rPr>
                <a:t>C</a:t>
              </a:r>
              <a:endParaRPr lang="en-US" altLang="zh-CN" sz="1800" dirty="0">
                <a:latin typeface="Arial" panose="020B0604020202020204" pitchFamily="34" charset="0"/>
              </a:endParaRPr>
            </a:p>
          </p:txBody>
        </p:sp>
        <p:sp>
          <p:nvSpPr>
            <p:cNvPr id="76812" name="Rectangle 8"/>
            <p:cNvSpPr/>
            <p:nvPr/>
          </p:nvSpPr>
          <p:spPr>
            <a:xfrm>
              <a:off x="2864" y="1134"/>
              <a:ext cx="263" cy="516"/>
            </a:xfrm>
            <a:prstGeom prst="rect">
              <a:avLst/>
            </a:prstGeom>
            <a:noFill/>
            <a:ln w="9525">
              <a:noFill/>
            </a:ln>
          </p:spPr>
          <p:txBody>
            <a:bodyPr wrap="square" lIns="0" tIns="0" rIns="0" bIns="0">
              <a:spAutoFit/>
            </a:bodyPr>
            <a:lstStyle>
              <a:lvl1pPr marL="342900" indent="-342900" algn="l" rtl="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hlink"/>
                </a:buClr>
                <a:buSzPct val="80000"/>
                <a:buFont typeface="Wingdings" panose="05000000000000000000" pitchFamily="2" charset="2"/>
                <a:buChar char="n"/>
                <a:defRPr sz="3200" b="0">
                  <a:solidFill>
                    <a:schemeClr val="tx1"/>
                  </a:solidFill>
                  <a:effectLst/>
                  <a:latin typeface="+mn-lt"/>
                  <a:ea typeface="+mn-ea"/>
                  <a:cs typeface="+mn-cs"/>
                </a:defRPr>
              </a:lvl1pPr>
              <a:lvl2pPr marL="742950" indent="-285750" algn="l" rtl="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tx1"/>
                </a:buClr>
                <a:buChar char="–"/>
                <a:defRPr sz="2800">
                  <a:solidFill>
                    <a:schemeClr val="tx1"/>
                  </a:solidFill>
                  <a:effectLst/>
                  <a:latin typeface="+mn-lt"/>
                  <a:ea typeface="+mn-ea"/>
                </a:defRPr>
              </a:lvl2pPr>
              <a:lvl3pPr marL="11430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hlink"/>
                </a:buClr>
                <a:buFont typeface="Wingdings" panose="05000000000000000000" pitchFamily="2" charset="2"/>
                <a:buChar char="§"/>
                <a:defRPr sz="2400">
                  <a:solidFill>
                    <a:schemeClr val="tx1"/>
                  </a:solidFill>
                  <a:effectLst/>
                  <a:latin typeface="+mn-lt"/>
                  <a:ea typeface="+mn-ea"/>
                </a:defRPr>
              </a:lvl3pPr>
              <a:lvl4pPr marL="16002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–"/>
                <a:defRPr sz="2000">
                  <a:solidFill>
                    <a:schemeClr val="tx1"/>
                  </a:solidFill>
                  <a:effectLst/>
                  <a:latin typeface="+mn-lt"/>
                  <a:ea typeface="+mn-ea"/>
                </a:defRPr>
              </a:lvl4pPr>
              <a:lvl5pPr marL="20574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hlink"/>
                </a:buClr>
                <a:buFont typeface="Wingdings" panose="05000000000000000000" pitchFamily="2" charset="2"/>
                <a:buChar char="§"/>
                <a:defRPr sz="2000">
                  <a:solidFill>
                    <a:schemeClr val="tx1"/>
                  </a:solidFill>
                  <a:effectLst/>
                  <a:latin typeface="+mn-lt"/>
                  <a:ea typeface="+mn-ea"/>
                </a:defRPr>
              </a:lvl5pPr>
            </a:lstStyle>
            <a:p>
              <a:pPr marL="0" lvl="0" indent="0" eaLnBrk="1" hangingPunct="1">
                <a:spcBef>
                  <a:spcPct val="0"/>
                </a:spcBef>
                <a:buClrTx/>
                <a:buSzTx/>
                <a:buFontTx/>
                <a:buNone/>
              </a:pPr>
              <a:r>
                <a:rPr lang="en-US" altLang="zh-CN" sz="3900" dirty="0">
                  <a:solidFill>
                    <a:srgbClr val="FF0000"/>
                  </a:solidFill>
                  <a:latin typeface="Times New Roman" panose="02020603050405020304" pitchFamily="18" charset="0"/>
                </a:rPr>
                <a:t>n</a:t>
              </a:r>
              <a:r>
                <a:rPr lang="en-US" altLang="zh-CN" sz="3900" dirty="0">
                  <a:solidFill>
                    <a:srgbClr val="000000"/>
                  </a:solidFill>
                  <a:latin typeface="Times New Roman" panose="02020603050405020304" pitchFamily="18" charset="0"/>
                </a:rPr>
                <a:t>!</a:t>
              </a:r>
              <a:endParaRPr lang="en-US" altLang="zh-CN" sz="1800" dirty="0">
                <a:latin typeface="Arial" panose="020B0604020202020204" pitchFamily="34" charset="0"/>
              </a:endParaRPr>
            </a:p>
          </p:txBody>
        </p:sp>
        <p:sp>
          <p:nvSpPr>
            <p:cNvPr id="76813" name="Rectangle 9"/>
            <p:cNvSpPr/>
            <p:nvPr/>
          </p:nvSpPr>
          <p:spPr>
            <a:xfrm>
              <a:off x="2270" y="1574"/>
              <a:ext cx="245" cy="516"/>
            </a:xfrm>
            <a:prstGeom prst="rect">
              <a:avLst/>
            </a:prstGeom>
            <a:noFill/>
            <a:ln w="9525">
              <a:noFill/>
            </a:ln>
          </p:spPr>
          <p:txBody>
            <a:bodyPr wrap="square" lIns="0" tIns="0" rIns="0" bIns="0">
              <a:spAutoFit/>
            </a:bodyPr>
            <a:lstStyle>
              <a:lvl1pPr marL="342900" indent="-342900" algn="l" rtl="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hlink"/>
                </a:buClr>
                <a:buSzPct val="80000"/>
                <a:buFont typeface="Wingdings" panose="05000000000000000000" pitchFamily="2" charset="2"/>
                <a:buChar char="n"/>
                <a:defRPr sz="3200" b="0">
                  <a:solidFill>
                    <a:schemeClr val="tx1"/>
                  </a:solidFill>
                  <a:effectLst/>
                  <a:latin typeface="+mn-lt"/>
                  <a:ea typeface="+mn-ea"/>
                  <a:cs typeface="+mn-cs"/>
                </a:defRPr>
              </a:lvl1pPr>
              <a:lvl2pPr marL="742950" indent="-285750" algn="l" rtl="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tx1"/>
                </a:buClr>
                <a:buChar char="–"/>
                <a:defRPr sz="2800">
                  <a:solidFill>
                    <a:schemeClr val="tx1"/>
                  </a:solidFill>
                  <a:effectLst/>
                  <a:latin typeface="+mn-lt"/>
                  <a:ea typeface="+mn-ea"/>
                </a:defRPr>
              </a:lvl2pPr>
              <a:lvl3pPr marL="11430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hlink"/>
                </a:buClr>
                <a:buFont typeface="Wingdings" panose="05000000000000000000" pitchFamily="2" charset="2"/>
                <a:buChar char="§"/>
                <a:defRPr sz="2400">
                  <a:solidFill>
                    <a:schemeClr val="tx1"/>
                  </a:solidFill>
                  <a:effectLst/>
                  <a:latin typeface="+mn-lt"/>
                  <a:ea typeface="+mn-ea"/>
                </a:defRPr>
              </a:lvl3pPr>
              <a:lvl4pPr marL="16002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–"/>
                <a:defRPr sz="2000">
                  <a:solidFill>
                    <a:schemeClr val="tx1"/>
                  </a:solidFill>
                  <a:effectLst/>
                  <a:latin typeface="+mn-lt"/>
                  <a:ea typeface="+mn-ea"/>
                </a:defRPr>
              </a:lvl4pPr>
              <a:lvl5pPr marL="20574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hlink"/>
                </a:buClr>
                <a:buFont typeface="Wingdings" panose="05000000000000000000" pitchFamily="2" charset="2"/>
                <a:buChar char="§"/>
                <a:defRPr sz="2000">
                  <a:solidFill>
                    <a:schemeClr val="tx1"/>
                  </a:solidFill>
                  <a:effectLst/>
                  <a:latin typeface="+mn-lt"/>
                  <a:ea typeface="+mn-ea"/>
                </a:defRPr>
              </a:lvl5pPr>
            </a:lstStyle>
            <a:p>
              <a:pPr marL="0" lvl="0" indent="0" eaLnBrk="1" hangingPunct="1">
                <a:spcBef>
                  <a:spcPct val="0"/>
                </a:spcBef>
                <a:buClrTx/>
                <a:buSzTx/>
                <a:buFontTx/>
                <a:buNone/>
              </a:pPr>
              <a:r>
                <a:rPr lang="en-US" altLang="zh-CN" sz="3900" dirty="0">
                  <a:solidFill>
                    <a:srgbClr val="FF0000"/>
                  </a:solidFill>
                  <a:latin typeface="Times New Roman" panose="02020603050405020304" pitchFamily="18" charset="0"/>
                </a:rPr>
                <a:t>m</a:t>
              </a:r>
              <a:endParaRPr lang="en-US" altLang="zh-CN" sz="1800" dirty="0">
                <a:solidFill>
                  <a:srgbClr val="FF0000"/>
                </a:solidFill>
                <a:latin typeface="Arial" panose="020B0604020202020204" pitchFamily="34" charset="0"/>
              </a:endParaRPr>
            </a:p>
          </p:txBody>
        </p:sp>
        <p:sp>
          <p:nvSpPr>
            <p:cNvPr id="76814" name="Rectangle 10"/>
            <p:cNvSpPr/>
            <p:nvPr/>
          </p:nvSpPr>
          <p:spPr>
            <a:xfrm>
              <a:off x="2746" y="1574"/>
              <a:ext cx="158" cy="516"/>
            </a:xfrm>
            <a:prstGeom prst="rect">
              <a:avLst/>
            </a:prstGeom>
            <a:noFill/>
            <a:ln w="9525">
              <a:noFill/>
            </a:ln>
          </p:spPr>
          <p:txBody>
            <a:bodyPr wrap="square" lIns="0" tIns="0" rIns="0" bIns="0">
              <a:spAutoFit/>
            </a:bodyPr>
            <a:lstStyle>
              <a:lvl1pPr marL="342900" indent="-342900" algn="l" rtl="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hlink"/>
                </a:buClr>
                <a:buSzPct val="80000"/>
                <a:buFont typeface="Wingdings" panose="05000000000000000000" pitchFamily="2" charset="2"/>
                <a:buChar char="n"/>
                <a:defRPr sz="3200" b="0">
                  <a:solidFill>
                    <a:schemeClr val="tx1"/>
                  </a:solidFill>
                  <a:effectLst/>
                  <a:latin typeface="+mn-lt"/>
                  <a:ea typeface="+mn-ea"/>
                  <a:cs typeface="+mn-cs"/>
                </a:defRPr>
              </a:lvl1pPr>
              <a:lvl2pPr marL="742950" indent="-285750" algn="l" rtl="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tx1"/>
                </a:buClr>
                <a:buChar char="–"/>
                <a:defRPr sz="2800">
                  <a:solidFill>
                    <a:schemeClr val="tx1"/>
                  </a:solidFill>
                  <a:effectLst/>
                  <a:latin typeface="+mn-lt"/>
                  <a:ea typeface="+mn-ea"/>
                </a:defRPr>
              </a:lvl2pPr>
              <a:lvl3pPr marL="11430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hlink"/>
                </a:buClr>
                <a:buFont typeface="Wingdings" panose="05000000000000000000" pitchFamily="2" charset="2"/>
                <a:buChar char="§"/>
                <a:defRPr sz="2400">
                  <a:solidFill>
                    <a:schemeClr val="tx1"/>
                  </a:solidFill>
                  <a:effectLst/>
                  <a:latin typeface="+mn-lt"/>
                  <a:ea typeface="+mn-ea"/>
                </a:defRPr>
              </a:lvl3pPr>
              <a:lvl4pPr marL="16002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–"/>
                <a:defRPr sz="2000">
                  <a:solidFill>
                    <a:schemeClr val="tx1"/>
                  </a:solidFill>
                  <a:effectLst/>
                  <a:latin typeface="+mn-lt"/>
                  <a:ea typeface="+mn-ea"/>
                </a:defRPr>
              </a:lvl4pPr>
              <a:lvl5pPr marL="20574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hlink"/>
                </a:buClr>
                <a:buFont typeface="Wingdings" panose="05000000000000000000" pitchFamily="2" charset="2"/>
                <a:buChar char="§"/>
                <a:defRPr sz="2000">
                  <a:solidFill>
                    <a:schemeClr val="tx1"/>
                  </a:solidFill>
                  <a:effectLst/>
                  <a:latin typeface="+mn-lt"/>
                  <a:ea typeface="+mn-ea"/>
                </a:defRPr>
              </a:lvl5pPr>
            </a:lstStyle>
            <a:p>
              <a:pPr marL="0" lvl="0" indent="0" eaLnBrk="1" hangingPunct="1">
                <a:spcBef>
                  <a:spcPct val="0"/>
                </a:spcBef>
                <a:buClrTx/>
                <a:buSzTx/>
                <a:buFontTx/>
                <a:buNone/>
              </a:pPr>
              <a:r>
                <a:rPr lang="en-US" altLang="zh-CN" sz="3900" dirty="0">
                  <a:solidFill>
                    <a:srgbClr val="000000"/>
                  </a:solidFill>
                  <a:latin typeface="Times New Roman" panose="02020603050405020304" pitchFamily="18" charset="0"/>
                </a:rPr>
                <a:t>n</a:t>
              </a:r>
              <a:endParaRPr lang="en-US" altLang="zh-CN" sz="1800" dirty="0">
                <a:latin typeface="Arial" panose="020B0604020202020204" pitchFamily="34" charset="0"/>
              </a:endParaRPr>
            </a:p>
          </p:txBody>
        </p:sp>
        <p:sp>
          <p:nvSpPr>
            <p:cNvPr id="76815" name="Rectangle 11"/>
            <p:cNvSpPr/>
            <p:nvPr/>
          </p:nvSpPr>
          <p:spPr>
            <a:xfrm>
              <a:off x="3319" y="1574"/>
              <a:ext cx="245" cy="516"/>
            </a:xfrm>
            <a:prstGeom prst="rect">
              <a:avLst/>
            </a:prstGeom>
            <a:noFill/>
            <a:ln w="9525">
              <a:noFill/>
            </a:ln>
          </p:spPr>
          <p:txBody>
            <a:bodyPr wrap="square" lIns="0" tIns="0" rIns="0" bIns="0">
              <a:spAutoFit/>
            </a:bodyPr>
            <a:lstStyle>
              <a:lvl1pPr marL="342900" indent="-342900" algn="l" rtl="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hlink"/>
                </a:buClr>
                <a:buSzPct val="80000"/>
                <a:buFont typeface="Wingdings" panose="05000000000000000000" pitchFamily="2" charset="2"/>
                <a:buChar char="n"/>
                <a:defRPr sz="3200" b="0">
                  <a:solidFill>
                    <a:schemeClr val="tx1"/>
                  </a:solidFill>
                  <a:effectLst/>
                  <a:latin typeface="+mn-lt"/>
                  <a:ea typeface="+mn-ea"/>
                  <a:cs typeface="+mn-cs"/>
                </a:defRPr>
              </a:lvl1pPr>
              <a:lvl2pPr marL="742950" indent="-285750" algn="l" rtl="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tx1"/>
                </a:buClr>
                <a:buChar char="–"/>
                <a:defRPr sz="2800">
                  <a:solidFill>
                    <a:schemeClr val="tx1"/>
                  </a:solidFill>
                  <a:effectLst/>
                  <a:latin typeface="+mn-lt"/>
                  <a:ea typeface="+mn-ea"/>
                </a:defRPr>
              </a:lvl2pPr>
              <a:lvl3pPr marL="11430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hlink"/>
                </a:buClr>
                <a:buFont typeface="Wingdings" panose="05000000000000000000" pitchFamily="2" charset="2"/>
                <a:buChar char="§"/>
                <a:defRPr sz="2400">
                  <a:solidFill>
                    <a:schemeClr val="tx1"/>
                  </a:solidFill>
                  <a:effectLst/>
                  <a:latin typeface="+mn-lt"/>
                  <a:ea typeface="+mn-ea"/>
                </a:defRPr>
              </a:lvl3pPr>
              <a:lvl4pPr marL="16002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–"/>
                <a:defRPr sz="2000">
                  <a:solidFill>
                    <a:schemeClr val="tx1"/>
                  </a:solidFill>
                  <a:effectLst/>
                  <a:latin typeface="+mn-lt"/>
                  <a:ea typeface="+mn-ea"/>
                </a:defRPr>
              </a:lvl4pPr>
              <a:lvl5pPr marL="20574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hlink"/>
                </a:buClr>
                <a:buFont typeface="Wingdings" panose="05000000000000000000" pitchFamily="2" charset="2"/>
                <a:buChar char="§"/>
                <a:defRPr sz="2000">
                  <a:solidFill>
                    <a:schemeClr val="tx1"/>
                  </a:solidFill>
                  <a:effectLst/>
                  <a:latin typeface="+mn-lt"/>
                  <a:ea typeface="+mn-ea"/>
                </a:defRPr>
              </a:lvl5pPr>
            </a:lstStyle>
            <a:p>
              <a:pPr marL="0" lvl="0" indent="0" eaLnBrk="1" hangingPunct="1">
                <a:spcBef>
                  <a:spcPct val="0"/>
                </a:spcBef>
                <a:buClrTx/>
                <a:buSzTx/>
                <a:buFontTx/>
                <a:buNone/>
              </a:pPr>
              <a:r>
                <a:rPr lang="en-US" altLang="zh-CN" sz="3900" dirty="0">
                  <a:solidFill>
                    <a:srgbClr val="000000"/>
                  </a:solidFill>
                  <a:latin typeface="Times New Roman" panose="02020603050405020304" pitchFamily="18" charset="0"/>
                </a:rPr>
                <a:t>m</a:t>
              </a:r>
              <a:endParaRPr lang="en-US" altLang="zh-CN" sz="1800" dirty="0">
                <a:latin typeface="Arial" panose="020B0604020202020204" pitchFamily="34" charset="0"/>
              </a:endParaRPr>
            </a:p>
          </p:txBody>
        </p:sp>
        <p:sp>
          <p:nvSpPr>
            <p:cNvPr id="76816" name="Rectangle 12"/>
            <p:cNvSpPr/>
            <p:nvPr/>
          </p:nvSpPr>
          <p:spPr>
            <a:xfrm>
              <a:off x="1587" y="1526"/>
              <a:ext cx="92" cy="304"/>
            </a:xfrm>
            <a:prstGeom prst="rect">
              <a:avLst/>
            </a:prstGeom>
            <a:noFill/>
            <a:ln w="9525">
              <a:noFill/>
            </a:ln>
          </p:spPr>
          <p:txBody>
            <a:bodyPr wrap="square" lIns="0" tIns="0" rIns="0" bIns="0">
              <a:spAutoFit/>
            </a:bodyPr>
            <a:lstStyle>
              <a:lvl1pPr marL="342900" indent="-342900" algn="l" rtl="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hlink"/>
                </a:buClr>
                <a:buSzPct val="80000"/>
                <a:buFont typeface="Wingdings" panose="05000000000000000000" pitchFamily="2" charset="2"/>
                <a:buChar char="n"/>
                <a:defRPr sz="3200" b="0">
                  <a:solidFill>
                    <a:schemeClr val="tx1"/>
                  </a:solidFill>
                  <a:effectLst/>
                  <a:latin typeface="+mn-lt"/>
                  <a:ea typeface="+mn-ea"/>
                  <a:cs typeface="+mn-cs"/>
                </a:defRPr>
              </a:lvl1pPr>
              <a:lvl2pPr marL="742950" indent="-285750" algn="l" rtl="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tx1"/>
                </a:buClr>
                <a:buChar char="–"/>
                <a:defRPr sz="2800">
                  <a:solidFill>
                    <a:schemeClr val="tx1"/>
                  </a:solidFill>
                  <a:effectLst/>
                  <a:latin typeface="+mn-lt"/>
                  <a:ea typeface="+mn-ea"/>
                </a:defRPr>
              </a:lvl2pPr>
              <a:lvl3pPr marL="11430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hlink"/>
                </a:buClr>
                <a:buFont typeface="Wingdings" panose="05000000000000000000" pitchFamily="2" charset="2"/>
                <a:buChar char="§"/>
                <a:defRPr sz="2400">
                  <a:solidFill>
                    <a:schemeClr val="tx1"/>
                  </a:solidFill>
                  <a:effectLst/>
                  <a:latin typeface="+mn-lt"/>
                  <a:ea typeface="+mn-ea"/>
                </a:defRPr>
              </a:lvl3pPr>
              <a:lvl4pPr marL="16002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–"/>
                <a:defRPr sz="2000">
                  <a:solidFill>
                    <a:schemeClr val="tx1"/>
                  </a:solidFill>
                  <a:effectLst/>
                  <a:latin typeface="+mn-lt"/>
                  <a:ea typeface="+mn-ea"/>
                </a:defRPr>
              </a:lvl4pPr>
              <a:lvl5pPr marL="20574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hlink"/>
                </a:buClr>
                <a:buFont typeface="Wingdings" panose="05000000000000000000" pitchFamily="2" charset="2"/>
                <a:buChar char="§"/>
                <a:defRPr sz="2000">
                  <a:solidFill>
                    <a:schemeClr val="tx1"/>
                  </a:solidFill>
                  <a:effectLst/>
                  <a:latin typeface="+mn-lt"/>
                  <a:ea typeface="+mn-ea"/>
                </a:defRPr>
              </a:lvl5pPr>
            </a:lstStyle>
            <a:p>
              <a:pPr marL="0" lvl="0" indent="0" eaLnBrk="1" hangingPunct="1">
                <a:spcBef>
                  <a:spcPct val="0"/>
                </a:spcBef>
                <a:buClrTx/>
                <a:buSzTx/>
                <a:buFontTx/>
                <a:buNone/>
              </a:pPr>
              <a:r>
                <a:rPr lang="en-US" altLang="zh-CN" sz="2300" dirty="0">
                  <a:solidFill>
                    <a:srgbClr val="000000"/>
                  </a:solidFill>
                  <a:latin typeface="Times New Roman" panose="02020603050405020304" pitchFamily="18" charset="0"/>
                </a:rPr>
                <a:t>n</a:t>
              </a:r>
              <a:endParaRPr lang="en-US" altLang="zh-CN" sz="1800" dirty="0">
                <a:latin typeface="Arial" panose="020B0604020202020204" pitchFamily="34" charset="0"/>
              </a:endParaRPr>
            </a:p>
          </p:txBody>
        </p:sp>
        <p:sp>
          <p:nvSpPr>
            <p:cNvPr id="76817" name="Rectangle 13"/>
            <p:cNvSpPr/>
            <p:nvPr/>
          </p:nvSpPr>
          <p:spPr>
            <a:xfrm>
              <a:off x="1587" y="1308"/>
              <a:ext cx="144" cy="304"/>
            </a:xfrm>
            <a:prstGeom prst="rect">
              <a:avLst/>
            </a:prstGeom>
            <a:noFill/>
            <a:ln w="9525">
              <a:noFill/>
            </a:ln>
          </p:spPr>
          <p:txBody>
            <a:bodyPr wrap="square" lIns="0" tIns="0" rIns="0" bIns="0">
              <a:spAutoFit/>
            </a:bodyPr>
            <a:lstStyle>
              <a:lvl1pPr marL="342900" indent="-342900" algn="l" rtl="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hlink"/>
                </a:buClr>
                <a:buSzPct val="80000"/>
                <a:buFont typeface="Wingdings" panose="05000000000000000000" pitchFamily="2" charset="2"/>
                <a:buChar char="n"/>
                <a:defRPr sz="3200" b="0">
                  <a:solidFill>
                    <a:schemeClr val="tx1"/>
                  </a:solidFill>
                  <a:effectLst/>
                  <a:latin typeface="+mn-lt"/>
                  <a:ea typeface="+mn-ea"/>
                  <a:cs typeface="+mn-cs"/>
                </a:defRPr>
              </a:lvl1pPr>
              <a:lvl2pPr marL="742950" indent="-285750" algn="l" rtl="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tx1"/>
                </a:buClr>
                <a:buChar char="–"/>
                <a:defRPr sz="2800">
                  <a:solidFill>
                    <a:schemeClr val="tx1"/>
                  </a:solidFill>
                  <a:effectLst/>
                  <a:latin typeface="+mn-lt"/>
                  <a:ea typeface="+mn-ea"/>
                </a:defRPr>
              </a:lvl2pPr>
              <a:lvl3pPr marL="11430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hlink"/>
                </a:buClr>
                <a:buFont typeface="Wingdings" panose="05000000000000000000" pitchFamily="2" charset="2"/>
                <a:buChar char="§"/>
                <a:defRPr sz="2400">
                  <a:solidFill>
                    <a:schemeClr val="tx1"/>
                  </a:solidFill>
                  <a:effectLst/>
                  <a:latin typeface="+mn-lt"/>
                  <a:ea typeface="+mn-ea"/>
                </a:defRPr>
              </a:lvl3pPr>
              <a:lvl4pPr marL="16002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–"/>
                <a:defRPr sz="2000">
                  <a:solidFill>
                    <a:schemeClr val="tx1"/>
                  </a:solidFill>
                  <a:effectLst/>
                  <a:latin typeface="+mn-lt"/>
                  <a:ea typeface="+mn-ea"/>
                </a:defRPr>
              </a:lvl4pPr>
              <a:lvl5pPr marL="20574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hlink"/>
                </a:buClr>
                <a:buFont typeface="Wingdings" panose="05000000000000000000" pitchFamily="2" charset="2"/>
                <a:buChar char="§"/>
                <a:defRPr sz="2000">
                  <a:solidFill>
                    <a:schemeClr val="tx1"/>
                  </a:solidFill>
                  <a:effectLst/>
                  <a:latin typeface="+mn-lt"/>
                  <a:ea typeface="+mn-ea"/>
                </a:defRPr>
              </a:lvl5pPr>
            </a:lstStyle>
            <a:p>
              <a:pPr marL="0" lvl="0" indent="0" eaLnBrk="1" hangingPunct="1">
                <a:spcBef>
                  <a:spcPct val="0"/>
                </a:spcBef>
                <a:buClrTx/>
                <a:buSzTx/>
                <a:buFontTx/>
                <a:buNone/>
              </a:pPr>
              <a:r>
                <a:rPr lang="en-US" altLang="zh-CN" sz="2300" dirty="0">
                  <a:solidFill>
                    <a:srgbClr val="000000"/>
                  </a:solidFill>
                  <a:latin typeface="Times New Roman" panose="02020603050405020304" pitchFamily="18" charset="0"/>
                </a:rPr>
                <a:t>m</a:t>
              </a:r>
              <a:endParaRPr lang="en-US" altLang="zh-CN" sz="1800" dirty="0">
                <a:latin typeface="Arial" panose="020B0604020202020204" pitchFamily="34" charset="0"/>
              </a:endParaRPr>
            </a:p>
          </p:txBody>
        </p:sp>
        <p:sp>
          <p:nvSpPr>
            <p:cNvPr id="76818" name="Rectangle 14"/>
            <p:cNvSpPr/>
            <p:nvPr/>
          </p:nvSpPr>
          <p:spPr>
            <a:xfrm>
              <a:off x="1912" y="1297"/>
              <a:ext cx="173" cy="516"/>
            </a:xfrm>
            <a:prstGeom prst="rect">
              <a:avLst/>
            </a:prstGeom>
            <a:noFill/>
            <a:ln w="9525">
              <a:noFill/>
            </a:ln>
          </p:spPr>
          <p:txBody>
            <a:bodyPr wrap="square" lIns="0" tIns="0" rIns="0" bIns="0">
              <a:spAutoFit/>
            </a:bodyPr>
            <a:lstStyle>
              <a:lvl1pPr marL="342900" indent="-342900" algn="l" rtl="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hlink"/>
                </a:buClr>
                <a:buSzPct val="80000"/>
                <a:buFont typeface="Wingdings" panose="05000000000000000000" pitchFamily="2" charset="2"/>
                <a:buChar char="n"/>
                <a:defRPr sz="3200" b="0">
                  <a:solidFill>
                    <a:schemeClr val="tx1"/>
                  </a:solidFill>
                  <a:effectLst/>
                  <a:latin typeface="+mn-lt"/>
                  <a:ea typeface="+mn-ea"/>
                  <a:cs typeface="+mn-cs"/>
                </a:defRPr>
              </a:lvl1pPr>
              <a:lvl2pPr marL="742950" indent="-285750" algn="l" rtl="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tx1"/>
                </a:buClr>
                <a:buChar char="–"/>
                <a:defRPr sz="2800">
                  <a:solidFill>
                    <a:schemeClr val="tx1"/>
                  </a:solidFill>
                  <a:effectLst/>
                  <a:latin typeface="+mn-lt"/>
                  <a:ea typeface="+mn-ea"/>
                </a:defRPr>
              </a:lvl2pPr>
              <a:lvl3pPr marL="11430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hlink"/>
                </a:buClr>
                <a:buFont typeface="Wingdings" panose="05000000000000000000" pitchFamily="2" charset="2"/>
                <a:buChar char="§"/>
                <a:defRPr sz="2400">
                  <a:solidFill>
                    <a:schemeClr val="tx1"/>
                  </a:solidFill>
                  <a:effectLst/>
                  <a:latin typeface="+mn-lt"/>
                  <a:ea typeface="+mn-ea"/>
                </a:defRPr>
              </a:lvl3pPr>
              <a:lvl4pPr marL="16002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–"/>
                <a:defRPr sz="2000">
                  <a:solidFill>
                    <a:schemeClr val="tx1"/>
                  </a:solidFill>
                  <a:effectLst/>
                  <a:latin typeface="+mn-lt"/>
                  <a:ea typeface="+mn-ea"/>
                </a:defRPr>
              </a:lvl4pPr>
              <a:lvl5pPr marL="20574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hlink"/>
                </a:buClr>
                <a:buFont typeface="Wingdings" panose="05000000000000000000" pitchFamily="2" charset="2"/>
                <a:buChar char="§"/>
                <a:defRPr sz="2000">
                  <a:solidFill>
                    <a:schemeClr val="tx1"/>
                  </a:solidFill>
                  <a:effectLst/>
                  <a:latin typeface="+mn-lt"/>
                  <a:ea typeface="+mn-ea"/>
                </a:defRPr>
              </a:lvl5pPr>
            </a:lstStyle>
            <a:p>
              <a:pPr marL="0" lvl="0" indent="0" eaLnBrk="1" hangingPunct="1">
                <a:spcBef>
                  <a:spcPct val="0"/>
                </a:spcBef>
                <a:buClrTx/>
                <a:buSzTx/>
                <a:buFontTx/>
                <a:buNone/>
              </a:pPr>
              <a:r>
                <a:rPr lang="en-US" altLang="zh-CN" sz="3900" dirty="0">
                  <a:solidFill>
                    <a:srgbClr val="000000"/>
                  </a:solidFill>
                  <a:latin typeface="Symbol" panose="05050102010706020507" pitchFamily="18" charset="2"/>
                </a:rPr>
                <a:t>=</a:t>
              </a:r>
              <a:endParaRPr lang="en-US" altLang="zh-CN" sz="1800" dirty="0">
                <a:latin typeface="Arial" panose="020B0604020202020204" pitchFamily="34" charset="0"/>
              </a:endParaRPr>
            </a:p>
          </p:txBody>
        </p:sp>
        <p:sp>
          <p:nvSpPr>
            <p:cNvPr id="76819" name="Rectangle 15"/>
            <p:cNvSpPr/>
            <p:nvPr/>
          </p:nvSpPr>
          <p:spPr>
            <a:xfrm>
              <a:off x="3018" y="1538"/>
              <a:ext cx="173" cy="516"/>
            </a:xfrm>
            <a:prstGeom prst="rect">
              <a:avLst/>
            </a:prstGeom>
            <a:noFill/>
            <a:ln w="9525">
              <a:noFill/>
            </a:ln>
          </p:spPr>
          <p:txBody>
            <a:bodyPr wrap="square" lIns="0" tIns="0" rIns="0" bIns="0">
              <a:spAutoFit/>
            </a:bodyPr>
            <a:lstStyle>
              <a:lvl1pPr marL="342900" indent="-342900" algn="l" rtl="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hlink"/>
                </a:buClr>
                <a:buSzPct val="80000"/>
                <a:buFont typeface="Wingdings" panose="05000000000000000000" pitchFamily="2" charset="2"/>
                <a:buChar char="n"/>
                <a:defRPr sz="3200" b="0">
                  <a:solidFill>
                    <a:schemeClr val="tx1"/>
                  </a:solidFill>
                  <a:effectLst/>
                  <a:latin typeface="+mn-lt"/>
                  <a:ea typeface="+mn-ea"/>
                  <a:cs typeface="+mn-cs"/>
                </a:defRPr>
              </a:lvl1pPr>
              <a:lvl2pPr marL="742950" indent="-285750" algn="l" rtl="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tx1"/>
                </a:buClr>
                <a:buChar char="–"/>
                <a:defRPr sz="2800">
                  <a:solidFill>
                    <a:schemeClr val="tx1"/>
                  </a:solidFill>
                  <a:effectLst/>
                  <a:latin typeface="+mn-lt"/>
                  <a:ea typeface="+mn-ea"/>
                </a:defRPr>
              </a:lvl2pPr>
              <a:lvl3pPr marL="11430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hlink"/>
                </a:buClr>
                <a:buFont typeface="Wingdings" panose="05000000000000000000" pitchFamily="2" charset="2"/>
                <a:buChar char="§"/>
                <a:defRPr sz="2400">
                  <a:solidFill>
                    <a:schemeClr val="tx1"/>
                  </a:solidFill>
                  <a:effectLst/>
                  <a:latin typeface="+mn-lt"/>
                  <a:ea typeface="+mn-ea"/>
                </a:defRPr>
              </a:lvl3pPr>
              <a:lvl4pPr marL="16002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–"/>
                <a:defRPr sz="2000">
                  <a:solidFill>
                    <a:schemeClr val="tx1"/>
                  </a:solidFill>
                  <a:effectLst/>
                  <a:latin typeface="+mn-lt"/>
                  <a:ea typeface="+mn-ea"/>
                </a:defRPr>
              </a:lvl4pPr>
              <a:lvl5pPr marL="20574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hlink"/>
                </a:buClr>
                <a:buFont typeface="Wingdings" panose="05000000000000000000" pitchFamily="2" charset="2"/>
                <a:buChar char="§"/>
                <a:defRPr sz="2000">
                  <a:solidFill>
                    <a:schemeClr val="tx1"/>
                  </a:solidFill>
                  <a:effectLst/>
                  <a:latin typeface="+mn-lt"/>
                  <a:ea typeface="+mn-ea"/>
                </a:defRPr>
              </a:lvl5pPr>
            </a:lstStyle>
            <a:p>
              <a:pPr marL="0" lvl="0" indent="0" eaLnBrk="1" hangingPunct="1">
                <a:spcBef>
                  <a:spcPct val="0"/>
                </a:spcBef>
                <a:buClrTx/>
                <a:buSzTx/>
                <a:buFontTx/>
                <a:buNone/>
              </a:pPr>
              <a:r>
                <a:rPr lang="en-US" altLang="zh-CN" sz="3900" dirty="0">
                  <a:solidFill>
                    <a:srgbClr val="000000"/>
                  </a:solidFill>
                  <a:latin typeface="Symbol" panose="05050102010706020507" pitchFamily="18" charset="2"/>
                </a:rPr>
                <a:t>-</a:t>
              </a:r>
              <a:endParaRPr lang="en-US" altLang="zh-CN" sz="1800" dirty="0">
                <a:latin typeface="Arial" panose="020B0604020202020204" pitchFamily="34" charset="0"/>
              </a:endParaRPr>
            </a:p>
          </p:txBody>
        </p:sp>
        <p:sp>
          <p:nvSpPr>
            <p:cNvPr id="76820" name="Rectangle 16"/>
            <p:cNvSpPr/>
            <p:nvPr/>
          </p:nvSpPr>
          <p:spPr>
            <a:xfrm>
              <a:off x="2474" y="1574"/>
              <a:ext cx="210" cy="516"/>
            </a:xfrm>
            <a:prstGeom prst="rect">
              <a:avLst/>
            </a:prstGeom>
            <a:noFill/>
            <a:ln w="9525">
              <a:noFill/>
            </a:ln>
          </p:spPr>
          <p:txBody>
            <a:bodyPr wrap="square" lIns="0" tIns="0" rIns="0" bIns="0">
              <a:spAutoFit/>
            </a:bodyPr>
            <a:lstStyle>
              <a:lvl1pPr marL="342900" indent="-342900" algn="l" rtl="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hlink"/>
                </a:buClr>
                <a:buSzPct val="80000"/>
                <a:buFont typeface="Wingdings" panose="05000000000000000000" pitchFamily="2" charset="2"/>
                <a:buChar char="n"/>
                <a:defRPr sz="3200" b="0">
                  <a:solidFill>
                    <a:schemeClr val="tx1"/>
                  </a:solidFill>
                  <a:effectLst/>
                  <a:latin typeface="+mn-lt"/>
                  <a:ea typeface="+mn-ea"/>
                  <a:cs typeface="+mn-cs"/>
                </a:defRPr>
              </a:lvl1pPr>
              <a:lvl2pPr marL="742950" indent="-285750" algn="l" rtl="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tx1"/>
                </a:buClr>
                <a:buChar char="–"/>
                <a:defRPr sz="2800">
                  <a:solidFill>
                    <a:schemeClr val="tx1"/>
                  </a:solidFill>
                  <a:effectLst/>
                  <a:latin typeface="+mn-lt"/>
                  <a:ea typeface="+mn-ea"/>
                </a:defRPr>
              </a:lvl2pPr>
              <a:lvl3pPr marL="11430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hlink"/>
                </a:buClr>
                <a:buFont typeface="Wingdings" panose="05000000000000000000" pitchFamily="2" charset="2"/>
                <a:buChar char="§"/>
                <a:defRPr sz="2400">
                  <a:solidFill>
                    <a:schemeClr val="tx1"/>
                  </a:solidFill>
                  <a:effectLst/>
                  <a:latin typeface="+mn-lt"/>
                  <a:ea typeface="+mn-ea"/>
                </a:defRPr>
              </a:lvl3pPr>
              <a:lvl4pPr marL="16002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–"/>
                <a:defRPr sz="2000">
                  <a:solidFill>
                    <a:schemeClr val="tx1"/>
                  </a:solidFill>
                  <a:effectLst/>
                  <a:latin typeface="+mn-lt"/>
                  <a:ea typeface="+mn-ea"/>
                </a:defRPr>
              </a:lvl4pPr>
              <a:lvl5pPr marL="20574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hlink"/>
                </a:buClr>
                <a:buFont typeface="Wingdings" panose="05000000000000000000" pitchFamily="2" charset="2"/>
                <a:buChar char="§"/>
                <a:defRPr sz="2000">
                  <a:solidFill>
                    <a:schemeClr val="tx1"/>
                  </a:solidFill>
                  <a:effectLst/>
                  <a:latin typeface="+mn-lt"/>
                  <a:ea typeface="+mn-ea"/>
                </a:defRPr>
              </a:lvl5pPr>
            </a:lstStyle>
            <a:p>
              <a:pPr marL="0" lvl="0" indent="0" eaLnBrk="1" hangingPunct="1">
                <a:spcBef>
                  <a:spcPct val="0"/>
                </a:spcBef>
                <a:buClrTx/>
                <a:buSzTx/>
                <a:buFontTx/>
                <a:buNone/>
              </a:pPr>
              <a:r>
                <a:rPr lang="en-US" altLang="zh-CN" sz="3900" dirty="0">
                  <a:solidFill>
                    <a:srgbClr val="000000"/>
                  </a:solidFill>
                  <a:latin typeface="Times New Roman" panose="02020603050405020304" pitchFamily="18" charset="0"/>
                </a:rPr>
                <a:t>!(</a:t>
              </a:r>
              <a:endParaRPr lang="en-US" altLang="zh-CN" sz="1800" dirty="0">
                <a:latin typeface="Arial" panose="020B0604020202020204" pitchFamily="34" charset="0"/>
              </a:endParaRPr>
            </a:p>
          </p:txBody>
        </p:sp>
        <p:sp>
          <p:nvSpPr>
            <p:cNvPr id="76821" name="Rectangle 17"/>
            <p:cNvSpPr/>
            <p:nvPr/>
          </p:nvSpPr>
          <p:spPr>
            <a:xfrm>
              <a:off x="3613" y="1574"/>
              <a:ext cx="105" cy="516"/>
            </a:xfrm>
            <a:prstGeom prst="rect">
              <a:avLst/>
            </a:prstGeom>
            <a:noFill/>
            <a:ln w="9525">
              <a:noFill/>
            </a:ln>
          </p:spPr>
          <p:txBody>
            <a:bodyPr wrap="square" lIns="0" tIns="0" rIns="0" bIns="0">
              <a:spAutoFit/>
            </a:bodyPr>
            <a:lstStyle>
              <a:lvl1pPr marL="342900" indent="-342900" algn="l" rtl="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hlink"/>
                </a:buClr>
                <a:buSzPct val="80000"/>
                <a:buFont typeface="Wingdings" panose="05000000000000000000" pitchFamily="2" charset="2"/>
                <a:buChar char="n"/>
                <a:defRPr sz="3200" b="0">
                  <a:solidFill>
                    <a:schemeClr val="tx1"/>
                  </a:solidFill>
                  <a:effectLst/>
                  <a:latin typeface="+mn-lt"/>
                  <a:ea typeface="+mn-ea"/>
                  <a:cs typeface="+mn-cs"/>
                </a:defRPr>
              </a:lvl1pPr>
              <a:lvl2pPr marL="742950" indent="-285750" algn="l" rtl="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tx1"/>
                </a:buClr>
                <a:buChar char="–"/>
                <a:defRPr sz="2800">
                  <a:solidFill>
                    <a:schemeClr val="tx1"/>
                  </a:solidFill>
                  <a:effectLst/>
                  <a:latin typeface="+mn-lt"/>
                  <a:ea typeface="+mn-ea"/>
                </a:defRPr>
              </a:lvl2pPr>
              <a:lvl3pPr marL="11430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hlink"/>
                </a:buClr>
                <a:buFont typeface="Wingdings" panose="05000000000000000000" pitchFamily="2" charset="2"/>
                <a:buChar char="§"/>
                <a:defRPr sz="2400">
                  <a:solidFill>
                    <a:schemeClr val="tx1"/>
                  </a:solidFill>
                  <a:effectLst/>
                  <a:latin typeface="+mn-lt"/>
                  <a:ea typeface="+mn-ea"/>
                </a:defRPr>
              </a:lvl3pPr>
              <a:lvl4pPr marL="16002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–"/>
                <a:defRPr sz="2000">
                  <a:solidFill>
                    <a:schemeClr val="tx1"/>
                  </a:solidFill>
                  <a:effectLst/>
                  <a:latin typeface="+mn-lt"/>
                  <a:ea typeface="+mn-ea"/>
                </a:defRPr>
              </a:lvl4pPr>
              <a:lvl5pPr marL="20574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hlink"/>
                </a:buClr>
                <a:buFont typeface="Wingdings" panose="05000000000000000000" pitchFamily="2" charset="2"/>
                <a:buChar char="§"/>
                <a:defRPr sz="2000">
                  <a:solidFill>
                    <a:schemeClr val="tx1"/>
                  </a:solidFill>
                  <a:effectLst/>
                  <a:latin typeface="+mn-lt"/>
                  <a:ea typeface="+mn-ea"/>
                </a:defRPr>
              </a:lvl5pPr>
            </a:lstStyle>
            <a:p>
              <a:pPr marL="0" lvl="0" indent="0" eaLnBrk="1" hangingPunct="1">
                <a:spcBef>
                  <a:spcPct val="0"/>
                </a:spcBef>
                <a:buClrTx/>
                <a:buSzTx/>
                <a:buFontTx/>
                <a:buNone/>
              </a:pPr>
              <a:r>
                <a:rPr lang="en-US" altLang="zh-CN" sz="3900" dirty="0">
                  <a:solidFill>
                    <a:srgbClr val="000000"/>
                  </a:solidFill>
                  <a:latin typeface="Times New Roman" panose="02020603050405020304" pitchFamily="18" charset="0"/>
                </a:rPr>
                <a:t>)</a:t>
              </a:r>
              <a:endParaRPr lang="en-US" altLang="zh-CN" sz="1800" dirty="0">
                <a:latin typeface="Arial" panose="020B0604020202020204" pitchFamily="34" charset="0"/>
              </a:endParaRPr>
            </a:p>
          </p:txBody>
        </p:sp>
        <p:sp>
          <p:nvSpPr>
            <p:cNvPr id="76822" name="Rectangle 18"/>
            <p:cNvSpPr/>
            <p:nvPr/>
          </p:nvSpPr>
          <p:spPr>
            <a:xfrm>
              <a:off x="3757" y="1574"/>
              <a:ext cx="105" cy="516"/>
            </a:xfrm>
            <a:prstGeom prst="rect">
              <a:avLst/>
            </a:prstGeom>
            <a:noFill/>
            <a:ln w="9525">
              <a:noFill/>
            </a:ln>
          </p:spPr>
          <p:txBody>
            <a:bodyPr wrap="square" lIns="0" tIns="0" rIns="0" bIns="0">
              <a:spAutoFit/>
            </a:bodyPr>
            <a:lstStyle>
              <a:lvl1pPr marL="342900" indent="-342900" algn="l" rtl="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hlink"/>
                </a:buClr>
                <a:buSzPct val="80000"/>
                <a:buFont typeface="Wingdings" panose="05000000000000000000" pitchFamily="2" charset="2"/>
                <a:buChar char="n"/>
                <a:defRPr sz="3200" b="0">
                  <a:solidFill>
                    <a:schemeClr val="tx1"/>
                  </a:solidFill>
                  <a:effectLst/>
                  <a:latin typeface="+mn-lt"/>
                  <a:ea typeface="+mn-ea"/>
                  <a:cs typeface="+mn-cs"/>
                </a:defRPr>
              </a:lvl1pPr>
              <a:lvl2pPr marL="742950" indent="-285750" algn="l" rtl="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tx1"/>
                </a:buClr>
                <a:buChar char="–"/>
                <a:defRPr sz="2800">
                  <a:solidFill>
                    <a:schemeClr val="tx1"/>
                  </a:solidFill>
                  <a:effectLst/>
                  <a:latin typeface="+mn-lt"/>
                  <a:ea typeface="+mn-ea"/>
                </a:defRPr>
              </a:lvl2pPr>
              <a:lvl3pPr marL="11430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hlink"/>
                </a:buClr>
                <a:buFont typeface="Wingdings" panose="05000000000000000000" pitchFamily="2" charset="2"/>
                <a:buChar char="§"/>
                <a:defRPr sz="2400">
                  <a:solidFill>
                    <a:schemeClr val="tx1"/>
                  </a:solidFill>
                  <a:effectLst/>
                  <a:latin typeface="+mn-lt"/>
                  <a:ea typeface="+mn-ea"/>
                </a:defRPr>
              </a:lvl3pPr>
              <a:lvl4pPr marL="16002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–"/>
                <a:defRPr sz="2000">
                  <a:solidFill>
                    <a:schemeClr val="tx1"/>
                  </a:solidFill>
                  <a:effectLst/>
                  <a:latin typeface="+mn-lt"/>
                  <a:ea typeface="+mn-ea"/>
                </a:defRPr>
              </a:lvl4pPr>
              <a:lvl5pPr marL="20574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hlink"/>
                </a:buClr>
                <a:buFont typeface="Wingdings" panose="05000000000000000000" pitchFamily="2" charset="2"/>
                <a:buChar char="§"/>
                <a:defRPr sz="2000">
                  <a:solidFill>
                    <a:schemeClr val="tx1"/>
                  </a:solidFill>
                  <a:effectLst/>
                  <a:latin typeface="+mn-lt"/>
                  <a:ea typeface="+mn-ea"/>
                </a:defRPr>
              </a:lvl5pPr>
            </a:lstStyle>
            <a:p>
              <a:pPr marL="0" lvl="0" indent="0" eaLnBrk="1" hangingPunct="1">
                <a:spcBef>
                  <a:spcPct val="0"/>
                </a:spcBef>
                <a:buClrTx/>
                <a:buSzTx/>
                <a:buFontTx/>
                <a:buNone/>
              </a:pPr>
              <a:r>
                <a:rPr lang="en-US" altLang="zh-CN" sz="3900" dirty="0">
                  <a:solidFill>
                    <a:srgbClr val="000000"/>
                  </a:solidFill>
                  <a:latin typeface="Times New Roman" panose="02020603050405020304" pitchFamily="18" charset="0"/>
                </a:rPr>
                <a:t>!</a:t>
              </a:r>
              <a:endParaRPr lang="en-US" altLang="zh-CN" sz="1800" dirty="0">
                <a:latin typeface="Arial" panose="020B0604020202020204" pitchFamily="34" charset="0"/>
              </a:endParaRPr>
            </a:p>
          </p:txBody>
        </p:sp>
      </p:grpSp>
    </p:spTree>
  </p:cSld>
  <p:clrMapOvr>
    <a:masterClrMapping/>
  </p:clrMapOvr>
  <p:transition>
    <p:random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3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7214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7" dur="500"/>
                                        <p:tgtEl>
                                          <p:spTgt spid="107214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3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7214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12" dur="500"/>
                                        <p:tgtEl>
                                          <p:spTgt spid="107214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3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7215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17" dur="500"/>
                                        <p:tgtEl>
                                          <p:spTgt spid="107215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3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7215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22" dur="500"/>
                                        <p:tgtEl>
                                          <p:spTgt spid="107215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3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7215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27" dur="500"/>
                                        <p:tgtEl>
                                          <p:spTgt spid="107215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3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74178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32" dur="500"/>
                                        <p:tgtEl>
                                          <p:spTgt spid="1074178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680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7" fill="hold">
                      <p:stCondLst>
                        <p:cond delay="indefinite"/>
                      </p:stCondLst>
                      <p:childTnLst>
                        <p:par>
                          <p:cTn id="38" fill="hold">
                            <p:stCondLst>
                              <p:cond delay="0"/>
                            </p:stCondLst>
                            <p:childTnLst>
                              <p:par>
                                <p:cTn id="39" presetID="3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74178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41" dur="500"/>
                                        <p:tgtEl>
                                          <p:spTgt spid="1074178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072158" grpId="0"/>
    </p:bldLst>
  </p:timing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104" name="灯片编号占位符 3"/>
          <p:cNvSpPr txBox="1">
            <a:spLocks noGrp="1"/>
          </p:cNvSpPr>
          <p:nvPr>
            <p:ph type="sldNum" sz="quarter" idx="4"/>
          </p:nvPr>
        </p:nvSpPr>
        <p:spPr bwMode="auto"/>
        <p:txBody>
          <a:bodyPr wrap="square" lIns="91440" tIns="45720" rIns="91440" bIns="45720" numCol="1" anchor="b" anchorCtr="0" compatLnSpc="1"/>
          <a:lstStyle>
            <a:lvl1pPr eaLnBrk="0" hangingPunct="0">
              <a:defRPr sz="2000" b="1">
                <a:solidFill>
                  <a:schemeClr val="tx1"/>
                </a:solidFill>
                <a:latin typeface="Tahoma" panose="020B0604030504040204" pitchFamily="34" charset="0"/>
                <a:ea typeface="黑体" panose="02010609060101010101" pitchFamily="49" charset="-122"/>
              </a:defRPr>
            </a:lvl1pPr>
            <a:lvl2pPr marL="742950" indent="-285750" eaLnBrk="0" hangingPunct="0">
              <a:defRPr sz="2000" b="1">
                <a:solidFill>
                  <a:schemeClr val="tx1"/>
                </a:solidFill>
                <a:latin typeface="Tahoma" panose="020B0604030504040204" pitchFamily="34" charset="0"/>
                <a:ea typeface="黑体" panose="02010609060101010101" pitchFamily="49" charset="-122"/>
              </a:defRPr>
            </a:lvl2pPr>
            <a:lvl3pPr marL="1143000" indent="-228600" eaLnBrk="0" hangingPunct="0">
              <a:defRPr sz="2000" b="1">
                <a:solidFill>
                  <a:schemeClr val="tx1"/>
                </a:solidFill>
                <a:latin typeface="Tahoma" panose="020B0604030504040204" pitchFamily="34" charset="0"/>
                <a:ea typeface="黑体" panose="02010609060101010101" pitchFamily="49" charset="-122"/>
              </a:defRPr>
            </a:lvl3pPr>
            <a:lvl4pPr marL="1600200" indent="-228600" eaLnBrk="0" hangingPunct="0">
              <a:defRPr sz="2000" b="1">
                <a:solidFill>
                  <a:schemeClr val="tx1"/>
                </a:solidFill>
                <a:latin typeface="Tahoma" panose="020B0604030504040204" pitchFamily="34" charset="0"/>
                <a:ea typeface="黑体" panose="02010609060101010101" pitchFamily="49" charset="-122"/>
              </a:defRPr>
            </a:lvl4pPr>
            <a:lvl5pPr marL="2057400" indent="-228600" eaLnBrk="0" hangingPunct="0">
              <a:defRPr sz="2000" b="1">
                <a:solidFill>
                  <a:schemeClr val="tx1"/>
                </a:solidFill>
                <a:latin typeface="Tahoma" panose="020B0604030504040204" pitchFamily="34" charset="0"/>
                <a:ea typeface="黑体" panose="02010609060101010101" pitchFamily="49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000" b="1">
                <a:solidFill>
                  <a:schemeClr val="tx1"/>
                </a:solidFill>
                <a:latin typeface="Tahoma" panose="020B0604030504040204" pitchFamily="34" charset="0"/>
                <a:ea typeface="黑体" panose="02010609060101010101" pitchFamily="49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000" b="1">
                <a:solidFill>
                  <a:schemeClr val="tx1"/>
                </a:solidFill>
                <a:latin typeface="Tahoma" panose="020B0604030504040204" pitchFamily="34" charset="0"/>
                <a:ea typeface="黑体" panose="02010609060101010101" pitchFamily="49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000" b="1">
                <a:solidFill>
                  <a:schemeClr val="tx1"/>
                </a:solidFill>
                <a:latin typeface="Tahoma" panose="020B0604030504040204" pitchFamily="34" charset="0"/>
                <a:ea typeface="黑体" panose="02010609060101010101" pitchFamily="49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000" b="1">
                <a:solidFill>
                  <a:schemeClr val="tx1"/>
                </a:solidFill>
                <a:latin typeface="Tahoma" panose="020B0604030504040204" pitchFamily="34" charset="0"/>
                <a:ea typeface="黑体" panose="02010609060101010101" pitchFamily="49" charset="-122"/>
              </a:defRPr>
            </a:lvl9pPr>
          </a:lstStyle>
          <a:p>
            <a:pPr marL="0" marR="0" lvl="0" indent="0" algn="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fld id="{56D0F2F1-94C4-4C40-8C70-9698BCCDAD27}" type="slidenum">
              <a:rPr kumimoji="0" lang="en-US" altLang="zh-CN" sz="1200" b="0" i="0" u="none" strike="noStrike" kern="1200" cap="none" spc="0" normalizeH="0" baseline="0" noProof="0">
                <a:ln>
                  <a:noFill/>
                </a:ln>
                <a:solidFill>
                  <a:schemeClr val="tx1"/>
                </a:solidFill>
                <a:effectLst>
                  <a:outerShdw blurRad="38100" dist="38100" dir="2700000" algn="tl">
                    <a:srgbClr val="000000"/>
                  </a:outerShdw>
                </a:effectLst>
                <a:uLnTx/>
                <a:uFillTx/>
                <a:latin typeface="Tahoma" panose="020B0604030504040204" pitchFamily="34" charset="0"/>
                <a:ea typeface="宋体" panose="02010600030101010101" pitchFamily="2" charset="-122"/>
                <a:cs typeface="+mn-cs"/>
              </a:rPr>
            </a:fld>
            <a:endParaRPr kumimoji="0" lang="en-US" altLang="zh-CN" sz="1200" b="0" i="0" u="none" strike="noStrike" kern="1200" cap="none" spc="0" normalizeH="0" baseline="0" noProof="0">
              <a:ln>
                <a:noFill/>
              </a:ln>
              <a:solidFill>
                <a:schemeClr val="tx1"/>
              </a:solidFill>
              <a:effectLst>
                <a:outerShdw blurRad="38100" dist="38100" dir="2700000" algn="tl">
                  <a:srgbClr val="000000"/>
                </a:outerShdw>
              </a:effectLst>
              <a:uLnTx/>
              <a:uFillTx/>
              <a:latin typeface="Tahoma" panose="020B0604030504040204" pitchFamily="34" charset="0"/>
              <a:ea typeface="宋体" panose="02010600030101010101" pitchFamily="2" charset="-122"/>
              <a:cs typeface="+mn-cs"/>
            </a:endParaRPr>
          </a:p>
        </p:txBody>
      </p:sp>
      <p:sp>
        <p:nvSpPr>
          <p:cNvPr id="78851" name="Text Box 2"/>
          <p:cNvSpPr txBox="1"/>
          <p:nvPr/>
        </p:nvSpPr>
        <p:spPr>
          <a:xfrm>
            <a:off x="3360738" y="593725"/>
            <a:ext cx="576262" cy="469900"/>
          </a:xfrm>
          <a:prstGeom prst="rect">
            <a:avLst/>
          </a:prstGeom>
          <a:noFill/>
          <a:ln w="12700" cap="flat" cmpd="sng">
            <a:solidFill>
              <a:schemeClr val="tx1"/>
            </a:solidFill>
            <a:prstDash val="solid"/>
            <a:miter/>
            <a:headEnd type="none" w="med" len="med"/>
            <a:tailEnd type="none" w="med" len="med"/>
          </a:ln>
        </p:spPr>
        <p:txBody>
          <a:bodyPr>
            <a:spAutoFit/>
          </a:bodyPr>
          <a:lstStyle>
            <a:lvl1pPr marL="342900" indent="-3429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80000"/>
              <a:buFont typeface="Wingdings" panose="05000000000000000000" pitchFamily="2" charset="2"/>
              <a:buChar char="n"/>
              <a:defRPr sz="3200" b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defRPr>
            </a:lvl1pPr>
            <a:lvl2pPr marL="742950" indent="-28575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Char char="–"/>
              <a:defRPr sz="2800">
                <a:solidFill>
                  <a:schemeClr val="tx1"/>
                </a:solidFill>
                <a:effectLst/>
                <a:latin typeface="+mn-lt"/>
                <a:ea typeface="+mn-ea"/>
              </a:defRPr>
            </a:lvl2pPr>
            <a:lvl3pPr marL="11430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Font typeface="Wingdings" panose="05000000000000000000" pitchFamily="2" charset="2"/>
              <a:buChar char="§"/>
              <a:defRPr sz="2400">
                <a:solidFill>
                  <a:schemeClr val="tx1"/>
                </a:solidFill>
                <a:effectLst/>
                <a:latin typeface="+mn-lt"/>
                <a:ea typeface="+mn-ea"/>
              </a:defRPr>
            </a:lvl3pPr>
            <a:lvl4pPr marL="16002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–"/>
              <a:defRPr sz="2000">
                <a:solidFill>
                  <a:schemeClr val="tx1"/>
                </a:solidFill>
                <a:effectLst/>
                <a:latin typeface="+mn-lt"/>
                <a:ea typeface="+mn-ea"/>
              </a:defRPr>
            </a:lvl4pPr>
            <a:lvl5pPr marL="20574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effectLst/>
                <a:latin typeface="+mn-lt"/>
                <a:ea typeface="+mn-ea"/>
              </a:defRPr>
            </a:lvl5pPr>
          </a:lstStyle>
          <a:p>
            <a:pPr marL="0" lvl="0" indent="0" algn="ctr" eaLnBrk="1" hangingPunct="1">
              <a:spcBef>
                <a:spcPct val="50000"/>
              </a:spcBef>
              <a:buClrTx/>
              <a:buSzTx/>
              <a:buFontTx/>
              <a:buNone/>
            </a:pPr>
            <a:r>
              <a:rPr lang="en-US" altLang="zh-CN" sz="2400" b="1" dirty="0">
                <a:latin typeface="Arial" panose="020B0604020202020204" pitchFamily="34" charset="0"/>
              </a:rPr>
              <a:t>1</a:t>
            </a:r>
            <a:endParaRPr lang="en-US" altLang="zh-CN" sz="2400" b="1" dirty="0">
              <a:latin typeface="Arial" panose="020B0604020202020204" pitchFamily="34" charset="0"/>
            </a:endParaRPr>
          </a:p>
        </p:txBody>
      </p:sp>
      <p:sp>
        <p:nvSpPr>
          <p:cNvPr id="78852" name="Text Box 3"/>
          <p:cNvSpPr txBox="1"/>
          <p:nvPr/>
        </p:nvSpPr>
        <p:spPr>
          <a:xfrm>
            <a:off x="3937000" y="593725"/>
            <a:ext cx="576263" cy="469900"/>
          </a:xfrm>
          <a:prstGeom prst="rect">
            <a:avLst/>
          </a:prstGeom>
          <a:noFill/>
          <a:ln w="12700" cap="flat" cmpd="sng">
            <a:solidFill>
              <a:schemeClr val="tx1"/>
            </a:solidFill>
            <a:prstDash val="solid"/>
            <a:miter/>
            <a:headEnd type="none" w="med" len="med"/>
            <a:tailEnd type="none" w="med" len="med"/>
          </a:ln>
        </p:spPr>
        <p:txBody>
          <a:bodyPr>
            <a:spAutoFit/>
          </a:bodyPr>
          <a:lstStyle>
            <a:lvl1pPr marL="342900" indent="-3429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80000"/>
              <a:buFont typeface="Wingdings" panose="05000000000000000000" pitchFamily="2" charset="2"/>
              <a:buChar char="n"/>
              <a:defRPr sz="3200" b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defRPr>
            </a:lvl1pPr>
            <a:lvl2pPr marL="742950" indent="-28575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Char char="–"/>
              <a:defRPr sz="2800">
                <a:solidFill>
                  <a:schemeClr val="tx1"/>
                </a:solidFill>
                <a:effectLst/>
                <a:latin typeface="+mn-lt"/>
                <a:ea typeface="+mn-ea"/>
              </a:defRPr>
            </a:lvl2pPr>
            <a:lvl3pPr marL="11430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Font typeface="Wingdings" panose="05000000000000000000" pitchFamily="2" charset="2"/>
              <a:buChar char="§"/>
              <a:defRPr sz="2400">
                <a:solidFill>
                  <a:schemeClr val="tx1"/>
                </a:solidFill>
                <a:effectLst/>
                <a:latin typeface="+mn-lt"/>
                <a:ea typeface="+mn-ea"/>
              </a:defRPr>
            </a:lvl3pPr>
            <a:lvl4pPr marL="16002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–"/>
              <a:defRPr sz="2000">
                <a:solidFill>
                  <a:schemeClr val="tx1"/>
                </a:solidFill>
                <a:effectLst/>
                <a:latin typeface="+mn-lt"/>
                <a:ea typeface="+mn-ea"/>
              </a:defRPr>
            </a:lvl4pPr>
            <a:lvl5pPr marL="20574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effectLst/>
                <a:latin typeface="+mn-lt"/>
                <a:ea typeface="+mn-ea"/>
              </a:defRPr>
            </a:lvl5pPr>
          </a:lstStyle>
          <a:p>
            <a:pPr marL="0" lvl="0" indent="0" algn="ctr" eaLnBrk="1" hangingPunct="1">
              <a:spcBef>
                <a:spcPct val="50000"/>
              </a:spcBef>
              <a:buClrTx/>
              <a:buSzTx/>
              <a:buFontTx/>
              <a:buNone/>
            </a:pPr>
            <a:r>
              <a:rPr lang="en-US" altLang="zh-CN" sz="2400" b="1" dirty="0">
                <a:latin typeface="Arial" panose="020B0604020202020204" pitchFamily="34" charset="0"/>
              </a:rPr>
              <a:t>4</a:t>
            </a:r>
            <a:endParaRPr lang="en-US" altLang="zh-CN" sz="2400" b="1" dirty="0">
              <a:latin typeface="Arial" panose="020B0604020202020204" pitchFamily="34" charset="0"/>
            </a:endParaRPr>
          </a:p>
        </p:txBody>
      </p:sp>
      <p:sp>
        <p:nvSpPr>
          <p:cNvPr id="78853" name="Text Box 4"/>
          <p:cNvSpPr txBox="1"/>
          <p:nvPr/>
        </p:nvSpPr>
        <p:spPr>
          <a:xfrm>
            <a:off x="4513263" y="593725"/>
            <a:ext cx="576262" cy="469900"/>
          </a:xfrm>
          <a:prstGeom prst="rect">
            <a:avLst/>
          </a:prstGeom>
          <a:noFill/>
          <a:ln w="12700" cap="flat" cmpd="sng">
            <a:solidFill>
              <a:schemeClr val="tx1"/>
            </a:solidFill>
            <a:prstDash val="solid"/>
            <a:miter/>
            <a:headEnd type="none" w="med" len="med"/>
            <a:tailEnd type="none" w="med" len="med"/>
          </a:ln>
        </p:spPr>
        <p:txBody>
          <a:bodyPr>
            <a:spAutoFit/>
          </a:bodyPr>
          <a:lstStyle>
            <a:lvl1pPr marL="342900" indent="-3429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80000"/>
              <a:buFont typeface="Wingdings" panose="05000000000000000000" pitchFamily="2" charset="2"/>
              <a:buChar char="n"/>
              <a:defRPr sz="3200" b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defRPr>
            </a:lvl1pPr>
            <a:lvl2pPr marL="742950" indent="-28575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Char char="–"/>
              <a:defRPr sz="2800">
                <a:solidFill>
                  <a:schemeClr val="tx1"/>
                </a:solidFill>
                <a:effectLst/>
                <a:latin typeface="+mn-lt"/>
                <a:ea typeface="+mn-ea"/>
              </a:defRPr>
            </a:lvl2pPr>
            <a:lvl3pPr marL="11430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Font typeface="Wingdings" panose="05000000000000000000" pitchFamily="2" charset="2"/>
              <a:buChar char="§"/>
              <a:defRPr sz="2400">
                <a:solidFill>
                  <a:schemeClr val="tx1"/>
                </a:solidFill>
                <a:effectLst/>
                <a:latin typeface="+mn-lt"/>
                <a:ea typeface="+mn-ea"/>
              </a:defRPr>
            </a:lvl3pPr>
            <a:lvl4pPr marL="16002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–"/>
              <a:defRPr sz="2000">
                <a:solidFill>
                  <a:schemeClr val="tx1"/>
                </a:solidFill>
                <a:effectLst/>
                <a:latin typeface="+mn-lt"/>
                <a:ea typeface="+mn-ea"/>
              </a:defRPr>
            </a:lvl4pPr>
            <a:lvl5pPr marL="20574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effectLst/>
                <a:latin typeface="+mn-lt"/>
                <a:ea typeface="+mn-ea"/>
              </a:defRPr>
            </a:lvl5pPr>
          </a:lstStyle>
          <a:p>
            <a:pPr marL="0" lvl="0" indent="0" algn="ctr" eaLnBrk="1" hangingPunct="1">
              <a:spcBef>
                <a:spcPct val="50000"/>
              </a:spcBef>
              <a:buClrTx/>
              <a:buSzTx/>
              <a:buFontTx/>
              <a:buNone/>
            </a:pPr>
            <a:r>
              <a:rPr lang="en-US" altLang="zh-CN" sz="2400" b="1" dirty="0">
                <a:latin typeface="Arial" panose="020B0604020202020204" pitchFamily="34" charset="0"/>
              </a:rPr>
              <a:t>6</a:t>
            </a:r>
            <a:endParaRPr lang="en-US" altLang="zh-CN" sz="2400" b="1" dirty="0">
              <a:latin typeface="Arial" panose="020B0604020202020204" pitchFamily="34" charset="0"/>
            </a:endParaRPr>
          </a:p>
        </p:txBody>
      </p:sp>
      <p:sp>
        <p:nvSpPr>
          <p:cNvPr id="78854" name="Text Box 5"/>
          <p:cNvSpPr txBox="1"/>
          <p:nvPr/>
        </p:nvSpPr>
        <p:spPr>
          <a:xfrm>
            <a:off x="5089525" y="593725"/>
            <a:ext cx="576263" cy="469900"/>
          </a:xfrm>
          <a:prstGeom prst="rect">
            <a:avLst/>
          </a:prstGeom>
          <a:noFill/>
          <a:ln w="12700" cap="flat" cmpd="sng">
            <a:solidFill>
              <a:schemeClr val="tx1"/>
            </a:solidFill>
            <a:prstDash val="solid"/>
            <a:miter/>
            <a:headEnd type="none" w="med" len="med"/>
            <a:tailEnd type="none" w="med" len="med"/>
          </a:ln>
        </p:spPr>
        <p:txBody>
          <a:bodyPr>
            <a:spAutoFit/>
          </a:bodyPr>
          <a:lstStyle>
            <a:lvl1pPr marL="342900" indent="-3429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80000"/>
              <a:buFont typeface="Wingdings" panose="05000000000000000000" pitchFamily="2" charset="2"/>
              <a:buChar char="n"/>
              <a:defRPr sz="3200" b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defRPr>
            </a:lvl1pPr>
            <a:lvl2pPr marL="742950" indent="-28575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Char char="–"/>
              <a:defRPr sz="2800">
                <a:solidFill>
                  <a:schemeClr val="tx1"/>
                </a:solidFill>
                <a:effectLst/>
                <a:latin typeface="+mn-lt"/>
                <a:ea typeface="+mn-ea"/>
              </a:defRPr>
            </a:lvl2pPr>
            <a:lvl3pPr marL="11430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Font typeface="Wingdings" panose="05000000000000000000" pitchFamily="2" charset="2"/>
              <a:buChar char="§"/>
              <a:defRPr sz="2400">
                <a:solidFill>
                  <a:schemeClr val="tx1"/>
                </a:solidFill>
                <a:effectLst/>
                <a:latin typeface="+mn-lt"/>
                <a:ea typeface="+mn-ea"/>
              </a:defRPr>
            </a:lvl3pPr>
            <a:lvl4pPr marL="16002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–"/>
              <a:defRPr sz="2000">
                <a:solidFill>
                  <a:schemeClr val="tx1"/>
                </a:solidFill>
                <a:effectLst/>
                <a:latin typeface="+mn-lt"/>
                <a:ea typeface="+mn-ea"/>
              </a:defRPr>
            </a:lvl4pPr>
            <a:lvl5pPr marL="20574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effectLst/>
                <a:latin typeface="+mn-lt"/>
                <a:ea typeface="+mn-ea"/>
              </a:defRPr>
            </a:lvl5pPr>
          </a:lstStyle>
          <a:p>
            <a:pPr marL="0" lvl="0" indent="0" algn="ctr" eaLnBrk="1" hangingPunct="1">
              <a:spcBef>
                <a:spcPct val="50000"/>
              </a:spcBef>
              <a:buClrTx/>
              <a:buSzTx/>
              <a:buFontTx/>
              <a:buNone/>
            </a:pPr>
            <a:r>
              <a:rPr lang="en-US" altLang="zh-CN" sz="2400" b="1" dirty="0">
                <a:latin typeface="Arial" panose="020B0604020202020204" pitchFamily="34" charset="0"/>
              </a:rPr>
              <a:t>4</a:t>
            </a:r>
            <a:endParaRPr lang="en-US" altLang="zh-CN" sz="2400" b="1" dirty="0">
              <a:latin typeface="Arial" panose="020B0604020202020204" pitchFamily="34" charset="0"/>
            </a:endParaRPr>
          </a:p>
        </p:txBody>
      </p:sp>
      <p:sp>
        <p:nvSpPr>
          <p:cNvPr id="78855" name="Text Box 6"/>
          <p:cNvSpPr txBox="1"/>
          <p:nvPr/>
        </p:nvSpPr>
        <p:spPr>
          <a:xfrm>
            <a:off x="5664200" y="593725"/>
            <a:ext cx="576263" cy="469900"/>
          </a:xfrm>
          <a:prstGeom prst="rect">
            <a:avLst/>
          </a:prstGeom>
          <a:noFill/>
          <a:ln w="12700" cap="flat" cmpd="sng">
            <a:solidFill>
              <a:schemeClr val="tx1"/>
            </a:solidFill>
            <a:prstDash val="solid"/>
            <a:miter/>
            <a:headEnd type="none" w="med" len="med"/>
            <a:tailEnd type="none" w="med" len="med"/>
          </a:ln>
        </p:spPr>
        <p:txBody>
          <a:bodyPr>
            <a:spAutoFit/>
          </a:bodyPr>
          <a:lstStyle>
            <a:lvl1pPr marL="342900" indent="-3429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80000"/>
              <a:buFont typeface="Wingdings" panose="05000000000000000000" pitchFamily="2" charset="2"/>
              <a:buChar char="n"/>
              <a:defRPr sz="3200" b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defRPr>
            </a:lvl1pPr>
            <a:lvl2pPr marL="742950" indent="-28575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Char char="–"/>
              <a:defRPr sz="2800">
                <a:solidFill>
                  <a:schemeClr val="tx1"/>
                </a:solidFill>
                <a:effectLst/>
                <a:latin typeface="+mn-lt"/>
                <a:ea typeface="+mn-ea"/>
              </a:defRPr>
            </a:lvl2pPr>
            <a:lvl3pPr marL="11430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Font typeface="Wingdings" panose="05000000000000000000" pitchFamily="2" charset="2"/>
              <a:buChar char="§"/>
              <a:defRPr sz="2400">
                <a:solidFill>
                  <a:schemeClr val="tx1"/>
                </a:solidFill>
                <a:effectLst/>
                <a:latin typeface="+mn-lt"/>
                <a:ea typeface="+mn-ea"/>
              </a:defRPr>
            </a:lvl3pPr>
            <a:lvl4pPr marL="16002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–"/>
              <a:defRPr sz="2000">
                <a:solidFill>
                  <a:schemeClr val="tx1"/>
                </a:solidFill>
                <a:effectLst/>
                <a:latin typeface="+mn-lt"/>
                <a:ea typeface="+mn-ea"/>
              </a:defRPr>
            </a:lvl4pPr>
            <a:lvl5pPr marL="20574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effectLst/>
                <a:latin typeface="+mn-lt"/>
                <a:ea typeface="+mn-ea"/>
              </a:defRPr>
            </a:lvl5pPr>
          </a:lstStyle>
          <a:p>
            <a:pPr marL="0" lvl="0" indent="0" algn="ctr" eaLnBrk="1" hangingPunct="1">
              <a:spcBef>
                <a:spcPct val="50000"/>
              </a:spcBef>
              <a:buClrTx/>
              <a:buSzTx/>
              <a:buFontTx/>
              <a:buNone/>
            </a:pPr>
            <a:r>
              <a:rPr lang="en-US" altLang="zh-CN" sz="2400" b="1" dirty="0">
                <a:latin typeface="Arial" panose="020B0604020202020204" pitchFamily="34" charset="0"/>
              </a:rPr>
              <a:t>1</a:t>
            </a:r>
            <a:endParaRPr lang="en-US" altLang="zh-CN" sz="2400" b="1" dirty="0">
              <a:latin typeface="Arial" panose="020B0604020202020204" pitchFamily="34" charset="0"/>
            </a:endParaRPr>
          </a:p>
        </p:txBody>
      </p:sp>
      <p:sp>
        <p:nvSpPr>
          <p:cNvPr id="78856" name="Text Box 7"/>
          <p:cNvSpPr txBox="1"/>
          <p:nvPr/>
        </p:nvSpPr>
        <p:spPr>
          <a:xfrm>
            <a:off x="6240463" y="593725"/>
            <a:ext cx="576262" cy="469900"/>
          </a:xfrm>
          <a:prstGeom prst="rect">
            <a:avLst/>
          </a:prstGeom>
          <a:noFill/>
          <a:ln w="12700" cap="flat" cmpd="sng">
            <a:solidFill>
              <a:schemeClr val="tx1"/>
            </a:solidFill>
            <a:prstDash val="solid"/>
            <a:miter/>
            <a:headEnd type="none" w="med" len="med"/>
            <a:tailEnd type="none" w="med" len="med"/>
          </a:ln>
        </p:spPr>
        <p:txBody>
          <a:bodyPr>
            <a:spAutoFit/>
          </a:bodyPr>
          <a:lstStyle>
            <a:lvl1pPr marL="342900" indent="-3429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80000"/>
              <a:buFont typeface="Wingdings" panose="05000000000000000000" pitchFamily="2" charset="2"/>
              <a:buChar char="n"/>
              <a:defRPr sz="3200" b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defRPr>
            </a:lvl1pPr>
            <a:lvl2pPr marL="742950" indent="-28575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Char char="–"/>
              <a:defRPr sz="2800">
                <a:solidFill>
                  <a:schemeClr val="tx1"/>
                </a:solidFill>
                <a:effectLst/>
                <a:latin typeface="+mn-lt"/>
                <a:ea typeface="+mn-ea"/>
              </a:defRPr>
            </a:lvl2pPr>
            <a:lvl3pPr marL="11430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Font typeface="Wingdings" panose="05000000000000000000" pitchFamily="2" charset="2"/>
              <a:buChar char="§"/>
              <a:defRPr sz="2400">
                <a:solidFill>
                  <a:schemeClr val="tx1"/>
                </a:solidFill>
                <a:effectLst/>
                <a:latin typeface="+mn-lt"/>
                <a:ea typeface="+mn-ea"/>
              </a:defRPr>
            </a:lvl3pPr>
            <a:lvl4pPr marL="16002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–"/>
              <a:defRPr sz="2000">
                <a:solidFill>
                  <a:schemeClr val="tx1"/>
                </a:solidFill>
                <a:effectLst/>
                <a:latin typeface="+mn-lt"/>
                <a:ea typeface="+mn-ea"/>
              </a:defRPr>
            </a:lvl4pPr>
            <a:lvl5pPr marL="20574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effectLst/>
                <a:latin typeface="+mn-lt"/>
                <a:ea typeface="+mn-ea"/>
              </a:defRPr>
            </a:lvl5pPr>
          </a:lstStyle>
          <a:p>
            <a:pPr marL="0" lvl="0" indent="0" algn="ctr" eaLnBrk="1" hangingPunct="1">
              <a:spcBef>
                <a:spcPct val="50000"/>
              </a:spcBef>
              <a:buClrTx/>
              <a:buSzTx/>
              <a:buFontTx/>
              <a:buNone/>
            </a:pPr>
            <a:endParaRPr lang="zh-CN" altLang="zh-CN" sz="2400" b="1" dirty="0">
              <a:latin typeface="Arial" panose="020B0604020202020204" pitchFamily="34" charset="0"/>
            </a:endParaRPr>
          </a:p>
        </p:txBody>
      </p:sp>
      <p:sp>
        <p:nvSpPr>
          <p:cNvPr id="78857" name="Text Box 8"/>
          <p:cNvSpPr txBox="1"/>
          <p:nvPr/>
        </p:nvSpPr>
        <p:spPr>
          <a:xfrm>
            <a:off x="6816725" y="593725"/>
            <a:ext cx="576263" cy="469900"/>
          </a:xfrm>
          <a:prstGeom prst="rect">
            <a:avLst/>
          </a:prstGeom>
          <a:noFill/>
          <a:ln w="12700" cap="flat" cmpd="sng">
            <a:solidFill>
              <a:schemeClr val="tx1"/>
            </a:solidFill>
            <a:prstDash val="solid"/>
            <a:miter/>
            <a:headEnd type="none" w="med" len="med"/>
            <a:tailEnd type="none" w="med" len="med"/>
          </a:ln>
        </p:spPr>
        <p:txBody>
          <a:bodyPr>
            <a:spAutoFit/>
          </a:bodyPr>
          <a:lstStyle>
            <a:lvl1pPr marL="342900" indent="-3429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80000"/>
              <a:buFont typeface="Wingdings" panose="05000000000000000000" pitchFamily="2" charset="2"/>
              <a:buChar char="n"/>
              <a:defRPr sz="3200" b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defRPr>
            </a:lvl1pPr>
            <a:lvl2pPr marL="742950" indent="-28575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Char char="–"/>
              <a:defRPr sz="2800">
                <a:solidFill>
                  <a:schemeClr val="tx1"/>
                </a:solidFill>
                <a:effectLst/>
                <a:latin typeface="+mn-lt"/>
                <a:ea typeface="+mn-ea"/>
              </a:defRPr>
            </a:lvl2pPr>
            <a:lvl3pPr marL="11430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Font typeface="Wingdings" panose="05000000000000000000" pitchFamily="2" charset="2"/>
              <a:buChar char="§"/>
              <a:defRPr sz="2400">
                <a:solidFill>
                  <a:schemeClr val="tx1"/>
                </a:solidFill>
                <a:effectLst/>
                <a:latin typeface="+mn-lt"/>
                <a:ea typeface="+mn-ea"/>
              </a:defRPr>
            </a:lvl3pPr>
            <a:lvl4pPr marL="16002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–"/>
              <a:defRPr sz="2000">
                <a:solidFill>
                  <a:schemeClr val="tx1"/>
                </a:solidFill>
                <a:effectLst/>
                <a:latin typeface="+mn-lt"/>
                <a:ea typeface="+mn-ea"/>
              </a:defRPr>
            </a:lvl4pPr>
            <a:lvl5pPr marL="20574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effectLst/>
                <a:latin typeface="+mn-lt"/>
                <a:ea typeface="+mn-ea"/>
              </a:defRPr>
            </a:lvl5pPr>
          </a:lstStyle>
          <a:p>
            <a:pPr marL="0" lvl="0" indent="0" algn="ctr" eaLnBrk="1" hangingPunct="1">
              <a:spcBef>
                <a:spcPct val="50000"/>
              </a:spcBef>
              <a:buClrTx/>
              <a:buSzTx/>
              <a:buFontTx/>
              <a:buNone/>
            </a:pPr>
            <a:endParaRPr lang="zh-CN" altLang="zh-CN" sz="2400" b="1" dirty="0">
              <a:latin typeface="Arial" panose="020B0604020202020204" pitchFamily="34" charset="0"/>
            </a:endParaRPr>
          </a:p>
        </p:txBody>
      </p:sp>
      <p:sp>
        <p:nvSpPr>
          <p:cNvPr id="78858" name="Text Box 9"/>
          <p:cNvSpPr txBox="1"/>
          <p:nvPr/>
        </p:nvSpPr>
        <p:spPr>
          <a:xfrm>
            <a:off x="7392988" y="593725"/>
            <a:ext cx="576262" cy="469900"/>
          </a:xfrm>
          <a:prstGeom prst="rect">
            <a:avLst/>
          </a:prstGeom>
          <a:noFill/>
          <a:ln w="12700" cap="flat" cmpd="sng">
            <a:solidFill>
              <a:schemeClr val="tx1"/>
            </a:solidFill>
            <a:prstDash val="solid"/>
            <a:miter/>
            <a:headEnd type="none" w="med" len="med"/>
            <a:tailEnd type="none" w="med" len="med"/>
          </a:ln>
        </p:spPr>
        <p:txBody>
          <a:bodyPr>
            <a:spAutoFit/>
          </a:bodyPr>
          <a:lstStyle>
            <a:lvl1pPr marL="342900" indent="-3429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80000"/>
              <a:buFont typeface="Wingdings" panose="05000000000000000000" pitchFamily="2" charset="2"/>
              <a:buChar char="n"/>
              <a:defRPr sz="3200" b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defRPr>
            </a:lvl1pPr>
            <a:lvl2pPr marL="742950" indent="-28575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Char char="–"/>
              <a:defRPr sz="2800">
                <a:solidFill>
                  <a:schemeClr val="tx1"/>
                </a:solidFill>
                <a:effectLst/>
                <a:latin typeface="+mn-lt"/>
                <a:ea typeface="+mn-ea"/>
              </a:defRPr>
            </a:lvl2pPr>
            <a:lvl3pPr marL="11430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Font typeface="Wingdings" panose="05000000000000000000" pitchFamily="2" charset="2"/>
              <a:buChar char="§"/>
              <a:defRPr sz="2400">
                <a:solidFill>
                  <a:schemeClr val="tx1"/>
                </a:solidFill>
                <a:effectLst/>
                <a:latin typeface="+mn-lt"/>
                <a:ea typeface="+mn-ea"/>
              </a:defRPr>
            </a:lvl3pPr>
            <a:lvl4pPr marL="16002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–"/>
              <a:defRPr sz="2000">
                <a:solidFill>
                  <a:schemeClr val="tx1"/>
                </a:solidFill>
                <a:effectLst/>
                <a:latin typeface="+mn-lt"/>
                <a:ea typeface="+mn-ea"/>
              </a:defRPr>
            </a:lvl4pPr>
            <a:lvl5pPr marL="20574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effectLst/>
                <a:latin typeface="+mn-lt"/>
                <a:ea typeface="+mn-ea"/>
              </a:defRPr>
            </a:lvl5pPr>
          </a:lstStyle>
          <a:p>
            <a:pPr marL="0" lvl="0" indent="0" algn="ctr" eaLnBrk="1" hangingPunct="1">
              <a:spcBef>
                <a:spcPct val="50000"/>
              </a:spcBef>
              <a:buClrTx/>
              <a:buSzTx/>
              <a:buFontTx/>
              <a:buNone/>
            </a:pPr>
            <a:endParaRPr lang="zh-CN" altLang="zh-CN" sz="2400" b="1" dirty="0">
              <a:latin typeface="Arial" panose="020B0604020202020204" pitchFamily="34" charset="0"/>
            </a:endParaRPr>
          </a:p>
        </p:txBody>
      </p:sp>
      <p:sp>
        <p:nvSpPr>
          <p:cNvPr id="78859" name="Text Box 10"/>
          <p:cNvSpPr txBox="1"/>
          <p:nvPr/>
        </p:nvSpPr>
        <p:spPr>
          <a:xfrm>
            <a:off x="7969250" y="593725"/>
            <a:ext cx="576263" cy="469900"/>
          </a:xfrm>
          <a:prstGeom prst="rect">
            <a:avLst/>
          </a:prstGeom>
          <a:noFill/>
          <a:ln w="12700" cap="flat" cmpd="sng">
            <a:solidFill>
              <a:schemeClr val="tx1"/>
            </a:solidFill>
            <a:prstDash val="solid"/>
            <a:miter/>
            <a:headEnd type="none" w="med" len="med"/>
            <a:tailEnd type="none" w="med" len="med"/>
          </a:ln>
        </p:spPr>
        <p:txBody>
          <a:bodyPr>
            <a:spAutoFit/>
          </a:bodyPr>
          <a:lstStyle>
            <a:lvl1pPr marL="342900" indent="-3429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80000"/>
              <a:buFont typeface="Wingdings" panose="05000000000000000000" pitchFamily="2" charset="2"/>
              <a:buChar char="n"/>
              <a:defRPr sz="3200" b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defRPr>
            </a:lvl1pPr>
            <a:lvl2pPr marL="742950" indent="-28575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Char char="–"/>
              <a:defRPr sz="2800">
                <a:solidFill>
                  <a:schemeClr val="tx1"/>
                </a:solidFill>
                <a:effectLst/>
                <a:latin typeface="+mn-lt"/>
                <a:ea typeface="+mn-ea"/>
              </a:defRPr>
            </a:lvl2pPr>
            <a:lvl3pPr marL="11430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Font typeface="Wingdings" panose="05000000000000000000" pitchFamily="2" charset="2"/>
              <a:buChar char="§"/>
              <a:defRPr sz="2400">
                <a:solidFill>
                  <a:schemeClr val="tx1"/>
                </a:solidFill>
                <a:effectLst/>
                <a:latin typeface="+mn-lt"/>
                <a:ea typeface="+mn-ea"/>
              </a:defRPr>
            </a:lvl3pPr>
            <a:lvl4pPr marL="16002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–"/>
              <a:defRPr sz="2000">
                <a:solidFill>
                  <a:schemeClr val="tx1"/>
                </a:solidFill>
                <a:effectLst/>
                <a:latin typeface="+mn-lt"/>
                <a:ea typeface="+mn-ea"/>
              </a:defRPr>
            </a:lvl4pPr>
            <a:lvl5pPr marL="20574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effectLst/>
                <a:latin typeface="+mn-lt"/>
                <a:ea typeface="+mn-ea"/>
              </a:defRPr>
            </a:lvl5pPr>
          </a:lstStyle>
          <a:p>
            <a:pPr marL="0" lvl="0" indent="0" algn="ctr" eaLnBrk="1" hangingPunct="1">
              <a:spcBef>
                <a:spcPct val="50000"/>
              </a:spcBef>
              <a:buClrTx/>
              <a:buSzTx/>
              <a:buFontTx/>
              <a:buNone/>
            </a:pPr>
            <a:endParaRPr lang="zh-CN" altLang="zh-CN" sz="2400" b="1" dirty="0">
              <a:latin typeface="Arial" panose="020B0604020202020204" pitchFamily="34" charset="0"/>
            </a:endParaRPr>
          </a:p>
        </p:txBody>
      </p:sp>
      <p:sp>
        <p:nvSpPr>
          <p:cNvPr id="78860" name="Text Box 11"/>
          <p:cNvSpPr txBox="1"/>
          <p:nvPr/>
        </p:nvSpPr>
        <p:spPr>
          <a:xfrm>
            <a:off x="8543925" y="593725"/>
            <a:ext cx="576263" cy="469900"/>
          </a:xfrm>
          <a:prstGeom prst="rect">
            <a:avLst/>
          </a:prstGeom>
          <a:noFill/>
          <a:ln w="12700" cap="flat" cmpd="sng">
            <a:solidFill>
              <a:schemeClr val="tx1"/>
            </a:solidFill>
            <a:prstDash val="solid"/>
            <a:miter/>
            <a:headEnd type="none" w="med" len="med"/>
            <a:tailEnd type="none" w="med" len="med"/>
          </a:ln>
        </p:spPr>
        <p:txBody>
          <a:bodyPr>
            <a:spAutoFit/>
          </a:bodyPr>
          <a:lstStyle>
            <a:lvl1pPr marL="342900" indent="-3429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80000"/>
              <a:buFont typeface="Wingdings" panose="05000000000000000000" pitchFamily="2" charset="2"/>
              <a:buChar char="n"/>
              <a:defRPr sz="3200" b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defRPr>
            </a:lvl1pPr>
            <a:lvl2pPr marL="742950" indent="-28575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Char char="–"/>
              <a:defRPr sz="2800">
                <a:solidFill>
                  <a:schemeClr val="tx1"/>
                </a:solidFill>
                <a:effectLst/>
                <a:latin typeface="+mn-lt"/>
                <a:ea typeface="+mn-ea"/>
              </a:defRPr>
            </a:lvl2pPr>
            <a:lvl3pPr marL="11430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Font typeface="Wingdings" panose="05000000000000000000" pitchFamily="2" charset="2"/>
              <a:buChar char="§"/>
              <a:defRPr sz="2400">
                <a:solidFill>
                  <a:schemeClr val="tx1"/>
                </a:solidFill>
                <a:effectLst/>
                <a:latin typeface="+mn-lt"/>
                <a:ea typeface="+mn-ea"/>
              </a:defRPr>
            </a:lvl3pPr>
            <a:lvl4pPr marL="16002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–"/>
              <a:defRPr sz="2000">
                <a:solidFill>
                  <a:schemeClr val="tx1"/>
                </a:solidFill>
                <a:effectLst/>
                <a:latin typeface="+mn-lt"/>
                <a:ea typeface="+mn-ea"/>
              </a:defRPr>
            </a:lvl4pPr>
            <a:lvl5pPr marL="20574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effectLst/>
                <a:latin typeface="+mn-lt"/>
                <a:ea typeface="+mn-ea"/>
              </a:defRPr>
            </a:lvl5pPr>
          </a:lstStyle>
          <a:p>
            <a:pPr marL="0" lvl="0" indent="0" algn="ctr" eaLnBrk="1" hangingPunct="1">
              <a:spcBef>
                <a:spcPct val="50000"/>
              </a:spcBef>
              <a:buClrTx/>
              <a:buSzTx/>
              <a:buFontTx/>
              <a:buNone/>
            </a:pPr>
            <a:endParaRPr lang="zh-CN" altLang="zh-CN" sz="2400" b="1" dirty="0">
              <a:latin typeface="Arial" panose="020B0604020202020204" pitchFamily="34" charset="0"/>
            </a:endParaRPr>
          </a:p>
        </p:txBody>
      </p:sp>
      <p:sp>
        <p:nvSpPr>
          <p:cNvPr id="78861" name="Text Box 12"/>
          <p:cNvSpPr txBox="1"/>
          <p:nvPr/>
        </p:nvSpPr>
        <p:spPr>
          <a:xfrm>
            <a:off x="2711450" y="558800"/>
            <a:ext cx="576263" cy="457200"/>
          </a:xfrm>
          <a:prstGeom prst="rect">
            <a:avLst/>
          </a:prstGeom>
          <a:noFill/>
          <a:ln w="12700">
            <a:noFill/>
          </a:ln>
        </p:spPr>
        <p:txBody>
          <a:bodyPr>
            <a:spAutoFit/>
          </a:bodyPr>
          <a:lstStyle>
            <a:lvl1pPr marL="342900" indent="-3429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80000"/>
              <a:buFont typeface="Wingdings" panose="05000000000000000000" pitchFamily="2" charset="2"/>
              <a:buChar char="n"/>
              <a:defRPr sz="3200" b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defRPr>
            </a:lvl1pPr>
            <a:lvl2pPr marL="742950" indent="-28575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Char char="–"/>
              <a:defRPr sz="2800">
                <a:solidFill>
                  <a:schemeClr val="tx1"/>
                </a:solidFill>
                <a:effectLst/>
                <a:latin typeface="+mn-lt"/>
                <a:ea typeface="+mn-ea"/>
              </a:defRPr>
            </a:lvl2pPr>
            <a:lvl3pPr marL="11430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Font typeface="Wingdings" panose="05000000000000000000" pitchFamily="2" charset="2"/>
              <a:buChar char="§"/>
              <a:defRPr sz="2400">
                <a:solidFill>
                  <a:schemeClr val="tx1"/>
                </a:solidFill>
                <a:effectLst/>
                <a:latin typeface="+mn-lt"/>
                <a:ea typeface="+mn-ea"/>
              </a:defRPr>
            </a:lvl3pPr>
            <a:lvl4pPr marL="16002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–"/>
              <a:defRPr sz="2000">
                <a:solidFill>
                  <a:schemeClr val="tx1"/>
                </a:solidFill>
                <a:effectLst/>
                <a:latin typeface="+mn-lt"/>
                <a:ea typeface="+mn-ea"/>
              </a:defRPr>
            </a:lvl4pPr>
            <a:lvl5pPr marL="20574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effectLst/>
                <a:latin typeface="+mn-lt"/>
                <a:ea typeface="+mn-ea"/>
              </a:defRPr>
            </a:lvl5pPr>
          </a:lstStyle>
          <a:p>
            <a:pPr marL="0" lvl="0" indent="0" eaLnBrk="1" hangingPunct="1">
              <a:spcBef>
                <a:spcPct val="50000"/>
              </a:spcBef>
              <a:buClrTx/>
              <a:buSzTx/>
              <a:buFontTx/>
              <a:buNone/>
            </a:pPr>
            <a:r>
              <a:rPr lang="en-US" altLang="zh-CN" sz="2400" b="1" dirty="0">
                <a:latin typeface="Arial" panose="020B0604020202020204" pitchFamily="34" charset="0"/>
              </a:rPr>
              <a:t>b</a:t>
            </a:r>
            <a:endParaRPr lang="en-US" altLang="zh-CN" sz="2400" b="1" dirty="0">
              <a:latin typeface="Arial" panose="020B0604020202020204" pitchFamily="34" charset="0"/>
            </a:endParaRPr>
          </a:p>
        </p:txBody>
      </p:sp>
      <p:sp>
        <p:nvSpPr>
          <p:cNvPr id="78862" name="Text Box 13"/>
          <p:cNvSpPr txBox="1"/>
          <p:nvPr/>
        </p:nvSpPr>
        <p:spPr>
          <a:xfrm>
            <a:off x="3360738" y="1951038"/>
            <a:ext cx="576262" cy="469900"/>
          </a:xfrm>
          <a:prstGeom prst="rect">
            <a:avLst/>
          </a:prstGeom>
          <a:noFill/>
          <a:ln w="12700" cap="flat" cmpd="sng">
            <a:solidFill>
              <a:schemeClr val="tx1"/>
            </a:solidFill>
            <a:prstDash val="solid"/>
            <a:miter/>
            <a:headEnd type="none" w="med" len="med"/>
            <a:tailEnd type="none" w="med" len="med"/>
          </a:ln>
        </p:spPr>
        <p:txBody>
          <a:bodyPr>
            <a:spAutoFit/>
          </a:bodyPr>
          <a:lstStyle>
            <a:lvl1pPr marL="342900" indent="-3429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80000"/>
              <a:buFont typeface="Wingdings" panose="05000000000000000000" pitchFamily="2" charset="2"/>
              <a:buChar char="n"/>
              <a:defRPr sz="3200" b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defRPr>
            </a:lvl1pPr>
            <a:lvl2pPr marL="742950" indent="-28575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Char char="–"/>
              <a:defRPr sz="2800">
                <a:solidFill>
                  <a:schemeClr val="tx1"/>
                </a:solidFill>
                <a:effectLst/>
                <a:latin typeface="+mn-lt"/>
                <a:ea typeface="+mn-ea"/>
              </a:defRPr>
            </a:lvl2pPr>
            <a:lvl3pPr marL="11430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Font typeface="Wingdings" panose="05000000000000000000" pitchFamily="2" charset="2"/>
              <a:buChar char="§"/>
              <a:defRPr sz="2400">
                <a:solidFill>
                  <a:schemeClr val="tx1"/>
                </a:solidFill>
                <a:effectLst/>
                <a:latin typeface="+mn-lt"/>
                <a:ea typeface="+mn-ea"/>
              </a:defRPr>
            </a:lvl3pPr>
            <a:lvl4pPr marL="16002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–"/>
              <a:defRPr sz="2000">
                <a:solidFill>
                  <a:schemeClr val="tx1"/>
                </a:solidFill>
                <a:effectLst/>
                <a:latin typeface="+mn-lt"/>
                <a:ea typeface="+mn-ea"/>
              </a:defRPr>
            </a:lvl4pPr>
            <a:lvl5pPr marL="20574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effectLst/>
                <a:latin typeface="+mn-lt"/>
                <a:ea typeface="+mn-ea"/>
              </a:defRPr>
            </a:lvl5pPr>
          </a:lstStyle>
          <a:p>
            <a:pPr marL="0" lvl="0" indent="0" algn="ctr" eaLnBrk="1" hangingPunct="1">
              <a:spcBef>
                <a:spcPct val="50000"/>
              </a:spcBef>
              <a:buClrTx/>
              <a:buSzTx/>
              <a:buFontTx/>
              <a:buNone/>
            </a:pPr>
            <a:endParaRPr lang="zh-CN" altLang="zh-CN" sz="2400" b="1" dirty="0">
              <a:latin typeface="Arial" panose="020B0604020202020204" pitchFamily="34" charset="0"/>
            </a:endParaRPr>
          </a:p>
        </p:txBody>
      </p:sp>
      <p:sp>
        <p:nvSpPr>
          <p:cNvPr id="78863" name="Text Box 14"/>
          <p:cNvSpPr txBox="1"/>
          <p:nvPr/>
        </p:nvSpPr>
        <p:spPr>
          <a:xfrm>
            <a:off x="3937000" y="1951038"/>
            <a:ext cx="576263" cy="469900"/>
          </a:xfrm>
          <a:prstGeom prst="rect">
            <a:avLst/>
          </a:prstGeom>
          <a:noFill/>
          <a:ln w="12700" cap="flat" cmpd="sng">
            <a:solidFill>
              <a:schemeClr val="tx1"/>
            </a:solidFill>
            <a:prstDash val="solid"/>
            <a:miter/>
            <a:headEnd type="none" w="med" len="med"/>
            <a:tailEnd type="none" w="med" len="med"/>
          </a:ln>
        </p:spPr>
        <p:txBody>
          <a:bodyPr>
            <a:spAutoFit/>
          </a:bodyPr>
          <a:lstStyle>
            <a:lvl1pPr marL="342900" indent="-3429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80000"/>
              <a:buFont typeface="Wingdings" panose="05000000000000000000" pitchFamily="2" charset="2"/>
              <a:buChar char="n"/>
              <a:defRPr sz="3200" b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defRPr>
            </a:lvl1pPr>
            <a:lvl2pPr marL="742950" indent="-28575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Char char="–"/>
              <a:defRPr sz="2800">
                <a:solidFill>
                  <a:schemeClr val="tx1"/>
                </a:solidFill>
                <a:effectLst/>
                <a:latin typeface="+mn-lt"/>
                <a:ea typeface="+mn-ea"/>
              </a:defRPr>
            </a:lvl2pPr>
            <a:lvl3pPr marL="11430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Font typeface="Wingdings" panose="05000000000000000000" pitchFamily="2" charset="2"/>
              <a:buChar char="§"/>
              <a:defRPr sz="2400">
                <a:solidFill>
                  <a:schemeClr val="tx1"/>
                </a:solidFill>
                <a:effectLst/>
                <a:latin typeface="+mn-lt"/>
                <a:ea typeface="+mn-ea"/>
              </a:defRPr>
            </a:lvl3pPr>
            <a:lvl4pPr marL="16002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–"/>
              <a:defRPr sz="2000">
                <a:solidFill>
                  <a:schemeClr val="tx1"/>
                </a:solidFill>
                <a:effectLst/>
                <a:latin typeface="+mn-lt"/>
                <a:ea typeface="+mn-ea"/>
              </a:defRPr>
            </a:lvl4pPr>
            <a:lvl5pPr marL="20574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effectLst/>
                <a:latin typeface="+mn-lt"/>
                <a:ea typeface="+mn-ea"/>
              </a:defRPr>
            </a:lvl5pPr>
          </a:lstStyle>
          <a:p>
            <a:pPr marL="0" lvl="0" indent="0" algn="ctr" eaLnBrk="1" hangingPunct="1">
              <a:spcBef>
                <a:spcPct val="50000"/>
              </a:spcBef>
              <a:buClrTx/>
              <a:buSzTx/>
              <a:buFontTx/>
              <a:buNone/>
            </a:pPr>
            <a:endParaRPr lang="zh-CN" altLang="zh-CN" sz="2400" b="1" dirty="0">
              <a:latin typeface="Arial" panose="020B0604020202020204" pitchFamily="34" charset="0"/>
            </a:endParaRPr>
          </a:p>
        </p:txBody>
      </p:sp>
      <p:sp>
        <p:nvSpPr>
          <p:cNvPr id="78864" name="Text Box 15"/>
          <p:cNvSpPr txBox="1"/>
          <p:nvPr/>
        </p:nvSpPr>
        <p:spPr>
          <a:xfrm>
            <a:off x="4513263" y="1951038"/>
            <a:ext cx="576262" cy="469900"/>
          </a:xfrm>
          <a:prstGeom prst="rect">
            <a:avLst/>
          </a:prstGeom>
          <a:noFill/>
          <a:ln w="12700" cap="flat" cmpd="sng">
            <a:solidFill>
              <a:schemeClr val="tx1"/>
            </a:solidFill>
            <a:prstDash val="solid"/>
            <a:miter/>
            <a:headEnd type="none" w="med" len="med"/>
            <a:tailEnd type="none" w="med" len="med"/>
          </a:ln>
        </p:spPr>
        <p:txBody>
          <a:bodyPr>
            <a:spAutoFit/>
          </a:bodyPr>
          <a:lstStyle>
            <a:lvl1pPr marL="342900" indent="-3429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80000"/>
              <a:buFont typeface="Wingdings" panose="05000000000000000000" pitchFamily="2" charset="2"/>
              <a:buChar char="n"/>
              <a:defRPr sz="3200" b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defRPr>
            </a:lvl1pPr>
            <a:lvl2pPr marL="742950" indent="-28575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Char char="–"/>
              <a:defRPr sz="2800">
                <a:solidFill>
                  <a:schemeClr val="tx1"/>
                </a:solidFill>
                <a:effectLst/>
                <a:latin typeface="+mn-lt"/>
                <a:ea typeface="+mn-ea"/>
              </a:defRPr>
            </a:lvl2pPr>
            <a:lvl3pPr marL="11430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Font typeface="Wingdings" panose="05000000000000000000" pitchFamily="2" charset="2"/>
              <a:buChar char="§"/>
              <a:defRPr sz="2400">
                <a:solidFill>
                  <a:schemeClr val="tx1"/>
                </a:solidFill>
                <a:effectLst/>
                <a:latin typeface="+mn-lt"/>
                <a:ea typeface="+mn-ea"/>
              </a:defRPr>
            </a:lvl3pPr>
            <a:lvl4pPr marL="16002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–"/>
              <a:defRPr sz="2000">
                <a:solidFill>
                  <a:schemeClr val="tx1"/>
                </a:solidFill>
                <a:effectLst/>
                <a:latin typeface="+mn-lt"/>
                <a:ea typeface="+mn-ea"/>
              </a:defRPr>
            </a:lvl4pPr>
            <a:lvl5pPr marL="20574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effectLst/>
                <a:latin typeface="+mn-lt"/>
                <a:ea typeface="+mn-ea"/>
              </a:defRPr>
            </a:lvl5pPr>
          </a:lstStyle>
          <a:p>
            <a:pPr marL="0" lvl="0" indent="0" algn="ctr" eaLnBrk="1" hangingPunct="1">
              <a:spcBef>
                <a:spcPct val="50000"/>
              </a:spcBef>
              <a:buClrTx/>
              <a:buSzTx/>
              <a:buFontTx/>
              <a:buNone/>
            </a:pPr>
            <a:endParaRPr lang="zh-CN" altLang="zh-CN" sz="2400" b="1" dirty="0">
              <a:latin typeface="Arial" panose="020B0604020202020204" pitchFamily="34" charset="0"/>
            </a:endParaRPr>
          </a:p>
        </p:txBody>
      </p:sp>
      <p:sp>
        <p:nvSpPr>
          <p:cNvPr id="78865" name="Text Box 16"/>
          <p:cNvSpPr txBox="1"/>
          <p:nvPr/>
        </p:nvSpPr>
        <p:spPr>
          <a:xfrm>
            <a:off x="5089525" y="1951038"/>
            <a:ext cx="576263" cy="469900"/>
          </a:xfrm>
          <a:prstGeom prst="rect">
            <a:avLst/>
          </a:prstGeom>
          <a:noFill/>
          <a:ln w="12700" cap="flat" cmpd="sng">
            <a:solidFill>
              <a:schemeClr val="tx1"/>
            </a:solidFill>
            <a:prstDash val="solid"/>
            <a:miter/>
            <a:headEnd type="none" w="med" len="med"/>
            <a:tailEnd type="none" w="med" len="med"/>
          </a:ln>
        </p:spPr>
        <p:txBody>
          <a:bodyPr>
            <a:spAutoFit/>
          </a:bodyPr>
          <a:lstStyle>
            <a:lvl1pPr marL="342900" indent="-3429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80000"/>
              <a:buFont typeface="Wingdings" panose="05000000000000000000" pitchFamily="2" charset="2"/>
              <a:buChar char="n"/>
              <a:defRPr sz="3200" b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defRPr>
            </a:lvl1pPr>
            <a:lvl2pPr marL="742950" indent="-28575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Char char="–"/>
              <a:defRPr sz="2800">
                <a:solidFill>
                  <a:schemeClr val="tx1"/>
                </a:solidFill>
                <a:effectLst/>
                <a:latin typeface="+mn-lt"/>
                <a:ea typeface="+mn-ea"/>
              </a:defRPr>
            </a:lvl2pPr>
            <a:lvl3pPr marL="11430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Font typeface="Wingdings" panose="05000000000000000000" pitchFamily="2" charset="2"/>
              <a:buChar char="§"/>
              <a:defRPr sz="2400">
                <a:solidFill>
                  <a:schemeClr val="tx1"/>
                </a:solidFill>
                <a:effectLst/>
                <a:latin typeface="+mn-lt"/>
                <a:ea typeface="+mn-ea"/>
              </a:defRPr>
            </a:lvl3pPr>
            <a:lvl4pPr marL="16002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–"/>
              <a:defRPr sz="2000">
                <a:solidFill>
                  <a:schemeClr val="tx1"/>
                </a:solidFill>
                <a:effectLst/>
                <a:latin typeface="+mn-lt"/>
                <a:ea typeface="+mn-ea"/>
              </a:defRPr>
            </a:lvl4pPr>
            <a:lvl5pPr marL="20574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effectLst/>
                <a:latin typeface="+mn-lt"/>
                <a:ea typeface="+mn-ea"/>
              </a:defRPr>
            </a:lvl5pPr>
          </a:lstStyle>
          <a:p>
            <a:pPr marL="0" lvl="0" indent="0" algn="ctr" eaLnBrk="1" hangingPunct="1">
              <a:spcBef>
                <a:spcPct val="50000"/>
              </a:spcBef>
              <a:buClrTx/>
              <a:buSzTx/>
              <a:buFontTx/>
              <a:buNone/>
            </a:pPr>
            <a:endParaRPr lang="zh-CN" altLang="zh-CN" sz="2400" b="1" dirty="0">
              <a:latin typeface="Arial" panose="020B0604020202020204" pitchFamily="34" charset="0"/>
            </a:endParaRPr>
          </a:p>
        </p:txBody>
      </p:sp>
      <p:sp>
        <p:nvSpPr>
          <p:cNvPr id="78866" name="Text Box 17"/>
          <p:cNvSpPr txBox="1"/>
          <p:nvPr/>
        </p:nvSpPr>
        <p:spPr>
          <a:xfrm>
            <a:off x="5664200" y="1951038"/>
            <a:ext cx="576263" cy="469900"/>
          </a:xfrm>
          <a:prstGeom prst="rect">
            <a:avLst/>
          </a:prstGeom>
          <a:noFill/>
          <a:ln w="12700" cap="flat" cmpd="sng">
            <a:solidFill>
              <a:schemeClr val="tx1"/>
            </a:solidFill>
            <a:prstDash val="solid"/>
            <a:miter/>
            <a:headEnd type="none" w="med" len="med"/>
            <a:tailEnd type="none" w="med" len="med"/>
          </a:ln>
        </p:spPr>
        <p:txBody>
          <a:bodyPr>
            <a:spAutoFit/>
          </a:bodyPr>
          <a:lstStyle>
            <a:lvl1pPr marL="342900" indent="-3429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80000"/>
              <a:buFont typeface="Wingdings" panose="05000000000000000000" pitchFamily="2" charset="2"/>
              <a:buChar char="n"/>
              <a:defRPr sz="3200" b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defRPr>
            </a:lvl1pPr>
            <a:lvl2pPr marL="742950" indent="-28575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Char char="–"/>
              <a:defRPr sz="2800">
                <a:solidFill>
                  <a:schemeClr val="tx1"/>
                </a:solidFill>
                <a:effectLst/>
                <a:latin typeface="+mn-lt"/>
                <a:ea typeface="+mn-ea"/>
              </a:defRPr>
            </a:lvl2pPr>
            <a:lvl3pPr marL="11430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Font typeface="Wingdings" panose="05000000000000000000" pitchFamily="2" charset="2"/>
              <a:buChar char="§"/>
              <a:defRPr sz="2400">
                <a:solidFill>
                  <a:schemeClr val="tx1"/>
                </a:solidFill>
                <a:effectLst/>
                <a:latin typeface="+mn-lt"/>
                <a:ea typeface="+mn-ea"/>
              </a:defRPr>
            </a:lvl3pPr>
            <a:lvl4pPr marL="16002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–"/>
              <a:defRPr sz="2000">
                <a:solidFill>
                  <a:schemeClr val="tx1"/>
                </a:solidFill>
                <a:effectLst/>
                <a:latin typeface="+mn-lt"/>
                <a:ea typeface="+mn-ea"/>
              </a:defRPr>
            </a:lvl4pPr>
            <a:lvl5pPr marL="20574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effectLst/>
                <a:latin typeface="+mn-lt"/>
                <a:ea typeface="+mn-ea"/>
              </a:defRPr>
            </a:lvl5pPr>
          </a:lstStyle>
          <a:p>
            <a:pPr marL="0" lvl="0" indent="0" algn="ctr" eaLnBrk="1" hangingPunct="1">
              <a:spcBef>
                <a:spcPct val="50000"/>
              </a:spcBef>
              <a:buClrTx/>
              <a:buSzTx/>
              <a:buFontTx/>
              <a:buNone/>
            </a:pPr>
            <a:endParaRPr lang="zh-CN" altLang="zh-CN" sz="2400" b="1" dirty="0">
              <a:latin typeface="Arial" panose="020B0604020202020204" pitchFamily="34" charset="0"/>
            </a:endParaRPr>
          </a:p>
        </p:txBody>
      </p:sp>
      <p:sp>
        <p:nvSpPr>
          <p:cNvPr id="78867" name="Text Box 18"/>
          <p:cNvSpPr txBox="1"/>
          <p:nvPr/>
        </p:nvSpPr>
        <p:spPr>
          <a:xfrm>
            <a:off x="6240463" y="1951038"/>
            <a:ext cx="576262" cy="469900"/>
          </a:xfrm>
          <a:prstGeom prst="rect">
            <a:avLst/>
          </a:prstGeom>
          <a:noFill/>
          <a:ln w="12700" cap="flat" cmpd="sng">
            <a:solidFill>
              <a:schemeClr val="tx1"/>
            </a:solidFill>
            <a:prstDash val="solid"/>
            <a:miter/>
            <a:headEnd type="none" w="med" len="med"/>
            <a:tailEnd type="none" w="med" len="med"/>
          </a:ln>
        </p:spPr>
        <p:txBody>
          <a:bodyPr>
            <a:spAutoFit/>
          </a:bodyPr>
          <a:lstStyle>
            <a:lvl1pPr marL="342900" indent="-3429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80000"/>
              <a:buFont typeface="Wingdings" panose="05000000000000000000" pitchFamily="2" charset="2"/>
              <a:buChar char="n"/>
              <a:defRPr sz="3200" b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defRPr>
            </a:lvl1pPr>
            <a:lvl2pPr marL="742950" indent="-28575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Char char="–"/>
              <a:defRPr sz="2800">
                <a:solidFill>
                  <a:schemeClr val="tx1"/>
                </a:solidFill>
                <a:effectLst/>
                <a:latin typeface="+mn-lt"/>
                <a:ea typeface="+mn-ea"/>
              </a:defRPr>
            </a:lvl2pPr>
            <a:lvl3pPr marL="11430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Font typeface="Wingdings" panose="05000000000000000000" pitchFamily="2" charset="2"/>
              <a:buChar char="§"/>
              <a:defRPr sz="2400">
                <a:solidFill>
                  <a:schemeClr val="tx1"/>
                </a:solidFill>
                <a:effectLst/>
                <a:latin typeface="+mn-lt"/>
                <a:ea typeface="+mn-ea"/>
              </a:defRPr>
            </a:lvl3pPr>
            <a:lvl4pPr marL="16002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–"/>
              <a:defRPr sz="2000">
                <a:solidFill>
                  <a:schemeClr val="tx1"/>
                </a:solidFill>
                <a:effectLst/>
                <a:latin typeface="+mn-lt"/>
                <a:ea typeface="+mn-ea"/>
              </a:defRPr>
            </a:lvl4pPr>
            <a:lvl5pPr marL="20574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effectLst/>
                <a:latin typeface="+mn-lt"/>
                <a:ea typeface="+mn-ea"/>
              </a:defRPr>
            </a:lvl5pPr>
          </a:lstStyle>
          <a:p>
            <a:pPr marL="0" lvl="0" indent="0" algn="ctr" eaLnBrk="1" hangingPunct="1">
              <a:spcBef>
                <a:spcPct val="50000"/>
              </a:spcBef>
              <a:buClrTx/>
              <a:buSzTx/>
              <a:buFontTx/>
              <a:buNone/>
            </a:pPr>
            <a:endParaRPr lang="zh-CN" altLang="zh-CN" sz="2400" b="1" dirty="0">
              <a:latin typeface="Arial" panose="020B0604020202020204" pitchFamily="34" charset="0"/>
            </a:endParaRPr>
          </a:p>
        </p:txBody>
      </p:sp>
      <p:sp>
        <p:nvSpPr>
          <p:cNvPr id="78868" name="Text Box 19"/>
          <p:cNvSpPr txBox="1"/>
          <p:nvPr/>
        </p:nvSpPr>
        <p:spPr>
          <a:xfrm>
            <a:off x="6816725" y="1951038"/>
            <a:ext cx="576263" cy="469900"/>
          </a:xfrm>
          <a:prstGeom prst="rect">
            <a:avLst/>
          </a:prstGeom>
          <a:noFill/>
          <a:ln w="12700" cap="flat" cmpd="sng">
            <a:solidFill>
              <a:schemeClr val="tx1"/>
            </a:solidFill>
            <a:prstDash val="solid"/>
            <a:miter/>
            <a:headEnd type="none" w="med" len="med"/>
            <a:tailEnd type="none" w="med" len="med"/>
          </a:ln>
        </p:spPr>
        <p:txBody>
          <a:bodyPr>
            <a:spAutoFit/>
          </a:bodyPr>
          <a:lstStyle>
            <a:lvl1pPr marL="342900" indent="-3429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80000"/>
              <a:buFont typeface="Wingdings" panose="05000000000000000000" pitchFamily="2" charset="2"/>
              <a:buChar char="n"/>
              <a:defRPr sz="3200" b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defRPr>
            </a:lvl1pPr>
            <a:lvl2pPr marL="742950" indent="-28575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Char char="–"/>
              <a:defRPr sz="2800">
                <a:solidFill>
                  <a:schemeClr val="tx1"/>
                </a:solidFill>
                <a:effectLst/>
                <a:latin typeface="+mn-lt"/>
                <a:ea typeface="+mn-ea"/>
              </a:defRPr>
            </a:lvl2pPr>
            <a:lvl3pPr marL="11430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Font typeface="Wingdings" panose="05000000000000000000" pitchFamily="2" charset="2"/>
              <a:buChar char="§"/>
              <a:defRPr sz="2400">
                <a:solidFill>
                  <a:schemeClr val="tx1"/>
                </a:solidFill>
                <a:effectLst/>
                <a:latin typeface="+mn-lt"/>
                <a:ea typeface="+mn-ea"/>
              </a:defRPr>
            </a:lvl3pPr>
            <a:lvl4pPr marL="16002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–"/>
              <a:defRPr sz="2000">
                <a:solidFill>
                  <a:schemeClr val="tx1"/>
                </a:solidFill>
                <a:effectLst/>
                <a:latin typeface="+mn-lt"/>
                <a:ea typeface="+mn-ea"/>
              </a:defRPr>
            </a:lvl4pPr>
            <a:lvl5pPr marL="20574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effectLst/>
                <a:latin typeface="+mn-lt"/>
                <a:ea typeface="+mn-ea"/>
              </a:defRPr>
            </a:lvl5pPr>
          </a:lstStyle>
          <a:p>
            <a:pPr marL="0" lvl="0" indent="0" algn="ctr" eaLnBrk="1" hangingPunct="1">
              <a:spcBef>
                <a:spcPct val="50000"/>
              </a:spcBef>
              <a:buClrTx/>
              <a:buSzTx/>
              <a:buFontTx/>
              <a:buNone/>
            </a:pPr>
            <a:endParaRPr lang="zh-CN" altLang="zh-CN" sz="2400" b="1" dirty="0">
              <a:latin typeface="Arial" panose="020B0604020202020204" pitchFamily="34" charset="0"/>
            </a:endParaRPr>
          </a:p>
        </p:txBody>
      </p:sp>
      <p:sp>
        <p:nvSpPr>
          <p:cNvPr id="78869" name="Text Box 20"/>
          <p:cNvSpPr txBox="1"/>
          <p:nvPr/>
        </p:nvSpPr>
        <p:spPr>
          <a:xfrm>
            <a:off x="7392988" y="1951038"/>
            <a:ext cx="576262" cy="469900"/>
          </a:xfrm>
          <a:prstGeom prst="rect">
            <a:avLst/>
          </a:prstGeom>
          <a:noFill/>
          <a:ln w="12700" cap="flat" cmpd="sng">
            <a:solidFill>
              <a:schemeClr val="tx1"/>
            </a:solidFill>
            <a:prstDash val="solid"/>
            <a:miter/>
            <a:headEnd type="none" w="med" len="med"/>
            <a:tailEnd type="none" w="med" len="med"/>
          </a:ln>
        </p:spPr>
        <p:txBody>
          <a:bodyPr>
            <a:spAutoFit/>
          </a:bodyPr>
          <a:lstStyle>
            <a:lvl1pPr marL="342900" indent="-3429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80000"/>
              <a:buFont typeface="Wingdings" panose="05000000000000000000" pitchFamily="2" charset="2"/>
              <a:buChar char="n"/>
              <a:defRPr sz="3200" b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defRPr>
            </a:lvl1pPr>
            <a:lvl2pPr marL="742950" indent="-28575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Char char="–"/>
              <a:defRPr sz="2800">
                <a:solidFill>
                  <a:schemeClr val="tx1"/>
                </a:solidFill>
                <a:effectLst/>
                <a:latin typeface="+mn-lt"/>
                <a:ea typeface="+mn-ea"/>
              </a:defRPr>
            </a:lvl2pPr>
            <a:lvl3pPr marL="11430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Font typeface="Wingdings" panose="05000000000000000000" pitchFamily="2" charset="2"/>
              <a:buChar char="§"/>
              <a:defRPr sz="2400">
                <a:solidFill>
                  <a:schemeClr val="tx1"/>
                </a:solidFill>
                <a:effectLst/>
                <a:latin typeface="+mn-lt"/>
                <a:ea typeface="+mn-ea"/>
              </a:defRPr>
            </a:lvl3pPr>
            <a:lvl4pPr marL="16002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–"/>
              <a:defRPr sz="2000">
                <a:solidFill>
                  <a:schemeClr val="tx1"/>
                </a:solidFill>
                <a:effectLst/>
                <a:latin typeface="+mn-lt"/>
                <a:ea typeface="+mn-ea"/>
              </a:defRPr>
            </a:lvl4pPr>
            <a:lvl5pPr marL="20574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effectLst/>
                <a:latin typeface="+mn-lt"/>
                <a:ea typeface="+mn-ea"/>
              </a:defRPr>
            </a:lvl5pPr>
          </a:lstStyle>
          <a:p>
            <a:pPr marL="0" lvl="0" indent="0" algn="ctr" eaLnBrk="1" hangingPunct="1">
              <a:spcBef>
                <a:spcPct val="50000"/>
              </a:spcBef>
              <a:buClrTx/>
              <a:buSzTx/>
              <a:buFontTx/>
              <a:buNone/>
            </a:pPr>
            <a:endParaRPr lang="zh-CN" altLang="zh-CN" sz="2400" b="1" dirty="0">
              <a:latin typeface="Arial" panose="020B0604020202020204" pitchFamily="34" charset="0"/>
            </a:endParaRPr>
          </a:p>
        </p:txBody>
      </p:sp>
      <p:sp>
        <p:nvSpPr>
          <p:cNvPr id="78870" name="Text Box 21"/>
          <p:cNvSpPr txBox="1"/>
          <p:nvPr/>
        </p:nvSpPr>
        <p:spPr>
          <a:xfrm>
            <a:off x="7969250" y="1951038"/>
            <a:ext cx="576263" cy="469900"/>
          </a:xfrm>
          <a:prstGeom prst="rect">
            <a:avLst/>
          </a:prstGeom>
          <a:noFill/>
          <a:ln w="12700" cap="flat" cmpd="sng">
            <a:solidFill>
              <a:schemeClr val="tx1"/>
            </a:solidFill>
            <a:prstDash val="solid"/>
            <a:miter/>
            <a:headEnd type="none" w="med" len="med"/>
            <a:tailEnd type="none" w="med" len="med"/>
          </a:ln>
        </p:spPr>
        <p:txBody>
          <a:bodyPr>
            <a:spAutoFit/>
          </a:bodyPr>
          <a:lstStyle>
            <a:lvl1pPr marL="342900" indent="-3429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80000"/>
              <a:buFont typeface="Wingdings" panose="05000000000000000000" pitchFamily="2" charset="2"/>
              <a:buChar char="n"/>
              <a:defRPr sz="3200" b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defRPr>
            </a:lvl1pPr>
            <a:lvl2pPr marL="742950" indent="-28575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Char char="–"/>
              <a:defRPr sz="2800">
                <a:solidFill>
                  <a:schemeClr val="tx1"/>
                </a:solidFill>
                <a:effectLst/>
                <a:latin typeface="+mn-lt"/>
                <a:ea typeface="+mn-ea"/>
              </a:defRPr>
            </a:lvl2pPr>
            <a:lvl3pPr marL="11430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Font typeface="Wingdings" panose="05000000000000000000" pitchFamily="2" charset="2"/>
              <a:buChar char="§"/>
              <a:defRPr sz="2400">
                <a:solidFill>
                  <a:schemeClr val="tx1"/>
                </a:solidFill>
                <a:effectLst/>
                <a:latin typeface="+mn-lt"/>
                <a:ea typeface="+mn-ea"/>
              </a:defRPr>
            </a:lvl3pPr>
            <a:lvl4pPr marL="16002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–"/>
              <a:defRPr sz="2000">
                <a:solidFill>
                  <a:schemeClr val="tx1"/>
                </a:solidFill>
                <a:effectLst/>
                <a:latin typeface="+mn-lt"/>
                <a:ea typeface="+mn-ea"/>
              </a:defRPr>
            </a:lvl4pPr>
            <a:lvl5pPr marL="20574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effectLst/>
                <a:latin typeface="+mn-lt"/>
                <a:ea typeface="+mn-ea"/>
              </a:defRPr>
            </a:lvl5pPr>
          </a:lstStyle>
          <a:p>
            <a:pPr marL="0" lvl="0" indent="0" algn="ctr" eaLnBrk="1" hangingPunct="1">
              <a:spcBef>
                <a:spcPct val="50000"/>
              </a:spcBef>
              <a:buClrTx/>
              <a:buSzTx/>
              <a:buFontTx/>
              <a:buNone/>
            </a:pPr>
            <a:endParaRPr lang="zh-CN" altLang="zh-CN" sz="2400" b="1" dirty="0">
              <a:latin typeface="Arial" panose="020B0604020202020204" pitchFamily="34" charset="0"/>
            </a:endParaRPr>
          </a:p>
        </p:txBody>
      </p:sp>
      <p:sp>
        <p:nvSpPr>
          <p:cNvPr id="78871" name="Text Box 22"/>
          <p:cNvSpPr txBox="1"/>
          <p:nvPr/>
        </p:nvSpPr>
        <p:spPr>
          <a:xfrm>
            <a:off x="8543925" y="1951038"/>
            <a:ext cx="576263" cy="469900"/>
          </a:xfrm>
          <a:prstGeom prst="rect">
            <a:avLst/>
          </a:prstGeom>
          <a:noFill/>
          <a:ln w="12700" cap="flat" cmpd="sng">
            <a:solidFill>
              <a:schemeClr val="tx1"/>
            </a:solidFill>
            <a:prstDash val="solid"/>
            <a:miter/>
            <a:headEnd type="none" w="med" len="med"/>
            <a:tailEnd type="none" w="med" len="med"/>
          </a:ln>
        </p:spPr>
        <p:txBody>
          <a:bodyPr>
            <a:spAutoFit/>
          </a:bodyPr>
          <a:lstStyle>
            <a:lvl1pPr marL="342900" indent="-3429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80000"/>
              <a:buFont typeface="Wingdings" panose="05000000000000000000" pitchFamily="2" charset="2"/>
              <a:buChar char="n"/>
              <a:defRPr sz="3200" b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defRPr>
            </a:lvl1pPr>
            <a:lvl2pPr marL="742950" indent="-28575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Char char="–"/>
              <a:defRPr sz="2800">
                <a:solidFill>
                  <a:schemeClr val="tx1"/>
                </a:solidFill>
                <a:effectLst/>
                <a:latin typeface="+mn-lt"/>
                <a:ea typeface="+mn-ea"/>
              </a:defRPr>
            </a:lvl2pPr>
            <a:lvl3pPr marL="11430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Font typeface="Wingdings" panose="05000000000000000000" pitchFamily="2" charset="2"/>
              <a:buChar char="§"/>
              <a:defRPr sz="2400">
                <a:solidFill>
                  <a:schemeClr val="tx1"/>
                </a:solidFill>
                <a:effectLst/>
                <a:latin typeface="+mn-lt"/>
                <a:ea typeface="+mn-ea"/>
              </a:defRPr>
            </a:lvl3pPr>
            <a:lvl4pPr marL="16002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–"/>
              <a:defRPr sz="2000">
                <a:solidFill>
                  <a:schemeClr val="tx1"/>
                </a:solidFill>
                <a:effectLst/>
                <a:latin typeface="+mn-lt"/>
                <a:ea typeface="+mn-ea"/>
              </a:defRPr>
            </a:lvl4pPr>
            <a:lvl5pPr marL="20574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effectLst/>
                <a:latin typeface="+mn-lt"/>
                <a:ea typeface="+mn-ea"/>
              </a:defRPr>
            </a:lvl5pPr>
          </a:lstStyle>
          <a:p>
            <a:pPr marL="0" lvl="0" indent="0" algn="ctr" eaLnBrk="1" hangingPunct="1">
              <a:spcBef>
                <a:spcPct val="50000"/>
              </a:spcBef>
              <a:buClrTx/>
              <a:buSzTx/>
              <a:buFontTx/>
              <a:buNone/>
            </a:pPr>
            <a:endParaRPr lang="zh-CN" altLang="zh-CN" sz="2400" b="1" dirty="0">
              <a:latin typeface="Arial" panose="020B0604020202020204" pitchFamily="34" charset="0"/>
            </a:endParaRPr>
          </a:p>
        </p:txBody>
      </p:sp>
      <p:sp>
        <p:nvSpPr>
          <p:cNvPr id="1076247" name="Text Box 23"/>
          <p:cNvSpPr txBox="1"/>
          <p:nvPr/>
        </p:nvSpPr>
        <p:spPr>
          <a:xfrm>
            <a:off x="2711450" y="1916113"/>
            <a:ext cx="576263" cy="457200"/>
          </a:xfrm>
          <a:prstGeom prst="rect">
            <a:avLst/>
          </a:prstGeom>
          <a:noFill/>
          <a:ln w="12700">
            <a:noFill/>
          </a:ln>
        </p:spPr>
        <p:txBody>
          <a:bodyPr>
            <a:spAutoFit/>
          </a:bodyPr>
          <a:lstStyle>
            <a:lvl1pPr marL="342900" indent="-3429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80000"/>
              <a:buFont typeface="Wingdings" panose="05000000000000000000" pitchFamily="2" charset="2"/>
              <a:buChar char="n"/>
              <a:defRPr sz="3200" b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defRPr>
            </a:lvl1pPr>
            <a:lvl2pPr marL="742950" indent="-28575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Char char="–"/>
              <a:defRPr sz="2800">
                <a:solidFill>
                  <a:schemeClr val="tx1"/>
                </a:solidFill>
                <a:effectLst/>
                <a:latin typeface="+mn-lt"/>
                <a:ea typeface="+mn-ea"/>
              </a:defRPr>
            </a:lvl2pPr>
            <a:lvl3pPr marL="11430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Font typeface="Wingdings" panose="05000000000000000000" pitchFamily="2" charset="2"/>
              <a:buChar char="§"/>
              <a:defRPr sz="2400">
                <a:solidFill>
                  <a:schemeClr val="tx1"/>
                </a:solidFill>
                <a:effectLst/>
                <a:latin typeface="+mn-lt"/>
                <a:ea typeface="+mn-ea"/>
              </a:defRPr>
            </a:lvl3pPr>
            <a:lvl4pPr marL="16002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–"/>
              <a:defRPr sz="2000">
                <a:solidFill>
                  <a:schemeClr val="tx1"/>
                </a:solidFill>
                <a:effectLst/>
                <a:latin typeface="+mn-lt"/>
                <a:ea typeface="+mn-ea"/>
              </a:defRPr>
            </a:lvl4pPr>
            <a:lvl5pPr marL="20574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effectLst/>
                <a:latin typeface="+mn-lt"/>
                <a:ea typeface="+mn-ea"/>
              </a:defRPr>
            </a:lvl5pPr>
          </a:lstStyle>
          <a:p>
            <a:pPr marL="0" lvl="0" indent="0" eaLnBrk="1" hangingPunct="1">
              <a:spcBef>
                <a:spcPct val="50000"/>
              </a:spcBef>
              <a:buClrTx/>
              <a:buSzTx/>
              <a:buFontTx/>
              <a:buNone/>
            </a:pPr>
            <a:r>
              <a:rPr lang="en-US" altLang="zh-CN" sz="2400" b="1" dirty="0">
                <a:latin typeface="Arial" panose="020B0604020202020204" pitchFamily="34" charset="0"/>
              </a:rPr>
              <a:t>a</a:t>
            </a:r>
            <a:endParaRPr lang="en-US" altLang="zh-CN" sz="2400" b="1" dirty="0">
              <a:latin typeface="Arial" panose="020B0604020202020204" pitchFamily="34" charset="0"/>
            </a:endParaRPr>
          </a:p>
        </p:txBody>
      </p:sp>
      <p:grpSp>
        <p:nvGrpSpPr>
          <p:cNvPr id="78873" name="Group 24"/>
          <p:cNvGrpSpPr/>
          <p:nvPr/>
        </p:nvGrpSpPr>
        <p:grpSpPr>
          <a:xfrm>
            <a:off x="2566988" y="44450"/>
            <a:ext cx="7129462" cy="468313"/>
            <a:chOff x="657" y="28"/>
            <a:chExt cx="4491" cy="295"/>
          </a:xfrm>
        </p:grpSpPr>
        <p:sp>
          <p:nvSpPr>
            <p:cNvPr id="78940" name="Text Box 25"/>
            <p:cNvSpPr txBox="1"/>
            <p:nvPr/>
          </p:nvSpPr>
          <p:spPr>
            <a:xfrm>
              <a:off x="1519" y="28"/>
              <a:ext cx="363" cy="288"/>
            </a:xfrm>
            <a:prstGeom prst="rect">
              <a:avLst/>
            </a:prstGeom>
            <a:noFill/>
            <a:ln w="12700">
              <a:noFill/>
            </a:ln>
          </p:spPr>
          <p:txBody>
            <a:bodyPr>
              <a:spAutoFit/>
            </a:bodyPr>
            <a:lstStyle>
              <a:lvl1pPr marL="342900" indent="-342900" algn="l" rtl="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hlink"/>
                </a:buClr>
                <a:buSzPct val="80000"/>
                <a:buFont typeface="Wingdings" panose="05000000000000000000" pitchFamily="2" charset="2"/>
                <a:buChar char="n"/>
                <a:defRPr sz="3200" b="0">
                  <a:solidFill>
                    <a:schemeClr val="tx1"/>
                  </a:solidFill>
                  <a:effectLst/>
                  <a:latin typeface="+mn-lt"/>
                  <a:ea typeface="+mn-ea"/>
                  <a:cs typeface="+mn-cs"/>
                </a:defRPr>
              </a:lvl1pPr>
              <a:lvl2pPr marL="742950" indent="-285750" algn="l" rtl="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tx1"/>
                </a:buClr>
                <a:buChar char="–"/>
                <a:defRPr sz="2800">
                  <a:solidFill>
                    <a:schemeClr val="tx1"/>
                  </a:solidFill>
                  <a:effectLst/>
                  <a:latin typeface="+mn-lt"/>
                  <a:ea typeface="+mn-ea"/>
                </a:defRPr>
              </a:lvl2pPr>
              <a:lvl3pPr marL="11430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hlink"/>
                </a:buClr>
                <a:buFont typeface="Wingdings" panose="05000000000000000000" pitchFamily="2" charset="2"/>
                <a:buChar char="§"/>
                <a:defRPr sz="2400">
                  <a:solidFill>
                    <a:schemeClr val="tx1"/>
                  </a:solidFill>
                  <a:effectLst/>
                  <a:latin typeface="+mn-lt"/>
                  <a:ea typeface="+mn-ea"/>
                </a:defRPr>
              </a:lvl3pPr>
              <a:lvl4pPr marL="16002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–"/>
                <a:defRPr sz="2000">
                  <a:solidFill>
                    <a:schemeClr val="tx1"/>
                  </a:solidFill>
                  <a:effectLst/>
                  <a:latin typeface="+mn-lt"/>
                  <a:ea typeface="+mn-ea"/>
                </a:defRPr>
              </a:lvl4pPr>
              <a:lvl5pPr marL="20574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hlink"/>
                </a:buClr>
                <a:buFont typeface="Wingdings" panose="05000000000000000000" pitchFamily="2" charset="2"/>
                <a:buChar char="§"/>
                <a:defRPr sz="2000">
                  <a:solidFill>
                    <a:schemeClr val="tx1"/>
                  </a:solidFill>
                  <a:effectLst/>
                  <a:latin typeface="+mn-lt"/>
                  <a:ea typeface="+mn-ea"/>
                </a:defRPr>
              </a:lvl5pPr>
            </a:lstStyle>
            <a:p>
              <a:pPr marL="0" lvl="0" indent="0" algn="ctr" eaLnBrk="1" hangingPunct="1">
                <a:spcBef>
                  <a:spcPct val="50000"/>
                </a:spcBef>
                <a:buClrTx/>
                <a:buSzTx/>
                <a:buFontTx/>
                <a:buNone/>
              </a:pPr>
              <a:r>
                <a:rPr lang="en-US" altLang="zh-CN" sz="2400" b="1" dirty="0">
                  <a:solidFill>
                    <a:schemeClr val="folHlink"/>
                  </a:solidFill>
                  <a:latin typeface="Arial" panose="020B0604020202020204" pitchFamily="34" charset="0"/>
                </a:rPr>
                <a:t>1</a:t>
              </a:r>
              <a:endParaRPr lang="en-US" altLang="zh-CN" sz="2400" b="1" dirty="0">
                <a:solidFill>
                  <a:schemeClr val="folHlink"/>
                </a:solidFill>
                <a:latin typeface="Arial" panose="020B0604020202020204" pitchFamily="34" charset="0"/>
              </a:endParaRPr>
            </a:p>
          </p:txBody>
        </p:sp>
        <p:sp>
          <p:nvSpPr>
            <p:cNvPr id="78941" name="Text Box 26"/>
            <p:cNvSpPr txBox="1"/>
            <p:nvPr/>
          </p:nvSpPr>
          <p:spPr>
            <a:xfrm>
              <a:off x="1882" y="28"/>
              <a:ext cx="363" cy="288"/>
            </a:xfrm>
            <a:prstGeom prst="rect">
              <a:avLst/>
            </a:prstGeom>
            <a:noFill/>
            <a:ln w="12700">
              <a:noFill/>
            </a:ln>
          </p:spPr>
          <p:txBody>
            <a:bodyPr>
              <a:spAutoFit/>
            </a:bodyPr>
            <a:lstStyle>
              <a:lvl1pPr marL="342900" indent="-342900" algn="l" rtl="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hlink"/>
                </a:buClr>
                <a:buSzPct val="80000"/>
                <a:buFont typeface="Wingdings" panose="05000000000000000000" pitchFamily="2" charset="2"/>
                <a:buChar char="n"/>
                <a:defRPr sz="3200" b="0">
                  <a:solidFill>
                    <a:schemeClr val="tx1"/>
                  </a:solidFill>
                  <a:effectLst/>
                  <a:latin typeface="+mn-lt"/>
                  <a:ea typeface="+mn-ea"/>
                  <a:cs typeface="+mn-cs"/>
                </a:defRPr>
              </a:lvl1pPr>
              <a:lvl2pPr marL="742950" indent="-285750" algn="l" rtl="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tx1"/>
                </a:buClr>
                <a:buChar char="–"/>
                <a:defRPr sz="2800">
                  <a:solidFill>
                    <a:schemeClr val="tx1"/>
                  </a:solidFill>
                  <a:effectLst/>
                  <a:latin typeface="+mn-lt"/>
                  <a:ea typeface="+mn-ea"/>
                </a:defRPr>
              </a:lvl2pPr>
              <a:lvl3pPr marL="11430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hlink"/>
                </a:buClr>
                <a:buFont typeface="Wingdings" panose="05000000000000000000" pitchFamily="2" charset="2"/>
                <a:buChar char="§"/>
                <a:defRPr sz="2400">
                  <a:solidFill>
                    <a:schemeClr val="tx1"/>
                  </a:solidFill>
                  <a:effectLst/>
                  <a:latin typeface="+mn-lt"/>
                  <a:ea typeface="+mn-ea"/>
                </a:defRPr>
              </a:lvl3pPr>
              <a:lvl4pPr marL="16002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–"/>
                <a:defRPr sz="2000">
                  <a:solidFill>
                    <a:schemeClr val="tx1"/>
                  </a:solidFill>
                  <a:effectLst/>
                  <a:latin typeface="+mn-lt"/>
                  <a:ea typeface="+mn-ea"/>
                </a:defRPr>
              </a:lvl4pPr>
              <a:lvl5pPr marL="20574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hlink"/>
                </a:buClr>
                <a:buFont typeface="Wingdings" panose="05000000000000000000" pitchFamily="2" charset="2"/>
                <a:buChar char="§"/>
                <a:defRPr sz="2000">
                  <a:solidFill>
                    <a:schemeClr val="tx1"/>
                  </a:solidFill>
                  <a:effectLst/>
                  <a:latin typeface="+mn-lt"/>
                  <a:ea typeface="+mn-ea"/>
                </a:defRPr>
              </a:lvl5pPr>
            </a:lstStyle>
            <a:p>
              <a:pPr marL="0" lvl="0" indent="0" algn="ctr" eaLnBrk="1" hangingPunct="1">
                <a:spcBef>
                  <a:spcPct val="50000"/>
                </a:spcBef>
                <a:buClrTx/>
                <a:buSzTx/>
                <a:buFontTx/>
                <a:buNone/>
              </a:pPr>
              <a:r>
                <a:rPr lang="en-US" altLang="zh-CN" sz="2400" b="1" dirty="0">
                  <a:solidFill>
                    <a:schemeClr val="folHlink"/>
                  </a:solidFill>
                  <a:latin typeface="Arial" panose="020B0604020202020204" pitchFamily="34" charset="0"/>
                </a:rPr>
                <a:t>2</a:t>
              </a:r>
              <a:endParaRPr lang="en-US" altLang="zh-CN" sz="2400" b="1" dirty="0">
                <a:solidFill>
                  <a:schemeClr val="folHlink"/>
                </a:solidFill>
                <a:latin typeface="Arial" panose="020B0604020202020204" pitchFamily="34" charset="0"/>
              </a:endParaRPr>
            </a:p>
          </p:txBody>
        </p:sp>
        <p:sp>
          <p:nvSpPr>
            <p:cNvPr id="78942" name="Text Box 27"/>
            <p:cNvSpPr txBox="1"/>
            <p:nvPr/>
          </p:nvSpPr>
          <p:spPr>
            <a:xfrm>
              <a:off x="2245" y="28"/>
              <a:ext cx="363" cy="288"/>
            </a:xfrm>
            <a:prstGeom prst="rect">
              <a:avLst/>
            </a:prstGeom>
            <a:noFill/>
            <a:ln w="12700">
              <a:noFill/>
            </a:ln>
          </p:spPr>
          <p:txBody>
            <a:bodyPr>
              <a:spAutoFit/>
            </a:bodyPr>
            <a:lstStyle>
              <a:lvl1pPr marL="342900" indent="-342900" algn="l" rtl="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hlink"/>
                </a:buClr>
                <a:buSzPct val="80000"/>
                <a:buFont typeface="Wingdings" panose="05000000000000000000" pitchFamily="2" charset="2"/>
                <a:buChar char="n"/>
                <a:defRPr sz="3200" b="0">
                  <a:solidFill>
                    <a:schemeClr val="tx1"/>
                  </a:solidFill>
                  <a:effectLst/>
                  <a:latin typeface="+mn-lt"/>
                  <a:ea typeface="+mn-ea"/>
                  <a:cs typeface="+mn-cs"/>
                </a:defRPr>
              </a:lvl1pPr>
              <a:lvl2pPr marL="742950" indent="-285750" algn="l" rtl="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tx1"/>
                </a:buClr>
                <a:buChar char="–"/>
                <a:defRPr sz="2800">
                  <a:solidFill>
                    <a:schemeClr val="tx1"/>
                  </a:solidFill>
                  <a:effectLst/>
                  <a:latin typeface="+mn-lt"/>
                  <a:ea typeface="+mn-ea"/>
                </a:defRPr>
              </a:lvl2pPr>
              <a:lvl3pPr marL="11430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hlink"/>
                </a:buClr>
                <a:buFont typeface="Wingdings" panose="05000000000000000000" pitchFamily="2" charset="2"/>
                <a:buChar char="§"/>
                <a:defRPr sz="2400">
                  <a:solidFill>
                    <a:schemeClr val="tx1"/>
                  </a:solidFill>
                  <a:effectLst/>
                  <a:latin typeface="+mn-lt"/>
                  <a:ea typeface="+mn-ea"/>
                </a:defRPr>
              </a:lvl3pPr>
              <a:lvl4pPr marL="16002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–"/>
                <a:defRPr sz="2000">
                  <a:solidFill>
                    <a:schemeClr val="tx1"/>
                  </a:solidFill>
                  <a:effectLst/>
                  <a:latin typeface="+mn-lt"/>
                  <a:ea typeface="+mn-ea"/>
                </a:defRPr>
              </a:lvl4pPr>
              <a:lvl5pPr marL="20574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hlink"/>
                </a:buClr>
                <a:buFont typeface="Wingdings" panose="05000000000000000000" pitchFamily="2" charset="2"/>
                <a:buChar char="§"/>
                <a:defRPr sz="2000">
                  <a:solidFill>
                    <a:schemeClr val="tx1"/>
                  </a:solidFill>
                  <a:effectLst/>
                  <a:latin typeface="+mn-lt"/>
                  <a:ea typeface="+mn-ea"/>
                </a:defRPr>
              </a:lvl5pPr>
            </a:lstStyle>
            <a:p>
              <a:pPr marL="0" lvl="0" indent="0" algn="ctr" eaLnBrk="1" hangingPunct="1">
                <a:spcBef>
                  <a:spcPct val="50000"/>
                </a:spcBef>
                <a:buClrTx/>
                <a:buSzTx/>
                <a:buFontTx/>
                <a:buNone/>
              </a:pPr>
              <a:r>
                <a:rPr lang="en-US" altLang="zh-CN" sz="2400" b="1" dirty="0">
                  <a:solidFill>
                    <a:schemeClr val="folHlink"/>
                  </a:solidFill>
                  <a:latin typeface="Arial" panose="020B0604020202020204" pitchFamily="34" charset="0"/>
                </a:rPr>
                <a:t>3</a:t>
              </a:r>
              <a:endParaRPr lang="en-US" altLang="zh-CN" sz="2400" b="1" dirty="0">
                <a:solidFill>
                  <a:schemeClr val="folHlink"/>
                </a:solidFill>
                <a:latin typeface="Arial" panose="020B0604020202020204" pitchFamily="34" charset="0"/>
              </a:endParaRPr>
            </a:p>
          </p:txBody>
        </p:sp>
        <p:sp>
          <p:nvSpPr>
            <p:cNvPr id="78943" name="Text Box 28"/>
            <p:cNvSpPr txBox="1"/>
            <p:nvPr/>
          </p:nvSpPr>
          <p:spPr>
            <a:xfrm>
              <a:off x="2608" y="28"/>
              <a:ext cx="363" cy="288"/>
            </a:xfrm>
            <a:prstGeom prst="rect">
              <a:avLst/>
            </a:prstGeom>
            <a:noFill/>
            <a:ln w="12700">
              <a:noFill/>
            </a:ln>
          </p:spPr>
          <p:txBody>
            <a:bodyPr>
              <a:spAutoFit/>
            </a:bodyPr>
            <a:lstStyle>
              <a:lvl1pPr marL="342900" indent="-342900" algn="l" rtl="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hlink"/>
                </a:buClr>
                <a:buSzPct val="80000"/>
                <a:buFont typeface="Wingdings" panose="05000000000000000000" pitchFamily="2" charset="2"/>
                <a:buChar char="n"/>
                <a:defRPr sz="3200" b="0">
                  <a:solidFill>
                    <a:schemeClr val="tx1"/>
                  </a:solidFill>
                  <a:effectLst/>
                  <a:latin typeface="+mn-lt"/>
                  <a:ea typeface="+mn-ea"/>
                  <a:cs typeface="+mn-cs"/>
                </a:defRPr>
              </a:lvl1pPr>
              <a:lvl2pPr marL="742950" indent="-285750" algn="l" rtl="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tx1"/>
                </a:buClr>
                <a:buChar char="–"/>
                <a:defRPr sz="2800">
                  <a:solidFill>
                    <a:schemeClr val="tx1"/>
                  </a:solidFill>
                  <a:effectLst/>
                  <a:latin typeface="+mn-lt"/>
                  <a:ea typeface="+mn-ea"/>
                </a:defRPr>
              </a:lvl2pPr>
              <a:lvl3pPr marL="11430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hlink"/>
                </a:buClr>
                <a:buFont typeface="Wingdings" panose="05000000000000000000" pitchFamily="2" charset="2"/>
                <a:buChar char="§"/>
                <a:defRPr sz="2400">
                  <a:solidFill>
                    <a:schemeClr val="tx1"/>
                  </a:solidFill>
                  <a:effectLst/>
                  <a:latin typeface="+mn-lt"/>
                  <a:ea typeface="+mn-ea"/>
                </a:defRPr>
              </a:lvl3pPr>
              <a:lvl4pPr marL="16002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–"/>
                <a:defRPr sz="2000">
                  <a:solidFill>
                    <a:schemeClr val="tx1"/>
                  </a:solidFill>
                  <a:effectLst/>
                  <a:latin typeface="+mn-lt"/>
                  <a:ea typeface="+mn-ea"/>
                </a:defRPr>
              </a:lvl4pPr>
              <a:lvl5pPr marL="20574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hlink"/>
                </a:buClr>
                <a:buFont typeface="Wingdings" panose="05000000000000000000" pitchFamily="2" charset="2"/>
                <a:buChar char="§"/>
                <a:defRPr sz="2000">
                  <a:solidFill>
                    <a:schemeClr val="tx1"/>
                  </a:solidFill>
                  <a:effectLst/>
                  <a:latin typeface="+mn-lt"/>
                  <a:ea typeface="+mn-ea"/>
                </a:defRPr>
              </a:lvl5pPr>
            </a:lstStyle>
            <a:p>
              <a:pPr marL="0" lvl="0" indent="0" algn="ctr" eaLnBrk="1" hangingPunct="1">
                <a:spcBef>
                  <a:spcPct val="50000"/>
                </a:spcBef>
                <a:buClrTx/>
                <a:buSzTx/>
                <a:buFontTx/>
                <a:buNone/>
              </a:pPr>
              <a:r>
                <a:rPr lang="en-US" altLang="zh-CN" sz="2400" b="1" dirty="0">
                  <a:solidFill>
                    <a:schemeClr val="folHlink"/>
                  </a:solidFill>
                  <a:latin typeface="Arial" panose="020B0604020202020204" pitchFamily="34" charset="0"/>
                </a:rPr>
                <a:t>4</a:t>
              </a:r>
              <a:endParaRPr lang="en-US" altLang="zh-CN" sz="2400" b="1" dirty="0">
                <a:solidFill>
                  <a:schemeClr val="folHlink"/>
                </a:solidFill>
                <a:latin typeface="Arial" panose="020B0604020202020204" pitchFamily="34" charset="0"/>
              </a:endParaRPr>
            </a:p>
          </p:txBody>
        </p:sp>
        <p:sp>
          <p:nvSpPr>
            <p:cNvPr id="78944" name="Text Box 29"/>
            <p:cNvSpPr txBox="1"/>
            <p:nvPr/>
          </p:nvSpPr>
          <p:spPr>
            <a:xfrm>
              <a:off x="2970" y="28"/>
              <a:ext cx="363" cy="288"/>
            </a:xfrm>
            <a:prstGeom prst="rect">
              <a:avLst/>
            </a:prstGeom>
            <a:noFill/>
            <a:ln w="12700">
              <a:noFill/>
            </a:ln>
          </p:spPr>
          <p:txBody>
            <a:bodyPr>
              <a:spAutoFit/>
            </a:bodyPr>
            <a:lstStyle>
              <a:lvl1pPr marL="342900" indent="-342900" algn="l" rtl="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hlink"/>
                </a:buClr>
                <a:buSzPct val="80000"/>
                <a:buFont typeface="Wingdings" panose="05000000000000000000" pitchFamily="2" charset="2"/>
                <a:buChar char="n"/>
                <a:defRPr sz="3200" b="0">
                  <a:solidFill>
                    <a:schemeClr val="tx1"/>
                  </a:solidFill>
                  <a:effectLst/>
                  <a:latin typeface="+mn-lt"/>
                  <a:ea typeface="+mn-ea"/>
                  <a:cs typeface="+mn-cs"/>
                </a:defRPr>
              </a:lvl1pPr>
              <a:lvl2pPr marL="742950" indent="-285750" algn="l" rtl="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tx1"/>
                </a:buClr>
                <a:buChar char="–"/>
                <a:defRPr sz="2800">
                  <a:solidFill>
                    <a:schemeClr val="tx1"/>
                  </a:solidFill>
                  <a:effectLst/>
                  <a:latin typeface="+mn-lt"/>
                  <a:ea typeface="+mn-ea"/>
                </a:defRPr>
              </a:lvl2pPr>
              <a:lvl3pPr marL="11430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hlink"/>
                </a:buClr>
                <a:buFont typeface="Wingdings" panose="05000000000000000000" pitchFamily="2" charset="2"/>
                <a:buChar char="§"/>
                <a:defRPr sz="2400">
                  <a:solidFill>
                    <a:schemeClr val="tx1"/>
                  </a:solidFill>
                  <a:effectLst/>
                  <a:latin typeface="+mn-lt"/>
                  <a:ea typeface="+mn-ea"/>
                </a:defRPr>
              </a:lvl3pPr>
              <a:lvl4pPr marL="16002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–"/>
                <a:defRPr sz="2000">
                  <a:solidFill>
                    <a:schemeClr val="tx1"/>
                  </a:solidFill>
                  <a:effectLst/>
                  <a:latin typeface="+mn-lt"/>
                  <a:ea typeface="+mn-ea"/>
                </a:defRPr>
              </a:lvl4pPr>
              <a:lvl5pPr marL="20574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hlink"/>
                </a:buClr>
                <a:buFont typeface="Wingdings" panose="05000000000000000000" pitchFamily="2" charset="2"/>
                <a:buChar char="§"/>
                <a:defRPr sz="2000">
                  <a:solidFill>
                    <a:schemeClr val="tx1"/>
                  </a:solidFill>
                  <a:effectLst/>
                  <a:latin typeface="+mn-lt"/>
                  <a:ea typeface="+mn-ea"/>
                </a:defRPr>
              </a:lvl5pPr>
            </a:lstStyle>
            <a:p>
              <a:pPr marL="0" lvl="0" indent="0" algn="ctr" eaLnBrk="1" hangingPunct="1">
                <a:spcBef>
                  <a:spcPct val="50000"/>
                </a:spcBef>
                <a:buClrTx/>
                <a:buSzTx/>
                <a:buFontTx/>
                <a:buNone/>
              </a:pPr>
              <a:r>
                <a:rPr lang="en-US" altLang="zh-CN" sz="2400" b="1" dirty="0">
                  <a:solidFill>
                    <a:schemeClr val="folHlink"/>
                  </a:solidFill>
                  <a:latin typeface="Arial" panose="020B0604020202020204" pitchFamily="34" charset="0"/>
                </a:rPr>
                <a:t>5</a:t>
              </a:r>
              <a:endParaRPr lang="en-US" altLang="zh-CN" sz="2400" b="1" dirty="0">
                <a:solidFill>
                  <a:schemeClr val="folHlink"/>
                </a:solidFill>
                <a:latin typeface="Arial" panose="020B0604020202020204" pitchFamily="34" charset="0"/>
              </a:endParaRPr>
            </a:p>
          </p:txBody>
        </p:sp>
        <p:sp>
          <p:nvSpPr>
            <p:cNvPr id="78945" name="Text Box 30"/>
            <p:cNvSpPr txBox="1"/>
            <p:nvPr/>
          </p:nvSpPr>
          <p:spPr>
            <a:xfrm>
              <a:off x="3333" y="28"/>
              <a:ext cx="363" cy="288"/>
            </a:xfrm>
            <a:prstGeom prst="rect">
              <a:avLst/>
            </a:prstGeom>
            <a:noFill/>
            <a:ln w="12700">
              <a:noFill/>
            </a:ln>
          </p:spPr>
          <p:txBody>
            <a:bodyPr>
              <a:spAutoFit/>
            </a:bodyPr>
            <a:lstStyle>
              <a:lvl1pPr marL="342900" indent="-342900" algn="l" rtl="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hlink"/>
                </a:buClr>
                <a:buSzPct val="80000"/>
                <a:buFont typeface="Wingdings" panose="05000000000000000000" pitchFamily="2" charset="2"/>
                <a:buChar char="n"/>
                <a:defRPr sz="3200" b="0">
                  <a:solidFill>
                    <a:schemeClr val="tx1"/>
                  </a:solidFill>
                  <a:effectLst/>
                  <a:latin typeface="+mn-lt"/>
                  <a:ea typeface="+mn-ea"/>
                  <a:cs typeface="+mn-cs"/>
                </a:defRPr>
              </a:lvl1pPr>
              <a:lvl2pPr marL="742950" indent="-285750" algn="l" rtl="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tx1"/>
                </a:buClr>
                <a:buChar char="–"/>
                <a:defRPr sz="2800">
                  <a:solidFill>
                    <a:schemeClr val="tx1"/>
                  </a:solidFill>
                  <a:effectLst/>
                  <a:latin typeface="+mn-lt"/>
                  <a:ea typeface="+mn-ea"/>
                </a:defRPr>
              </a:lvl2pPr>
              <a:lvl3pPr marL="11430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hlink"/>
                </a:buClr>
                <a:buFont typeface="Wingdings" panose="05000000000000000000" pitchFamily="2" charset="2"/>
                <a:buChar char="§"/>
                <a:defRPr sz="2400">
                  <a:solidFill>
                    <a:schemeClr val="tx1"/>
                  </a:solidFill>
                  <a:effectLst/>
                  <a:latin typeface="+mn-lt"/>
                  <a:ea typeface="+mn-ea"/>
                </a:defRPr>
              </a:lvl3pPr>
              <a:lvl4pPr marL="16002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–"/>
                <a:defRPr sz="2000">
                  <a:solidFill>
                    <a:schemeClr val="tx1"/>
                  </a:solidFill>
                  <a:effectLst/>
                  <a:latin typeface="+mn-lt"/>
                  <a:ea typeface="+mn-ea"/>
                </a:defRPr>
              </a:lvl4pPr>
              <a:lvl5pPr marL="20574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hlink"/>
                </a:buClr>
                <a:buFont typeface="Wingdings" panose="05000000000000000000" pitchFamily="2" charset="2"/>
                <a:buChar char="§"/>
                <a:defRPr sz="2000">
                  <a:solidFill>
                    <a:schemeClr val="tx1"/>
                  </a:solidFill>
                  <a:effectLst/>
                  <a:latin typeface="+mn-lt"/>
                  <a:ea typeface="+mn-ea"/>
                </a:defRPr>
              </a:lvl5pPr>
            </a:lstStyle>
            <a:p>
              <a:pPr marL="0" lvl="0" indent="0" algn="ctr" eaLnBrk="1" hangingPunct="1">
                <a:spcBef>
                  <a:spcPct val="50000"/>
                </a:spcBef>
                <a:buClrTx/>
                <a:buSzTx/>
                <a:buFontTx/>
                <a:buNone/>
              </a:pPr>
              <a:r>
                <a:rPr lang="en-US" altLang="zh-CN" sz="2400" b="1" dirty="0">
                  <a:solidFill>
                    <a:schemeClr val="folHlink"/>
                  </a:solidFill>
                  <a:latin typeface="Arial" panose="020B0604020202020204" pitchFamily="34" charset="0"/>
                </a:rPr>
                <a:t>6</a:t>
              </a:r>
              <a:endParaRPr lang="en-US" altLang="zh-CN" sz="2400" b="1" dirty="0">
                <a:solidFill>
                  <a:schemeClr val="folHlink"/>
                </a:solidFill>
                <a:latin typeface="Arial" panose="020B0604020202020204" pitchFamily="34" charset="0"/>
              </a:endParaRPr>
            </a:p>
          </p:txBody>
        </p:sp>
        <p:sp>
          <p:nvSpPr>
            <p:cNvPr id="78946" name="Text Box 31"/>
            <p:cNvSpPr txBox="1"/>
            <p:nvPr/>
          </p:nvSpPr>
          <p:spPr>
            <a:xfrm>
              <a:off x="3696" y="28"/>
              <a:ext cx="363" cy="288"/>
            </a:xfrm>
            <a:prstGeom prst="rect">
              <a:avLst/>
            </a:prstGeom>
            <a:noFill/>
            <a:ln w="12700">
              <a:noFill/>
            </a:ln>
          </p:spPr>
          <p:txBody>
            <a:bodyPr>
              <a:spAutoFit/>
            </a:bodyPr>
            <a:lstStyle>
              <a:lvl1pPr marL="342900" indent="-342900" algn="l" rtl="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hlink"/>
                </a:buClr>
                <a:buSzPct val="80000"/>
                <a:buFont typeface="Wingdings" panose="05000000000000000000" pitchFamily="2" charset="2"/>
                <a:buChar char="n"/>
                <a:defRPr sz="3200" b="0">
                  <a:solidFill>
                    <a:schemeClr val="tx1"/>
                  </a:solidFill>
                  <a:effectLst/>
                  <a:latin typeface="+mn-lt"/>
                  <a:ea typeface="+mn-ea"/>
                  <a:cs typeface="+mn-cs"/>
                </a:defRPr>
              </a:lvl1pPr>
              <a:lvl2pPr marL="742950" indent="-285750" algn="l" rtl="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tx1"/>
                </a:buClr>
                <a:buChar char="–"/>
                <a:defRPr sz="2800">
                  <a:solidFill>
                    <a:schemeClr val="tx1"/>
                  </a:solidFill>
                  <a:effectLst/>
                  <a:latin typeface="+mn-lt"/>
                  <a:ea typeface="+mn-ea"/>
                </a:defRPr>
              </a:lvl2pPr>
              <a:lvl3pPr marL="11430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hlink"/>
                </a:buClr>
                <a:buFont typeface="Wingdings" panose="05000000000000000000" pitchFamily="2" charset="2"/>
                <a:buChar char="§"/>
                <a:defRPr sz="2400">
                  <a:solidFill>
                    <a:schemeClr val="tx1"/>
                  </a:solidFill>
                  <a:effectLst/>
                  <a:latin typeface="+mn-lt"/>
                  <a:ea typeface="+mn-ea"/>
                </a:defRPr>
              </a:lvl3pPr>
              <a:lvl4pPr marL="16002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–"/>
                <a:defRPr sz="2000">
                  <a:solidFill>
                    <a:schemeClr val="tx1"/>
                  </a:solidFill>
                  <a:effectLst/>
                  <a:latin typeface="+mn-lt"/>
                  <a:ea typeface="+mn-ea"/>
                </a:defRPr>
              </a:lvl4pPr>
              <a:lvl5pPr marL="20574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hlink"/>
                </a:buClr>
                <a:buFont typeface="Wingdings" panose="05000000000000000000" pitchFamily="2" charset="2"/>
                <a:buChar char="§"/>
                <a:defRPr sz="2000">
                  <a:solidFill>
                    <a:schemeClr val="tx1"/>
                  </a:solidFill>
                  <a:effectLst/>
                  <a:latin typeface="+mn-lt"/>
                  <a:ea typeface="+mn-ea"/>
                </a:defRPr>
              </a:lvl5pPr>
            </a:lstStyle>
            <a:p>
              <a:pPr marL="0" lvl="0" indent="0" algn="ctr" eaLnBrk="1" hangingPunct="1">
                <a:spcBef>
                  <a:spcPct val="50000"/>
                </a:spcBef>
                <a:buClrTx/>
                <a:buSzTx/>
                <a:buFontTx/>
                <a:buNone/>
              </a:pPr>
              <a:r>
                <a:rPr lang="en-US" altLang="zh-CN" sz="2400" b="1" dirty="0">
                  <a:solidFill>
                    <a:schemeClr val="folHlink"/>
                  </a:solidFill>
                  <a:latin typeface="Arial" panose="020B0604020202020204" pitchFamily="34" charset="0"/>
                </a:rPr>
                <a:t>7</a:t>
              </a:r>
              <a:endParaRPr lang="en-US" altLang="zh-CN" sz="2400" b="1" dirty="0">
                <a:solidFill>
                  <a:schemeClr val="folHlink"/>
                </a:solidFill>
                <a:latin typeface="Arial" panose="020B0604020202020204" pitchFamily="34" charset="0"/>
              </a:endParaRPr>
            </a:p>
          </p:txBody>
        </p:sp>
        <p:sp>
          <p:nvSpPr>
            <p:cNvPr id="78947" name="Text Box 32"/>
            <p:cNvSpPr txBox="1"/>
            <p:nvPr/>
          </p:nvSpPr>
          <p:spPr>
            <a:xfrm>
              <a:off x="4059" y="28"/>
              <a:ext cx="363" cy="288"/>
            </a:xfrm>
            <a:prstGeom prst="rect">
              <a:avLst/>
            </a:prstGeom>
            <a:noFill/>
            <a:ln w="12700">
              <a:noFill/>
            </a:ln>
          </p:spPr>
          <p:txBody>
            <a:bodyPr>
              <a:spAutoFit/>
            </a:bodyPr>
            <a:lstStyle>
              <a:lvl1pPr marL="342900" indent="-342900" algn="l" rtl="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hlink"/>
                </a:buClr>
                <a:buSzPct val="80000"/>
                <a:buFont typeface="Wingdings" panose="05000000000000000000" pitchFamily="2" charset="2"/>
                <a:buChar char="n"/>
                <a:defRPr sz="3200" b="0">
                  <a:solidFill>
                    <a:schemeClr val="tx1"/>
                  </a:solidFill>
                  <a:effectLst/>
                  <a:latin typeface="+mn-lt"/>
                  <a:ea typeface="+mn-ea"/>
                  <a:cs typeface="+mn-cs"/>
                </a:defRPr>
              </a:lvl1pPr>
              <a:lvl2pPr marL="742950" indent="-285750" algn="l" rtl="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tx1"/>
                </a:buClr>
                <a:buChar char="–"/>
                <a:defRPr sz="2800">
                  <a:solidFill>
                    <a:schemeClr val="tx1"/>
                  </a:solidFill>
                  <a:effectLst/>
                  <a:latin typeface="+mn-lt"/>
                  <a:ea typeface="+mn-ea"/>
                </a:defRPr>
              </a:lvl2pPr>
              <a:lvl3pPr marL="11430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hlink"/>
                </a:buClr>
                <a:buFont typeface="Wingdings" panose="05000000000000000000" pitchFamily="2" charset="2"/>
                <a:buChar char="§"/>
                <a:defRPr sz="2400">
                  <a:solidFill>
                    <a:schemeClr val="tx1"/>
                  </a:solidFill>
                  <a:effectLst/>
                  <a:latin typeface="+mn-lt"/>
                  <a:ea typeface="+mn-ea"/>
                </a:defRPr>
              </a:lvl3pPr>
              <a:lvl4pPr marL="16002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–"/>
                <a:defRPr sz="2000">
                  <a:solidFill>
                    <a:schemeClr val="tx1"/>
                  </a:solidFill>
                  <a:effectLst/>
                  <a:latin typeface="+mn-lt"/>
                  <a:ea typeface="+mn-ea"/>
                </a:defRPr>
              </a:lvl4pPr>
              <a:lvl5pPr marL="20574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hlink"/>
                </a:buClr>
                <a:buFont typeface="Wingdings" panose="05000000000000000000" pitchFamily="2" charset="2"/>
                <a:buChar char="§"/>
                <a:defRPr sz="2000">
                  <a:solidFill>
                    <a:schemeClr val="tx1"/>
                  </a:solidFill>
                  <a:effectLst/>
                  <a:latin typeface="+mn-lt"/>
                  <a:ea typeface="+mn-ea"/>
                </a:defRPr>
              </a:lvl5pPr>
            </a:lstStyle>
            <a:p>
              <a:pPr marL="0" lvl="0" indent="0" algn="ctr" eaLnBrk="1" hangingPunct="1">
                <a:spcBef>
                  <a:spcPct val="50000"/>
                </a:spcBef>
                <a:buClrTx/>
                <a:buSzTx/>
                <a:buFontTx/>
                <a:buNone/>
              </a:pPr>
              <a:r>
                <a:rPr lang="en-US" altLang="zh-CN" sz="2400" b="1" dirty="0">
                  <a:solidFill>
                    <a:schemeClr val="folHlink"/>
                  </a:solidFill>
                  <a:latin typeface="Arial" panose="020B0604020202020204" pitchFamily="34" charset="0"/>
                </a:rPr>
                <a:t>8</a:t>
              </a:r>
              <a:endParaRPr lang="en-US" altLang="zh-CN" sz="2400" b="1" dirty="0">
                <a:solidFill>
                  <a:schemeClr val="folHlink"/>
                </a:solidFill>
                <a:latin typeface="Arial" panose="020B0604020202020204" pitchFamily="34" charset="0"/>
              </a:endParaRPr>
            </a:p>
          </p:txBody>
        </p:sp>
        <p:sp>
          <p:nvSpPr>
            <p:cNvPr id="78948" name="Text Box 33"/>
            <p:cNvSpPr txBox="1"/>
            <p:nvPr/>
          </p:nvSpPr>
          <p:spPr>
            <a:xfrm>
              <a:off x="4422" y="28"/>
              <a:ext cx="363" cy="288"/>
            </a:xfrm>
            <a:prstGeom prst="rect">
              <a:avLst/>
            </a:prstGeom>
            <a:noFill/>
            <a:ln w="12700">
              <a:noFill/>
            </a:ln>
          </p:spPr>
          <p:txBody>
            <a:bodyPr>
              <a:spAutoFit/>
            </a:bodyPr>
            <a:lstStyle>
              <a:lvl1pPr marL="342900" indent="-342900" algn="l" rtl="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hlink"/>
                </a:buClr>
                <a:buSzPct val="80000"/>
                <a:buFont typeface="Wingdings" panose="05000000000000000000" pitchFamily="2" charset="2"/>
                <a:buChar char="n"/>
                <a:defRPr sz="3200" b="0">
                  <a:solidFill>
                    <a:schemeClr val="tx1"/>
                  </a:solidFill>
                  <a:effectLst/>
                  <a:latin typeface="+mn-lt"/>
                  <a:ea typeface="+mn-ea"/>
                  <a:cs typeface="+mn-cs"/>
                </a:defRPr>
              </a:lvl1pPr>
              <a:lvl2pPr marL="742950" indent="-285750" algn="l" rtl="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tx1"/>
                </a:buClr>
                <a:buChar char="–"/>
                <a:defRPr sz="2800">
                  <a:solidFill>
                    <a:schemeClr val="tx1"/>
                  </a:solidFill>
                  <a:effectLst/>
                  <a:latin typeface="+mn-lt"/>
                  <a:ea typeface="+mn-ea"/>
                </a:defRPr>
              </a:lvl2pPr>
              <a:lvl3pPr marL="11430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hlink"/>
                </a:buClr>
                <a:buFont typeface="Wingdings" panose="05000000000000000000" pitchFamily="2" charset="2"/>
                <a:buChar char="§"/>
                <a:defRPr sz="2400">
                  <a:solidFill>
                    <a:schemeClr val="tx1"/>
                  </a:solidFill>
                  <a:effectLst/>
                  <a:latin typeface="+mn-lt"/>
                  <a:ea typeface="+mn-ea"/>
                </a:defRPr>
              </a:lvl3pPr>
              <a:lvl4pPr marL="16002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–"/>
                <a:defRPr sz="2000">
                  <a:solidFill>
                    <a:schemeClr val="tx1"/>
                  </a:solidFill>
                  <a:effectLst/>
                  <a:latin typeface="+mn-lt"/>
                  <a:ea typeface="+mn-ea"/>
                </a:defRPr>
              </a:lvl4pPr>
              <a:lvl5pPr marL="20574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hlink"/>
                </a:buClr>
                <a:buFont typeface="Wingdings" panose="05000000000000000000" pitchFamily="2" charset="2"/>
                <a:buChar char="§"/>
                <a:defRPr sz="2000">
                  <a:solidFill>
                    <a:schemeClr val="tx1"/>
                  </a:solidFill>
                  <a:effectLst/>
                  <a:latin typeface="+mn-lt"/>
                  <a:ea typeface="+mn-ea"/>
                </a:defRPr>
              </a:lvl5pPr>
            </a:lstStyle>
            <a:p>
              <a:pPr marL="0" lvl="0" indent="0" algn="ctr" eaLnBrk="1" hangingPunct="1">
                <a:spcBef>
                  <a:spcPct val="50000"/>
                </a:spcBef>
                <a:buClrTx/>
                <a:buSzTx/>
                <a:buFontTx/>
                <a:buNone/>
              </a:pPr>
              <a:r>
                <a:rPr lang="en-US" altLang="zh-CN" sz="2400" b="1" dirty="0">
                  <a:solidFill>
                    <a:schemeClr val="folHlink"/>
                  </a:solidFill>
                  <a:latin typeface="Arial" panose="020B0604020202020204" pitchFamily="34" charset="0"/>
                </a:rPr>
                <a:t>9</a:t>
              </a:r>
              <a:endParaRPr lang="en-US" altLang="zh-CN" sz="2400" b="1" dirty="0">
                <a:solidFill>
                  <a:schemeClr val="folHlink"/>
                </a:solidFill>
                <a:latin typeface="Arial" panose="020B0604020202020204" pitchFamily="34" charset="0"/>
              </a:endParaRPr>
            </a:p>
          </p:txBody>
        </p:sp>
        <p:sp>
          <p:nvSpPr>
            <p:cNvPr id="78949" name="Text Box 34"/>
            <p:cNvSpPr txBox="1"/>
            <p:nvPr/>
          </p:nvSpPr>
          <p:spPr>
            <a:xfrm>
              <a:off x="657" y="35"/>
              <a:ext cx="657" cy="288"/>
            </a:xfrm>
            <a:prstGeom prst="rect">
              <a:avLst/>
            </a:prstGeom>
            <a:noFill/>
            <a:ln w="12700">
              <a:noFill/>
            </a:ln>
          </p:spPr>
          <p:txBody>
            <a:bodyPr>
              <a:spAutoFit/>
            </a:bodyPr>
            <a:lstStyle>
              <a:lvl1pPr marL="342900" indent="-342900" algn="l" rtl="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hlink"/>
                </a:buClr>
                <a:buSzPct val="80000"/>
                <a:buFont typeface="Wingdings" panose="05000000000000000000" pitchFamily="2" charset="2"/>
                <a:buChar char="n"/>
                <a:defRPr sz="3200" b="0">
                  <a:solidFill>
                    <a:schemeClr val="tx1"/>
                  </a:solidFill>
                  <a:effectLst/>
                  <a:latin typeface="+mn-lt"/>
                  <a:ea typeface="+mn-ea"/>
                  <a:cs typeface="+mn-cs"/>
                </a:defRPr>
              </a:lvl1pPr>
              <a:lvl2pPr marL="742950" indent="-285750" algn="l" rtl="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tx1"/>
                </a:buClr>
                <a:buChar char="–"/>
                <a:defRPr sz="2800">
                  <a:solidFill>
                    <a:schemeClr val="tx1"/>
                  </a:solidFill>
                  <a:effectLst/>
                  <a:latin typeface="+mn-lt"/>
                  <a:ea typeface="+mn-ea"/>
                </a:defRPr>
              </a:lvl2pPr>
              <a:lvl3pPr marL="11430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hlink"/>
                </a:buClr>
                <a:buFont typeface="Wingdings" panose="05000000000000000000" pitchFamily="2" charset="2"/>
                <a:buChar char="§"/>
                <a:defRPr sz="2400">
                  <a:solidFill>
                    <a:schemeClr val="tx1"/>
                  </a:solidFill>
                  <a:effectLst/>
                  <a:latin typeface="+mn-lt"/>
                  <a:ea typeface="+mn-ea"/>
                </a:defRPr>
              </a:lvl3pPr>
              <a:lvl4pPr marL="16002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–"/>
                <a:defRPr sz="2000">
                  <a:solidFill>
                    <a:schemeClr val="tx1"/>
                  </a:solidFill>
                  <a:effectLst/>
                  <a:latin typeface="+mn-lt"/>
                  <a:ea typeface="+mn-ea"/>
                </a:defRPr>
              </a:lvl4pPr>
              <a:lvl5pPr marL="20574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hlink"/>
                </a:buClr>
                <a:buFont typeface="Wingdings" panose="05000000000000000000" pitchFamily="2" charset="2"/>
                <a:buChar char="§"/>
                <a:defRPr sz="2000">
                  <a:solidFill>
                    <a:schemeClr val="tx1"/>
                  </a:solidFill>
                  <a:effectLst/>
                  <a:latin typeface="+mn-lt"/>
                  <a:ea typeface="+mn-ea"/>
                </a:defRPr>
              </a:lvl5pPr>
            </a:lstStyle>
            <a:p>
              <a:pPr marL="0" lvl="0" indent="0" eaLnBrk="1" hangingPunct="1">
                <a:spcBef>
                  <a:spcPct val="50000"/>
                </a:spcBef>
                <a:buClrTx/>
                <a:buSzTx/>
                <a:buFontTx/>
                <a:buNone/>
              </a:pPr>
              <a:r>
                <a:rPr lang="zh-CN" altLang="en-US" sz="2400" b="1" dirty="0">
                  <a:solidFill>
                    <a:schemeClr val="folHlink"/>
                  </a:solidFill>
                  <a:latin typeface="Arial" panose="020B0604020202020204" pitchFamily="34" charset="0"/>
                </a:rPr>
                <a:t>下标</a:t>
              </a:r>
              <a:endParaRPr lang="zh-CN" altLang="en-US" sz="2400" b="1" dirty="0">
                <a:solidFill>
                  <a:schemeClr val="folHlink"/>
                </a:solidFill>
                <a:latin typeface="Arial" panose="020B0604020202020204" pitchFamily="34" charset="0"/>
              </a:endParaRPr>
            </a:p>
          </p:txBody>
        </p:sp>
        <p:sp>
          <p:nvSpPr>
            <p:cNvPr id="78950" name="Text Box 35"/>
            <p:cNvSpPr txBox="1"/>
            <p:nvPr/>
          </p:nvSpPr>
          <p:spPr>
            <a:xfrm>
              <a:off x="1156" y="35"/>
              <a:ext cx="363" cy="288"/>
            </a:xfrm>
            <a:prstGeom prst="rect">
              <a:avLst/>
            </a:prstGeom>
            <a:noFill/>
            <a:ln w="12700">
              <a:noFill/>
            </a:ln>
          </p:spPr>
          <p:txBody>
            <a:bodyPr>
              <a:spAutoFit/>
            </a:bodyPr>
            <a:lstStyle>
              <a:lvl1pPr marL="342900" indent="-342900" algn="l" rtl="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hlink"/>
                </a:buClr>
                <a:buSzPct val="80000"/>
                <a:buFont typeface="Wingdings" panose="05000000000000000000" pitchFamily="2" charset="2"/>
                <a:buChar char="n"/>
                <a:defRPr sz="3200" b="0">
                  <a:solidFill>
                    <a:schemeClr val="tx1"/>
                  </a:solidFill>
                  <a:effectLst/>
                  <a:latin typeface="+mn-lt"/>
                  <a:ea typeface="+mn-ea"/>
                  <a:cs typeface="+mn-cs"/>
                </a:defRPr>
              </a:lvl1pPr>
              <a:lvl2pPr marL="742950" indent="-285750" algn="l" rtl="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tx1"/>
                </a:buClr>
                <a:buChar char="–"/>
                <a:defRPr sz="2800">
                  <a:solidFill>
                    <a:schemeClr val="tx1"/>
                  </a:solidFill>
                  <a:effectLst/>
                  <a:latin typeface="+mn-lt"/>
                  <a:ea typeface="+mn-ea"/>
                </a:defRPr>
              </a:lvl2pPr>
              <a:lvl3pPr marL="11430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hlink"/>
                </a:buClr>
                <a:buFont typeface="Wingdings" panose="05000000000000000000" pitchFamily="2" charset="2"/>
                <a:buChar char="§"/>
                <a:defRPr sz="2400">
                  <a:solidFill>
                    <a:schemeClr val="tx1"/>
                  </a:solidFill>
                  <a:effectLst/>
                  <a:latin typeface="+mn-lt"/>
                  <a:ea typeface="+mn-ea"/>
                </a:defRPr>
              </a:lvl3pPr>
              <a:lvl4pPr marL="16002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–"/>
                <a:defRPr sz="2000">
                  <a:solidFill>
                    <a:schemeClr val="tx1"/>
                  </a:solidFill>
                  <a:effectLst/>
                  <a:latin typeface="+mn-lt"/>
                  <a:ea typeface="+mn-ea"/>
                </a:defRPr>
              </a:lvl4pPr>
              <a:lvl5pPr marL="20574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hlink"/>
                </a:buClr>
                <a:buFont typeface="Wingdings" panose="05000000000000000000" pitchFamily="2" charset="2"/>
                <a:buChar char="§"/>
                <a:defRPr sz="2000">
                  <a:solidFill>
                    <a:schemeClr val="tx1"/>
                  </a:solidFill>
                  <a:effectLst/>
                  <a:latin typeface="+mn-lt"/>
                  <a:ea typeface="+mn-ea"/>
                </a:defRPr>
              </a:lvl5pPr>
            </a:lstStyle>
            <a:p>
              <a:pPr marL="0" lvl="0" indent="0" algn="ctr" eaLnBrk="1" hangingPunct="1">
                <a:spcBef>
                  <a:spcPct val="50000"/>
                </a:spcBef>
                <a:buClrTx/>
                <a:buSzTx/>
                <a:buFontTx/>
                <a:buNone/>
              </a:pPr>
              <a:r>
                <a:rPr lang="en-US" altLang="zh-CN" sz="2400" b="1" dirty="0">
                  <a:solidFill>
                    <a:schemeClr val="folHlink"/>
                  </a:solidFill>
                  <a:latin typeface="Arial" panose="020B0604020202020204" pitchFamily="34" charset="0"/>
                </a:rPr>
                <a:t>0</a:t>
              </a:r>
              <a:endParaRPr lang="en-US" altLang="zh-CN" sz="2400" b="1" dirty="0">
                <a:solidFill>
                  <a:schemeClr val="folHlink"/>
                </a:solidFill>
                <a:latin typeface="Arial" panose="020B0604020202020204" pitchFamily="34" charset="0"/>
              </a:endParaRPr>
            </a:p>
          </p:txBody>
        </p:sp>
        <p:sp>
          <p:nvSpPr>
            <p:cNvPr id="78951" name="Text Box 36"/>
            <p:cNvSpPr txBox="1"/>
            <p:nvPr/>
          </p:nvSpPr>
          <p:spPr>
            <a:xfrm>
              <a:off x="4785" y="35"/>
              <a:ext cx="363" cy="288"/>
            </a:xfrm>
            <a:prstGeom prst="rect">
              <a:avLst/>
            </a:prstGeom>
            <a:noFill/>
            <a:ln w="12700">
              <a:noFill/>
            </a:ln>
          </p:spPr>
          <p:txBody>
            <a:bodyPr>
              <a:spAutoFit/>
            </a:bodyPr>
            <a:lstStyle>
              <a:lvl1pPr marL="342900" indent="-342900" algn="l" rtl="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hlink"/>
                </a:buClr>
                <a:buSzPct val="80000"/>
                <a:buFont typeface="Wingdings" panose="05000000000000000000" pitchFamily="2" charset="2"/>
                <a:buChar char="n"/>
                <a:defRPr sz="3200" b="0">
                  <a:solidFill>
                    <a:schemeClr val="tx1"/>
                  </a:solidFill>
                  <a:effectLst/>
                  <a:latin typeface="+mn-lt"/>
                  <a:ea typeface="+mn-ea"/>
                  <a:cs typeface="+mn-cs"/>
                </a:defRPr>
              </a:lvl1pPr>
              <a:lvl2pPr marL="742950" indent="-285750" algn="l" rtl="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tx1"/>
                </a:buClr>
                <a:buChar char="–"/>
                <a:defRPr sz="2800">
                  <a:solidFill>
                    <a:schemeClr val="tx1"/>
                  </a:solidFill>
                  <a:effectLst/>
                  <a:latin typeface="+mn-lt"/>
                  <a:ea typeface="+mn-ea"/>
                </a:defRPr>
              </a:lvl2pPr>
              <a:lvl3pPr marL="11430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hlink"/>
                </a:buClr>
                <a:buFont typeface="Wingdings" panose="05000000000000000000" pitchFamily="2" charset="2"/>
                <a:buChar char="§"/>
                <a:defRPr sz="2400">
                  <a:solidFill>
                    <a:schemeClr val="tx1"/>
                  </a:solidFill>
                  <a:effectLst/>
                  <a:latin typeface="+mn-lt"/>
                  <a:ea typeface="+mn-ea"/>
                </a:defRPr>
              </a:lvl3pPr>
              <a:lvl4pPr marL="16002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–"/>
                <a:defRPr sz="2000">
                  <a:solidFill>
                    <a:schemeClr val="tx1"/>
                  </a:solidFill>
                  <a:effectLst/>
                  <a:latin typeface="+mn-lt"/>
                  <a:ea typeface="+mn-ea"/>
                </a:defRPr>
              </a:lvl4pPr>
              <a:lvl5pPr marL="20574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hlink"/>
                </a:buClr>
                <a:buFont typeface="Wingdings" panose="05000000000000000000" pitchFamily="2" charset="2"/>
                <a:buChar char="§"/>
                <a:defRPr sz="2000">
                  <a:solidFill>
                    <a:schemeClr val="tx1"/>
                  </a:solidFill>
                  <a:effectLst/>
                  <a:latin typeface="+mn-lt"/>
                  <a:ea typeface="+mn-ea"/>
                </a:defRPr>
              </a:lvl5pPr>
            </a:lstStyle>
            <a:p>
              <a:pPr marL="0" lvl="0" indent="0" algn="ctr" eaLnBrk="1" hangingPunct="1">
                <a:spcBef>
                  <a:spcPct val="50000"/>
                </a:spcBef>
                <a:buClrTx/>
                <a:buSzTx/>
                <a:buFontTx/>
                <a:buNone/>
              </a:pPr>
              <a:r>
                <a:rPr lang="en-US" altLang="zh-CN" sz="2400" b="1" dirty="0">
                  <a:solidFill>
                    <a:schemeClr val="folHlink"/>
                  </a:solidFill>
                  <a:latin typeface="Arial" panose="020B0604020202020204" pitchFamily="34" charset="0"/>
                </a:rPr>
                <a:t>10</a:t>
              </a:r>
              <a:endParaRPr lang="en-US" altLang="zh-CN" sz="2400" b="1" dirty="0">
                <a:solidFill>
                  <a:schemeClr val="folHlink"/>
                </a:solidFill>
                <a:latin typeface="Arial" panose="020B0604020202020204" pitchFamily="34" charset="0"/>
              </a:endParaRPr>
            </a:p>
          </p:txBody>
        </p:sp>
      </p:grpSp>
      <p:sp>
        <p:nvSpPr>
          <p:cNvPr id="78874" name="Text Box 37"/>
          <p:cNvSpPr txBox="1"/>
          <p:nvPr/>
        </p:nvSpPr>
        <p:spPr>
          <a:xfrm>
            <a:off x="9120188" y="593725"/>
            <a:ext cx="576262" cy="469900"/>
          </a:xfrm>
          <a:prstGeom prst="rect">
            <a:avLst/>
          </a:prstGeom>
          <a:noFill/>
          <a:ln w="12700" cap="flat" cmpd="sng">
            <a:solidFill>
              <a:schemeClr val="tx1"/>
            </a:solidFill>
            <a:prstDash val="solid"/>
            <a:miter/>
            <a:headEnd type="none" w="med" len="med"/>
            <a:tailEnd type="none" w="med" len="med"/>
          </a:ln>
        </p:spPr>
        <p:txBody>
          <a:bodyPr>
            <a:spAutoFit/>
          </a:bodyPr>
          <a:lstStyle>
            <a:lvl1pPr marL="342900" indent="-3429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80000"/>
              <a:buFont typeface="Wingdings" panose="05000000000000000000" pitchFamily="2" charset="2"/>
              <a:buChar char="n"/>
              <a:defRPr sz="3200" b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defRPr>
            </a:lvl1pPr>
            <a:lvl2pPr marL="742950" indent="-28575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Char char="–"/>
              <a:defRPr sz="2800">
                <a:solidFill>
                  <a:schemeClr val="tx1"/>
                </a:solidFill>
                <a:effectLst/>
                <a:latin typeface="+mn-lt"/>
                <a:ea typeface="+mn-ea"/>
              </a:defRPr>
            </a:lvl2pPr>
            <a:lvl3pPr marL="11430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Font typeface="Wingdings" panose="05000000000000000000" pitchFamily="2" charset="2"/>
              <a:buChar char="§"/>
              <a:defRPr sz="2400">
                <a:solidFill>
                  <a:schemeClr val="tx1"/>
                </a:solidFill>
                <a:effectLst/>
                <a:latin typeface="+mn-lt"/>
                <a:ea typeface="+mn-ea"/>
              </a:defRPr>
            </a:lvl3pPr>
            <a:lvl4pPr marL="16002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–"/>
              <a:defRPr sz="2000">
                <a:solidFill>
                  <a:schemeClr val="tx1"/>
                </a:solidFill>
                <a:effectLst/>
                <a:latin typeface="+mn-lt"/>
                <a:ea typeface="+mn-ea"/>
              </a:defRPr>
            </a:lvl4pPr>
            <a:lvl5pPr marL="20574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effectLst/>
                <a:latin typeface="+mn-lt"/>
                <a:ea typeface="+mn-ea"/>
              </a:defRPr>
            </a:lvl5pPr>
          </a:lstStyle>
          <a:p>
            <a:pPr marL="0" lvl="0" indent="0" algn="ctr" eaLnBrk="1" hangingPunct="1">
              <a:spcBef>
                <a:spcPct val="50000"/>
              </a:spcBef>
              <a:buClrTx/>
              <a:buSzTx/>
              <a:buFontTx/>
              <a:buNone/>
            </a:pPr>
            <a:endParaRPr lang="zh-CN" altLang="zh-CN" sz="2400" b="1" dirty="0">
              <a:latin typeface="Arial" panose="020B0604020202020204" pitchFamily="34" charset="0"/>
            </a:endParaRPr>
          </a:p>
        </p:txBody>
      </p:sp>
      <p:sp>
        <p:nvSpPr>
          <p:cNvPr id="78875" name="Text Box 38"/>
          <p:cNvSpPr txBox="1"/>
          <p:nvPr/>
        </p:nvSpPr>
        <p:spPr>
          <a:xfrm>
            <a:off x="9120188" y="1951038"/>
            <a:ext cx="576262" cy="469900"/>
          </a:xfrm>
          <a:prstGeom prst="rect">
            <a:avLst/>
          </a:prstGeom>
          <a:noFill/>
          <a:ln w="12700" cap="flat" cmpd="sng">
            <a:solidFill>
              <a:schemeClr val="tx1"/>
            </a:solidFill>
            <a:prstDash val="solid"/>
            <a:miter/>
            <a:headEnd type="none" w="med" len="med"/>
            <a:tailEnd type="none" w="med" len="med"/>
          </a:ln>
        </p:spPr>
        <p:txBody>
          <a:bodyPr>
            <a:spAutoFit/>
          </a:bodyPr>
          <a:lstStyle>
            <a:lvl1pPr marL="342900" indent="-3429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80000"/>
              <a:buFont typeface="Wingdings" panose="05000000000000000000" pitchFamily="2" charset="2"/>
              <a:buChar char="n"/>
              <a:defRPr sz="3200" b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defRPr>
            </a:lvl1pPr>
            <a:lvl2pPr marL="742950" indent="-28575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Char char="–"/>
              <a:defRPr sz="2800">
                <a:solidFill>
                  <a:schemeClr val="tx1"/>
                </a:solidFill>
                <a:effectLst/>
                <a:latin typeface="+mn-lt"/>
                <a:ea typeface="+mn-ea"/>
              </a:defRPr>
            </a:lvl2pPr>
            <a:lvl3pPr marL="11430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Font typeface="Wingdings" panose="05000000000000000000" pitchFamily="2" charset="2"/>
              <a:buChar char="§"/>
              <a:defRPr sz="2400">
                <a:solidFill>
                  <a:schemeClr val="tx1"/>
                </a:solidFill>
                <a:effectLst/>
                <a:latin typeface="+mn-lt"/>
                <a:ea typeface="+mn-ea"/>
              </a:defRPr>
            </a:lvl3pPr>
            <a:lvl4pPr marL="16002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–"/>
              <a:defRPr sz="2000">
                <a:solidFill>
                  <a:schemeClr val="tx1"/>
                </a:solidFill>
                <a:effectLst/>
                <a:latin typeface="+mn-lt"/>
                <a:ea typeface="+mn-ea"/>
              </a:defRPr>
            </a:lvl4pPr>
            <a:lvl5pPr marL="20574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effectLst/>
                <a:latin typeface="+mn-lt"/>
                <a:ea typeface="+mn-ea"/>
              </a:defRPr>
            </a:lvl5pPr>
          </a:lstStyle>
          <a:p>
            <a:pPr marL="0" lvl="0" indent="0" algn="ctr" eaLnBrk="1" hangingPunct="1">
              <a:spcBef>
                <a:spcPct val="50000"/>
              </a:spcBef>
              <a:buClrTx/>
              <a:buSzTx/>
              <a:buFontTx/>
              <a:buNone/>
            </a:pPr>
            <a:endParaRPr lang="zh-CN" altLang="zh-CN" sz="2400" b="1" dirty="0">
              <a:latin typeface="Arial" panose="020B0604020202020204" pitchFamily="34" charset="0"/>
            </a:endParaRPr>
          </a:p>
        </p:txBody>
      </p:sp>
      <p:sp>
        <p:nvSpPr>
          <p:cNvPr id="78876" name="Text Box 39"/>
          <p:cNvSpPr txBox="1"/>
          <p:nvPr/>
        </p:nvSpPr>
        <p:spPr>
          <a:xfrm>
            <a:off x="1703388" y="549275"/>
            <a:ext cx="1152525" cy="457200"/>
          </a:xfrm>
          <a:prstGeom prst="rect">
            <a:avLst/>
          </a:prstGeom>
          <a:noFill/>
          <a:ln w="12700">
            <a:noFill/>
          </a:ln>
        </p:spPr>
        <p:txBody>
          <a:bodyPr>
            <a:spAutoFit/>
          </a:bodyPr>
          <a:lstStyle>
            <a:lvl1pPr marL="342900" indent="-3429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80000"/>
              <a:buFont typeface="Wingdings" panose="05000000000000000000" pitchFamily="2" charset="2"/>
              <a:buChar char="n"/>
              <a:defRPr sz="3200" b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defRPr>
            </a:lvl1pPr>
            <a:lvl2pPr marL="742950" indent="-28575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Char char="–"/>
              <a:defRPr sz="2800">
                <a:solidFill>
                  <a:schemeClr val="tx1"/>
                </a:solidFill>
                <a:effectLst/>
                <a:latin typeface="+mn-lt"/>
                <a:ea typeface="+mn-ea"/>
              </a:defRPr>
            </a:lvl2pPr>
            <a:lvl3pPr marL="11430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Font typeface="Wingdings" panose="05000000000000000000" pitchFamily="2" charset="2"/>
              <a:buChar char="§"/>
              <a:defRPr sz="2400">
                <a:solidFill>
                  <a:schemeClr val="tx1"/>
                </a:solidFill>
                <a:effectLst/>
                <a:latin typeface="+mn-lt"/>
                <a:ea typeface="+mn-ea"/>
              </a:defRPr>
            </a:lvl3pPr>
            <a:lvl4pPr marL="16002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–"/>
              <a:defRPr sz="2000">
                <a:solidFill>
                  <a:schemeClr val="tx1"/>
                </a:solidFill>
                <a:effectLst/>
                <a:latin typeface="+mn-lt"/>
                <a:ea typeface="+mn-ea"/>
              </a:defRPr>
            </a:lvl4pPr>
            <a:lvl5pPr marL="20574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effectLst/>
                <a:latin typeface="+mn-lt"/>
                <a:ea typeface="+mn-ea"/>
              </a:defRPr>
            </a:lvl5pPr>
          </a:lstStyle>
          <a:p>
            <a:pPr marL="0" lvl="0" indent="0" eaLnBrk="1" hangingPunct="1">
              <a:spcBef>
                <a:spcPct val="50000"/>
              </a:spcBef>
              <a:buClrTx/>
              <a:buSzTx/>
              <a:buFontTx/>
              <a:buNone/>
            </a:pPr>
            <a:r>
              <a:rPr lang="zh-CN" altLang="en-US" sz="2400" b="1" dirty="0">
                <a:latin typeface="Arial" panose="020B0604020202020204" pitchFamily="34" charset="0"/>
              </a:rPr>
              <a:t>第</a:t>
            </a:r>
            <a:r>
              <a:rPr lang="en-US" altLang="zh-CN" sz="2400" b="1" dirty="0">
                <a:latin typeface="Arial" panose="020B0604020202020204" pitchFamily="34" charset="0"/>
              </a:rPr>
              <a:t>4</a:t>
            </a:r>
            <a:r>
              <a:rPr lang="zh-CN" altLang="en-US" sz="2400" b="1" dirty="0">
                <a:latin typeface="Arial" panose="020B0604020202020204" pitchFamily="34" charset="0"/>
              </a:rPr>
              <a:t>行</a:t>
            </a:r>
            <a:endParaRPr lang="zh-CN" altLang="en-US" sz="2400" b="1" dirty="0">
              <a:latin typeface="Arial" panose="020B0604020202020204" pitchFamily="34" charset="0"/>
            </a:endParaRPr>
          </a:p>
        </p:txBody>
      </p:sp>
      <p:sp>
        <p:nvSpPr>
          <p:cNvPr id="78877" name="Text Box 40"/>
          <p:cNvSpPr txBox="1"/>
          <p:nvPr/>
        </p:nvSpPr>
        <p:spPr>
          <a:xfrm>
            <a:off x="1703388" y="1906588"/>
            <a:ext cx="1063625" cy="457200"/>
          </a:xfrm>
          <a:prstGeom prst="rect">
            <a:avLst/>
          </a:prstGeom>
          <a:noFill/>
          <a:ln w="12700">
            <a:noFill/>
          </a:ln>
        </p:spPr>
        <p:txBody>
          <a:bodyPr>
            <a:spAutoFit/>
          </a:bodyPr>
          <a:lstStyle>
            <a:lvl1pPr marL="342900" indent="-3429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80000"/>
              <a:buFont typeface="Wingdings" panose="05000000000000000000" pitchFamily="2" charset="2"/>
              <a:buChar char="n"/>
              <a:defRPr sz="3200" b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defRPr>
            </a:lvl1pPr>
            <a:lvl2pPr marL="742950" indent="-28575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Char char="–"/>
              <a:defRPr sz="2800">
                <a:solidFill>
                  <a:schemeClr val="tx1"/>
                </a:solidFill>
                <a:effectLst/>
                <a:latin typeface="+mn-lt"/>
                <a:ea typeface="+mn-ea"/>
              </a:defRPr>
            </a:lvl2pPr>
            <a:lvl3pPr marL="11430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Font typeface="Wingdings" panose="05000000000000000000" pitchFamily="2" charset="2"/>
              <a:buChar char="§"/>
              <a:defRPr sz="2400">
                <a:solidFill>
                  <a:schemeClr val="tx1"/>
                </a:solidFill>
                <a:effectLst/>
                <a:latin typeface="+mn-lt"/>
                <a:ea typeface="+mn-ea"/>
              </a:defRPr>
            </a:lvl3pPr>
            <a:lvl4pPr marL="16002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–"/>
              <a:defRPr sz="2000">
                <a:solidFill>
                  <a:schemeClr val="tx1"/>
                </a:solidFill>
                <a:effectLst/>
                <a:latin typeface="+mn-lt"/>
                <a:ea typeface="+mn-ea"/>
              </a:defRPr>
            </a:lvl4pPr>
            <a:lvl5pPr marL="20574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effectLst/>
                <a:latin typeface="+mn-lt"/>
                <a:ea typeface="+mn-ea"/>
              </a:defRPr>
            </a:lvl5pPr>
          </a:lstStyle>
          <a:p>
            <a:pPr marL="0" lvl="0" indent="0" eaLnBrk="1" hangingPunct="1">
              <a:spcBef>
                <a:spcPct val="50000"/>
              </a:spcBef>
              <a:buClrTx/>
              <a:buSzTx/>
              <a:buFontTx/>
              <a:buNone/>
            </a:pPr>
            <a:r>
              <a:rPr lang="zh-CN" altLang="en-US" sz="2400" b="1" dirty="0">
                <a:latin typeface="Arial" panose="020B0604020202020204" pitchFamily="34" charset="0"/>
              </a:rPr>
              <a:t>第</a:t>
            </a:r>
            <a:r>
              <a:rPr lang="en-US" altLang="zh-CN" sz="2400" b="1" dirty="0">
                <a:latin typeface="Arial" panose="020B0604020202020204" pitchFamily="34" charset="0"/>
              </a:rPr>
              <a:t>5</a:t>
            </a:r>
            <a:r>
              <a:rPr lang="zh-CN" altLang="en-US" sz="2400" b="1" dirty="0">
                <a:latin typeface="Arial" panose="020B0604020202020204" pitchFamily="34" charset="0"/>
              </a:rPr>
              <a:t>行</a:t>
            </a:r>
            <a:endParaRPr lang="zh-CN" altLang="en-US" sz="2400" b="1" dirty="0">
              <a:latin typeface="Arial" panose="020B0604020202020204" pitchFamily="34" charset="0"/>
            </a:endParaRPr>
          </a:p>
        </p:txBody>
      </p:sp>
      <p:sp>
        <p:nvSpPr>
          <p:cNvPr id="1076265" name="Text Box 41"/>
          <p:cNvSpPr txBox="1"/>
          <p:nvPr/>
        </p:nvSpPr>
        <p:spPr>
          <a:xfrm>
            <a:off x="3359150" y="1970088"/>
            <a:ext cx="576263" cy="457200"/>
          </a:xfrm>
          <a:prstGeom prst="rect">
            <a:avLst/>
          </a:prstGeom>
          <a:noFill/>
          <a:ln w="12700">
            <a:noFill/>
          </a:ln>
        </p:spPr>
        <p:txBody>
          <a:bodyPr>
            <a:spAutoFit/>
          </a:bodyPr>
          <a:lstStyle>
            <a:lvl1pPr marL="342900" indent="-3429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80000"/>
              <a:buFont typeface="Wingdings" panose="05000000000000000000" pitchFamily="2" charset="2"/>
              <a:buChar char="n"/>
              <a:defRPr sz="3200" b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defRPr>
            </a:lvl1pPr>
            <a:lvl2pPr marL="742950" indent="-28575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Char char="–"/>
              <a:defRPr sz="2800">
                <a:solidFill>
                  <a:schemeClr val="tx1"/>
                </a:solidFill>
                <a:effectLst/>
                <a:latin typeface="+mn-lt"/>
                <a:ea typeface="+mn-ea"/>
              </a:defRPr>
            </a:lvl2pPr>
            <a:lvl3pPr marL="11430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Font typeface="Wingdings" panose="05000000000000000000" pitchFamily="2" charset="2"/>
              <a:buChar char="§"/>
              <a:defRPr sz="2400">
                <a:solidFill>
                  <a:schemeClr val="tx1"/>
                </a:solidFill>
                <a:effectLst/>
                <a:latin typeface="+mn-lt"/>
                <a:ea typeface="+mn-ea"/>
              </a:defRPr>
            </a:lvl3pPr>
            <a:lvl4pPr marL="16002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–"/>
              <a:defRPr sz="2000">
                <a:solidFill>
                  <a:schemeClr val="tx1"/>
                </a:solidFill>
                <a:effectLst/>
                <a:latin typeface="+mn-lt"/>
                <a:ea typeface="+mn-ea"/>
              </a:defRPr>
            </a:lvl4pPr>
            <a:lvl5pPr marL="20574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effectLst/>
                <a:latin typeface="+mn-lt"/>
                <a:ea typeface="+mn-ea"/>
              </a:defRPr>
            </a:lvl5pPr>
          </a:lstStyle>
          <a:p>
            <a:pPr marL="0" lvl="0" indent="0" algn="ctr" eaLnBrk="1" hangingPunct="1">
              <a:spcBef>
                <a:spcPct val="50000"/>
              </a:spcBef>
              <a:buClrTx/>
              <a:buSzTx/>
              <a:buFontTx/>
              <a:buNone/>
            </a:pPr>
            <a:r>
              <a:rPr lang="en-US" altLang="zh-CN" sz="2400" b="1" dirty="0">
                <a:solidFill>
                  <a:srgbClr val="FF0000"/>
                </a:solidFill>
                <a:latin typeface="Arial" panose="020B0604020202020204" pitchFamily="34" charset="0"/>
              </a:rPr>
              <a:t>1</a:t>
            </a:r>
            <a:endParaRPr lang="en-US" altLang="zh-CN" sz="2400" b="1" dirty="0">
              <a:solidFill>
                <a:srgbClr val="FF0000"/>
              </a:solidFill>
              <a:latin typeface="Arial" panose="020B0604020202020204" pitchFamily="34" charset="0"/>
            </a:endParaRPr>
          </a:p>
        </p:txBody>
      </p:sp>
      <p:grpSp>
        <p:nvGrpSpPr>
          <p:cNvPr id="1076266" name="Group 42"/>
          <p:cNvGrpSpPr/>
          <p:nvPr/>
        </p:nvGrpSpPr>
        <p:grpSpPr>
          <a:xfrm>
            <a:off x="3648075" y="1062038"/>
            <a:ext cx="863600" cy="1374775"/>
            <a:chOff x="1338" y="663"/>
            <a:chExt cx="544" cy="866"/>
          </a:xfrm>
        </p:grpSpPr>
        <p:sp>
          <p:nvSpPr>
            <p:cNvPr id="78937" name="Text Box 43"/>
            <p:cNvSpPr txBox="1"/>
            <p:nvPr/>
          </p:nvSpPr>
          <p:spPr>
            <a:xfrm>
              <a:off x="1519" y="1241"/>
              <a:ext cx="363" cy="288"/>
            </a:xfrm>
            <a:prstGeom prst="rect">
              <a:avLst/>
            </a:prstGeom>
            <a:noFill/>
            <a:ln w="12700">
              <a:noFill/>
            </a:ln>
          </p:spPr>
          <p:txBody>
            <a:bodyPr>
              <a:spAutoFit/>
            </a:bodyPr>
            <a:lstStyle>
              <a:lvl1pPr marL="342900" indent="-342900" algn="l" rtl="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hlink"/>
                </a:buClr>
                <a:buSzPct val="80000"/>
                <a:buFont typeface="Wingdings" panose="05000000000000000000" pitchFamily="2" charset="2"/>
                <a:buChar char="n"/>
                <a:defRPr sz="3200" b="0">
                  <a:solidFill>
                    <a:schemeClr val="tx1"/>
                  </a:solidFill>
                  <a:effectLst/>
                  <a:latin typeface="+mn-lt"/>
                  <a:ea typeface="+mn-ea"/>
                  <a:cs typeface="+mn-cs"/>
                </a:defRPr>
              </a:lvl1pPr>
              <a:lvl2pPr marL="742950" indent="-285750" algn="l" rtl="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tx1"/>
                </a:buClr>
                <a:buChar char="–"/>
                <a:defRPr sz="2800">
                  <a:solidFill>
                    <a:schemeClr val="tx1"/>
                  </a:solidFill>
                  <a:effectLst/>
                  <a:latin typeface="+mn-lt"/>
                  <a:ea typeface="+mn-ea"/>
                </a:defRPr>
              </a:lvl2pPr>
              <a:lvl3pPr marL="11430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hlink"/>
                </a:buClr>
                <a:buFont typeface="Wingdings" panose="05000000000000000000" pitchFamily="2" charset="2"/>
                <a:buChar char="§"/>
                <a:defRPr sz="2400">
                  <a:solidFill>
                    <a:schemeClr val="tx1"/>
                  </a:solidFill>
                  <a:effectLst/>
                  <a:latin typeface="+mn-lt"/>
                  <a:ea typeface="+mn-ea"/>
                </a:defRPr>
              </a:lvl3pPr>
              <a:lvl4pPr marL="16002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–"/>
                <a:defRPr sz="2000">
                  <a:solidFill>
                    <a:schemeClr val="tx1"/>
                  </a:solidFill>
                  <a:effectLst/>
                  <a:latin typeface="+mn-lt"/>
                  <a:ea typeface="+mn-ea"/>
                </a:defRPr>
              </a:lvl4pPr>
              <a:lvl5pPr marL="20574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hlink"/>
                </a:buClr>
                <a:buFont typeface="Wingdings" panose="05000000000000000000" pitchFamily="2" charset="2"/>
                <a:buChar char="§"/>
                <a:defRPr sz="2000">
                  <a:solidFill>
                    <a:schemeClr val="tx1"/>
                  </a:solidFill>
                  <a:effectLst/>
                  <a:latin typeface="+mn-lt"/>
                  <a:ea typeface="+mn-ea"/>
                </a:defRPr>
              </a:lvl5pPr>
            </a:lstStyle>
            <a:p>
              <a:pPr marL="0" lvl="0" indent="0" algn="ctr" eaLnBrk="1" hangingPunct="1">
                <a:spcBef>
                  <a:spcPct val="50000"/>
                </a:spcBef>
                <a:buClrTx/>
                <a:buSzTx/>
                <a:buFontTx/>
                <a:buNone/>
              </a:pPr>
              <a:r>
                <a:rPr lang="en-US" altLang="zh-CN" sz="2400" b="1" dirty="0">
                  <a:solidFill>
                    <a:schemeClr val="folHlink"/>
                  </a:solidFill>
                  <a:latin typeface="Arial" panose="020B0604020202020204" pitchFamily="34" charset="0"/>
                </a:rPr>
                <a:t>5</a:t>
              </a:r>
              <a:endParaRPr lang="en-US" altLang="zh-CN" sz="2400" b="1" dirty="0">
                <a:solidFill>
                  <a:schemeClr val="folHlink"/>
                </a:solidFill>
                <a:latin typeface="Arial" panose="020B0604020202020204" pitchFamily="34" charset="0"/>
              </a:endParaRPr>
            </a:p>
          </p:txBody>
        </p:sp>
        <p:sp>
          <p:nvSpPr>
            <p:cNvPr id="78938" name="Line 44"/>
            <p:cNvSpPr/>
            <p:nvPr/>
          </p:nvSpPr>
          <p:spPr>
            <a:xfrm>
              <a:off x="1338" y="663"/>
              <a:ext cx="363" cy="544"/>
            </a:xfrm>
            <a:prstGeom prst="line">
              <a:avLst/>
            </a:prstGeom>
            <a:ln w="28575" cap="flat" cmpd="sng">
              <a:solidFill>
                <a:schemeClr val="folHlink"/>
              </a:solidFill>
              <a:prstDash val="solid"/>
              <a:headEnd type="none" w="med" len="med"/>
              <a:tailEnd type="stealth" w="lg" len="lg"/>
            </a:ln>
          </p:spPr>
        </p:sp>
        <p:sp>
          <p:nvSpPr>
            <p:cNvPr id="78939" name="Line 45"/>
            <p:cNvSpPr/>
            <p:nvPr/>
          </p:nvSpPr>
          <p:spPr>
            <a:xfrm flipH="1">
              <a:off x="1701" y="663"/>
              <a:ext cx="0" cy="544"/>
            </a:xfrm>
            <a:prstGeom prst="line">
              <a:avLst/>
            </a:prstGeom>
            <a:ln w="28575" cap="flat" cmpd="sng">
              <a:solidFill>
                <a:schemeClr val="folHlink"/>
              </a:solidFill>
              <a:prstDash val="solid"/>
              <a:headEnd type="none" w="med" len="med"/>
              <a:tailEnd type="stealth" w="lg" len="lg"/>
            </a:ln>
          </p:spPr>
        </p:sp>
      </p:grpSp>
      <p:grpSp>
        <p:nvGrpSpPr>
          <p:cNvPr id="1076270" name="Group 46"/>
          <p:cNvGrpSpPr/>
          <p:nvPr/>
        </p:nvGrpSpPr>
        <p:grpSpPr>
          <a:xfrm>
            <a:off x="4224338" y="1071563"/>
            <a:ext cx="863600" cy="1374775"/>
            <a:chOff x="1338" y="663"/>
            <a:chExt cx="544" cy="866"/>
          </a:xfrm>
        </p:grpSpPr>
        <p:sp>
          <p:nvSpPr>
            <p:cNvPr id="78934" name="Text Box 47"/>
            <p:cNvSpPr txBox="1"/>
            <p:nvPr/>
          </p:nvSpPr>
          <p:spPr>
            <a:xfrm>
              <a:off x="1519" y="1241"/>
              <a:ext cx="363" cy="288"/>
            </a:xfrm>
            <a:prstGeom prst="rect">
              <a:avLst/>
            </a:prstGeom>
            <a:noFill/>
            <a:ln w="12700">
              <a:noFill/>
            </a:ln>
          </p:spPr>
          <p:txBody>
            <a:bodyPr>
              <a:spAutoFit/>
            </a:bodyPr>
            <a:lstStyle>
              <a:lvl1pPr marL="342900" indent="-342900" algn="l" rtl="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hlink"/>
                </a:buClr>
                <a:buSzPct val="80000"/>
                <a:buFont typeface="Wingdings" panose="05000000000000000000" pitchFamily="2" charset="2"/>
                <a:buChar char="n"/>
                <a:defRPr sz="3200" b="0">
                  <a:solidFill>
                    <a:schemeClr val="tx1"/>
                  </a:solidFill>
                  <a:effectLst/>
                  <a:latin typeface="+mn-lt"/>
                  <a:ea typeface="+mn-ea"/>
                  <a:cs typeface="+mn-cs"/>
                </a:defRPr>
              </a:lvl1pPr>
              <a:lvl2pPr marL="742950" indent="-285750" algn="l" rtl="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tx1"/>
                </a:buClr>
                <a:buChar char="–"/>
                <a:defRPr sz="2800">
                  <a:solidFill>
                    <a:schemeClr val="tx1"/>
                  </a:solidFill>
                  <a:effectLst/>
                  <a:latin typeface="+mn-lt"/>
                  <a:ea typeface="+mn-ea"/>
                </a:defRPr>
              </a:lvl2pPr>
              <a:lvl3pPr marL="11430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hlink"/>
                </a:buClr>
                <a:buFont typeface="Wingdings" panose="05000000000000000000" pitchFamily="2" charset="2"/>
                <a:buChar char="§"/>
                <a:defRPr sz="2400">
                  <a:solidFill>
                    <a:schemeClr val="tx1"/>
                  </a:solidFill>
                  <a:effectLst/>
                  <a:latin typeface="+mn-lt"/>
                  <a:ea typeface="+mn-ea"/>
                </a:defRPr>
              </a:lvl3pPr>
              <a:lvl4pPr marL="16002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–"/>
                <a:defRPr sz="2000">
                  <a:solidFill>
                    <a:schemeClr val="tx1"/>
                  </a:solidFill>
                  <a:effectLst/>
                  <a:latin typeface="+mn-lt"/>
                  <a:ea typeface="+mn-ea"/>
                </a:defRPr>
              </a:lvl4pPr>
              <a:lvl5pPr marL="20574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hlink"/>
                </a:buClr>
                <a:buFont typeface="Wingdings" panose="05000000000000000000" pitchFamily="2" charset="2"/>
                <a:buChar char="§"/>
                <a:defRPr sz="2000">
                  <a:solidFill>
                    <a:schemeClr val="tx1"/>
                  </a:solidFill>
                  <a:effectLst/>
                  <a:latin typeface="+mn-lt"/>
                  <a:ea typeface="+mn-ea"/>
                </a:defRPr>
              </a:lvl5pPr>
            </a:lstStyle>
            <a:p>
              <a:pPr marL="0" lvl="0" indent="0" algn="ctr" eaLnBrk="1" hangingPunct="1">
                <a:spcBef>
                  <a:spcPct val="50000"/>
                </a:spcBef>
                <a:buClrTx/>
                <a:buSzTx/>
                <a:buFontTx/>
                <a:buNone/>
              </a:pPr>
              <a:r>
                <a:rPr lang="en-US" altLang="zh-CN" sz="2400" b="1" dirty="0">
                  <a:solidFill>
                    <a:schemeClr val="folHlink"/>
                  </a:solidFill>
                  <a:latin typeface="Arial" panose="020B0604020202020204" pitchFamily="34" charset="0"/>
                </a:rPr>
                <a:t>10</a:t>
              </a:r>
              <a:endParaRPr lang="en-US" altLang="zh-CN" sz="2400" b="1" dirty="0">
                <a:solidFill>
                  <a:schemeClr val="folHlink"/>
                </a:solidFill>
                <a:latin typeface="Arial" panose="020B0604020202020204" pitchFamily="34" charset="0"/>
              </a:endParaRPr>
            </a:p>
          </p:txBody>
        </p:sp>
        <p:sp>
          <p:nvSpPr>
            <p:cNvPr id="78935" name="Line 48"/>
            <p:cNvSpPr/>
            <p:nvPr/>
          </p:nvSpPr>
          <p:spPr>
            <a:xfrm>
              <a:off x="1338" y="663"/>
              <a:ext cx="363" cy="544"/>
            </a:xfrm>
            <a:prstGeom prst="line">
              <a:avLst/>
            </a:prstGeom>
            <a:ln w="28575" cap="flat" cmpd="sng">
              <a:solidFill>
                <a:schemeClr val="folHlink"/>
              </a:solidFill>
              <a:prstDash val="solid"/>
              <a:headEnd type="none" w="med" len="med"/>
              <a:tailEnd type="stealth" w="lg" len="lg"/>
            </a:ln>
          </p:spPr>
        </p:sp>
        <p:sp>
          <p:nvSpPr>
            <p:cNvPr id="78936" name="Line 49"/>
            <p:cNvSpPr/>
            <p:nvPr/>
          </p:nvSpPr>
          <p:spPr>
            <a:xfrm flipH="1">
              <a:off x="1701" y="663"/>
              <a:ext cx="0" cy="544"/>
            </a:xfrm>
            <a:prstGeom prst="line">
              <a:avLst/>
            </a:prstGeom>
            <a:ln w="28575" cap="flat" cmpd="sng">
              <a:solidFill>
                <a:schemeClr val="folHlink"/>
              </a:solidFill>
              <a:prstDash val="solid"/>
              <a:headEnd type="none" w="med" len="med"/>
              <a:tailEnd type="stealth" w="lg" len="lg"/>
            </a:ln>
          </p:spPr>
        </p:sp>
      </p:grpSp>
      <p:grpSp>
        <p:nvGrpSpPr>
          <p:cNvPr id="1076274" name="Group 50"/>
          <p:cNvGrpSpPr/>
          <p:nvPr/>
        </p:nvGrpSpPr>
        <p:grpSpPr>
          <a:xfrm>
            <a:off x="4800600" y="1062038"/>
            <a:ext cx="863600" cy="1374775"/>
            <a:chOff x="1338" y="663"/>
            <a:chExt cx="544" cy="866"/>
          </a:xfrm>
        </p:grpSpPr>
        <p:sp>
          <p:nvSpPr>
            <p:cNvPr id="78931" name="Text Box 51"/>
            <p:cNvSpPr txBox="1"/>
            <p:nvPr/>
          </p:nvSpPr>
          <p:spPr>
            <a:xfrm>
              <a:off x="1519" y="1241"/>
              <a:ext cx="363" cy="288"/>
            </a:xfrm>
            <a:prstGeom prst="rect">
              <a:avLst/>
            </a:prstGeom>
            <a:noFill/>
            <a:ln w="12700">
              <a:noFill/>
            </a:ln>
          </p:spPr>
          <p:txBody>
            <a:bodyPr>
              <a:spAutoFit/>
            </a:bodyPr>
            <a:lstStyle>
              <a:lvl1pPr marL="342900" indent="-342900" algn="l" rtl="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hlink"/>
                </a:buClr>
                <a:buSzPct val="80000"/>
                <a:buFont typeface="Wingdings" panose="05000000000000000000" pitchFamily="2" charset="2"/>
                <a:buChar char="n"/>
                <a:defRPr sz="3200" b="0">
                  <a:solidFill>
                    <a:schemeClr val="tx1"/>
                  </a:solidFill>
                  <a:effectLst/>
                  <a:latin typeface="+mn-lt"/>
                  <a:ea typeface="+mn-ea"/>
                  <a:cs typeface="+mn-cs"/>
                </a:defRPr>
              </a:lvl1pPr>
              <a:lvl2pPr marL="742950" indent="-285750" algn="l" rtl="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tx1"/>
                </a:buClr>
                <a:buChar char="–"/>
                <a:defRPr sz="2800">
                  <a:solidFill>
                    <a:schemeClr val="tx1"/>
                  </a:solidFill>
                  <a:effectLst/>
                  <a:latin typeface="+mn-lt"/>
                  <a:ea typeface="+mn-ea"/>
                </a:defRPr>
              </a:lvl2pPr>
              <a:lvl3pPr marL="11430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hlink"/>
                </a:buClr>
                <a:buFont typeface="Wingdings" panose="05000000000000000000" pitchFamily="2" charset="2"/>
                <a:buChar char="§"/>
                <a:defRPr sz="2400">
                  <a:solidFill>
                    <a:schemeClr val="tx1"/>
                  </a:solidFill>
                  <a:effectLst/>
                  <a:latin typeface="+mn-lt"/>
                  <a:ea typeface="+mn-ea"/>
                </a:defRPr>
              </a:lvl3pPr>
              <a:lvl4pPr marL="16002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–"/>
                <a:defRPr sz="2000">
                  <a:solidFill>
                    <a:schemeClr val="tx1"/>
                  </a:solidFill>
                  <a:effectLst/>
                  <a:latin typeface="+mn-lt"/>
                  <a:ea typeface="+mn-ea"/>
                </a:defRPr>
              </a:lvl4pPr>
              <a:lvl5pPr marL="20574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hlink"/>
                </a:buClr>
                <a:buFont typeface="Wingdings" panose="05000000000000000000" pitchFamily="2" charset="2"/>
                <a:buChar char="§"/>
                <a:defRPr sz="2000">
                  <a:solidFill>
                    <a:schemeClr val="tx1"/>
                  </a:solidFill>
                  <a:effectLst/>
                  <a:latin typeface="+mn-lt"/>
                  <a:ea typeface="+mn-ea"/>
                </a:defRPr>
              </a:lvl5pPr>
            </a:lstStyle>
            <a:p>
              <a:pPr marL="0" lvl="0" indent="0" algn="ctr" eaLnBrk="1" hangingPunct="1">
                <a:spcBef>
                  <a:spcPct val="50000"/>
                </a:spcBef>
                <a:buClrTx/>
                <a:buSzTx/>
                <a:buFontTx/>
                <a:buNone/>
              </a:pPr>
              <a:r>
                <a:rPr lang="en-US" altLang="zh-CN" sz="2400" b="1" dirty="0">
                  <a:solidFill>
                    <a:schemeClr val="folHlink"/>
                  </a:solidFill>
                  <a:latin typeface="Arial" panose="020B0604020202020204" pitchFamily="34" charset="0"/>
                </a:rPr>
                <a:t>10</a:t>
              </a:r>
              <a:endParaRPr lang="en-US" altLang="zh-CN" sz="2400" b="1" dirty="0">
                <a:solidFill>
                  <a:schemeClr val="folHlink"/>
                </a:solidFill>
                <a:latin typeface="Arial" panose="020B0604020202020204" pitchFamily="34" charset="0"/>
              </a:endParaRPr>
            </a:p>
          </p:txBody>
        </p:sp>
        <p:sp>
          <p:nvSpPr>
            <p:cNvPr id="78932" name="Line 52"/>
            <p:cNvSpPr/>
            <p:nvPr/>
          </p:nvSpPr>
          <p:spPr>
            <a:xfrm>
              <a:off x="1338" y="663"/>
              <a:ext cx="363" cy="544"/>
            </a:xfrm>
            <a:prstGeom prst="line">
              <a:avLst/>
            </a:prstGeom>
            <a:ln w="28575" cap="flat" cmpd="sng">
              <a:solidFill>
                <a:schemeClr val="folHlink"/>
              </a:solidFill>
              <a:prstDash val="solid"/>
              <a:headEnd type="none" w="med" len="med"/>
              <a:tailEnd type="stealth" w="lg" len="lg"/>
            </a:ln>
          </p:spPr>
        </p:sp>
        <p:sp>
          <p:nvSpPr>
            <p:cNvPr id="78933" name="Line 53"/>
            <p:cNvSpPr/>
            <p:nvPr/>
          </p:nvSpPr>
          <p:spPr>
            <a:xfrm flipH="1">
              <a:off x="1701" y="663"/>
              <a:ext cx="0" cy="544"/>
            </a:xfrm>
            <a:prstGeom prst="line">
              <a:avLst/>
            </a:prstGeom>
            <a:ln w="28575" cap="flat" cmpd="sng">
              <a:solidFill>
                <a:schemeClr val="folHlink"/>
              </a:solidFill>
              <a:prstDash val="solid"/>
              <a:headEnd type="none" w="med" len="med"/>
              <a:tailEnd type="stealth" w="lg" len="lg"/>
            </a:ln>
          </p:spPr>
        </p:sp>
      </p:grpSp>
      <p:grpSp>
        <p:nvGrpSpPr>
          <p:cNvPr id="1076278" name="Group 54"/>
          <p:cNvGrpSpPr/>
          <p:nvPr/>
        </p:nvGrpSpPr>
        <p:grpSpPr>
          <a:xfrm>
            <a:off x="5375275" y="1062038"/>
            <a:ext cx="863600" cy="1374775"/>
            <a:chOff x="1338" y="663"/>
            <a:chExt cx="544" cy="866"/>
          </a:xfrm>
        </p:grpSpPr>
        <p:sp>
          <p:nvSpPr>
            <p:cNvPr id="78928" name="Text Box 55"/>
            <p:cNvSpPr txBox="1"/>
            <p:nvPr/>
          </p:nvSpPr>
          <p:spPr>
            <a:xfrm>
              <a:off x="1519" y="1241"/>
              <a:ext cx="363" cy="288"/>
            </a:xfrm>
            <a:prstGeom prst="rect">
              <a:avLst/>
            </a:prstGeom>
            <a:noFill/>
            <a:ln w="12700">
              <a:noFill/>
            </a:ln>
          </p:spPr>
          <p:txBody>
            <a:bodyPr>
              <a:spAutoFit/>
            </a:bodyPr>
            <a:lstStyle>
              <a:lvl1pPr marL="342900" indent="-342900" algn="l" rtl="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hlink"/>
                </a:buClr>
                <a:buSzPct val="80000"/>
                <a:buFont typeface="Wingdings" panose="05000000000000000000" pitchFamily="2" charset="2"/>
                <a:buChar char="n"/>
                <a:defRPr sz="3200" b="0">
                  <a:solidFill>
                    <a:schemeClr val="tx1"/>
                  </a:solidFill>
                  <a:effectLst/>
                  <a:latin typeface="+mn-lt"/>
                  <a:ea typeface="+mn-ea"/>
                  <a:cs typeface="+mn-cs"/>
                </a:defRPr>
              </a:lvl1pPr>
              <a:lvl2pPr marL="742950" indent="-285750" algn="l" rtl="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tx1"/>
                </a:buClr>
                <a:buChar char="–"/>
                <a:defRPr sz="2800">
                  <a:solidFill>
                    <a:schemeClr val="tx1"/>
                  </a:solidFill>
                  <a:effectLst/>
                  <a:latin typeface="+mn-lt"/>
                  <a:ea typeface="+mn-ea"/>
                </a:defRPr>
              </a:lvl2pPr>
              <a:lvl3pPr marL="11430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hlink"/>
                </a:buClr>
                <a:buFont typeface="Wingdings" panose="05000000000000000000" pitchFamily="2" charset="2"/>
                <a:buChar char="§"/>
                <a:defRPr sz="2400">
                  <a:solidFill>
                    <a:schemeClr val="tx1"/>
                  </a:solidFill>
                  <a:effectLst/>
                  <a:latin typeface="+mn-lt"/>
                  <a:ea typeface="+mn-ea"/>
                </a:defRPr>
              </a:lvl3pPr>
              <a:lvl4pPr marL="16002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–"/>
                <a:defRPr sz="2000">
                  <a:solidFill>
                    <a:schemeClr val="tx1"/>
                  </a:solidFill>
                  <a:effectLst/>
                  <a:latin typeface="+mn-lt"/>
                  <a:ea typeface="+mn-ea"/>
                </a:defRPr>
              </a:lvl4pPr>
              <a:lvl5pPr marL="20574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hlink"/>
                </a:buClr>
                <a:buFont typeface="Wingdings" panose="05000000000000000000" pitchFamily="2" charset="2"/>
                <a:buChar char="§"/>
                <a:defRPr sz="2000">
                  <a:solidFill>
                    <a:schemeClr val="tx1"/>
                  </a:solidFill>
                  <a:effectLst/>
                  <a:latin typeface="+mn-lt"/>
                  <a:ea typeface="+mn-ea"/>
                </a:defRPr>
              </a:lvl5pPr>
            </a:lstStyle>
            <a:p>
              <a:pPr marL="0" lvl="0" indent="0" algn="ctr" eaLnBrk="1" hangingPunct="1">
                <a:spcBef>
                  <a:spcPct val="50000"/>
                </a:spcBef>
                <a:buClrTx/>
                <a:buSzTx/>
                <a:buFontTx/>
                <a:buNone/>
              </a:pPr>
              <a:r>
                <a:rPr lang="en-US" altLang="zh-CN" sz="2400" b="1" dirty="0">
                  <a:solidFill>
                    <a:schemeClr val="folHlink"/>
                  </a:solidFill>
                  <a:latin typeface="Arial" panose="020B0604020202020204" pitchFamily="34" charset="0"/>
                </a:rPr>
                <a:t>5</a:t>
              </a:r>
              <a:endParaRPr lang="en-US" altLang="zh-CN" sz="2400" b="1" dirty="0">
                <a:solidFill>
                  <a:schemeClr val="folHlink"/>
                </a:solidFill>
                <a:latin typeface="Arial" panose="020B0604020202020204" pitchFamily="34" charset="0"/>
              </a:endParaRPr>
            </a:p>
          </p:txBody>
        </p:sp>
        <p:sp>
          <p:nvSpPr>
            <p:cNvPr id="78929" name="Line 56"/>
            <p:cNvSpPr/>
            <p:nvPr/>
          </p:nvSpPr>
          <p:spPr>
            <a:xfrm>
              <a:off x="1338" y="663"/>
              <a:ext cx="363" cy="544"/>
            </a:xfrm>
            <a:prstGeom prst="line">
              <a:avLst/>
            </a:prstGeom>
            <a:ln w="28575" cap="flat" cmpd="sng">
              <a:solidFill>
                <a:schemeClr val="folHlink"/>
              </a:solidFill>
              <a:prstDash val="solid"/>
              <a:headEnd type="none" w="med" len="med"/>
              <a:tailEnd type="stealth" w="lg" len="lg"/>
            </a:ln>
          </p:spPr>
        </p:sp>
        <p:sp>
          <p:nvSpPr>
            <p:cNvPr id="78930" name="Line 57"/>
            <p:cNvSpPr/>
            <p:nvPr/>
          </p:nvSpPr>
          <p:spPr>
            <a:xfrm flipH="1">
              <a:off x="1701" y="663"/>
              <a:ext cx="0" cy="544"/>
            </a:xfrm>
            <a:prstGeom prst="line">
              <a:avLst/>
            </a:prstGeom>
            <a:ln w="28575" cap="flat" cmpd="sng">
              <a:solidFill>
                <a:schemeClr val="folHlink"/>
              </a:solidFill>
              <a:prstDash val="solid"/>
              <a:headEnd type="none" w="med" len="med"/>
              <a:tailEnd type="stealth" w="lg" len="lg"/>
            </a:ln>
          </p:spPr>
        </p:sp>
      </p:grpSp>
      <p:sp>
        <p:nvSpPr>
          <p:cNvPr id="1076282" name="Text Box 58"/>
          <p:cNvSpPr txBox="1"/>
          <p:nvPr/>
        </p:nvSpPr>
        <p:spPr>
          <a:xfrm>
            <a:off x="6238875" y="1970088"/>
            <a:ext cx="576263" cy="457200"/>
          </a:xfrm>
          <a:prstGeom prst="rect">
            <a:avLst/>
          </a:prstGeom>
          <a:noFill/>
          <a:ln w="12700">
            <a:noFill/>
          </a:ln>
        </p:spPr>
        <p:txBody>
          <a:bodyPr>
            <a:spAutoFit/>
          </a:bodyPr>
          <a:lstStyle>
            <a:lvl1pPr marL="342900" indent="-3429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80000"/>
              <a:buFont typeface="Wingdings" panose="05000000000000000000" pitchFamily="2" charset="2"/>
              <a:buChar char="n"/>
              <a:defRPr sz="3200" b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defRPr>
            </a:lvl1pPr>
            <a:lvl2pPr marL="742950" indent="-28575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Char char="–"/>
              <a:defRPr sz="2800">
                <a:solidFill>
                  <a:schemeClr val="tx1"/>
                </a:solidFill>
                <a:effectLst/>
                <a:latin typeface="+mn-lt"/>
                <a:ea typeface="+mn-ea"/>
              </a:defRPr>
            </a:lvl2pPr>
            <a:lvl3pPr marL="11430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Font typeface="Wingdings" panose="05000000000000000000" pitchFamily="2" charset="2"/>
              <a:buChar char="§"/>
              <a:defRPr sz="2400">
                <a:solidFill>
                  <a:schemeClr val="tx1"/>
                </a:solidFill>
                <a:effectLst/>
                <a:latin typeface="+mn-lt"/>
                <a:ea typeface="+mn-ea"/>
              </a:defRPr>
            </a:lvl3pPr>
            <a:lvl4pPr marL="16002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–"/>
              <a:defRPr sz="2000">
                <a:solidFill>
                  <a:schemeClr val="tx1"/>
                </a:solidFill>
                <a:effectLst/>
                <a:latin typeface="+mn-lt"/>
                <a:ea typeface="+mn-ea"/>
              </a:defRPr>
            </a:lvl4pPr>
            <a:lvl5pPr marL="20574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effectLst/>
                <a:latin typeface="+mn-lt"/>
                <a:ea typeface="+mn-ea"/>
              </a:defRPr>
            </a:lvl5pPr>
          </a:lstStyle>
          <a:p>
            <a:pPr marL="0" lvl="0" indent="0" algn="ctr" eaLnBrk="1" hangingPunct="1">
              <a:spcBef>
                <a:spcPct val="50000"/>
              </a:spcBef>
              <a:buClrTx/>
              <a:buSzTx/>
              <a:buFontTx/>
              <a:buNone/>
            </a:pPr>
            <a:r>
              <a:rPr lang="en-US" altLang="zh-CN" sz="2400" b="1" dirty="0">
                <a:solidFill>
                  <a:srgbClr val="FF0000"/>
                </a:solidFill>
                <a:latin typeface="Arial" panose="020B0604020202020204" pitchFamily="34" charset="0"/>
              </a:rPr>
              <a:t>1</a:t>
            </a:r>
            <a:endParaRPr lang="en-US" altLang="zh-CN" sz="2400" b="1" dirty="0">
              <a:solidFill>
                <a:srgbClr val="FF0000"/>
              </a:solidFill>
              <a:latin typeface="Arial" panose="020B0604020202020204" pitchFamily="34" charset="0"/>
            </a:endParaRPr>
          </a:p>
        </p:txBody>
      </p:sp>
      <p:sp>
        <p:nvSpPr>
          <p:cNvPr id="1076283" name="Text Box 59"/>
          <p:cNvSpPr txBox="1"/>
          <p:nvPr/>
        </p:nvSpPr>
        <p:spPr>
          <a:xfrm>
            <a:off x="3362325" y="3309938"/>
            <a:ext cx="576263" cy="469900"/>
          </a:xfrm>
          <a:prstGeom prst="rect">
            <a:avLst/>
          </a:prstGeom>
          <a:noFill/>
          <a:ln w="12700" cap="flat" cmpd="sng">
            <a:solidFill>
              <a:schemeClr val="tx1"/>
            </a:solidFill>
            <a:prstDash val="solid"/>
            <a:miter/>
            <a:headEnd type="none" w="med" len="med"/>
            <a:tailEnd type="none" w="med" len="med"/>
          </a:ln>
        </p:spPr>
        <p:txBody>
          <a:bodyPr>
            <a:spAutoFit/>
          </a:bodyPr>
          <a:lstStyle>
            <a:lvl1pPr marL="342900" indent="-3429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80000"/>
              <a:buFont typeface="Wingdings" panose="05000000000000000000" pitchFamily="2" charset="2"/>
              <a:buChar char="n"/>
              <a:defRPr sz="3200" b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defRPr>
            </a:lvl1pPr>
            <a:lvl2pPr marL="742950" indent="-28575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Char char="–"/>
              <a:defRPr sz="2800">
                <a:solidFill>
                  <a:schemeClr val="tx1"/>
                </a:solidFill>
                <a:effectLst/>
                <a:latin typeface="+mn-lt"/>
                <a:ea typeface="+mn-ea"/>
              </a:defRPr>
            </a:lvl2pPr>
            <a:lvl3pPr marL="11430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Font typeface="Wingdings" panose="05000000000000000000" pitchFamily="2" charset="2"/>
              <a:buChar char="§"/>
              <a:defRPr sz="2400">
                <a:solidFill>
                  <a:schemeClr val="tx1"/>
                </a:solidFill>
                <a:effectLst/>
                <a:latin typeface="+mn-lt"/>
                <a:ea typeface="+mn-ea"/>
              </a:defRPr>
            </a:lvl3pPr>
            <a:lvl4pPr marL="16002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–"/>
              <a:defRPr sz="2000">
                <a:solidFill>
                  <a:schemeClr val="tx1"/>
                </a:solidFill>
                <a:effectLst/>
                <a:latin typeface="+mn-lt"/>
                <a:ea typeface="+mn-ea"/>
              </a:defRPr>
            </a:lvl4pPr>
            <a:lvl5pPr marL="20574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effectLst/>
                <a:latin typeface="+mn-lt"/>
                <a:ea typeface="+mn-ea"/>
              </a:defRPr>
            </a:lvl5pPr>
          </a:lstStyle>
          <a:p>
            <a:pPr marL="0" lvl="0" indent="0" algn="ctr" eaLnBrk="1" hangingPunct="1">
              <a:spcBef>
                <a:spcPct val="50000"/>
              </a:spcBef>
              <a:buClrTx/>
              <a:buSzTx/>
              <a:buFontTx/>
              <a:buNone/>
            </a:pPr>
            <a:endParaRPr lang="zh-CN" altLang="zh-CN" sz="2400" b="1" dirty="0">
              <a:latin typeface="Arial" panose="020B0604020202020204" pitchFamily="34" charset="0"/>
            </a:endParaRPr>
          </a:p>
        </p:txBody>
      </p:sp>
      <p:sp>
        <p:nvSpPr>
          <p:cNvPr id="1076284" name="Text Box 60"/>
          <p:cNvSpPr txBox="1"/>
          <p:nvPr/>
        </p:nvSpPr>
        <p:spPr>
          <a:xfrm>
            <a:off x="3938588" y="3309938"/>
            <a:ext cx="576262" cy="469900"/>
          </a:xfrm>
          <a:prstGeom prst="rect">
            <a:avLst/>
          </a:prstGeom>
          <a:noFill/>
          <a:ln w="12700" cap="flat" cmpd="sng">
            <a:solidFill>
              <a:schemeClr val="tx1"/>
            </a:solidFill>
            <a:prstDash val="solid"/>
            <a:miter/>
            <a:headEnd type="none" w="med" len="med"/>
            <a:tailEnd type="none" w="med" len="med"/>
          </a:ln>
        </p:spPr>
        <p:txBody>
          <a:bodyPr>
            <a:spAutoFit/>
          </a:bodyPr>
          <a:lstStyle>
            <a:lvl1pPr marL="342900" indent="-3429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80000"/>
              <a:buFont typeface="Wingdings" panose="05000000000000000000" pitchFamily="2" charset="2"/>
              <a:buChar char="n"/>
              <a:defRPr sz="3200" b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defRPr>
            </a:lvl1pPr>
            <a:lvl2pPr marL="742950" indent="-28575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Char char="–"/>
              <a:defRPr sz="2800">
                <a:solidFill>
                  <a:schemeClr val="tx1"/>
                </a:solidFill>
                <a:effectLst/>
                <a:latin typeface="+mn-lt"/>
                <a:ea typeface="+mn-ea"/>
              </a:defRPr>
            </a:lvl2pPr>
            <a:lvl3pPr marL="11430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Font typeface="Wingdings" panose="05000000000000000000" pitchFamily="2" charset="2"/>
              <a:buChar char="§"/>
              <a:defRPr sz="2400">
                <a:solidFill>
                  <a:schemeClr val="tx1"/>
                </a:solidFill>
                <a:effectLst/>
                <a:latin typeface="+mn-lt"/>
                <a:ea typeface="+mn-ea"/>
              </a:defRPr>
            </a:lvl3pPr>
            <a:lvl4pPr marL="16002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–"/>
              <a:defRPr sz="2000">
                <a:solidFill>
                  <a:schemeClr val="tx1"/>
                </a:solidFill>
                <a:effectLst/>
                <a:latin typeface="+mn-lt"/>
                <a:ea typeface="+mn-ea"/>
              </a:defRPr>
            </a:lvl4pPr>
            <a:lvl5pPr marL="20574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effectLst/>
                <a:latin typeface="+mn-lt"/>
                <a:ea typeface="+mn-ea"/>
              </a:defRPr>
            </a:lvl5pPr>
          </a:lstStyle>
          <a:p>
            <a:pPr marL="0" lvl="0" indent="0" algn="ctr" eaLnBrk="1" hangingPunct="1">
              <a:spcBef>
                <a:spcPct val="50000"/>
              </a:spcBef>
              <a:buClrTx/>
              <a:buSzTx/>
              <a:buFontTx/>
              <a:buNone/>
            </a:pPr>
            <a:endParaRPr lang="zh-CN" altLang="zh-CN" sz="2400" b="1" dirty="0">
              <a:latin typeface="Arial" panose="020B0604020202020204" pitchFamily="34" charset="0"/>
            </a:endParaRPr>
          </a:p>
        </p:txBody>
      </p:sp>
      <p:sp>
        <p:nvSpPr>
          <p:cNvPr id="1076285" name="Text Box 61"/>
          <p:cNvSpPr txBox="1"/>
          <p:nvPr/>
        </p:nvSpPr>
        <p:spPr>
          <a:xfrm>
            <a:off x="4514850" y="3309938"/>
            <a:ext cx="576263" cy="469900"/>
          </a:xfrm>
          <a:prstGeom prst="rect">
            <a:avLst/>
          </a:prstGeom>
          <a:noFill/>
          <a:ln w="12700" cap="flat" cmpd="sng">
            <a:solidFill>
              <a:schemeClr val="tx1"/>
            </a:solidFill>
            <a:prstDash val="solid"/>
            <a:miter/>
            <a:headEnd type="none" w="med" len="med"/>
            <a:tailEnd type="none" w="med" len="med"/>
          </a:ln>
        </p:spPr>
        <p:txBody>
          <a:bodyPr>
            <a:spAutoFit/>
          </a:bodyPr>
          <a:lstStyle>
            <a:lvl1pPr marL="342900" indent="-3429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80000"/>
              <a:buFont typeface="Wingdings" panose="05000000000000000000" pitchFamily="2" charset="2"/>
              <a:buChar char="n"/>
              <a:defRPr sz="3200" b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defRPr>
            </a:lvl1pPr>
            <a:lvl2pPr marL="742950" indent="-28575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Char char="–"/>
              <a:defRPr sz="2800">
                <a:solidFill>
                  <a:schemeClr val="tx1"/>
                </a:solidFill>
                <a:effectLst/>
                <a:latin typeface="+mn-lt"/>
                <a:ea typeface="+mn-ea"/>
              </a:defRPr>
            </a:lvl2pPr>
            <a:lvl3pPr marL="11430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Font typeface="Wingdings" panose="05000000000000000000" pitchFamily="2" charset="2"/>
              <a:buChar char="§"/>
              <a:defRPr sz="2400">
                <a:solidFill>
                  <a:schemeClr val="tx1"/>
                </a:solidFill>
                <a:effectLst/>
                <a:latin typeface="+mn-lt"/>
                <a:ea typeface="+mn-ea"/>
              </a:defRPr>
            </a:lvl3pPr>
            <a:lvl4pPr marL="16002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–"/>
              <a:defRPr sz="2000">
                <a:solidFill>
                  <a:schemeClr val="tx1"/>
                </a:solidFill>
                <a:effectLst/>
                <a:latin typeface="+mn-lt"/>
                <a:ea typeface="+mn-ea"/>
              </a:defRPr>
            </a:lvl4pPr>
            <a:lvl5pPr marL="20574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effectLst/>
                <a:latin typeface="+mn-lt"/>
                <a:ea typeface="+mn-ea"/>
              </a:defRPr>
            </a:lvl5pPr>
          </a:lstStyle>
          <a:p>
            <a:pPr marL="0" lvl="0" indent="0" algn="ctr" eaLnBrk="1" hangingPunct="1">
              <a:spcBef>
                <a:spcPct val="50000"/>
              </a:spcBef>
              <a:buClrTx/>
              <a:buSzTx/>
              <a:buFontTx/>
              <a:buNone/>
            </a:pPr>
            <a:endParaRPr lang="zh-CN" altLang="zh-CN" sz="2400" b="1" dirty="0">
              <a:latin typeface="Arial" panose="020B0604020202020204" pitchFamily="34" charset="0"/>
            </a:endParaRPr>
          </a:p>
        </p:txBody>
      </p:sp>
      <p:sp>
        <p:nvSpPr>
          <p:cNvPr id="1076286" name="Text Box 62"/>
          <p:cNvSpPr txBox="1"/>
          <p:nvPr/>
        </p:nvSpPr>
        <p:spPr>
          <a:xfrm>
            <a:off x="5091113" y="3309938"/>
            <a:ext cx="576262" cy="469900"/>
          </a:xfrm>
          <a:prstGeom prst="rect">
            <a:avLst/>
          </a:prstGeom>
          <a:noFill/>
          <a:ln w="12700" cap="flat" cmpd="sng">
            <a:solidFill>
              <a:schemeClr val="tx1"/>
            </a:solidFill>
            <a:prstDash val="solid"/>
            <a:miter/>
            <a:headEnd type="none" w="med" len="med"/>
            <a:tailEnd type="none" w="med" len="med"/>
          </a:ln>
        </p:spPr>
        <p:txBody>
          <a:bodyPr>
            <a:spAutoFit/>
          </a:bodyPr>
          <a:lstStyle>
            <a:lvl1pPr marL="342900" indent="-3429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80000"/>
              <a:buFont typeface="Wingdings" panose="05000000000000000000" pitchFamily="2" charset="2"/>
              <a:buChar char="n"/>
              <a:defRPr sz="3200" b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defRPr>
            </a:lvl1pPr>
            <a:lvl2pPr marL="742950" indent="-28575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Char char="–"/>
              <a:defRPr sz="2800">
                <a:solidFill>
                  <a:schemeClr val="tx1"/>
                </a:solidFill>
                <a:effectLst/>
                <a:latin typeface="+mn-lt"/>
                <a:ea typeface="+mn-ea"/>
              </a:defRPr>
            </a:lvl2pPr>
            <a:lvl3pPr marL="11430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Font typeface="Wingdings" panose="05000000000000000000" pitchFamily="2" charset="2"/>
              <a:buChar char="§"/>
              <a:defRPr sz="2400">
                <a:solidFill>
                  <a:schemeClr val="tx1"/>
                </a:solidFill>
                <a:effectLst/>
                <a:latin typeface="+mn-lt"/>
                <a:ea typeface="+mn-ea"/>
              </a:defRPr>
            </a:lvl3pPr>
            <a:lvl4pPr marL="16002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–"/>
              <a:defRPr sz="2000">
                <a:solidFill>
                  <a:schemeClr val="tx1"/>
                </a:solidFill>
                <a:effectLst/>
                <a:latin typeface="+mn-lt"/>
                <a:ea typeface="+mn-ea"/>
              </a:defRPr>
            </a:lvl4pPr>
            <a:lvl5pPr marL="20574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effectLst/>
                <a:latin typeface="+mn-lt"/>
                <a:ea typeface="+mn-ea"/>
              </a:defRPr>
            </a:lvl5pPr>
          </a:lstStyle>
          <a:p>
            <a:pPr marL="0" lvl="0" indent="0" algn="ctr" eaLnBrk="1" hangingPunct="1">
              <a:spcBef>
                <a:spcPct val="50000"/>
              </a:spcBef>
              <a:buClrTx/>
              <a:buSzTx/>
              <a:buFontTx/>
              <a:buNone/>
            </a:pPr>
            <a:endParaRPr lang="zh-CN" altLang="zh-CN" sz="2400" b="1" dirty="0">
              <a:latin typeface="Arial" panose="020B0604020202020204" pitchFamily="34" charset="0"/>
            </a:endParaRPr>
          </a:p>
        </p:txBody>
      </p:sp>
      <p:sp>
        <p:nvSpPr>
          <p:cNvPr id="1076287" name="Text Box 63"/>
          <p:cNvSpPr txBox="1"/>
          <p:nvPr/>
        </p:nvSpPr>
        <p:spPr>
          <a:xfrm>
            <a:off x="5665788" y="3309938"/>
            <a:ext cx="576262" cy="469900"/>
          </a:xfrm>
          <a:prstGeom prst="rect">
            <a:avLst/>
          </a:prstGeom>
          <a:noFill/>
          <a:ln w="12700" cap="flat" cmpd="sng">
            <a:solidFill>
              <a:schemeClr val="tx1"/>
            </a:solidFill>
            <a:prstDash val="solid"/>
            <a:miter/>
            <a:headEnd type="none" w="med" len="med"/>
            <a:tailEnd type="none" w="med" len="med"/>
          </a:ln>
        </p:spPr>
        <p:txBody>
          <a:bodyPr>
            <a:spAutoFit/>
          </a:bodyPr>
          <a:lstStyle>
            <a:lvl1pPr marL="342900" indent="-3429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80000"/>
              <a:buFont typeface="Wingdings" panose="05000000000000000000" pitchFamily="2" charset="2"/>
              <a:buChar char="n"/>
              <a:defRPr sz="3200" b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defRPr>
            </a:lvl1pPr>
            <a:lvl2pPr marL="742950" indent="-28575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Char char="–"/>
              <a:defRPr sz="2800">
                <a:solidFill>
                  <a:schemeClr val="tx1"/>
                </a:solidFill>
                <a:effectLst/>
                <a:latin typeface="+mn-lt"/>
                <a:ea typeface="+mn-ea"/>
              </a:defRPr>
            </a:lvl2pPr>
            <a:lvl3pPr marL="11430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Font typeface="Wingdings" panose="05000000000000000000" pitchFamily="2" charset="2"/>
              <a:buChar char="§"/>
              <a:defRPr sz="2400">
                <a:solidFill>
                  <a:schemeClr val="tx1"/>
                </a:solidFill>
                <a:effectLst/>
                <a:latin typeface="+mn-lt"/>
                <a:ea typeface="+mn-ea"/>
              </a:defRPr>
            </a:lvl3pPr>
            <a:lvl4pPr marL="16002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–"/>
              <a:defRPr sz="2000">
                <a:solidFill>
                  <a:schemeClr val="tx1"/>
                </a:solidFill>
                <a:effectLst/>
                <a:latin typeface="+mn-lt"/>
                <a:ea typeface="+mn-ea"/>
              </a:defRPr>
            </a:lvl4pPr>
            <a:lvl5pPr marL="20574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effectLst/>
                <a:latin typeface="+mn-lt"/>
                <a:ea typeface="+mn-ea"/>
              </a:defRPr>
            </a:lvl5pPr>
          </a:lstStyle>
          <a:p>
            <a:pPr marL="0" lvl="0" indent="0" algn="ctr" eaLnBrk="1" hangingPunct="1">
              <a:spcBef>
                <a:spcPct val="50000"/>
              </a:spcBef>
              <a:buClrTx/>
              <a:buSzTx/>
              <a:buFontTx/>
              <a:buNone/>
            </a:pPr>
            <a:endParaRPr lang="zh-CN" altLang="zh-CN" sz="2400" b="1" dirty="0">
              <a:latin typeface="Arial" panose="020B0604020202020204" pitchFamily="34" charset="0"/>
            </a:endParaRPr>
          </a:p>
        </p:txBody>
      </p:sp>
      <p:sp>
        <p:nvSpPr>
          <p:cNvPr id="1076288" name="Text Box 64"/>
          <p:cNvSpPr txBox="1"/>
          <p:nvPr/>
        </p:nvSpPr>
        <p:spPr>
          <a:xfrm>
            <a:off x="6242050" y="3309938"/>
            <a:ext cx="576263" cy="469900"/>
          </a:xfrm>
          <a:prstGeom prst="rect">
            <a:avLst/>
          </a:prstGeom>
          <a:noFill/>
          <a:ln w="12700" cap="flat" cmpd="sng">
            <a:solidFill>
              <a:schemeClr val="tx1"/>
            </a:solidFill>
            <a:prstDash val="solid"/>
            <a:miter/>
            <a:headEnd type="none" w="med" len="med"/>
            <a:tailEnd type="none" w="med" len="med"/>
          </a:ln>
        </p:spPr>
        <p:txBody>
          <a:bodyPr>
            <a:spAutoFit/>
          </a:bodyPr>
          <a:lstStyle>
            <a:lvl1pPr marL="342900" indent="-3429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80000"/>
              <a:buFont typeface="Wingdings" panose="05000000000000000000" pitchFamily="2" charset="2"/>
              <a:buChar char="n"/>
              <a:defRPr sz="3200" b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defRPr>
            </a:lvl1pPr>
            <a:lvl2pPr marL="742950" indent="-28575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Char char="–"/>
              <a:defRPr sz="2800">
                <a:solidFill>
                  <a:schemeClr val="tx1"/>
                </a:solidFill>
                <a:effectLst/>
                <a:latin typeface="+mn-lt"/>
                <a:ea typeface="+mn-ea"/>
              </a:defRPr>
            </a:lvl2pPr>
            <a:lvl3pPr marL="11430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Font typeface="Wingdings" panose="05000000000000000000" pitchFamily="2" charset="2"/>
              <a:buChar char="§"/>
              <a:defRPr sz="2400">
                <a:solidFill>
                  <a:schemeClr val="tx1"/>
                </a:solidFill>
                <a:effectLst/>
                <a:latin typeface="+mn-lt"/>
                <a:ea typeface="+mn-ea"/>
              </a:defRPr>
            </a:lvl3pPr>
            <a:lvl4pPr marL="16002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–"/>
              <a:defRPr sz="2000">
                <a:solidFill>
                  <a:schemeClr val="tx1"/>
                </a:solidFill>
                <a:effectLst/>
                <a:latin typeface="+mn-lt"/>
                <a:ea typeface="+mn-ea"/>
              </a:defRPr>
            </a:lvl4pPr>
            <a:lvl5pPr marL="20574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effectLst/>
                <a:latin typeface="+mn-lt"/>
                <a:ea typeface="+mn-ea"/>
              </a:defRPr>
            </a:lvl5pPr>
          </a:lstStyle>
          <a:p>
            <a:pPr marL="0" lvl="0" indent="0" algn="ctr" eaLnBrk="1" hangingPunct="1">
              <a:spcBef>
                <a:spcPct val="50000"/>
              </a:spcBef>
              <a:buClrTx/>
              <a:buSzTx/>
              <a:buFontTx/>
              <a:buNone/>
            </a:pPr>
            <a:endParaRPr lang="zh-CN" altLang="zh-CN" sz="2400" b="1" dirty="0">
              <a:latin typeface="Arial" panose="020B0604020202020204" pitchFamily="34" charset="0"/>
            </a:endParaRPr>
          </a:p>
        </p:txBody>
      </p:sp>
      <p:sp>
        <p:nvSpPr>
          <p:cNvPr id="1076289" name="Text Box 65"/>
          <p:cNvSpPr txBox="1"/>
          <p:nvPr/>
        </p:nvSpPr>
        <p:spPr>
          <a:xfrm>
            <a:off x="6818313" y="3309938"/>
            <a:ext cx="576262" cy="469900"/>
          </a:xfrm>
          <a:prstGeom prst="rect">
            <a:avLst/>
          </a:prstGeom>
          <a:noFill/>
          <a:ln w="12700" cap="flat" cmpd="sng">
            <a:solidFill>
              <a:schemeClr val="tx1"/>
            </a:solidFill>
            <a:prstDash val="solid"/>
            <a:miter/>
            <a:headEnd type="none" w="med" len="med"/>
            <a:tailEnd type="none" w="med" len="med"/>
          </a:ln>
        </p:spPr>
        <p:txBody>
          <a:bodyPr>
            <a:spAutoFit/>
          </a:bodyPr>
          <a:lstStyle>
            <a:lvl1pPr marL="342900" indent="-3429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80000"/>
              <a:buFont typeface="Wingdings" panose="05000000000000000000" pitchFamily="2" charset="2"/>
              <a:buChar char="n"/>
              <a:defRPr sz="3200" b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defRPr>
            </a:lvl1pPr>
            <a:lvl2pPr marL="742950" indent="-28575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Char char="–"/>
              <a:defRPr sz="2800">
                <a:solidFill>
                  <a:schemeClr val="tx1"/>
                </a:solidFill>
                <a:effectLst/>
                <a:latin typeface="+mn-lt"/>
                <a:ea typeface="+mn-ea"/>
              </a:defRPr>
            </a:lvl2pPr>
            <a:lvl3pPr marL="11430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Font typeface="Wingdings" panose="05000000000000000000" pitchFamily="2" charset="2"/>
              <a:buChar char="§"/>
              <a:defRPr sz="2400">
                <a:solidFill>
                  <a:schemeClr val="tx1"/>
                </a:solidFill>
                <a:effectLst/>
                <a:latin typeface="+mn-lt"/>
                <a:ea typeface="+mn-ea"/>
              </a:defRPr>
            </a:lvl3pPr>
            <a:lvl4pPr marL="16002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–"/>
              <a:defRPr sz="2000">
                <a:solidFill>
                  <a:schemeClr val="tx1"/>
                </a:solidFill>
                <a:effectLst/>
                <a:latin typeface="+mn-lt"/>
                <a:ea typeface="+mn-ea"/>
              </a:defRPr>
            </a:lvl4pPr>
            <a:lvl5pPr marL="20574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effectLst/>
                <a:latin typeface="+mn-lt"/>
                <a:ea typeface="+mn-ea"/>
              </a:defRPr>
            </a:lvl5pPr>
          </a:lstStyle>
          <a:p>
            <a:pPr marL="0" lvl="0" indent="0" algn="ctr" eaLnBrk="1" hangingPunct="1">
              <a:spcBef>
                <a:spcPct val="50000"/>
              </a:spcBef>
              <a:buClrTx/>
              <a:buSzTx/>
              <a:buFontTx/>
              <a:buNone/>
            </a:pPr>
            <a:endParaRPr lang="zh-CN" altLang="zh-CN" sz="2400" b="1" dirty="0">
              <a:latin typeface="Arial" panose="020B0604020202020204" pitchFamily="34" charset="0"/>
            </a:endParaRPr>
          </a:p>
        </p:txBody>
      </p:sp>
      <p:sp>
        <p:nvSpPr>
          <p:cNvPr id="1076290" name="Text Box 66"/>
          <p:cNvSpPr txBox="1"/>
          <p:nvPr/>
        </p:nvSpPr>
        <p:spPr>
          <a:xfrm>
            <a:off x="7394575" y="3309938"/>
            <a:ext cx="576263" cy="469900"/>
          </a:xfrm>
          <a:prstGeom prst="rect">
            <a:avLst/>
          </a:prstGeom>
          <a:noFill/>
          <a:ln w="12700" cap="flat" cmpd="sng">
            <a:solidFill>
              <a:schemeClr val="tx1"/>
            </a:solidFill>
            <a:prstDash val="solid"/>
            <a:miter/>
            <a:headEnd type="none" w="med" len="med"/>
            <a:tailEnd type="none" w="med" len="med"/>
          </a:ln>
        </p:spPr>
        <p:txBody>
          <a:bodyPr>
            <a:spAutoFit/>
          </a:bodyPr>
          <a:lstStyle>
            <a:lvl1pPr marL="342900" indent="-3429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80000"/>
              <a:buFont typeface="Wingdings" panose="05000000000000000000" pitchFamily="2" charset="2"/>
              <a:buChar char="n"/>
              <a:defRPr sz="3200" b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defRPr>
            </a:lvl1pPr>
            <a:lvl2pPr marL="742950" indent="-28575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Char char="–"/>
              <a:defRPr sz="2800">
                <a:solidFill>
                  <a:schemeClr val="tx1"/>
                </a:solidFill>
                <a:effectLst/>
                <a:latin typeface="+mn-lt"/>
                <a:ea typeface="+mn-ea"/>
              </a:defRPr>
            </a:lvl2pPr>
            <a:lvl3pPr marL="11430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Font typeface="Wingdings" panose="05000000000000000000" pitchFamily="2" charset="2"/>
              <a:buChar char="§"/>
              <a:defRPr sz="2400">
                <a:solidFill>
                  <a:schemeClr val="tx1"/>
                </a:solidFill>
                <a:effectLst/>
                <a:latin typeface="+mn-lt"/>
                <a:ea typeface="+mn-ea"/>
              </a:defRPr>
            </a:lvl3pPr>
            <a:lvl4pPr marL="16002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–"/>
              <a:defRPr sz="2000">
                <a:solidFill>
                  <a:schemeClr val="tx1"/>
                </a:solidFill>
                <a:effectLst/>
                <a:latin typeface="+mn-lt"/>
                <a:ea typeface="+mn-ea"/>
              </a:defRPr>
            </a:lvl4pPr>
            <a:lvl5pPr marL="20574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effectLst/>
                <a:latin typeface="+mn-lt"/>
                <a:ea typeface="+mn-ea"/>
              </a:defRPr>
            </a:lvl5pPr>
          </a:lstStyle>
          <a:p>
            <a:pPr marL="0" lvl="0" indent="0" algn="ctr" eaLnBrk="1" hangingPunct="1">
              <a:spcBef>
                <a:spcPct val="50000"/>
              </a:spcBef>
              <a:buClrTx/>
              <a:buSzTx/>
              <a:buFontTx/>
              <a:buNone/>
            </a:pPr>
            <a:endParaRPr lang="zh-CN" altLang="zh-CN" sz="2400" b="1" dirty="0">
              <a:latin typeface="Arial" panose="020B0604020202020204" pitchFamily="34" charset="0"/>
            </a:endParaRPr>
          </a:p>
        </p:txBody>
      </p:sp>
      <p:sp>
        <p:nvSpPr>
          <p:cNvPr id="1076291" name="Text Box 67"/>
          <p:cNvSpPr txBox="1"/>
          <p:nvPr/>
        </p:nvSpPr>
        <p:spPr>
          <a:xfrm>
            <a:off x="7970838" y="3309938"/>
            <a:ext cx="576262" cy="469900"/>
          </a:xfrm>
          <a:prstGeom prst="rect">
            <a:avLst/>
          </a:prstGeom>
          <a:noFill/>
          <a:ln w="12700" cap="flat" cmpd="sng">
            <a:solidFill>
              <a:schemeClr val="tx1"/>
            </a:solidFill>
            <a:prstDash val="solid"/>
            <a:miter/>
            <a:headEnd type="none" w="med" len="med"/>
            <a:tailEnd type="none" w="med" len="med"/>
          </a:ln>
        </p:spPr>
        <p:txBody>
          <a:bodyPr>
            <a:spAutoFit/>
          </a:bodyPr>
          <a:lstStyle>
            <a:lvl1pPr marL="342900" indent="-3429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80000"/>
              <a:buFont typeface="Wingdings" panose="05000000000000000000" pitchFamily="2" charset="2"/>
              <a:buChar char="n"/>
              <a:defRPr sz="3200" b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defRPr>
            </a:lvl1pPr>
            <a:lvl2pPr marL="742950" indent="-28575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Char char="–"/>
              <a:defRPr sz="2800">
                <a:solidFill>
                  <a:schemeClr val="tx1"/>
                </a:solidFill>
                <a:effectLst/>
                <a:latin typeface="+mn-lt"/>
                <a:ea typeface="+mn-ea"/>
              </a:defRPr>
            </a:lvl2pPr>
            <a:lvl3pPr marL="11430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Font typeface="Wingdings" panose="05000000000000000000" pitchFamily="2" charset="2"/>
              <a:buChar char="§"/>
              <a:defRPr sz="2400">
                <a:solidFill>
                  <a:schemeClr val="tx1"/>
                </a:solidFill>
                <a:effectLst/>
                <a:latin typeface="+mn-lt"/>
                <a:ea typeface="+mn-ea"/>
              </a:defRPr>
            </a:lvl3pPr>
            <a:lvl4pPr marL="16002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–"/>
              <a:defRPr sz="2000">
                <a:solidFill>
                  <a:schemeClr val="tx1"/>
                </a:solidFill>
                <a:effectLst/>
                <a:latin typeface="+mn-lt"/>
                <a:ea typeface="+mn-ea"/>
              </a:defRPr>
            </a:lvl4pPr>
            <a:lvl5pPr marL="20574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effectLst/>
                <a:latin typeface="+mn-lt"/>
                <a:ea typeface="+mn-ea"/>
              </a:defRPr>
            </a:lvl5pPr>
          </a:lstStyle>
          <a:p>
            <a:pPr marL="0" lvl="0" indent="0" algn="ctr" eaLnBrk="1" hangingPunct="1">
              <a:spcBef>
                <a:spcPct val="50000"/>
              </a:spcBef>
              <a:buClrTx/>
              <a:buSzTx/>
              <a:buFontTx/>
              <a:buNone/>
            </a:pPr>
            <a:endParaRPr lang="zh-CN" altLang="zh-CN" sz="2400" b="1" dirty="0">
              <a:latin typeface="Arial" panose="020B0604020202020204" pitchFamily="34" charset="0"/>
            </a:endParaRPr>
          </a:p>
        </p:txBody>
      </p:sp>
      <p:sp>
        <p:nvSpPr>
          <p:cNvPr id="1076292" name="Text Box 68"/>
          <p:cNvSpPr txBox="1"/>
          <p:nvPr/>
        </p:nvSpPr>
        <p:spPr>
          <a:xfrm>
            <a:off x="8545513" y="3309938"/>
            <a:ext cx="576262" cy="469900"/>
          </a:xfrm>
          <a:prstGeom prst="rect">
            <a:avLst/>
          </a:prstGeom>
          <a:noFill/>
          <a:ln w="12700" cap="flat" cmpd="sng">
            <a:solidFill>
              <a:schemeClr val="tx1"/>
            </a:solidFill>
            <a:prstDash val="solid"/>
            <a:miter/>
            <a:headEnd type="none" w="med" len="med"/>
            <a:tailEnd type="none" w="med" len="med"/>
          </a:ln>
        </p:spPr>
        <p:txBody>
          <a:bodyPr>
            <a:spAutoFit/>
          </a:bodyPr>
          <a:lstStyle>
            <a:lvl1pPr marL="342900" indent="-3429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80000"/>
              <a:buFont typeface="Wingdings" panose="05000000000000000000" pitchFamily="2" charset="2"/>
              <a:buChar char="n"/>
              <a:defRPr sz="3200" b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defRPr>
            </a:lvl1pPr>
            <a:lvl2pPr marL="742950" indent="-28575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Char char="–"/>
              <a:defRPr sz="2800">
                <a:solidFill>
                  <a:schemeClr val="tx1"/>
                </a:solidFill>
                <a:effectLst/>
                <a:latin typeface="+mn-lt"/>
                <a:ea typeface="+mn-ea"/>
              </a:defRPr>
            </a:lvl2pPr>
            <a:lvl3pPr marL="11430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Font typeface="Wingdings" panose="05000000000000000000" pitchFamily="2" charset="2"/>
              <a:buChar char="§"/>
              <a:defRPr sz="2400">
                <a:solidFill>
                  <a:schemeClr val="tx1"/>
                </a:solidFill>
                <a:effectLst/>
                <a:latin typeface="+mn-lt"/>
                <a:ea typeface="+mn-ea"/>
              </a:defRPr>
            </a:lvl3pPr>
            <a:lvl4pPr marL="16002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–"/>
              <a:defRPr sz="2000">
                <a:solidFill>
                  <a:schemeClr val="tx1"/>
                </a:solidFill>
                <a:effectLst/>
                <a:latin typeface="+mn-lt"/>
                <a:ea typeface="+mn-ea"/>
              </a:defRPr>
            </a:lvl4pPr>
            <a:lvl5pPr marL="20574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effectLst/>
                <a:latin typeface="+mn-lt"/>
                <a:ea typeface="+mn-ea"/>
              </a:defRPr>
            </a:lvl5pPr>
          </a:lstStyle>
          <a:p>
            <a:pPr marL="0" lvl="0" indent="0" algn="ctr" eaLnBrk="1" hangingPunct="1">
              <a:spcBef>
                <a:spcPct val="50000"/>
              </a:spcBef>
              <a:buClrTx/>
              <a:buSzTx/>
              <a:buFontTx/>
              <a:buNone/>
            </a:pPr>
            <a:endParaRPr lang="zh-CN" altLang="zh-CN" sz="2400" b="1" dirty="0">
              <a:latin typeface="Arial" panose="020B0604020202020204" pitchFamily="34" charset="0"/>
            </a:endParaRPr>
          </a:p>
        </p:txBody>
      </p:sp>
      <p:sp>
        <p:nvSpPr>
          <p:cNvPr id="1076293" name="Text Box 69"/>
          <p:cNvSpPr txBox="1"/>
          <p:nvPr/>
        </p:nvSpPr>
        <p:spPr>
          <a:xfrm>
            <a:off x="2713038" y="3275013"/>
            <a:ext cx="576262" cy="457200"/>
          </a:xfrm>
          <a:prstGeom prst="rect">
            <a:avLst/>
          </a:prstGeom>
          <a:noFill/>
          <a:ln w="12700">
            <a:noFill/>
          </a:ln>
        </p:spPr>
        <p:txBody>
          <a:bodyPr>
            <a:spAutoFit/>
          </a:bodyPr>
          <a:lstStyle>
            <a:lvl1pPr marL="342900" indent="-3429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80000"/>
              <a:buFont typeface="Wingdings" panose="05000000000000000000" pitchFamily="2" charset="2"/>
              <a:buChar char="n"/>
              <a:defRPr sz="3200" b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defRPr>
            </a:lvl1pPr>
            <a:lvl2pPr marL="742950" indent="-28575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Char char="–"/>
              <a:defRPr sz="2800">
                <a:solidFill>
                  <a:schemeClr val="tx1"/>
                </a:solidFill>
                <a:effectLst/>
                <a:latin typeface="+mn-lt"/>
                <a:ea typeface="+mn-ea"/>
              </a:defRPr>
            </a:lvl2pPr>
            <a:lvl3pPr marL="11430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Font typeface="Wingdings" panose="05000000000000000000" pitchFamily="2" charset="2"/>
              <a:buChar char="§"/>
              <a:defRPr sz="2400">
                <a:solidFill>
                  <a:schemeClr val="tx1"/>
                </a:solidFill>
                <a:effectLst/>
                <a:latin typeface="+mn-lt"/>
                <a:ea typeface="+mn-ea"/>
              </a:defRPr>
            </a:lvl3pPr>
            <a:lvl4pPr marL="16002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–"/>
              <a:defRPr sz="2000">
                <a:solidFill>
                  <a:schemeClr val="tx1"/>
                </a:solidFill>
                <a:effectLst/>
                <a:latin typeface="+mn-lt"/>
                <a:ea typeface="+mn-ea"/>
              </a:defRPr>
            </a:lvl4pPr>
            <a:lvl5pPr marL="20574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effectLst/>
                <a:latin typeface="+mn-lt"/>
                <a:ea typeface="+mn-ea"/>
              </a:defRPr>
            </a:lvl5pPr>
          </a:lstStyle>
          <a:p>
            <a:pPr marL="0" lvl="0" indent="0" eaLnBrk="1" hangingPunct="1">
              <a:spcBef>
                <a:spcPct val="50000"/>
              </a:spcBef>
              <a:buClrTx/>
              <a:buSzTx/>
              <a:buFontTx/>
              <a:buNone/>
            </a:pPr>
            <a:r>
              <a:rPr lang="en-US" altLang="zh-CN" sz="2400" b="1" dirty="0">
                <a:latin typeface="Arial" panose="020B0604020202020204" pitchFamily="34" charset="0"/>
              </a:rPr>
              <a:t>a</a:t>
            </a:r>
            <a:endParaRPr lang="en-US" altLang="zh-CN" sz="2400" b="1" dirty="0">
              <a:latin typeface="Arial" panose="020B0604020202020204" pitchFamily="34" charset="0"/>
            </a:endParaRPr>
          </a:p>
        </p:txBody>
      </p:sp>
      <p:sp>
        <p:nvSpPr>
          <p:cNvPr id="1076294" name="Text Box 70"/>
          <p:cNvSpPr txBox="1"/>
          <p:nvPr/>
        </p:nvSpPr>
        <p:spPr>
          <a:xfrm>
            <a:off x="9121775" y="3309938"/>
            <a:ext cx="576263" cy="469900"/>
          </a:xfrm>
          <a:prstGeom prst="rect">
            <a:avLst/>
          </a:prstGeom>
          <a:noFill/>
          <a:ln w="12700" cap="flat" cmpd="sng">
            <a:solidFill>
              <a:schemeClr val="tx1"/>
            </a:solidFill>
            <a:prstDash val="solid"/>
            <a:miter/>
            <a:headEnd type="none" w="med" len="med"/>
            <a:tailEnd type="none" w="med" len="med"/>
          </a:ln>
        </p:spPr>
        <p:txBody>
          <a:bodyPr>
            <a:spAutoFit/>
          </a:bodyPr>
          <a:lstStyle>
            <a:lvl1pPr marL="342900" indent="-3429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80000"/>
              <a:buFont typeface="Wingdings" panose="05000000000000000000" pitchFamily="2" charset="2"/>
              <a:buChar char="n"/>
              <a:defRPr sz="3200" b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defRPr>
            </a:lvl1pPr>
            <a:lvl2pPr marL="742950" indent="-28575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Char char="–"/>
              <a:defRPr sz="2800">
                <a:solidFill>
                  <a:schemeClr val="tx1"/>
                </a:solidFill>
                <a:effectLst/>
                <a:latin typeface="+mn-lt"/>
                <a:ea typeface="+mn-ea"/>
              </a:defRPr>
            </a:lvl2pPr>
            <a:lvl3pPr marL="11430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Font typeface="Wingdings" panose="05000000000000000000" pitchFamily="2" charset="2"/>
              <a:buChar char="§"/>
              <a:defRPr sz="2400">
                <a:solidFill>
                  <a:schemeClr val="tx1"/>
                </a:solidFill>
                <a:effectLst/>
                <a:latin typeface="+mn-lt"/>
                <a:ea typeface="+mn-ea"/>
              </a:defRPr>
            </a:lvl3pPr>
            <a:lvl4pPr marL="16002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–"/>
              <a:defRPr sz="2000">
                <a:solidFill>
                  <a:schemeClr val="tx1"/>
                </a:solidFill>
                <a:effectLst/>
                <a:latin typeface="+mn-lt"/>
                <a:ea typeface="+mn-ea"/>
              </a:defRPr>
            </a:lvl4pPr>
            <a:lvl5pPr marL="20574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effectLst/>
                <a:latin typeface="+mn-lt"/>
                <a:ea typeface="+mn-ea"/>
              </a:defRPr>
            </a:lvl5pPr>
          </a:lstStyle>
          <a:p>
            <a:pPr marL="0" lvl="0" indent="0" algn="ctr" eaLnBrk="1" hangingPunct="1">
              <a:spcBef>
                <a:spcPct val="50000"/>
              </a:spcBef>
              <a:buClrTx/>
              <a:buSzTx/>
              <a:buFontTx/>
              <a:buNone/>
            </a:pPr>
            <a:endParaRPr lang="zh-CN" altLang="zh-CN" sz="2400" b="1" dirty="0">
              <a:latin typeface="Arial" panose="020B0604020202020204" pitchFamily="34" charset="0"/>
            </a:endParaRPr>
          </a:p>
        </p:txBody>
      </p:sp>
      <p:sp>
        <p:nvSpPr>
          <p:cNvPr id="1076295" name="Text Box 71"/>
          <p:cNvSpPr txBox="1"/>
          <p:nvPr/>
        </p:nvSpPr>
        <p:spPr>
          <a:xfrm>
            <a:off x="1704975" y="3265488"/>
            <a:ext cx="1063625" cy="457200"/>
          </a:xfrm>
          <a:prstGeom prst="rect">
            <a:avLst/>
          </a:prstGeom>
          <a:noFill/>
          <a:ln w="12700">
            <a:noFill/>
          </a:ln>
        </p:spPr>
        <p:txBody>
          <a:bodyPr>
            <a:spAutoFit/>
          </a:bodyPr>
          <a:lstStyle>
            <a:lvl1pPr marL="342900" indent="-3429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80000"/>
              <a:buFont typeface="Wingdings" panose="05000000000000000000" pitchFamily="2" charset="2"/>
              <a:buChar char="n"/>
              <a:defRPr sz="3200" b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defRPr>
            </a:lvl1pPr>
            <a:lvl2pPr marL="742950" indent="-28575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Char char="–"/>
              <a:defRPr sz="2800">
                <a:solidFill>
                  <a:schemeClr val="tx1"/>
                </a:solidFill>
                <a:effectLst/>
                <a:latin typeface="+mn-lt"/>
                <a:ea typeface="+mn-ea"/>
              </a:defRPr>
            </a:lvl2pPr>
            <a:lvl3pPr marL="11430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Font typeface="Wingdings" panose="05000000000000000000" pitchFamily="2" charset="2"/>
              <a:buChar char="§"/>
              <a:defRPr sz="2400">
                <a:solidFill>
                  <a:schemeClr val="tx1"/>
                </a:solidFill>
                <a:effectLst/>
                <a:latin typeface="+mn-lt"/>
                <a:ea typeface="+mn-ea"/>
              </a:defRPr>
            </a:lvl3pPr>
            <a:lvl4pPr marL="16002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–"/>
              <a:defRPr sz="2000">
                <a:solidFill>
                  <a:schemeClr val="tx1"/>
                </a:solidFill>
                <a:effectLst/>
                <a:latin typeface="+mn-lt"/>
                <a:ea typeface="+mn-ea"/>
              </a:defRPr>
            </a:lvl4pPr>
            <a:lvl5pPr marL="20574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effectLst/>
                <a:latin typeface="+mn-lt"/>
                <a:ea typeface="+mn-ea"/>
              </a:defRPr>
            </a:lvl5pPr>
          </a:lstStyle>
          <a:p>
            <a:pPr marL="0" lvl="0" indent="0" eaLnBrk="1" hangingPunct="1">
              <a:spcBef>
                <a:spcPct val="50000"/>
              </a:spcBef>
              <a:buClrTx/>
              <a:buSzTx/>
              <a:buFontTx/>
              <a:buNone/>
            </a:pPr>
            <a:r>
              <a:rPr lang="zh-CN" altLang="en-US" sz="2400" b="1" dirty="0">
                <a:latin typeface="Arial" panose="020B0604020202020204" pitchFamily="34" charset="0"/>
              </a:rPr>
              <a:t>第</a:t>
            </a:r>
            <a:r>
              <a:rPr lang="en-US" altLang="zh-CN" sz="2400" b="1" dirty="0">
                <a:latin typeface="Arial" panose="020B0604020202020204" pitchFamily="34" charset="0"/>
              </a:rPr>
              <a:t>6</a:t>
            </a:r>
            <a:r>
              <a:rPr lang="zh-CN" altLang="en-US" sz="2400" b="1" dirty="0">
                <a:latin typeface="Arial" panose="020B0604020202020204" pitchFamily="34" charset="0"/>
              </a:rPr>
              <a:t>行</a:t>
            </a:r>
            <a:endParaRPr lang="zh-CN" altLang="en-US" sz="2400" b="1" dirty="0">
              <a:latin typeface="Arial" panose="020B0604020202020204" pitchFamily="34" charset="0"/>
            </a:endParaRPr>
          </a:p>
        </p:txBody>
      </p:sp>
      <p:sp>
        <p:nvSpPr>
          <p:cNvPr id="1076296" name="Text Box 72"/>
          <p:cNvSpPr txBox="1"/>
          <p:nvPr/>
        </p:nvSpPr>
        <p:spPr>
          <a:xfrm>
            <a:off x="3359150" y="3327400"/>
            <a:ext cx="576263" cy="457200"/>
          </a:xfrm>
          <a:prstGeom prst="rect">
            <a:avLst/>
          </a:prstGeom>
          <a:noFill/>
          <a:ln w="12700">
            <a:noFill/>
          </a:ln>
        </p:spPr>
        <p:txBody>
          <a:bodyPr>
            <a:spAutoFit/>
          </a:bodyPr>
          <a:lstStyle>
            <a:lvl1pPr marL="342900" indent="-3429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80000"/>
              <a:buFont typeface="Wingdings" panose="05000000000000000000" pitchFamily="2" charset="2"/>
              <a:buChar char="n"/>
              <a:defRPr sz="3200" b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defRPr>
            </a:lvl1pPr>
            <a:lvl2pPr marL="742950" indent="-28575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Char char="–"/>
              <a:defRPr sz="2800">
                <a:solidFill>
                  <a:schemeClr val="tx1"/>
                </a:solidFill>
                <a:effectLst/>
                <a:latin typeface="+mn-lt"/>
                <a:ea typeface="+mn-ea"/>
              </a:defRPr>
            </a:lvl2pPr>
            <a:lvl3pPr marL="11430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Font typeface="Wingdings" panose="05000000000000000000" pitchFamily="2" charset="2"/>
              <a:buChar char="§"/>
              <a:defRPr sz="2400">
                <a:solidFill>
                  <a:schemeClr val="tx1"/>
                </a:solidFill>
                <a:effectLst/>
                <a:latin typeface="+mn-lt"/>
                <a:ea typeface="+mn-ea"/>
              </a:defRPr>
            </a:lvl3pPr>
            <a:lvl4pPr marL="16002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–"/>
              <a:defRPr sz="2000">
                <a:solidFill>
                  <a:schemeClr val="tx1"/>
                </a:solidFill>
                <a:effectLst/>
                <a:latin typeface="+mn-lt"/>
                <a:ea typeface="+mn-ea"/>
              </a:defRPr>
            </a:lvl4pPr>
            <a:lvl5pPr marL="20574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effectLst/>
                <a:latin typeface="+mn-lt"/>
                <a:ea typeface="+mn-ea"/>
              </a:defRPr>
            </a:lvl5pPr>
          </a:lstStyle>
          <a:p>
            <a:pPr marL="0" lvl="0" indent="0" algn="ctr" eaLnBrk="1" hangingPunct="1">
              <a:spcBef>
                <a:spcPct val="50000"/>
              </a:spcBef>
              <a:buClrTx/>
              <a:buSzTx/>
              <a:buFontTx/>
              <a:buNone/>
            </a:pPr>
            <a:r>
              <a:rPr lang="en-US" altLang="zh-CN" sz="2400" b="1" dirty="0">
                <a:solidFill>
                  <a:srgbClr val="FFFF00"/>
                </a:solidFill>
                <a:latin typeface="Arial" panose="020B0604020202020204" pitchFamily="34" charset="0"/>
              </a:rPr>
              <a:t>1</a:t>
            </a:r>
            <a:endParaRPr lang="en-US" altLang="zh-CN" sz="2400" b="1" dirty="0">
              <a:solidFill>
                <a:srgbClr val="FFFF00"/>
              </a:solidFill>
              <a:latin typeface="Arial" panose="020B0604020202020204" pitchFamily="34" charset="0"/>
            </a:endParaRPr>
          </a:p>
        </p:txBody>
      </p:sp>
      <p:grpSp>
        <p:nvGrpSpPr>
          <p:cNvPr id="1076297" name="Group 73"/>
          <p:cNvGrpSpPr/>
          <p:nvPr/>
        </p:nvGrpSpPr>
        <p:grpSpPr>
          <a:xfrm>
            <a:off x="3648075" y="2420938"/>
            <a:ext cx="863600" cy="1374775"/>
            <a:chOff x="1338" y="663"/>
            <a:chExt cx="544" cy="866"/>
          </a:xfrm>
        </p:grpSpPr>
        <p:sp>
          <p:nvSpPr>
            <p:cNvPr id="78925" name="Text Box 74"/>
            <p:cNvSpPr txBox="1"/>
            <p:nvPr/>
          </p:nvSpPr>
          <p:spPr>
            <a:xfrm>
              <a:off x="1519" y="1241"/>
              <a:ext cx="363" cy="288"/>
            </a:xfrm>
            <a:prstGeom prst="rect">
              <a:avLst/>
            </a:prstGeom>
            <a:noFill/>
            <a:ln w="12700">
              <a:noFill/>
            </a:ln>
          </p:spPr>
          <p:txBody>
            <a:bodyPr>
              <a:spAutoFit/>
            </a:bodyPr>
            <a:lstStyle>
              <a:lvl1pPr marL="342900" indent="-342900" algn="l" rtl="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hlink"/>
                </a:buClr>
                <a:buSzPct val="80000"/>
                <a:buFont typeface="Wingdings" panose="05000000000000000000" pitchFamily="2" charset="2"/>
                <a:buChar char="n"/>
                <a:defRPr sz="3200" b="0">
                  <a:solidFill>
                    <a:schemeClr val="tx1"/>
                  </a:solidFill>
                  <a:effectLst/>
                  <a:latin typeface="+mn-lt"/>
                  <a:ea typeface="+mn-ea"/>
                  <a:cs typeface="+mn-cs"/>
                </a:defRPr>
              </a:lvl1pPr>
              <a:lvl2pPr marL="742950" indent="-285750" algn="l" rtl="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tx1"/>
                </a:buClr>
                <a:buChar char="–"/>
                <a:defRPr sz="2800">
                  <a:solidFill>
                    <a:schemeClr val="tx1"/>
                  </a:solidFill>
                  <a:effectLst/>
                  <a:latin typeface="+mn-lt"/>
                  <a:ea typeface="+mn-ea"/>
                </a:defRPr>
              </a:lvl2pPr>
              <a:lvl3pPr marL="11430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hlink"/>
                </a:buClr>
                <a:buFont typeface="Wingdings" panose="05000000000000000000" pitchFamily="2" charset="2"/>
                <a:buChar char="§"/>
                <a:defRPr sz="2400">
                  <a:solidFill>
                    <a:schemeClr val="tx1"/>
                  </a:solidFill>
                  <a:effectLst/>
                  <a:latin typeface="+mn-lt"/>
                  <a:ea typeface="+mn-ea"/>
                </a:defRPr>
              </a:lvl3pPr>
              <a:lvl4pPr marL="16002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–"/>
                <a:defRPr sz="2000">
                  <a:solidFill>
                    <a:schemeClr val="tx1"/>
                  </a:solidFill>
                  <a:effectLst/>
                  <a:latin typeface="+mn-lt"/>
                  <a:ea typeface="+mn-ea"/>
                </a:defRPr>
              </a:lvl4pPr>
              <a:lvl5pPr marL="20574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hlink"/>
                </a:buClr>
                <a:buFont typeface="Wingdings" panose="05000000000000000000" pitchFamily="2" charset="2"/>
                <a:buChar char="§"/>
                <a:defRPr sz="2000">
                  <a:solidFill>
                    <a:schemeClr val="tx1"/>
                  </a:solidFill>
                  <a:effectLst/>
                  <a:latin typeface="+mn-lt"/>
                  <a:ea typeface="+mn-ea"/>
                </a:defRPr>
              </a:lvl5pPr>
            </a:lstStyle>
            <a:p>
              <a:pPr marL="0" lvl="0" indent="0" algn="ctr" eaLnBrk="1" hangingPunct="1">
                <a:spcBef>
                  <a:spcPct val="50000"/>
                </a:spcBef>
                <a:buClrTx/>
                <a:buSzTx/>
                <a:buFontTx/>
                <a:buNone/>
              </a:pPr>
              <a:r>
                <a:rPr lang="en-US" altLang="zh-CN" sz="2400" b="1" dirty="0">
                  <a:solidFill>
                    <a:schemeClr val="folHlink"/>
                  </a:solidFill>
                  <a:latin typeface="Arial" panose="020B0604020202020204" pitchFamily="34" charset="0"/>
                </a:rPr>
                <a:t>6</a:t>
              </a:r>
              <a:endParaRPr lang="en-US" altLang="zh-CN" sz="2400" b="1" dirty="0">
                <a:solidFill>
                  <a:schemeClr val="folHlink"/>
                </a:solidFill>
                <a:latin typeface="Arial" panose="020B0604020202020204" pitchFamily="34" charset="0"/>
              </a:endParaRPr>
            </a:p>
          </p:txBody>
        </p:sp>
        <p:sp>
          <p:nvSpPr>
            <p:cNvPr id="78926" name="Line 75"/>
            <p:cNvSpPr/>
            <p:nvPr/>
          </p:nvSpPr>
          <p:spPr>
            <a:xfrm>
              <a:off x="1338" y="663"/>
              <a:ext cx="363" cy="544"/>
            </a:xfrm>
            <a:prstGeom prst="line">
              <a:avLst/>
            </a:prstGeom>
            <a:ln w="28575" cap="flat" cmpd="sng">
              <a:solidFill>
                <a:schemeClr val="folHlink"/>
              </a:solidFill>
              <a:prstDash val="solid"/>
              <a:headEnd type="none" w="med" len="med"/>
              <a:tailEnd type="stealth" w="lg" len="lg"/>
            </a:ln>
          </p:spPr>
        </p:sp>
        <p:sp>
          <p:nvSpPr>
            <p:cNvPr id="78927" name="Line 76"/>
            <p:cNvSpPr/>
            <p:nvPr/>
          </p:nvSpPr>
          <p:spPr>
            <a:xfrm flipH="1">
              <a:off x="1701" y="663"/>
              <a:ext cx="0" cy="544"/>
            </a:xfrm>
            <a:prstGeom prst="line">
              <a:avLst/>
            </a:prstGeom>
            <a:ln w="28575" cap="flat" cmpd="sng">
              <a:solidFill>
                <a:schemeClr val="folHlink"/>
              </a:solidFill>
              <a:prstDash val="solid"/>
              <a:headEnd type="none" w="med" len="med"/>
              <a:tailEnd type="stealth" w="lg" len="lg"/>
            </a:ln>
          </p:spPr>
        </p:sp>
      </p:grpSp>
      <p:grpSp>
        <p:nvGrpSpPr>
          <p:cNvPr id="1076301" name="Group 77"/>
          <p:cNvGrpSpPr/>
          <p:nvPr/>
        </p:nvGrpSpPr>
        <p:grpSpPr>
          <a:xfrm>
            <a:off x="4225925" y="2430463"/>
            <a:ext cx="863600" cy="1374775"/>
            <a:chOff x="1338" y="663"/>
            <a:chExt cx="544" cy="866"/>
          </a:xfrm>
        </p:grpSpPr>
        <p:sp>
          <p:nvSpPr>
            <p:cNvPr id="78922" name="Text Box 78"/>
            <p:cNvSpPr txBox="1"/>
            <p:nvPr/>
          </p:nvSpPr>
          <p:spPr>
            <a:xfrm>
              <a:off x="1519" y="1241"/>
              <a:ext cx="363" cy="288"/>
            </a:xfrm>
            <a:prstGeom prst="rect">
              <a:avLst/>
            </a:prstGeom>
            <a:noFill/>
            <a:ln w="12700">
              <a:noFill/>
            </a:ln>
          </p:spPr>
          <p:txBody>
            <a:bodyPr>
              <a:spAutoFit/>
            </a:bodyPr>
            <a:lstStyle>
              <a:lvl1pPr marL="342900" indent="-342900" algn="l" rtl="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hlink"/>
                </a:buClr>
                <a:buSzPct val="80000"/>
                <a:buFont typeface="Wingdings" panose="05000000000000000000" pitchFamily="2" charset="2"/>
                <a:buChar char="n"/>
                <a:defRPr sz="3200" b="0">
                  <a:solidFill>
                    <a:schemeClr val="tx1"/>
                  </a:solidFill>
                  <a:effectLst/>
                  <a:latin typeface="+mn-lt"/>
                  <a:ea typeface="+mn-ea"/>
                  <a:cs typeface="+mn-cs"/>
                </a:defRPr>
              </a:lvl1pPr>
              <a:lvl2pPr marL="742950" indent="-285750" algn="l" rtl="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tx1"/>
                </a:buClr>
                <a:buChar char="–"/>
                <a:defRPr sz="2800">
                  <a:solidFill>
                    <a:schemeClr val="tx1"/>
                  </a:solidFill>
                  <a:effectLst/>
                  <a:latin typeface="+mn-lt"/>
                  <a:ea typeface="+mn-ea"/>
                </a:defRPr>
              </a:lvl2pPr>
              <a:lvl3pPr marL="11430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hlink"/>
                </a:buClr>
                <a:buFont typeface="Wingdings" panose="05000000000000000000" pitchFamily="2" charset="2"/>
                <a:buChar char="§"/>
                <a:defRPr sz="2400">
                  <a:solidFill>
                    <a:schemeClr val="tx1"/>
                  </a:solidFill>
                  <a:effectLst/>
                  <a:latin typeface="+mn-lt"/>
                  <a:ea typeface="+mn-ea"/>
                </a:defRPr>
              </a:lvl3pPr>
              <a:lvl4pPr marL="16002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–"/>
                <a:defRPr sz="2000">
                  <a:solidFill>
                    <a:schemeClr val="tx1"/>
                  </a:solidFill>
                  <a:effectLst/>
                  <a:latin typeface="+mn-lt"/>
                  <a:ea typeface="+mn-ea"/>
                </a:defRPr>
              </a:lvl4pPr>
              <a:lvl5pPr marL="20574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hlink"/>
                </a:buClr>
                <a:buFont typeface="Wingdings" panose="05000000000000000000" pitchFamily="2" charset="2"/>
                <a:buChar char="§"/>
                <a:defRPr sz="2000">
                  <a:solidFill>
                    <a:schemeClr val="tx1"/>
                  </a:solidFill>
                  <a:effectLst/>
                  <a:latin typeface="+mn-lt"/>
                  <a:ea typeface="+mn-ea"/>
                </a:defRPr>
              </a:lvl5pPr>
            </a:lstStyle>
            <a:p>
              <a:pPr marL="0" lvl="0" indent="0" algn="ctr" eaLnBrk="1" hangingPunct="1">
                <a:spcBef>
                  <a:spcPct val="50000"/>
                </a:spcBef>
                <a:buClrTx/>
                <a:buSzTx/>
                <a:buFontTx/>
                <a:buNone/>
              </a:pPr>
              <a:r>
                <a:rPr lang="en-US" altLang="zh-CN" sz="2400" b="1" dirty="0">
                  <a:solidFill>
                    <a:schemeClr val="folHlink"/>
                  </a:solidFill>
                  <a:latin typeface="Arial" panose="020B0604020202020204" pitchFamily="34" charset="0"/>
                </a:rPr>
                <a:t>15</a:t>
              </a:r>
              <a:endParaRPr lang="en-US" altLang="zh-CN" sz="2400" b="1" dirty="0">
                <a:solidFill>
                  <a:schemeClr val="folHlink"/>
                </a:solidFill>
                <a:latin typeface="Arial" panose="020B0604020202020204" pitchFamily="34" charset="0"/>
              </a:endParaRPr>
            </a:p>
          </p:txBody>
        </p:sp>
        <p:sp>
          <p:nvSpPr>
            <p:cNvPr id="78923" name="Line 79"/>
            <p:cNvSpPr/>
            <p:nvPr/>
          </p:nvSpPr>
          <p:spPr>
            <a:xfrm>
              <a:off x="1338" y="663"/>
              <a:ext cx="363" cy="544"/>
            </a:xfrm>
            <a:prstGeom prst="line">
              <a:avLst/>
            </a:prstGeom>
            <a:ln w="28575" cap="flat" cmpd="sng">
              <a:solidFill>
                <a:schemeClr val="folHlink"/>
              </a:solidFill>
              <a:prstDash val="solid"/>
              <a:headEnd type="none" w="med" len="med"/>
              <a:tailEnd type="stealth" w="lg" len="lg"/>
            </a:ln>
          </p:spPr>
        </p:sp>
        <p:sp>
          <p:nvSpPr>
            <p:cNvPr id="78924" name="Line 80"/>
            <p:cNvSpPr/>
            <p:nvPr/>
          </p:nvSpPr>
          <p:spPr>
            <a:xfrm flipH="1">
              <a:off x="1701" y="663"/>
              <a:ext cx="0" cy="544"/>
            </a:xfrm>
            <a:prstGeom prst="line">
              <a:avLst/>
            </a:prstGeom>
            <a:ln w="28575" cap="flat" cmpd="sng">
              <a:solidFill>
                <a:schemeClr val="folHlink"/>
              </a:solidFill>
              <a:prstDash val="solid"/>
              <a:headEnd type="none" w="med" len="med"/>
              <a:tailEnd type="stealth" w="lg" len="lg"/>
            </a:ln>
          </p:spPr>
        </p:sp>
      </p:grpSp>
      <p:grpSp>
        <p:nvGrpSpPr>
          <p:cNvPr id="1076305" name="Group 81"/>
          <p:cNvGrpSpPr/>
          <p:nvPr/>
        </p:nvGrpSpPr>
        <p:grpSpPr>
          <a:xfrm>
            <a:off x="4802188" y="2420938"/>
            <a:ext cx="863600" cy="1374775"/>
            <a:chOff x="1338" y="663"/>
            <a:chExt cx="544" cy="866"/>
          </a:xfrm>
        </p:grpSpPr>
        <p:sp>
          <p:nvSpPr>
            <p:cNvPr id="78919" name="Text Box 82"/>
            <p:cNvSpPr txBox="1"/>
            <p:nvPr/>
          </p:nvSpPr>
          <p:spPr>
            <a:xfrm>
              <a:off x="1519" y="1241"/>
              <a:ext cx="363" cy="288"/>
            </a:xfrm>
            <a:prstGeom prst="rect">
              <a:avLst/>
            </a:prstGeom>
            <a:noFill/>
            <a:ln w="12700">
              <a:noFill/>
            </a:ln>
          </p:spPr>
          <p:txBody>
            <a:bodyPr>
              <a:spAutoFit/>
            </a:bodyPr>
            <a:lstStyle>
              <a:lvl1pPr marL="342900" indent="-342900" algn="l" rtl="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hlink"/>
                </a:buClr>
                <a:buSzPct val="80000"/>
                <a:buFont typeface="Wingdings" panose="05000000000000000000" pitchFamily="2" charset="2"/>
                <a:buChar char="n"/>
                <a:defRPr sz="3200" b="0">
                  <a:solidFill>
                    <a:schemeClr val="tx1"/>
                  </a:solidFill>
                  <a:effectLst/>
                  <a:latin typeface="+mn-lt"/>
                  <a:ea typeface="+mn-ea"/>
                  <a:cs typeface="+mn-cs"/>
                </a:defRPr>
              </a:lvl1pPr>
              <a:lvl2pPr marL="742950" indent="-285750" algn="l" rtl="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tx1"/>
                </a:buClr>
                <a:buChar char="–"/>
                <a:defRPr sz="2800">
                  <a:solidFill>
                    <a:schemeClr val="tx1"/>
                  </a:solidFill>
                  <a:effectLst/>
                  <a:latin typeface="+mn-lt"/>
                  <a:ea typeface="+mn-ea"/>
                </a:defRPr>
              </a:lvl2pPr>
              <a:lvl3pPr marL="11430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hlink"/>
                </a:buClr>
                <a:buFont typeface="Wingdings" panose="05000000000000000000" pitchFamily="2" charset="2"/>
                <a:buChar char="§"/>
                <a:defRPr sz="2400">
                  <a:solidFill>
                    <a:schemeClr val="tx1"/>
                  </a:solidFill>
                  <a:effectLst/>
                  <a:latin typeface="+mn-lt"/>
                  <a:ea typeface="+mn-ea"/>
                </a:defRPr>
              </a:lvl3pPr>
              <a:lvl4pPr marL="16002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–"/>
                <a:defRPr sz="2000">
                  <a:solidFill>
                    <a:schemeClr val="tx1"/>
                  </a:solidFill>
                  <a:effectLst/>
                  <a:latin typeface="+mn-lt"/>
                  <a:ea typeface="+mn-ea"/>
                </a:defRPr>
              </a:lvl4pPr>
              <a:lvl5pPr marL="20574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hlink"/>
                </a:buClr>
                <a:buFont typeface="Wingdings" panose="05000000000000000000" pitchFamily="2" charset="2"/>
                <a:buChar char="§"/>
                <a:defRPr sz="2000">
                  <a:solidFill>
                    <a:schemeClr val="tx1"/>
                  </a:solidFill>
                  <a:effectLst/>
                  <a:latin typeface="+mn-lt"/>
                  <a:ea typeface="+mn-ea"/>
                </a:defRPr>
              </a:lvl5pPr>
            </a:lstStyle>
            <a:p>
              <a:pPr marL="0" lvl="0" indent="0" algn="ctr" eaLnBrk="1" hangingPunct="1">
                <a:spcBef>
                  <a:spcPct val="50000"/>
                </a:spcBef>
                <a:buClrTx/>
                <a:buSzTx/>
                <a:buFontTx/>
                <a:buNone/>
              </a:pPr>
              <a:r>
                <a:rPr lang="en-US" altLang="zh-CN" sz="2400" b="1" dirty="0">
                  <a:solidFill>
                    <a:schemeClr val="folHlink"/>
                  </a:solidFill>
                  <a:latin typeface="Arial" panose="020B0604020202020204" pitchFamily="34" charset="0"/>
                </a:rPr>
                <a:t>20</a:t>
              </a:r>
              <a:endParaRPr lang="en-US" altLang="zh-CN" sz="2400" b="1" dirty="0">
                <a:solidFill>
                  <a:schemeClr val="folHlink"/>
                </a:solidFill>
                <a:latin typeface="Arial" panose="020B0604020202020204" pitchFamily="34" charset="0"/>
              </a:endParaRPr>
            </a:p>
          </p:txBody>
        </p:sp>
        <p:sp>
          <p:nvSpPr>
            <p:cNvPr id="78920" name="Line 83"/>
            <p:cNvSpPr/>
            <p:nvPr/>
          </p:nvSpPr>
          <p:spPr>
            <a:xfrm>
              <a:off x="1338" y="663"/>
              <a:ext cx="363" cy="544"/>
            </a:xfrm>
            <a:prstGeom prst="line">
              <a:avLst/>
            </a:prstGeom>
            <a:ln w="28575" cap="flat" cmpd="sng">
              <a:solidFill>
                <a:schemeClr val="folHlink"/>
              </a:solidFill>
              <a:prstDash val="solid"/>
              <a:headEnd type="none" w="med" len="med"/>
              <a:tailEnd type="stealth" w="lg" len="lg"/>
            </a:ln>
          </p:spPr>
        </p:sp>
        <p:sp>
          <p:nvSpPr>
            <p:cNvPr id="78921" name="Line 84"/>
            <p:cNvSpPr/>
            <p:nvPr/>
          </p:nvSpPr>
          <p:spPr>
            <a:xfrm flipH="1">
              <a:off x="1701" y="663"/>
              <a:ext cx="0" cy="544"/>
            </a:xfrm>
            <a:prstGeom prst="line">
              <a:avLst/>
            </a:prstGeom>
            <a:ln w="28575" cap="flat" cmpd="sng">
              <a:solidFill>
                <a:schemeClr val="folHlink"/>
              </a:solidFill>
              <a:prstDash val="solid"/>
              <a:headEnd type="none" w="med" len="med"/>
              <a:tailEnd type="stealth" w="lg" len="lg"/>
            </a:ln>
          </p:spPr>
        </p:sp>
      </p:grpSp>
      <p:grpSp>
        <p:nvGrpSpPr>
          <p:cNvPr id="1076309" name="Group 85"/>
          <p:cNvGrpSpPr/>
          <p:nvPr/>
        </p:nvGrpSpPr>
        <p:grpSpPr>
          <a:xfrm>
            <a:off x="5376863" y="2420938"/>
            <a:ext cx="863600" cy="1374775"/>
            <a:chOff x="1338" y="663"/>
            <a:chExt cx="544" cy="866"/>
          </a:xfrm>
        </p:grpSpPr>
        <p:sp>
          <p:nvSpPr>
            <p:cNvPr id="78916" name="Text Box 86"/>
            <p:cNvSpPr txBox="1"/>
            <p:nvPr/>
          </p:nvSpPr>
          <p:spPr>
            <a:xfrm>
              <a:off x="1519" y="1241"/>
              <a:ext cx="363" cy="288"/>
            </a:xfrm>
            <a:prstGeom prst="rect">
              <a:avLst/>
            </a:prstGeom>
            <a:noFill/>
            <a:ln w="12700">
              <a:noFill/>
            </a:ln>
          </p:spPr>
          <p:txBody>
            <a:bodyPr>
              <a:spAutoFit/>
            </a:bodyPr>
            <a:lstStyle>
              <a:lvl1pPr marL="342900" indent="-342900" algn="l" rtl="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hlink"/>
                </a:buClr>
                <a:buSzPct val="80000"/>
                <a:buFont typeface="Wingdings" panose="05000000000000000000" pitchFamily="2" charset="2"/>
                <a:buChar char="n"/>
                <a:defRPr sz="3200" b="0">
                  <a:solidFill>
                    <a:schemeClr val="tx1"/>
                  </a:solidFill>
                  <a:effectLst/>
                  <a:latin typeface="+mn-lt"/>
                  <a:ea typeface="+mn-ea"/>
                  <a:cs typeface="+mn-cs"/>
                </a:defRPr>
              </a:lvl1pPr>
              <a:lvl2pPr marL="742950" indent="-285750" algn="l" rtl="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tx1"/>
                </a:buClr>
                <a:buChar char="–"/>
                <a:defRPr sz="2800">
                  <a:solidFill>
                    <a:schemeClr val="tx1"/>
                  </a:solidFill>
                  <a:effectLst/>
                  <a:latin typeface="+mn-lt"/>
                  <a:ea typeface="+mn-ea"/>
                </a:defRPr>
              </a:lvl2pPr>
              <a:lvl3pPr marL="11430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hlink"/>
                </a:buClr>
                <a:buFont typeface="Wingdings" panose="05000000000000000000" pitchFamily="2" charset="2"/>
                <a:buChar char="§"/>
                <a:defRPr sz="2400">
                  <a:solidFill>
                    <a:schemeClr val="tx1"/>
                  </a:solidFill>
                  <a:effectLst/>
                  <a:latin typeface="+mn-lt"/>
                  <a:ea typeface="+mn-ea"/>
                </a:defRPr>
              </a:lvl3pPr>
              <a:lvl4pPr marL="16002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–"/>
                <a:defRPr sz="2000">
                  <a:solidFill>
                    <a:schemeClr val="tx1"/>
                  </a:solidFill>
                  <a:effectLst/>
                  <a:latin typeface="+mn-lt"/>
                  <a:ea typeface="+mn-ea"/>
                </a:defRPr>
              </a:lvl4pPr>
              <a:lvl5pPr marL="20574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hlink"/>
                </a:buClr>
                <a:buFont typeface="Wingdings" panose="05000000000000000000" pitchFamily="2" charset="2"/>
                <a:buChar char="§"/>
                <a:defRPr sz="2000">
                  <a:solidFill>
                    <a:schemeClr val="tx1"/>
                  </a:solidFill>
                  <a:effectLst/>
                  <a:latin typeface="+mn-lt"/>
                  <a:ea typeface="+mn-ea"/>
                </a:defRPr>
              </a:lvl5pPr>
            </a:lstStyle>
            <a:p>
              <a:pPr marL="0" lvl="0" indent="0" algn="ctr" eaLnBrk="1" hangingPunct="1">
                <a:spcBef>
                  <a:spcPct val="50000"/>
                </a:spcBef>
                <a:buClrTx/>
                <a:buSzTx/>
                <a:buFontTx/>
                <a:buNone/>
              </a:pPr>
              <a:r>
                <a:rPr lang="en-US" altLang="zh-CN" sz="2400" b="1" dirty="0">
                  <a:solidFill>
                    <a:schemeClr val="folHlink"/>
                  </a:solidFill>
                  <a:latin typeface="Arial" panose="020B0604020202020204" pitchFamily="34" charset="0"/>
                </a:rPr>
                <a:t>15</a:t>
              </a:r>
              <a:endParaRPr lang="en-US" altLang="zh-CN" sz="2400" b="1" dirty="0">
                <a:solidFill>
                  <a:schemeClr val="folHlink"/>
                </a:solidFill>
                <a:latin typeface="Arial" panose="020B0604020202020204" pitchFamily="34" charset="0"/>
              </a:endParaRPr>
            </a:p>
          </p:txBody>
        </p:sp>
        <p:sp>
          <p:nvSpPr>
            <p:cNvPr id="78917" name="Line 87"/>
            <p:cNvSpPr/>
            <p:nvPr/>
          </p:nvSpPr>
          <p:spPr>
            <a:xfrm>
              <a:off x="1338" y="663"/>
              <a:ext cx="363" cy="544"/>
            </a:xfrm>
            <a:prstGeom prst="line">
              <a:avLst/>
            </a:prstGeom>
            <a:ln w="28575" cap="flat" cmpd="sng">
              <a:solidFill>
                <a:schemeClr val="folHlink"/>
              </a:solidFill>
              <a:prstDash val="solid"/>
              <a:headEnd type="none" w="med" len="med"/>
              <a:tailEnd type="stealth" w="lg" len="lg"/>
            </a:ln>
          </p:spPr>
        </p:sp>
        <p:sp>
          <p:nvSpPr>
            <p:cNvPr id="78918" name="Line 88"/>
            <p:cNvSpPr/>
            <p:nvPr/>
          </p:nvSpPr>
          <p:spPr>
            <a:xfrm flipH="1">
              <a:off x="1701" y="663"/>
              <a:ext cx="0" cy="544"/>
            </a:xfrm>
            <a:prstGeom prst="line">
              <a:avLst/>
            </a:prstGeom>
            <a:ln w="28575" cap="flat" cmpd="sng">
              <a:solidFill>
                <a:schemeClr val="folHlink"/>
              </a:solidFill>
              <a:prstDash val="solid"/>
              <a:headEnd type="none" w="med" len="med"/>
              <a:tailEnd type="stealth" w="lg" len="lg"/>
            </a:ln>
          </p:spPr>
        </p:sp>
      </p:grpSp>
      <p:grpSp>
        <p:nvGrpSpPr>
          <p:cNvPr id="1076313" name="Group 89"/>
          <p:cNvGrpSpPr/>
          <p:nvPr/>
        </p:nvGrpSpPr>
        <p:grpSpPr>
          <a:xfrm>
            <a:off x="5951538" y="2420938"/>
            <a:ext cx="863600" cy="1374775"/>
            <a:chOff x="1338" y="663"/>
            <a:chExt cx="544" cy="866"/>
          </a:xfrm>
        </p:grpSpPr>
        <p:sp>
          <p:nvSpPr>
            <p:cNvPr id="78913" name="Text Box 90"/>
            <p:cNvSpPr txBox="1"/>
            <p:nvPr/>
          </p:nvSpPr>
          <p:spPr>
            <a:xfrm>
              <a:off x="1519" y="1241"/>
              <a:ext cx="363" cy="288"/>
            </a:xfrm>
            <a:prstGeom prst="rect">
              <a:avLst/>
            </a:prstGeom>
            <a:noFill/>
            <a:ln w="12700">
              <a:noFill/>
            </a:ln>
          </p:spPr>
          <p:txBody>
            <a:bodyPr>
              <a:spAutoFit/>
            </a:bodyPr>
            <a:lstStyle>
              <a:lvl1pPr marL="342900" indent="-342900" algn="l" rtl="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hlink"/>
                </a:buClr>
                <a:buSzPct val="80000"/>
                <a:buFont typeface="Wingdings" panose="05000000000000000000" pitchFamily="2" charset="2"/>
                <a:buChar char="n"/>
                <a:defRPr sz="3200" b="0">
                  <a:solidFill>
                    <a:schemeClr val="tx1"/>
                  </a:solidFill>
                  <a:effectLst/>
                  <a:latin typeface="+mn-lt"/>
                  <a:ea typeface="+mn-ea"/>
                  <a:cs typeface="+mn-cs"/>
                </a:defRPr>
              </a:lvl1pPr>
              <a:lvl2pPr marL="742950" indent="-285750" algn="l" rtl="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tx1"/>
                </a:buClr>
                <a:buChar char="–"/>
                <a:defRPr sz="2800">
                  <a:solidFill>
                    <a:schemeClr val="tx1"/>
                  </a:solidFill>
                  <a:effectLst/>
                  <a:latin typeface="+mn-lt"/>
                  <a:ea typeface="+mn-ea"/>
                </a:defRPr>
              </a:lvl2pPr>
              <a:lvl3pPr marL="11430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hlink"/>
                </a:buClr>
                <a:buFont typeface="Wingdings" panose="05000000000000000000" pitchFamily="2" charset="2"/>
                <a:buChar char="§"/>
                <a:defRPr sz="2400">
                  <a:solidFill>
                    <a:schemeClr val="tx1"/>
                  </a:solidFill>
                  <a:effectLst/>
                  <a:latin typeface="+mn-lt"/>
                  <a:ea typeface="+mn-ea"/>
                </a:defRPr>
              </a:lvl3pPr>
              <a:lvl4pPr marL="16002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–"/>
                <a:defRPr sz="2000">
                  <a:solidFill>
                    <a:schemeClr val="tx1"/>
                  </a:solidFill>
                  <a:effectLst/>
                  <a:latin typeface="+mn-lt"/>
                  <a:ea typeface="+mn-ea"/>
                </a:defRPr>
              </a:lvl4pPr>
              <a:lvl5pPr marL="20574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hlink"/>
                </a:buClr>
                <a:buFont typeface="Wingdings" panose="05000000000000000000" pitchFamily="2" charset="2"/>
                <a:buChar char="§"/>
                <a:defRPr sz="2000">
                  <a:solidFill>
                    <a:schemeClr val="tx1"/>
                  </a:solidFill>
                  <a:effectLst/>
                  <a:latin typeface="+mn-lt"/>
                  <a:ea typeface="+mn-ea"/>
                </a:defRPr>
              </a:lvl5pPr>
            </a:lstStyle>
            <a:p>
              <a:pPr marL="0" lvl="0" indent="0" algn="ctr" eaLnBrk="1" hangingPunct="1">
                <a:spcBef>
                  <a:spcPct val="50000"/>
                </a:spcBef>
                <a:buClrTx/>
                <a:buSzTx/>
                <a:buFontTx/>
                <a:buNone/>
              </a:pPr>
              <a:r>
                <a:rPr lang="en-US" altLang="zh-CN" sz="2400" b="1" dirty="0">
                  <a:solidFill>
                    <a:schemeClr val="folHlink"/>
                  </a:solidFill>
                  <a:latin typeface="Arial" panose="020B0604020202020204" pitchFamily="34" charset="0"/>
                </a:rPr>
                <a:t>6</a:t>
              </a:r>
              <a:endParaRPr lang="en-US" altLang="zh-CN" sz="2400" b="1" dirty="0">
                <a:solidFill>
                  <a:schemeClr val="folHlink"/>
                </a:solidFill>
                <a:latin typeface="Arial" panose="020B0604020202020204" pitchFamily="34" charset="0"/>
              </a:endParaRPr>
            </a:p>
          </p:txBody>
        </p:sp>
        <p:sp>
          <p:nvSpPr>
            <p:cNvPr id="78914" name="Line 91"/>
            <p:cNvSpPr/>
            <p:nvPr/>
          </p:nvSpPr>
          <p:spPr>
            <a:xfrm>
              <a:off x="1338" y="663"/>
              <a:ext cx="363" cy="544"/>
            </a:xfrm>
            <a:prstGeom prst="line">
              <a:avLst/>
            </a:prstGeom>
            <a:ln w="28575" cap="flat" cmpd="sng">
              <a:solidFill>
                <a:schemeClr val="folHlink"/>
              </a:solidFill>
              <a:prstDash val="solid"/>
              <a:headEnd type="none" w="med" len="med"/>
              <a:tailEnd type="stealth" w="lg" len="lg"/>
            </a:ln>
          </p:spPr>
        </p:sp>
        <p:sp>
          <p:nvSpPr>
            <p:cNvPr id="78915" name="Line 92"/>
            <p:cNvSpPr/>
            <p:nvPr/>
          </p:nvSpPr>
          <p:spPr>
            <a:xfrm flipH="1">
              <a:off x="1701" y="663"/>
              <a:ext cx="0" cy="544"/>
            </a:xfrm>
            <a:prstGeom prst="line">
              <a:avLst/>
            </a:prstGeom>
            <a:ln w="28575" cap="flat" cmpd="sng">
              <a:solidFill>
                <a:schemeClr val="folHlink"/>
              </a:solidFill>
              <a:prstDash val="solid"/>
              <a:headEnd type="none" w="med" len="med"/>
              <a:tailEnd type="stealth" w="lg" len="lg"/>
            </a:ln>
          </p:spPr>
        </p:sp>
      </p:grpSp>
      <p:sp>
        <p:nvSpPr>
          <p:cNvPr id="1076317" name="Text Box 93"/>
          <p:cNvSpPr txBox="1"/>
          <p:nvPr/>
        </p:nvSpPr>
        <p:spPr>
          <a:xfrm>
            <a:off x="6816725" y="3332163"/>
            <a:ext cx="576263" cy="460375"/>
          </a:xfrm>
          <a:prstGeom prst="rect">
            <a:avLst/>
          </a:prstGeom>
          <a:noFill/>
          <a:ln w="12700">
            <a:noFill/>
          </a:ln>
        </p:spPr>
        <p:txBody>
          <a:bodyPr>
            <a:spAutoFit/>
          </a:bodyPr>
          <a:lstStyle>
            <a:lvl1pPr marL="342900" indent="-3429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80000"/>
              <a:buFont typeface="Wingdings" panose="05000000000000000000" pitchFamily="2" charset="2"/>
              <a:buChar char="n"/>
              <a:defRPr sz="3200" b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defRPr>
            </a:lvl1pPr>
            <a:lvl2pPr marL="742950" indent="-28575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Char char="–"/>
              <a:defRPr sz="2800">
                <a:solidFill>
                  <a:schemeClr val="tx1"/>
                </a:solidFill>
                <a:effectLst/>
                <a:latin typeface="+mn-lt"/>
                <a:ea typeface="+mn-ea"/>
              </a:defRPr>
            </a:lvl2pPr>
            <a:lvl3pPr marL="11430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Font typeface="Wingdings" panose="05000000000000000000" pitchFamily="2" charset="2"/>
              <a:buChar char="§"/>
              <a:defRPr sz="2400">
                <a:solidFill>
                  <a:schemeClr val="tx1"/>
                </a:solidFill>
                <a:effectLst/>
                <a:latin typeface="+mn-lt"/>
                <a:ea typeface="+mn-ea"/>
              </a:defRPr>
            </a:lvl3pPr>
            <a:lvl4pPr marL="16002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–"/>
              <a:defRPr sz="2000">
                <a:solidFill>
                  <a:schemeClr val="tx1"/>
                </a:solidFill>
                <a:effectLst/>
                <a:latin typeface="+mn-lt"/>
                <a:ea typeface="+mn-ea"/>
              </a:defRPr>
            </a:lvl4pPr>
            <a:lvl5pPr marL="20574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effectLst/>
                <a:latin typeface="+mn-lt"/>
                <a:ea typeface="+mn-ea"/>
              </a:defRPr>
            </a:lvl5pPr>
          </a:lstStyle>
          <a:p>
            <a:pPr marL="0" lvl="0" indent="0" algn="ctr" eaLnBrk="1" hangingPunct="1">
              <a:spcBef>
                <a:spcPct val="50000"/>
              </a:spcBef>
              <a:buClrTx/>
              <a:buSzTx/>
              <a:buFontTx/>
              <a:buNone/>
            </a:pPr>
            <a:r>
              <a:rPr lang="en-US" altLang="zh-CN" sz="2400" b="1" dirty="0">
                <a:solidFill>
                  <a:srgbClr val="FFFF00"/>
                </a:solidFill>
                <a:latin typeface="Arial" panose="020B0604020202020204" pitchFamily="34" charset="0"/>
              </a:rPr>
              <a:t>1</a:t>
            </a:r>
            <a:endParaRPr lang="en-US" altLang="zh-CN" sz="2400" b="1" dirty="0">
              <a:solidFill>
                <a:srgbClr val="FF0000"/>
              </a:solidFill>
              <a:latin typeface="Arial" panose="020B0604020202020204" pitchFamily="34" charset="0"/>
            </a:endParaRPr>
          </a:p>
        </p:txBody>
      </p:sp>
      <p:sp>
        <p:nvSpPr>
          <p:cNvPr id="1076318" name="Text Box 94"/>
          <p:cNvSpPr txBox="1"/>
          <p:nvPr/>
        </p:nvSpPr>
        <p:spPr>
          <a:xfrm>
            <a:off x="2711450" y="1916113"/>
            <a:ext cx="576263" cy="457200"/>
          </a:xfrm>
          <a:prstGeom prst="rect">
            <a:avLst/>
          </a:prstGeom>
          <a:noFill/>
          <a:ln w="12700">
            <a:noFill/>
          </a:ln>
        </p:spPr>
        <p:txBody>
          <a:bodyPr>
            <a:spAutoFit/>
          </a:bodyPr>
          <a:lstStyle>
            <a:lvl1pPr marL="342900" indent="-3429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80000"/>
              <a:buFont typeface="Wingdings" panose="05000000000000000000" pitchFamily="2" charset="2"/>
              <a:buChar char="n"/>
              <a:defRPr sz="3200" b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defRPr>
            </a:lvl1pPr>
            <a:lvl2pPr marL="742950" indent="-28575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Char char="–"/>
              <a:defRPr sz="2800">
                <a:solidFill>
                  <a:schemeClr val="tx1"/>
                </a:solidFill>
                <a:effectLst/>
                <a:latin typeface="+mn-lt"/>
                <a:ea typeface="+mn-ea"/>
              </a:defRPr>
            </a:lvl2pPr>
            <a:lvl3pPr marL="11430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Font typeface="Wingdings" panose="05000000000000000000" pitchFamily="2" charset="2"/>
              <a:buChar char="§"/>
              <a:defRPr sz="2400">
                <a:solidFill>
                  <a:schemeClr val="tx1"/>
                </a:solidFill>
                <a:effectLst/>
                <a:latin typeface="+mn-lt"/>
                <a:ea typeface="+mn-ea"/>
              </a:defRPr>
            </a:lvl3pPr>
            <a:lvl4pPr marL="16002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–"/>
              <a:defRPr sz="2000">
                <a:solidFill>
                  <a:schemeClr val="tx1"/>
                </a:solidFill>
                <a:effectLst/>
                <a:latin typeface="+mn-lt"/>
                <a:ea typeface="+mn-ea"/>
              </a:defRPr>
            </a:lvl4pPr>
            <a:lvl5pPr marL="20574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effectLst/>
                <a:latin typeface="+mn-lt"/>
                <a:ea typeface="+mn-ea"/>
              </a:defRPr>
            </a:lvl5pPr>
          </a:lstStyle>
          <a:p>
            <a:pPr marL="0" lvl="0" indent="0" eaLnBrk="1" hangingPunct="1">
              <a:spcBef>
                <a:spcPct val="50000"/>
              </a:spcBef>
              <a:buClrTx/>
              <a:buSzTx/>
              <a:buFontTx/>
              <a:buNone/>
            </a:pPr>
            <a:r>
              <a:rPr lang="en-US" altLang="zh-CN" sz="2400" b="1" dirty="0">
                <a:solidFill>
                  <a:schemeClr val="hlink"/>
                </a:solidFill>
                <a:latin typeface="Arial" panose="020B0604020202020204" pitchFamily="34" charset="0"/>
              </a:rPr>
              <a:t>b</a:t>
            </a:r>
            <a:endParaRPr lang="en-US" altLang="zh-CN" sz="2400" b="1" dirty="0">
              <a:solidFill>
                <a:schemeClr val="hlink"/>
              </a:solidFill>
              <a:latin typeface="Arial" panose="020B0604020202020204" pitchFamily="34" charset="0"/>
            </a:endParaRPr>
          </a:p>
        </p:txBody>
      </p:sp>
      <p:grpSp>
        <p:nvGrpSpPr>
          <p:cNvPr id="1076319" name="Group 95"/>
          <p:cNvGrpSpPr/>
          <p:nvPr/>
        </p:nvGrpSpPr>
        <p:grpSpPr>
          <a:xfrm>
            <a:off x="3368675" y="1951038"/>
            <a:ext cx="3444875" cy="471487"/>
            <a:chOff x="1202" y="3384"/>
            <a:chExt cx="2170" cy="297"/>
          </a:xfrm>
        </p:grpSpPr>
        <p:sp>
          <p:nvSpPr>
            <p:cNvPr id="78907" name="Text Box 96"/>
            <p:cNvSpPr txBox="1"/>
            <p:nvPr/>
          </p:nvSpPr>
          <p:spPr>
            <a:xfrm>
              <a:off x="1202" y="3384"/>
              <a:ext cx="363" cy="296"/>
            </a:xfrm>
            <a:prstGeom prst="rect">
              <a:avLst/>
            </a:prstGeom>
            <a:solidFill>
              <a:schemeClr val="bg1"/>
            </a:solidFill>
            <a:ln w="12700" cap="flat" cmpd="sng">
              <a:solidFill>
                <a:schemeClr val="tx1"/>
              </a:solidFill>
              <a:prstDash val="solid"/>
              <a:miter/>
              <a:headEnd type="none" w="med" len="med"/>
              <a:tailEnd type="none" w="med" len="med"/>
            </a:ln>
          </p:spPr>
          <p:txBody>
            <a:bodyPr>
              <a:spAutoFit/>
            </a:bodyPr>
            <a:lstStyle>
              <a:lvl1pPr marL="342900" indent="-342900" algn="l" rtl="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hlink"/>
                </a:buClr>
                <a:buSzPct val="80000"/>
                <a:buFont typeface="Wingdings" panose="05000000000000000000" pitchFamily="2" charset="2"/>
                <a:buChar char="n"/>
                <a:defRPr sz="3200" b="0">
                  <a:solidFill>
                    <a:schemeClr val="tx1"/>
                  </a:solidFill>
                  <a:effectLst/>
                  <a:latin typeface="+mn-lt"/>
                  <a:ea typeface="+mn-ea"/>
                  <a:cs typeface="+mn-cs"/>
                </a:defRPr>
              </a:lvl1pPr>
              <a:lvl2pPr marL="742950" indent="-285750" algn="l" rtl="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tx1"/>
                </a:buClr>
                <a:buChar char="–"/>
                <a:defRPr sz="2800">
                  <a:solidFill>
                    <a:schemeClr val="tx1"/>
                  </a:solidFill>
                  <a:effectLst/>
                  <a:latin typeface="+mn-lt"/>
                  <a:ea typeface="+mn-ea"/>
                </a:defRPr>
              </a:lvl2pPr>
              <a:lvl3pPr marL="11430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hlink"/>
                </a:buClr>
                <a:buFont typeface="Wingdings" panose="05000000000000000000" pitchFamily="2" charset="2"/>
                <a:buChar char="§"/>
                <a:defRPr sz="2400">
                  <a:solidFill>
                    <a:schemeClr val="tx1"/>
                  </a:solidFill>
                  <a:effectLst/>
                  <a:latin typeface="+mn-lt"/>
                  <a:ea typeface="+mn-ea"/>
                </a:defRPr>
              </a:lvl3pPr>
              <a:lvl4pPr marL="16002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–"/>
                <a:defRPr sz="2000">
                  <a:solidFill>
                    <a:schemeClr val="tx1"/>
                  </a:solidFill>
                  <a:effectLst/>
                  <a:latin typeface="+mn-lt"/>
                  <a:ea typeface="+mn-ea"/>
                </a:defRPr>
              </a:lvl4pPr>
              <a:lvl5pPr marL="20574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hlink"/>
                </a:buClr>
                <a:buFont typeface="Wingdings" panose="05000000000000000000" pitchFamily="2" charset="2"/>
                <a:buChar char="§"/>
                <a:defRPr sz="2000">
                  <a:solidFill>
                    <a:schemeClr val="tx1"/>
                  </a:solidFill>
                  <a:effectLst/>
                  <a:latin typeface="+mn-lt"/>
                  <a:ea typeface="+mn-ea"/>
                </a:defRPr>
              </a:lvl5pPr>
            </a:lstStyle>
            <a:p>
              <a:pPr marL="0" lvl="0" indent="0" algn="ctr" eaLnBrk="1" hangingPunct="1">
                <a:spcBef>
                  <a:spcPct val="50000"/>
                </a:spcBef>
                <a:buClrTx/>
                <a:buSzTx/>
                <a:buFontTx/>
                <a:buNone/>
              </a:pPr>
              <a:r>
                <a:rPr lang="en-US" altLang="zh-CN" sz="2400" b="1" dirty="0">
                  <a:solidFill>
                    <a:srgbClr val="FFFF00"/>
                  </a:solidFill>
                  <a:latin typeface="Arial" panose="020B0604020202020204" pitchFamily="34" charset="0"/>
                </a:rPr>
                <a:t>1</a:t>
              </a:r>
              <a:endParaRPr lang="en-US" altLang="zh-CN" sz="2400" b="1" dirty="0">
                <a:solidFill>
                  <a:srgbClr val="FFFF00"/>
                </a:solidFill>
                <a:latin typeface="Arial" panose="020B0604020202020204" pitchFamily="34" charset="0"/>
              </a:endParaRPr>
            </a:p>
          </p:txBody>
        </p:sp>
        <p:sp>
          <p:nvSpPr>
            <p:cNvPr id="78908" name="Text Box 97"/>
            <p:cNvSpPr txBox="1"/>
            <p:nvPr/>
          </p:nvSpPr>
          <p:spPr>
            <a:xfrm>
              <a:off x="1565" y="3385"/>
              <a:ext cx="363" cy="296"/>
            </a:xfrm>
            <a:prstGeom prst="rect">
              <a:avLst/>
            </a:prstGeom>
            <a:solidFill>
              <a:schemeClr val="bg1"/>
            </a:solidFill>
            <a:ln w="12700" cap="flat" cmpd="sng">
              <a:solidFill>
                <a:schemeClr val="tx1"/>
              </a:solidFill>
              <a:prstDash val="solid"/>
              <a:miter/>
              <a:headEnd type="none" w="med" len="med"/>
              <a:tailEnd type="none" w="med" len="med"/>
            </a:ln>
          </p:spPr>
          <p:txBody>
            <a:bodyPr>
              <a:spAutoFit/>
            </a:bodyPr>
            <a:lstStyle>
              <a:lvl1pPr marL="342900" indent="-342900" algn="l" rtl="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hlink"/>
                </a:buClr>
                <a:buSzPct val="80000"/>
                <a:buFont typeface="Wingdings" panose="05000000000000000000" pitchFamily="2" charset="2"/>
                <a:buChar char="n"/>
                <a:defRPr sz="3200" b="0">
                  <a:solidFill>
                    <a:schemeClr val="tx1"/>
                  </a:solidFill>
                  <a:effectLst/>
                  <a:latin typeface="+mn-lt"/>
                  <a:ea typeface="+mn-ea"/>
                  <a:cs typeface="+mn-cs"/>
                </a:defRPr>
              </a:lvl1pPr>
              <a:lvl2pPr marL="742950" indent="-285750" algn="l" rtl="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tx1"/>
                </a:buClr>
                <a:buChar char="–"/>
                <a:defRPr sz="2800">
                  <a:solidFill>
                    <a:schemeClr val="tx1"/>
                  </a:solidFill>
                  <a:effectLst/>
                  <a:latin typeface="+mn-lt"/>
                  <a:ea typeface="+mn-ea"/>
                </a:defRPr>
              </a:lvl2pPr>
              <a:lvl3pPr marL="11430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hlink"/>
                </a:buClr>
                <a:buFont typeface="Wingdings" panose="05000000000000000000" pitchFamily="2" charset="2"/>
                <a:buChar char="§"/>
                <a:defRPr sz="2400">
                  <a:solidFill>
                    <a:schemeClr val="tx1"/>
                  </a:solidFill>
                  <a:effectLst/>
                  <a:latin typeface="+mn-lt"/>
                  <a:ea typeface="+mn-ea"/>
                </a:defRPr>
              </a:lvl3pPr>
              <a:lvl4pPr marL="16002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–"/>
                <a:defRPr sz="2000">
                  <a:solidFill>
                    <a:schemeClr val="tx1"/>
                  </a:solidFill>
                  <a:effectLst/>
                  <a:latin typeface="+mn-lt"/>
                  <a:ea typeface="+mn-ea"/>
                </a:defRPr>
              </a:lvl4pPr>
              <a:lvl5pPr marL="20574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hlink"/>
                </a:buClr>
                <a:buFont typeface="Wingdings" panose="05000000000000000000" pitchFamily="2" charset="2"/>
                <a:buChar char="§"/>
                <a:defRPr sz="2000">
                  <a:solidFill>
                    <a:schemeClr val="tx1"/>
                  </a:solidFill>
                  <a:effectLst/>
                  <a:latin typeface="+mn-lt"/>
                  <a:ea typeface="+mn-ea"/>
                </a:defRPr>
              </a:lvl5pPr>
            </a:lstStyle>
            <a:p>
              <a:pPr marL="0" lvl="0" indent="0" algn="ctr" eaLnBrk="1" hangingPunct="1">
                <a:spcBef>
                  <a:spcPct val="50000"/>
                </a:spcBef>
                <a:buClrTx/>
                <a:buSzTx/>
                <a:buFontTx/>
                <a:buNone/>
              </a:pPr>
              <a:r>
                <a:rPr lang="en-US" altLang="zh-CN" sz="2400" b="1" dirty="0">
                  <a:solidFill>
                    <a:schemeClr val="hlink"/>
                  </a:solidFill>
                  <a:latin typeface="Arial" panose="020B0604020202020204" pitchFamily="34" charset="0"/>
                </a:rPr>
                <a:t>5</a:t>
              </a:r>
              <a:endParaRPr lang="en-US" altLang="zh-CN" sz="2400" b="1" dirty="0">
                <a:solidFill>
                  <a:schemeClr val="hlink"/>
                </a:solidFill>
                <a:latin typeface="Arial" panose="020B0604020202020204" pitchFamily="34" charset="0"/>
              </a:endParaRPr>
            </a:p>
          </p:txBody>
        </p:sp>
        <p:sp>
          <p:nvSpPr>
            <p:cNvPr id="78909" name="Text Box 98"/>
            <p:cNvSpPr txBox="1"/>
            <p:nvPr/>
          </p:nvSpPr>
          <p:spPr>
            <a:xfrm>
              <a:off x="1928" y="3385"/>
              <a:ext cx="363" cy="296"/>
            </a:xfrm>
            <a:prstGeom prst="rect">
              <a:avLst/>
            </a:prstGeom>
            <a:solidFill>
              <a:schemeClr val="bg1"/>
            </a:solidFill>
            <a:ln w="12700" cap="flat" cmpd="sng">
              <a:solidFill>
                <a:schemeClr val="tx1"/>
              </a:solidFill>
              <a:prstDash val="solid"/>
              <a:miter/>
              <a:headEnd type="none" w="med" len="med"/>
              <a:tailEnd type="none" w="med" len="med"/>
            </a:ln>
          </p:spPr>
          <p:txBody>
            <a:bodyPr>
              <a:spAutoFit/>
            </a:bodyPr>
            <a:lstStyle>
              <a:lvl1pPr marL="342900" indent="-342900" algn="l" rtl="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hlink"/>
                </a:buClr>
                <a:buSzPct val="80000"/>
                <a:buFont typeface="Wingdings" panose="05000000000000000000" pitchFamily="2" charset="2"/>
                <a:buChar char="n"/>
                <a:defRPr sz="3200" b="0">
                  <a:solidFill>
                    <a:schemeClr val="tx1"/>
                  </a:solidFill>
                  <a:effectLst/>
                  <a:latin typeface="+mn-lt"/>
                  <a:ea typeface="+mn-ea"/>
                  <a:cs typeface="+mn-cs"/>
                </a:defRPr>
              </a:lvl1pPr>
              <a:lvl2pPr marL="742950" indent="-285750" algn="l" rtl="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tx1"/>
                </a:buClr>
                <a:buChar char="–"/>
                <a:defRPr sz="2800">
                  <a:solidFill>
                    <a:schemeClr val="tx1"/>
                  </a:solidFill>
                  <a:effectLst/>
                  <a:latin typeface="+mn-lt"/>
                  <a:ea typeface="+mn-ea"/>
                </a:defRPr>
              </a:lvl2pPr>
              <a:lvl3pPr marL="11430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hlink"/>
                </a:buClr>
                <a:buFont typeface="Wingdings" panose="05000000000000000000" pitchFamily="2" charset="2"/>
                <a:buChar char="§"/>
                <a:defRPr sz="2400">
                  <a:solidFill>
                    <a:schemeClr val="tx1"/>
                  </a:solidFill>
                  <a:effectLst/>
                  <a:latin typeface="+mn-lt"/>
                  <a:ea typeface="+mn-ea"/>
                </a:defRPr>
              </a:lvl3pPr>
              <a:lvl4pPr marL="16002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–"/>
                <a:defRPr sz="2000">
                  <a:solidFill>
                    <a:schemeClr val="tx1"/>
                  </a:solidFill>
                  <a:effectLst/>
                  <a:latin typeface="+mn-lt"/>
                  <a:ea typeface="+mn-ea"/>
                </a:defRPr>
              </a:lvl4pPr>
              <a:lvl5pPr marL="20574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hlink"/>
                </a:buClr>
                <a:buFont typeface="Wingdings" panose="05000000000000000000" pitchFamily="2" charset="2"/>
                <a:buChar char="§"/>
                <a:defRPr sz="2000">
                  <a:solidFill>
                    <a:schemeClr val="tx1"/>
                  </a:solidFill>
                  <a:effectLst/>
                  <a:latin typeface="+mn-lt"/>
                  <a:ea typeface="+mn-ea"/>
                </a:defRPr>
              </a:lvl5pPr>
            </a:lstStyle>
            <a:p>
              <a:pPr marL="0" lvl="0" indent="0" algn="ctr" eaLnBrk="1" hangingPunct="1">
                <a:spcBef>
                  <a:spcPct val="50000"/>
                </a:spcBef>
                <a:buClrTx/>
                <a:buSzTx/>
                <a:buFontTx/>
                <a:buNone/>
              </a:pPr>
              <a:r>
                <a:rPr lang="en-US" altLang="zh-CN" sz="2400" b="1" dirty="0">
                  <a:solidFill>
                    <a:schemeClr val="hlink"/>
                  </a:solidFill>
                  <a:latin typeface="Arial" panose="020B0604020202020204" pitchFamily="34" charset="0"/>
                </a:rPr>
                <a:t>10</a:t>
              </a:r>
              <a:endParaRPr lang="en-US" altLang="zh-CN" sz="2400" b="1" dirty="0">
                <a:solidFill>
                  <a:schemeClr val="hlink"/>
                </a:solidFill>
                <a:latin typeface="Arial" panose="020B0604020202020204" pitchFamily="34" charset="0"/>
              </a:endParaRPr>
            </a:p>
          </p:txBody>
        </p:sp>
        <p:sp>
          <p:nvSpPr>
            <p:cNvPr id="78910" name="Text Box 99"/>
            <p:cNvSpPr txBox="1"/>
            <p:nvPr/>
          </p:nvSpPr>
          <p:spPr>
            <a:xfrm>
              <a:off x="2291" y="3385"/>
              <a:ext cx="363" cy="296"/>
            </a:xfrm>
            <a:prstGeom prst="rect">
              <a:avLst/>
            </a:prstGeom>
            <a:solidFill>
              <a:schemeClr val="bg1"/>
            </a:solidFill>
            <a:ln w="12700" cap="flat" cmpd="sng">
              <a:solidFill>
                <a:schemeClr val="tx1"/>
              </a:solidFill>
              <a:prstDash val="solid"/>
              <a:miter/>
              <a:headEnd type="none" w="med" len="med"/>
              <a:tailEnd type="none" w="med" len="med"/>
            </a:ln>
          </p:spPr>
          <p:txBody>
            <a:bodyPr>
              <a:spAutoFit/>
            </a:bodyPr>
            <a:lstStyle>
              <a:lvl1pPr marL="342900" indent="-342900" algn="l" rtl="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hlink"/>
                </a:buClr>
                <a:buSzPct val="80000"/>
                <a:buFont typeface="Wingdings" panose="05000000000000000000" pitchFamily="2" charset="2"/>
                <a:buChar char="n"/>
                <a:defRPr sz="3200" b="0">
                  <a:solidFill>
                    <a:schemeClr val="tx1"/>
                  </a:solidFill>
                  <a:effectLst/>
                  <a:latin typeface="+mn-lt"/>
                  <a:ea typeface="+mn-ea"/>
                  <a:cs typeface="+mn-cs"/>
                </a:defRPr>
              </a:lvl1pPr>
              <a:lvl2pPr marL="742950" indent="-285750" algn="l" rtl="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tx1"/>
                </a:buClr>
                <a:buChar char="–"/>
                <a:defRPr sz="2800">
                  <a:solidFill>
                    <a:schemeClr val="tx1"/>
                  </a:solidFill>
                  <a:effectLst/>
                  <a:latin typeface="+mn-lt"/>
                  <a:ea typeface="+mn-ea"/>
                </a:defRPr>
              </a:lvl2pPr>
              <a:lvl3pPr marL="11430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hlink"/>
                </a:buClr>
                <a:buFont typeface="Wingdings" panose="05000000000000000000" pitchFamily="2" charset="2"/>
                <a:buChar char="§"/>
                <a:defRPr sz="2400">
                  <a:solidFill>
                    <a:schemeClr val="tx1"/>
                  </a:solidFill>
                  <a:effectLst/>
                  <a:latin typeface="+mn-lt"/>
                  <a:ea typeface="+mn-ea"/>
                </a:defRPr>
              </a:lvl3pPr>
              <a:lvl4pPr marL="16002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–"/>
                <a:defRPr sz="2000">
                  <a:solidFill>
                    <a:schemeClr val="tx1"/>
                  </a:solidFill>
                  <a:effectLst/>
                  <a:latin typeface="+mn-lt"/>
                  <a:ea typeface="+mn-ea"/>
                </a:defRPr>
              </a:lvl4pPr>
              <a:lvl5pPr marL="20574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hlink"/>
                </a:buClr>
                <a:buFont typeface="Wingdings" panose="05000000000000000000" pitchFamily="2" charset="2"/>
                <a:buChar char="§"/>
                <a:defRPr sz="2000">
                  <a:solidFill>
                    <a:schemeClr val="tx1"/>
                  </a:solidFill>
                  <a:effectLst/>
                  <a:latin typeface="+mn-lt"/>
                  <a:ea typeface="+mn-ea"/>
                </a:defRPr>
              </a:lvl5pPr>
            </a:lstStyle>
            <a:p>
              <a:pPr marL="0" lvl="0" indent="0" algn="ctr" eaLnBrk="1" hangingPunct="1">
                <a:spcBef>
                  <a:spcPct val="50000"/>
                </a:spcBef>
                <a:buClrTx/>
                <a:buSzTx/>
                <a:buFontTx/>
                <a:buNone/>
              </a:pPr>
              <a:r>
                <a:rPr lang="en-US" altLang="zh-CN" sz="2400" b="1" dirty="0">
                  <a:solidFill>
                    <a:schemeClr val="hlink"/>
                  </a:solidFill>
                  <a:latin typeface="Arial" panose="020B0604020202020204" pitchFamily="34" charset="0"/>
                </a:rPr>
                <a:t>10</a:t>
              </a:r>
              <a:endParaRPr lang="en-US" altLang="zh-CN" sz="2400" b="1" dirty="0">
                <a:solidFill>
                  <a:schemeClr val="hlink"/>
                </a:solidFill>
                <a:latin typeface="Arial" panose="020B0604020202020204" pitchFamily="34" charset="0"/>
              </a:endParaRPr>
            </a:p>
          </p:txBody>
        </p:sp>
        <p:sp>
          <p:nvSpPr>
            <p:cNvPr id="78911" name="Text Box 100"/>
            <p:cNvSpPr txBox="1"/>
            <p:nvPr/>
          </p:nvSpPr>
          <p:spPr>
            <a:xfrm>
              <a:off x="2653" y="3385"/>
              <a:ext cx="363" cy="296"/>
            </a:xfrm>
            <a:prstGeom prst="rect">
              <a:avLst/>
            </a:prstGeom>
            <a:solidFill>
              <a:schemeClr val="bg1"/>
            </a:solidFill>
            <a:ln w="12700" cap="flat" cmpd="sng">
              <a:solidFill>
                <a:schemeClr val="tx1"/>
              </a:solidFill>
              <a:prstDash val="solid"/>
              <a:miter/>
              <a:headEnd type="none" w="med" len="med"/>
              <a:tailEnd type="none" w="med" len="med"/>
            </a:ln>
          </p:spPr>
          <p:txBody>
            <a:bodyPr>
              <a:spAutoFit/>
            </a:bodyPr>
            <a:lstStyle>
              <a:lvl1pPr marL="342900" indent="-342900" algn="l" rtl="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hlink"/>
                </a:buClr>
                <a:buSzPct val="80000"/>
                <a:buFont typeface="Wingdings" panose="05000000000000000000" pitchFamily="2" charset="2"/>
                <a:buChar char="n"/>
                <a:defRPr sz="3200" b="0">
                  <a:solidFill>
                    <a:schemeClr val="tx1"/>
                  </a:solidFill>
                  <a:effectLst/>
                  <a:latin typeface="+mn-lt"/>
                  <a:ea typeface="+mn-ea"/>
                  <a:cs typeface="+mn-cs"/>
                </a:defRPr>
              </a:lvl1pPr>
              <a:lvl2pPr marL="742950" indent="-285750" algn="l" rtl="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tx1"/>
                </a:buClr>
                <a:buChar char="–"/>
                <a:defRPr sz="2800">
                  <a:solidFill>
                    <a:schemeClr val="tx1"/>
                  </a:solidFill>
                  <a:effectLst/>
                  <a:latin typeface="+mn-lt"/>
                  <a:ea typeface="+mn-ea"/>
                </a:defRPr>
              </a:lvl2pPr>
              <a:lvl3pPr marL="11430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hlink"/>
                </a:buClr>
                <a:buFont typeface="Wingdings" panose="05000000000000000000" pitchFamily="2" charset="2"/>
                <a:buChar char="§"/>
                <a:defRPr sz="2400">
                  <a:solidFill>
                    <a:schemeClr val="tx1"/>
                  </a:solidFill>
                  <a:effectLst/>
                  <a:latin typeface="+mn-lt"/>
                  <a:ea typeface="+mn-ea"/>
                </a:defRPr>
              </a:lvl3pPr>
              <a:lvl4pPr marL="16002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–"/>
                <a:defRPr sz="2000">
                  <a:solidFill>
                    <a:schemeClr val="tx1"/>
                  </a:solidFill>
                  <a:effectLst/>
                  <a:latin typeface="+mn-lt"/>
                  <a:ea typeface="+mn-ea"/>
                </a:defRPr>
              </a:lvl4pPr>
              <a:lvl5pPr marL="20574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hlink"/>
                </a:buClr>
                <a:buFont typeface="Wingdings" panose="05000000000000000000" pitchFamily="2" charset="2"/>
                <a:buChar char="§"/>
                <a:defRPr sz="2000">
                  <a:solidFill>
                    <a:schemeClr val="tx1"/>
                  </a:solidFill>
                  <a:effectLst/>
                  <a:latin typeface="+mn-lt"/>
                  <a:ea typeface="+mn-ea"/>
                </a:defRPr>
              </a:lvl5pPr>
            </a:lstStyle>
            <a:p>
              <a:pPr marL="0" lvl="0" indent="0" algn="ctr" eaLnBrk="1" hangingPunct="1">
                <a:spcBef>
                  <a:spcPct val="50000"/>
                </a:spcBef>
                <a:buClrTx/>
                <a:buSzTx/>
                <a:buFontTx/>
                <a:buNone/>
              </a:pPr>
              <a:r>
                <a:rPr lang="en-US" altLang="zh-CN" sz="2400" b="1" dirty="0">
                  <a:solidFill>
                    <a:schemeClr val="hlink"/>
                  </a:solidFill>
                  <a:latin typeface="Arial" panose="020B0604020202020204" pitchFamily="34" charset="0"/>
                </a:rPr>
                <a:t>5</a:t>
              </a:r>
              <a:endParaRPr lang="en-US" altLang="zh-CN" sz="2400" b="1" dirty="0">
                <a:solidFill>
                  <a:schemeClr val="hlink"/>
                </a:solidFill>
                <a:latin typeface="Arial" panose="020B0604020202020204" pitchFamily="34" charset="0"/>
              </a:endParaRPr>
            </a:p>
          </p:txBody>
        </p:sp>
        <p:sp>
          <p:nvSpPr>
            <p:cNvPr id="78912" name="Text Box 101"/>
            <p:cNvSpPr txBox="1"/>
            <p:nvPr/>
          </p:nvSpPr>
          <p:spPr>
            <a:xfrm>
              <a:off x="3009" y="3384"/>
              <a:ext cx="363" cy="296"/>
            </a:xfrm>
            <a:prstGeom prst="rect">
              <a:avLst/>
            </a:prstGeom>
            <a:solidFill>
              <a:schemeClr val="bg1"/>
            </a:solidFill>
            <a:ln w="12700" cap="flat" cmpd="sng">
              <a:solidFill>
                <a:schemeClr val="tx1"/>
              </a:solidFill>
              <a:prstDash val="solid"/>
              <a:miter/>
              <a:headEnd type="none" w="med" len="med"/>
              <a:tailEnd type="none" w="med" len="med"/>
            </a:ln>
          </p:spPr>
          <p:txBody>
            <a:bodyPr>
              <a:spAutoFit/>
            </a:bodyPr>
            <a:lstStyle>
              <a:lvl1pPr marL="342900" indent="-342900" algn="l" rtl="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hlink"/>
                </a:buClr>
                <a:buSzPct val="80000"/>
                <a:buFont typeface="Wingdings" panose="05000000000000000000" pitchFamily="2" charset="2"/>
                <a:buChar char="n"/>
                <a:defRPr sz="3200" b="0">
                  <a:solidFill>
                    <a:schemeClr val="tx1"/>
                  </a:solidFill>
                  <a:effectLst/>
                  <a:latin typeface="+mn-lt"/>
                  <a:ea typeface="+mn-ea"/>
                  <a:cs typeface="+mn-cs"/>
                </a:defRPr>
              </a:lvl1pPr>
              <a:lvl2pPr marL="742950" indent="-285750" algn="l" rtl="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tx1"/>
                </a:buClr>
                <a:buChar char="–"/>
                <a:defRPr sz="2800">
                  <a:solidFill>
                    <a:schemeClr val="tx1"/>
                  </a:solidFill>
                  <a:effectLst/>
                  <a:latin typeface="+mn-lt"/>
                  <a:ea typeface="+mn-ea"/>
                </a:defRPr>
              </a:lvl2pPr>
              <a:lvl3pPr marL="11430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hlink"/>
                </a:buClr>
                <a:buFont typeface="Wingdings" panose="05000000000000000000" pitchFamily="2" charset="2"/>
                <a:buChar char="§"/>
                <a:defRPr sz="2400">
                  <a:solidFill>
                    <a:schemeClr val="tx1"/>
                  </a:solidFill>
                  <a:effectLst/>
                  <a:latin typeface="+mn-lt"/>
                  <a:ea typeface="+mn-ea"/>
                </a:defRPr>
              </a:lvl3pPr>
              <a:lvl4pPr marL="16002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–"/>
                <a:defRPr sz="2000">
                  <a:solidFill>
                    <a:schemeClr val="tx1"/>
                  </a:solidFill>
                  <a:effectLst/>
                  <a:latin typeface="+mn-lt"/>
                  <a:ea typeface="+mn-ea"/>
                </a:defRPr>
              </a:lvl4pPr>
              <a:lvl5pPr marL="20574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hlink"/>
                </a:buClr>
                <a:buFont typeface="Wingdings" panose="05000000000000000000" pitchFamily="2" charset="2"/>
                <a:buChar char="§"/>
                <a:defRPr sz="2000">
                  <a:solidFill>
                    <a:schemeClr val="tx1"/>
                  </a:solidFill>
                  <a:effectLst/>
                  <a:latin typeface="+mn-lt"/>
                  <a:ea typeface="+mn-ea"/>
                </a:defRPr>
              </a:lvl5pPr>
            </a:lstStyle>
            <a:p>
              <a:pPr marL="0" lvl="0" indent="0" algn="ctr" eaLnBrk="1" hangingPunct="1">
                <a:spcBef>
                  <a:spcPct val="50000"/>
                </a:spcBef>
                <a:buClrTx/>
                <a:buSzTx/>
                <a:buFontTx/>
                <a:buNone/>
              </a:pPr>
              <a:r>
                <a:rPr lang="en-US" altLang="zh-CN" sz="2400" b="1" dirty="0">
                  <a:solidFill>
                    <a:srgbClr val="FFFF00"/>
                  </a:solidFill>
                  <a:latin typeface="Arial" panose="020B0604020202020204" pitchFamily="34" charset="0"/>
                </a:rPr>
                <a:t>1</a:t>
              </a:r>
              <a:endParaRPr lang="en-US" altLang="zh-CN" sz="2400" b="1" dirty="0">
                <a:solidFill>
                  <a:srgbClr val="FFFF00"/>
                </a:solidFill>
                <a:latin typeface="Arial" panose="020B0604020202020204" pitchFamily="34" charset="0"/>
              </a:endParaRPr>
            </a:p>
          </p:txBody>
        </p:sp>
      </p:grpSp>
      <p:sp>
        <p:nvSpPr>
          <p:cNvPr id="78906" name="Rectangle 102"/>
          <p:cNvSpPr/>
          <p:nvPr/>
        </p:nvSpPr>
        <p:spPr>
          <a:xfrm>
            <a:off x="3359150" y="3783013"/>
            <a:ext cx="5041900" cy="3048000"/>
          </a:xfrm>
          <a:prstGeom prst="rect">
            <a:avLst/>
          </a:prstGeom>
          <a:noFill/>
          <a:ln w="9525">
            <a:noFill/>
          </a:ln>
        </p:spPr>
        <p:txBody>
          <a:bodyPr anchor="ctr" anchorCtr="0">
            <a:spAutoFit/>
          </a:bodyPr>
          <a:lstStyle>
            <a:lvl1pPr marL="342900" indent="-3429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80000"/>
              <a:buFont typeface="Wingdings" panose="05000000000000000000" pitchFamily="2" charset="2"/>
              <a:buChar char="n"/>
              <a:defRPr sz="3200" b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defRPr>
            </a:lvl1pPr>
            <a:lvl2pPr marL="742950" indent="-28575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Char char="–"/>
              <a:defRPr sz="2800">
                <a:solidFill>
                  <a:schemeClr val="tx1"/>
                </a:solidFill>
                <a:effectLst/>
                <a:latin typeface="+mn-lt"/>
                <a:ea typeface="+mn-ea"/>
              </a:defRPr>
            </a:lvl2pPr>
            <a:lvl3pPr marL="11430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Font typeface="Wingdings" panose="05000000000000000000" pitchFamily="2" charset="2"/>
              <a:buChar char="§"/>
              <a:defRPr sz="2400">
                <a:solidFill>
                  <a:schemeClr val="tx1"/>
                </a:solidFill>
                <a:effectLst/>
                <a:latin typeface="+mn-lt"/>
                <a:ea typeface="+mn-ea"/>
              </a:defRPr>
            </a:lvl3pPr>
            <a:lvl4pPr marL="16002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–"/>
              <a:defRPr sz="2000">
                <a:solidFill>
                  <a:schemeClr val="tx1"/>
                </a:solidFill>
                <a:effectLst/>
                <a:latin typeface="+mn-lt"/>
                <a:ea typeface="+mn-ea"/>
              </a:defRPr>
            </a:lvl4pPr>
            <a:lvl5pPr marL="20574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effectLst/>
                <a:latin typeface="+mn-lt"/>
                <a:ea typeface="+mn-ea"/>
              </a:defRPr>
            </a:lvl5pPr>
          </a:lstStyle>
          <a:p>
            <a:pPr marL="342900" lvl="0" indent="-342900" algn="ctr" eaLnBrk="1" hangingPunct="1">
              <a:spcBef>
                <a:spcPct val="0"/>
              </a:spcBef>
              <a:buClrTx/>
              <a:buSzTx/>
              <a:buFontTx/>
              <a:buNone/>
            </a:pPr>
            <a:r>
              <a:rPr lang="en-US" altLang="zh-CN" sz="2400" b="1" dirty="0">
                <a:latin typeface="Arial" panose="020B0604020202020204" pitchFamily="34" charset="0"/>
              </a:rPr>
              <a:t>1</a:t>
            </a:r>
            <a:endParaRPr lang="en-US" altLang="zh-CN" sz="2400" b="1" dirty="0">
              <a:latin typeface="Arial" panose="020B0604020202020204" pitchFamily="34" charset="0"/>
            </a:endParaRPr>
          </a:p>
          <a:p>
            <a:pPr marL="342900" lvl="0" indent="-342900" algn="ctr" eaLnBrk="1" hangingPunct="1">
              <a:spcBef>
                <a:spcPct val="0"/>
              </a:spcBef>
              <a:buClrTx/>
              <a:buSzTx/>
              <a:buFontTx/>
              <a:buNone/>
            </a:pPr>
            <a:r>
              <a:rPr lang="en-US" altLang="zh-CN" sz="2400" b="1" dirty="0">
                <a:latin typeface="Arial" panose="020B0604020202020204" pitchFamily="34" charset="0"/>
              </a:rPr>
              <a:t>1     1</a:t>
            </a:r>
            <a:endParaRPr lang="en-US" altLang="zh-CN" sz="2400" b="1" dirty="0">
              <a:latin typeface="Arial" panose="020B0604020202020204" pitchFamily="34" charset="0"/>
            </a:endParaRPr>
          </a:p>
          <a:p>
            <a:pPr marL="342900" lvl="0" indent="-342900" algn="ctr" eaLnBrk="1" hangingPunct="1">
              <a:spcBef>
                <a:spcPct val="0"/>
              </a:spcBef>
              <a:buClrTx/>
              <a:buSzTx/>
              <a:buFontTx/>
              <a:buNone/>
            </a:pPr>
            <a:r>
              <a:rPr lang="en-US" altLang="zh-CN" sz="2400" b="1" dirty="0">
                <a:latin typeface="Arial" panose="020B0604020202020204" pitchFamily="34" charset="0"/>
              </a:rPr>
              <a:t>1     2      1</a:t>
            </a:r>
            <a:endParaRPr lang="en-US" altLang="zh-CN" sz="2400" b="1" dirty="0">
              <a:latin typeface="Arial" panose="020B0604020202020204" pitchFamily="34" charset="0"/>
            </a:endParaRPr>
          </a:p>
          <a:p>
            <a:pPr marL="342900" lvl="0" indent="-342900" algn="ctr" eaLnBrk="1" hangingPunct="1">
              <a:spcBef>
                <a:spcPct val="0"/>
              </a:spcBef>
              <a:buClrTx/>
              <a:buSzTx/>
              <a:buFontTx/>
              <a:buNone/>
            </a:pPr>
            <a:r>
              <a:rPr lang="en-US" altLang="zh-CN" sz="2400" b="1" dirty="0">
                <a:latin typeface="Arial" panose="020B0604020202020204" pitchFamily="34" charset="0"/>
              </a:rPr>
              <a:t>1      3     3      1</a:t>
            </a:r>
            <a:endParaRPr lang="en-US" altLang="zh-CN" sz="2400" b="1" dirty="0">
              <a:latin typeface="Arial" panose="020B0604020202020204" pitchFamily="34" charset="0"/>
            </a:endParaRPr>
          </a:p>
          <a:p>
            <a:pPr marL="342900" lvl="0" indent="-342900" algn="ctr" eaLnBrk="1" hangingPunct="1">
              <a:spcBef>
                <a:spcPct val="0"/>
              </a:spcBef>
              <a:buClrTx/>
              <a:buSzTx/>
              <a:buFontTx/>
              <a:buNone/>
            </a:pPr>
            <a:r>
              <a:rPr lang="en-US" altLang="zh-CN" sz="2400" b="1" dirty="0">
                <a:solidFill>
                  <a:schemeClr val="folHlink"/>
                </a:solidFill>
                <a:latin typeface="Arial" panose="020B0604020202020204" pitchFamily="34" charset="0"/>
              </a:rPr>
              <a:t>1      4      6      4     1</a:t>
            </a:r>
            <a:endParaRPr lang="en-US" altLang="zh-CN" sz="2400" b="1" dirty="0">
              <a:solidFill>
                <a:schemeClr val="folHlink"/>
              </a:solidFill>
              <a:latin typeface="Arial" panose="020B0604020202020204" pitchFamily="34" charset="0"/>
            </a:endParaRPr>
          </a:p>
          <a:p>
            <a:pPr marL="342900" lvl="0" indent="-342900" algn="ctr" eaLnBrk="1" hangingPunct="1">
              <a:spcBef>
                <a:spcPct val="0"/>
              </a:spcBef>
              <a:buClrTx/>
              <a:buSzTx/>
              <a:buFontTx/>
              <a:buAutoNum type="arabicPlain"/>
            </a:pPr>
            <a:r>
              <a:rPr lang="en-US" altLang="zh-CN" sz="2400" b="1" dirty="0">
                <a:latin typeface="Arial" panose="020B0604020202020204" pitchFamily="34" charset="0"/>
              </a:rPr>
              <a:t>   5      10    10      5     1</a:t>
            </a:r>
            <a:endParaRPr lang="en-US" altLang="zh-CN" sz="2400" b="1" dirty="0">
              <a:latin typeface="Arial" panose="020B0604020202020204" pitchFamily="34" charset="0"/>
            </a:endParaRPr>
          </a:p>
          <a:p>
            <a:pPr marL="342900" lvl="0" indent="-342900" algn="ctr" eaLnBrk="1" hangingPunct="1">
              <a:spcBef>
                <a:spcPct val="0"/>
              </a:spcBef>
              <a:buClrTx/>
              <a:buSzTx/>
              <a:buFontTx/>
              <a:buNone/>
            </a:pPr>
            <a:r>
              <a:rPr lang="en-US" altLang="zh-CN" sz="2400" b="1" dirty="0">
                <a:latin typeface="Arial" panose="020B0604020202020204" pitchFamily="34" charset="0"/>
              </a:rPr>
              <a:t>1      6     15    20     15     6     1</a:t>
            </a:r>
            <a:endParaRPr lang="en-US" altLang="zh-CN" sz="2400" b="1" dirty="0">
              <a:latin typeface="Arial" panose="020B0604020202020204" pitchFamily="34" charset="0"/>
            </a:endParaRPr>
          </a:p>
          <a:p>
            <a:pPr marL="342900" lvl="0" indent="-342900" algn="ctr" eaLnBrk="1" hangingPunct="1">
              <a:spcBef>
                <a:spcPct val="0"/>
              </a:spcBef>
              <a:buClrTx/>
              <a:buSzTx/>
              <a:buFontTx/>
              <a:buNone/>
            </a:pPr>
            <a:r>
              <a:rPr lang="en-US" altLang="zh-CN" sz="2400" b="1" dirty="0">
                <a:latin typeface="Arial" panose="020B0604020202020204" pitchFamily="34" charset="0"/>
              </a:rPr>
              <a:t>...      ...      ...</a:t>
            </a:r>
            <a:endParaRPr lang="en-US" altLang="zh-CN" sz="2400" b="1" dirty="0">
              <a:latin typeface="Arial" panose="020B0604020202020204" pitchFamily="34" charset="0"/>
            </a:endParaRPr>
          </a:p>
        </p:txBody>
      </p:sp>
      <p:sp>
        <p:nvSpPr>
          <p:cNvPr id="2" name="Rectangle 19"/>
          <p:cNvSpPr/>
          <p:nvPr/>
        </p:nvSpPr>
        <p:spPr>
          <a:xfrm>
            <a:off x="0" y="5485130"/>
            <a:ext cx="3465195" cy="1398270"/>
          </a:xfrm>
          <a:prstGeom prst="rect">
            <a:avLst/>
          </a:prstGeom>
          <a:solidFill>
            <a:schemeClr val="accent1"/>
          </a:solidFill>
          <a:ln w="9525">
            <a:noFill/>
          </a:ln>
        </p:spPr>
        <p:txBody>
          <a:bodyPr wrap="square">
            <a:noAutofit/>
          </a:bodyPr>
          <a:lstStyle>
            <a:lvl1pPr marL="342900" indent="-3429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80000"/>
              <a:buFont typeface="Wingdings" panose="05000000000000000000" pitchFamily="2" charset="2"/>
              <a:buChar char="n"/>
              <a:defRPr sz="3200" b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defRPr>
            </a:lvl1pPr>
            <a:lvl2pPr marL="742950" indent="-28575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Char char="–"/>
              <a:defRPr sz="2800">
                <a:solidFill>
                  <a:schemeClr val="tx1"/>
                </a:solidFill>
                <a:effectLst/>
                <a:latin typeface="+mn-lt"/>
                <a:ea typeface="+mn-ea"/>
              </a:defRPr>
            </a:lvl2pPr>
            <a:lvl3pPr marL="11430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Font typeface="Wingdings" panose="05000000000000000000" pitchFamily="2" charset="2"/>
              <a:buChar char="§"/>
              <a:defRPr sz="2400">
                <a:solidFill>
                  <a:schemeClr val="tx1"/>
                </a:solidFill>
                <a:effectLst/>
                <a:latin typeface="+mn-lt"/>
                <a:ea typeface="+mn-ea"/>
              </a:defRPr>
            </a:lvl3pPr>
            <a:lvl4pPr marL="16002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–"/>
              <a:defRPr sz="2000">
                <a:solidFill>
                  <a:schemeClr val="tx1"/>
                </a:solidFill>
                <a:effectLst/>
                <a:latin typeface="+mn-lt"/>
                <a:ea typeface="+mn-ea"/>
              </a:defRPr>
            </a:lvl4pPr>
            <a:lvl5pPr marL="20574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effectLst/>
                <a:latin typeface="+mn-lt"/>
                <a:ea typeface="+mn-ea"/>
              </a:defRPr>
            </a:lvl5pPr>
          </a:lstStyle>
          <a:p>
            <a:pPr marL="0" lvl="0" indent="0" eaLnBrk="1" hangingPunct="1">
              <a:lnSpc>
                <a:spcPct val="90000"/>
              </a:lnSpc>
              <a:spcAft>
                <a:spcPct val="20000"/>
              </a:spcAft>
              <a:buClrTx/>
              <a:buSzTx/>
              <a:buFontTx/>
              <a:buNone/>
            </a:pPr>
            <a:r>
              <a:rPr lang="zh-CN" altLang="en-US" sz="2800" b="1" dirty="0">
                <a:solidFill>
                  <a:srgbClr val="FFC000"/>
                </a:solidFill>
                <a:latin typeface="Arial" panose="020B0604020202020204" pitchFamily="34" charset="0"/>
              </a:rPr>
              <a:t>算法</a:t>
            </a:r>
            <a:r>
              <a:rPr lang="en-US" altLang="zh-CN" sz="2800" b="1" dirty="0">
                <a:solidFill>
                  <a:srgbClr val="FFC000"/>
                </a:solidFill>
                <a:latin typeface="Arial" panose="020B0604020202020204" pitchFamily="34" charset="0"/>
              </a:rPr>
              <a:t>2</a:t>
            </a:r>
            <a:r>
              <a:rPr lang="zh-CN" altLang="en-US" sz="2800" b="1" dirty="0">
                <a:solidFill>
                  <a:srgbClr val="FFC000"/>
                </a:solidFill>
                <a:latin typeface="Arial" panose="020B0604020202020204" pitchFamily="34" charset="0"/>
              </a:rPr>
              <a:t>：</a:t>
            </a:r>
            <a:endParaRPr lang="zh-CN" altLang="en-US" sz="2800" b="1" dirty="0">
              <a:solidFill>
                <a:srgbClr val="FFC000"/>
              </a:solidFill>
              <a:latin typeface="Arial" panose="020B0604020202020204" pitchFamily="34" charset="0"/>
            </a:endParaRPr>
          </a:p>
          <a:p>
            <a:pPr marL="0" lvl="0" indent="0" eaLnBrk="1" hangingPunct="1">
              <a:lnSpc>
                <a:spcPct val="90000"/>
              </a:lnSpc>
              <a:spcAft>
                <a:spcPct val="20000"/>
              </a:spcAft>
              <a:buClrTx/>
              <a:buSzTx/>
              <a:buFontTx/>
              <a:buNone/>
            </a:pPr>
            <a:r>
              <a:rPr lang="zh-CN" altLang="en-US" sz="2800" b="1" dirty="0">
                <a:solidFill>
                  <a:srgbClr val="FFC000"/>
                </a:solidFill>
                <a:latin typeface="Arial" panose="020B0604020202020204" pitchFamily="34" charset="0"/>
              </a:rPr>
              <a:t>利用杨辉三角形特性两个数组</a:t>
            </a:r>
            <a:r>
              <a:rPr lang="zh-CN" altLang="en-US" sz="2800" b="1" dirty="0">
                <a:solidFill>
                  <a:srgbClr val="FFC000"/>
                </a:solidFill>
                <a:latin typeface="Arial" panose="020B0604020202020204" pitchFamily="34" charset="0"/>
              </a:rPr>
              <a:t>实现</a:t>
            </a:r>
            <a:endParaRPr lang="zh-CN" altLang="en-US" sz="2800" b="1" dirty="0">
              <a:solidFill>
                <a:srgbClr val="FFC000"/>
              </a:solidFill>
              <a:latin typeface="Arial" panose="020B0604020202020204" pitchFamily="34" charset="0"/>
            </a:endParaRPr>
          </a:p>
        </p:txBody>
      </p:sp>
      <p:cxnSp>
        <p:nvCxnSpPr>
          <p:cNvPr id="3" name="直接连接符 2"/>
          <p:cNvCxnSpPr/>
          <p:nvPr/>
        </p:nvCxnSpPr>
        <p:spPr>
          <a:xfrm flipV="1">
            <a:off x="4225925" y="5638165"/>
            <a:ext cx="3394710" cy="13335"/>
          </a:xfrm>
          <a:prstGeom prst="line">
            <a:avLst/>
          </a:prstGeom>
          <a:solidFill>
            <a:schemeClr val="accent1"/>
          </a:solidFill>
          <a:ln w="9525" cap="flat" cmpd="sng" algn="ctr">
            <a:solidFill>
              <a:schemeClr val="tx1"/>
            </a:solidFill>
            <a:prstDash val="solid"/>
            <a:round/>
            <a:headEnd type="none" w="med" len="med"/>
            <a:tailEnd type="none" w="med" len="med"/>
          </a:ln>
        </p:spPr>
      </p:cxnSp>
      <p:cxnSp>
        <p:nvCxnSpPr>
          <p:cNvPr id="4" name="直接连接符 3"/>
          <p:cNvCxnSpPr/>
          <p:nvPr/>
        </p:nvCxnSpPr>
        <p:spPr>
          <a:xfrm flipV="1">
            <a:off x="3886200" y="6019800"/>
            <a:ext cx="4038600" cy="13335"/>
          </a:xfrm>
          <a:prstGeom prst="line">
            <a:avLst/>
          </a:prstGeom>
          <a:solidFill>
            <a:schemeClr val="accent1"/>
          </a:solidFill>
          <a:ln w="9525" cap="flat" cmpd="sng" algn="ctr">
            <a:solidFill>
              <a:schemeClr val="tx1"/>
            </a:solidFill>
            <a:prstDash val="solid"/>
            <a:round/>
            <a:headEnd type="none" w="med" len="med"/>
            <a:tailEnd type="none" w="med" len="med"/>
          </a:ln>
        </p:spPr>
      </p:cxnSp>
    </p:spTree>
  </p:cSld>
  <p:clrMapOvr>
    <a:masterClrMapping/>
  </p:clrMapOvr>
  <p:transition spd="slow"/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3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7626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15" dur="500"/>
                                        <p:tgtEl>
                                          <p:spTgt spid="107626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6" fill="hold">
                      <p:stCondLst>
                        <p:cond delay="indefinite"/>
                      </p:stCondLst>
                      <p:childTnLst>
                        <p:par>
                          <p:cTn id="17" fill="hold">
                            <p:stCondLst>
                              <p:cond delay="0"/>
                            </p:stCondLst>
                            <p:childTnLst>
                              <p:par>
                                <p:cTn id="18" presetID="3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7626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20" dur="500"/>
                                        <p:tgtEl>
                                          <p:spTgt spid="107626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1" fill="hold">
                      <p:stCondLst>
                        <p:cond delay="indefinite"/>
                      </p:stCondLst>
                      <p:childTnLst>
                        <p:par>
                          <p:cTn id="22" fill="hold">
                            <p:stCondLst>
                              <p:cond delay="0"/>
                            </p:stCondLst>
                            <p:childTnLst>
                              <p:par>
                                <p:cTn id="23" presetID="3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7627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25" dur="500"/>
                                        <p:tgtEl>
                                          <p:spTgt spid="107627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6" fill="hold">
                      <p:stCondLst>
                        <p:cond delay="indefinite"/>
                      </p:stCondLst>
                      <p:childTnLst>
                        <p:par>
                          <p:cTn id="27" fill="hold">
                            <p:stCondLst>
                              <p:cond delay="0"/>
                            </p:stCondLst>
                            <p:childTnLst>
                              <p:par>
                                <p:cTn id="28" presetID="3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7627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30" dur="500"/>
                                        <p:tgtEl>
                                          <p:spTgt spid="107627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1" fill="hold">
                      <p:stCondLst>
                        <p:cond delay="indefinite"/>
                      </p:stCondLst>
                      <p:childTnLst>
                        <p:par>
                          <p:cTn id="32" fill="hold">
                            <p:stCondLst>
                              <p:cond delay="0"/>
                            </p:stCondLst>
                            <p:childTnLst>
                              <p:par>
                                <p:cTn id="33" presetID="3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7627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35" dur="500"/>
                                        <p:tgtEl>
                                          <p:spTgt spid="107627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6" fill="hold">
                      <p:stCondLst>
                        <p:cond delay="indefinite"/>
                      </p:stCondLst>
                      <p:childTnLst>
                        <p:par>
                          <p:cTn id="37" fill="hold">
                            <p:stCondLst>
                              <p:cond delay="0"/>
                            </p:stCondLst>
                            <p:childTnLst>
                              <p:par>
                                <p:cTn id="38" presetID="3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7628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40" dur="500"/>
                                        <p:tgtEl>
                                          <p:spTgt spid="107628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1" fill="hold">
                      <p:stCondLst>
                        <p:cond delay="indefinite"/>
                      </p:stCondLst>
                      <p:childTnLst>
                        <p:par>
                          <p:cTn id="42" fill="hold">
                            <p:stCondLst>
                              <p:cond delay="0"/>
                            </p:stCondLst>
                            <p:childTnLst>
                              <p:par>
                                <p:cTn id="43" presetID="3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7628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45" dur="500"/>
                                        <p:tgtEl>
                                          <p:spTgt spid="107628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6" presetID="3" presetClass="entr" presetSubtype="1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7628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48" dur="500"/>
                                        <p:tgtEl>
                                          <p:spTgt spid="107628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9" presetID="3" presetClass="entr" presetSubtype="1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7628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51" dur="500"/>
                                        <p:tgtEl>
                                          <p:spTgt spid="107628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52" presetID="3" presetClass="entr" presetSubtype="1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7628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54" dur="500"/>
                                        <p:tgtEl>
                                          <p:spTgt spid="107628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55" presetID="3" presetClass="entr" presetSubtype="1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7628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57" dur="500"/>
                                        <p:tgtEl>
                                          <p:spTgt spid="107628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58" presetID="3" presetClass="entr" presetSubtype="1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7628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60" dur="500"/>
                                        <p:tgtEl>
                                          <p:spTgt spid="107628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61" presetID="3" presetClass="entr" presetSubtype="1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7628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63" dur="500"/>
                                        <p:tgtEl>
                                          <p:spTgt spid="107628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64" presetID="3" presetClass="entr" presetSubtype="1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7629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66" dur="500"/>
                                        <p:tgtEl>
                                          <p:spTgt spid="107629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67" presetID="3" presetClass="entr" presetSubtype="1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7629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69" dur="500"/>
                                        <p:tgtEl>
                                          <p:spTgt spid="107629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70" presetID="3" presetClass="entr" presetSubtype="1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7629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72" dur="500"/>
                                        <p:tgtEl>
                                          <p:spTgt spid="107629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73" presetID="3" presetClass="entr" presetSubtype="1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7629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75" dur="500"/>
                                        <p:tgtEl>
                                          <p:spTgt spid="107629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76" presetID="3" presetClass="entr" presetSubtype="1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7629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78" dur="500"/>
                                        <p:tgtEl>
                                          <p:spTgt spid="107629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79" presetID="3" presetClass="entr" presetSubtype="1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7629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81" dur="500"/>
                                        <p:tgtEl>
                                          <p:spTgt spid="107629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2" fill="hold">
                      <p:stCondLst>
                        <p:cond delay="indefinite"/>
                      </p:stCondLst>
                      <p:childTnLst>
                        <p:par>
                          <p:cTn id="83" fill="hold">
                            <p:stCondLst>
                              <p:cond delay="0"/>
                            </p:stCondLst>
                            <p:childTnLst>
                              <p:par>
                                <p:cTn id="84" presetID="1" presetClass="exit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7624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86" presetID="3" presetClass="entr" presetSubtype="1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763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88" dur="500"/>
                                        <p:tgtEl>
                                          <p:spTgt spid="107631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9" fill="hold">
                      <p:stCondLst>
                        <p:cond delay="indefinite"/>
                      </p:stCondLst>
                      <p:childTnLst>
                        <p:par>
                          <p:cTn id="90" fill="hold">
                            <p:stCondLst>
                              <p:cond delay="0"/>
                            </p:stCondLst>
                            <p:childTnLst>
                              <p:par>
                                <p:cTn id="91" presetID="3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763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93" dur="500"/>
                                        <p:tgtEl>
                                          <p:spTgt spid="107631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4" fill="hold">
                      <p:stCondLst>
                        <p:cond delay="indefinite"/>
                      </p:stCondLst>
                      <p:childTnLst>
                        <p:par>
                          <p:cTn id="95" fill="hold">
                            <p:stCondLst>
                              <p:cond delay="0"/>
                            </p:stCondLst>
                            <p:childTnLst>
                              <p:par>
                                <p:cTn id="96" presetID="3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7629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98" dur="500"/>
                                        <p:tgtEl>
                                          <p:spTgt spid="107629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9" fill="hold">
                      <p:stCondLst>
                        <p:cond delay="indefinite"/>
                      </p:stCondLst>
                      <p:childTnLst>
                        <p:par>
                          <p:cTn id="100" fill="hold">
                            <p:stCondLst>
                              <p:cond delay="0"/>
                            </p:stCondLst>
                            <p:childTnLst>
                              <p:par>
                                <p:cTn id="101" presetID="3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7629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103" dur="500"/>
                                        <p:tgtEl>
                                          <p:spTgt spid="107629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04" fill="hold">
                      <p:stCondLst>
                        <p:cond delay="indefinite"/>
                      </p:stCondLst>
                      <p:childTnLst>
                        <p:par>
                          <p:cTn id="105" fill="hold">
                            <p:stCondLst>
                              <p:cond delay="0"/>
                            </p:stCondLst>
                            <p:childTnLst>
                              <p:par>
                                <p:cTn id="106" presetID="3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7630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108" dur="500"/>
                                        <p:tgtEl>
                                          <p:spTgt spid="107630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09" fill="hold">
                      <p:stCondLst>
                        <p:cond delay="indefinite"/>
                      </p:stCondLst>
                      <p:childTnLst>
                        <p:par>
                          <p:cTn id="110" fill="hold">
                            <p:stCondLst>
                              <p:cond delay="0"/>
                            </p:stCondLst>
                            <p:childTnLst>
                              <p:par>
                                <p:cTn id="111" presetID="3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7630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113" dur="500"/>
                                        <p:tgtEl>
                                          <p:spTgt spid="107630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4" fill="hold">
                      <p:stCondLst>
                        <p:cond delay="indefinite"/>
                      </p:stCondLst>
                      <p:childTnLst>
                        <p:par>
                          <p:cTn id="115" fill="hold">
                            <p:stCondLst>
                              <p:cond delay="0"/>
                            </p:stCondLst>
                            <p:childTnLst>
                              <p:par>
                                <p:cTn id="116" presetID="3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7630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118" dur="500"/>
                                        <p:tgtEl>
                                          <p:spTgt spid="107630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9" fill="hold">
                      <p:stCondLst>
                        <p:cond delay="indefinite"/>
                      </p:stCondLst>
                      <p:childTnLst>
                        <p:par>
                          <p:cTn id="120" fill="hold">
                            <p:stCondLst>
                              <p:cond delay="0"/>
                            </p:stCondLst>
                            <p:childTnLst>
                              <p:par>
                                <p:cTn id="121" presetID="3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763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123" dur="500"/>
                                        <p:tgtEl>
                                          <p:spTgt spid="107631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24" fill="hold">
                      <p:stCondLst>
                        <p:cond delay="indefinite"/>
                      </p:stCondLst>
                      <p:childTnLst>
                        <p:par>
                          <p:cTn id="125" fill="hold">
                            <p:stCondLst>
                              <p:cond delay="0"/>
                            </p:stCondLst>
                            <p:childTnLst>
                              <p:par>
                                <p:cTn id="126" presetID="3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763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128" dur="500"/>
                                        <p:tgtEl>
                                          <p:spTgt spid="107631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076247" grpId="0"/>
      <p:bldP spid="1076265" grpId="0"/>
      <p:bldP spid="1076282" grpId="0"/>
      <p:bldP spid="1076283" grpId="0" bldLvl="0" animBg="1"/>
      <p:bldP spid="1076284" grpId="0" bldLvl="0" animBg="1"/>
      <p:bldP spid="1076285" grpId="0" bldLvl="0" animBg="1"/>
      <p:bldP spid="1076286" grpId="0" bldLvl="0" animBg="1"/>
      <p:bldP spid="1076287" grpId="0" bldLvl="0" animBg="1"/>
      <p:bldP spid="1076288" grpId="0" bldLvl="0" animBg="1"/>
      <p:bldP spid="1076289" grpId="0" bldLvl="0" animBg="1"/>
      <p:bldP spid="1076290" grpId="0" bldLvl="0" animBg="1"/>
      <p:bldP spid="1076291" grpId="0" bldLvl="0" animBg="1"/>
      <p:bldP spid="1076292" grpId="0" bldLvl="0" animBg="1"/>
      <p:bldP spid="1076293" grpId="0"/>
      <p:bldP spid="1076294" grpId="0" bldLvl="0" animBg="1"/>
      <p:bldP spid="1076295" grpId="0"/>
      <p:bldP spid="1076296" grpId="0"/>
      <p:bldP spid="1076317" grpId="0"/>
      <p:bldP spid="1076318" grpId="0"/>
    </p:bldLst>
  </p:timing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104" name="灯片编号占位符 3"/>
          <p:cNvSpPr txBox="1">
            <a:spLocks noGrp="1"/>
          </p:cNvSpPr>
          <p:nvPr>
            <p:ph type="sldNum" sz="quarter" idx="4"/>
          </p:nvPr>
        </p:nvSpPr>
        <p:spPr bwMode="auto"/>
        <p:txBody>
          <a:bodyPr wrap="square" lIns="91440" tIns="45720" rIns="91440" bIns="45720" numCol="1" anchor="b" anchorCtr="0" compatLnSpc="1"/>
          <a:lstStyle>
            <a:lvl1pPr eaLnBrk="0" hangingPunct="0">
              <a:defRPr sz="2000" b="1">
                <a:solidFill>
                  <a:schemeClr val="tx1"/>
                </a:solidFill>
                <a:latin typeface="Tahoma" panose="020B0604030504040204" pitchFamily="34" charset="0"/>
                <a:ea typeface="黑体" panose="02010609060101010101" pitchFamily="49" charset="-122"/>
              </a:defRPr>
            </a:lvl1pPr>
            <a:lvl2pPr marL="742950" indent="-285750" eaLnBrk="0" hangingPunct="0">
              <a:defRPr sz="2000" b="1">
                <a:solidFill>
                  <a:schemeClr val="tx1"/>
                </a:solidFill>
                <a:latin typeface="Tahoma" panose="020B0604030504040204" pitchFamily="34" charset="0"/>
                <a:ea typeface="黑体" panose="02010609060101010101" pitchFamily="49" charset="-122"/>
              </a:defRPr>
            </a:lvl2pPr>
            <a:lvl3pPr marL="1143000" indent="-228600" eaLnBrk="0" hangingPunct="0">
              <a:defRPr sz="2000" b="1">
                <a:solidFill>
                  <a:schemeClr val="tx1"/>
                </a:solidFill>
                <a:latin typeface="Tahoma" panose="020B0604030504040204" pitchFamily="34" charset="0"/>
                <a:ea typeface="黑体" panose="02010609060101010101" pitchFamily="49" charset="-122"/>
              </a:defRPr>
            </a:lvl3pPr>
            <a:lvl4pPr marL="1600200" indent="-228600" eaLnBrk="0" hangingPunct="0">
              <a:defRPr sz="2000" b="1">
                <a:solidFill>
                  <a:schemeClr val="tx1"/>
                </a:solidFill>
                <a:latin typeface="Tahoma" panose="020B0604030504040204" pitchFamily="34" charset="0"/>
                <a:ea typeface="黑体" panose="02010609060101010101" pitchFamily="49" charset="-122"/>
              </a:defRPr>
            </a:lvl4pPr>
            <a:lvl5pPr marL="2057400" indent="-228600" eaLnBrk="0" hangingPunct="0">
              <a:defRPr sz="2000" b="1">
                <a:solidFill>
                  <a:schemeClr val="tx1"/>
                </a:solidFill>
                <a:latin typeface="Tahoma" panose="020B0604030504040204" pitchFamily="34" charset="0"/>
                <a:ea typeface="黑体" panose="02010609060101010101" pitchFamily="49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000" b="1">
                <a:solidFill>
                  <a:schemeClr val="tx1"/>
                </a:solidFill>
                <a:latin typeface="Tahoma" panose="020B0604030504040204" pitchFamily="34" charset="0"/>
                <a:ea typeface="黑体" panose="02010609060101010101" pitchFamily="49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000" b="1">
                <a:solidFill>
                  <a:schemeClr val="tx1"/>
                </a:solidFill>
                <a:latin typeface="Tahoma" panose="020B0604030504040204" pitchFamily="34" charset="0"/>
                <a:ea typeface="黑体" panose="02010609060101010101" pitchFamily="49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000" b="1">
                <a:solidFill>
                  <a:schemeClr val="tx1"/>
                </a:solidFill>
                <a:latin typeface="Tahoma" panose="020B0604030504040204" pitchFamily="34" charset="0"/>
                <a:ea typeface="黑体" panose="02010609060101010101" pitchFamily="49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000" b="1">
                <a:solidFill>
                  <a:schemeClr val="tx1"/>
                </a:solidFill>
                <a:latin typeface="Tahoma" panose="020B0604030504040204" pitchFamily="34" charset="0"/>
                <a:ea typeface="黑体" panose="02010609060101010101" pitchFamily="49" charset="-122"/>
              </a:defRPr>
            </a:lvl9pPr>
          </a:lstStyle>
          <a:p>
            <a:pPr marL="0" marR="0" lvl="0" indent="0" algn="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fld id="{B24251E9-7AB1-448A-8716-69FC0FB1B974}" type="slidenum">
              <a:rPr kumimoji="0" lang="en-US" altLang="zh-CN" sz="1200" b="0" i="0" u="none" strike="noStrike" kern="1200" cap="none" spc="0" normalizeH="0" baseline="0" noProof="0">
                <a:ln>
                  <a:noFill/>
                </a:ln>
                <a:solidFill>
                  <a:schemeClr val="tx1"/>
                </a:solidFill>
                <a:effectLst>
                  <a:outerShdw blurRad="38100" dist="38100" dir="2700000" algn="tl">
                    <a:srgbClr val="000000"/>
                  </a:outerShdw>
                </a:effectLst>
                <a:uLnTx/>
                <a:uFillTx/>
                <a:latin typeface="Tahoma" panose="020B0604030504040204" pitchFamily="34" charset="0"/>
                <a:ea typeface="宋体" panose="02010600030101010101" pitchFamily="2" charset="-122"/>
                <a:cs typeface="+mn-cs"/>
              </a:rPr>
            </a:fld>
            <a:endParaRPr kumimoji="0" lang="en-US" altLang="zh-CN" sz="1200" b="0" i="0" u="none" strike="noStrike" kern="1200" cap="none" spc="0" normalizeH="0" baseline="0" noProof="0">
              <a:ln>
                <a:noFill/>
              </a:ln>
              <a:solidFill>
                <a:schemeClr val="tx1"/>
              </a:solidFill>
              <a:effectLst>
                <a:outerShdw blurRad="38100" dist="38100" dir="2700000" algn="tl">
                  <a:srgbClr val="000000"/>
                </a:outerShdw>
              </a:effectLst>
              <a:uLnTx/>
              <a:uFillTx/>
              <a:latin typeface="Tahoma" panose="020B0604030504040204" pitchFamily="34" charset="0"/>
              <a:ea typeface="宋体" panose="02010600030101010101" pitchFamily="2" charset="-122"/>
              <a:cs typeface="+mn-cs"/>
            </a:endParaRPr>
          </a:p>
        </p:txBody>
      </p:sp>
      <p:sp>
        <p:nvSpPr>
          <p:cNvPr id="79875" name="Text Box 2"/>
          <p:cNvSpPr txBox="1"/>
          <p:nvPr/>
        </p:nvSpPr>
        <p:spPr>
          <a:xfrm>
            <a:off x="3360738" y="593725"/>
            <a:ext cx="576262" cy="469900"/>
          </a:xfrm>
          <a:prstGeom prst="rect">
            <a:avLst/>
          </a:prstGeom>
          <a:noFill/>
          <a:ln w="12700" cap="flat" cmpd="sng">
            <a:solidFill>
              <a:schemeClr val="tx1"/>
            </a:solidFill>
            <a:prstDash val="solid"/>
            <a:miter/>
            <a:headEnd type="none" w="med" len="med"/>
            <a:tailEnd type="none" w="med" len="med"/>
          </a:ln>
        </p:spPr>
        <p:txBody>
          <a:bodyPr>
            <a:spAutoFit/>
          </a:bodyPr>
          <a:lstStyle>
            <a:lvl1pPr marL="342900" indent="-3429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80000"/>
              <a:buFont typeface="Wingdings" panose="05000000000000000000" pitchFamily="2" charset="2"/>
              <a:buChar char="n"/>
              <a:defRPr sz="3200" b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defRPr>
            </a:lvl1pPr>
            <a:lvl2pPr marL="742950" indent="-28575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Char char="–"/>
              <a:defRPr sz="2800">
                <a:solidFill>
                  <a:schemeClr val="tx1"/>
                </a:solidFill>
                <a:effectLst/>
                <a:latin typeface="+mn-lt"/>
                <a:ea typeface="+mn-ea"/>
              </a:defRPr>
            </a:lvl2pPr>
            <a:lvl3pPr marL="11430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Font typeface="Wingdings" panose="05000000000000000000" pitchFamily="2" charset="2"/>
              <a:buChar char="§"/>
              <a:defRPr sz="2400">
                <a:solidFill>
                  <a:schemeClr val="tx1"/>
                </a:solidFill>
                <a:effectLst/>
                <a:latin typeface="+mn-lt"/>
                <a:ea typeface="+mn-ea"/>
              </a:defRPr>
            </a:lvl3pPr>
            <a:lvl4pPr marL="16002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–"/>
              <a:defRPr sz="2000">
                <a:solidFill>
                  <a:schemeClr val="tx1"/>
                </a:solidFill>
                <a:effectLst/>
                <a:latin typeface="+mn-lt"/>
                <a:ea typeface="+mn-ea"/>
              </a:defRPr>
            </a:lvl4pPr>
            <a:lvl5pPr marL="20574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effectLst/>
                <a:latin typeface="+mn-lt"/>
                <a:ea typeface="+mn-ea"/>
              </a:defRPr>
            </a:lvl5pPr>
          </a:lstStyle>
          <a:p>
            <a:pPr marL="0" lvl="0" indent="0" algn="ctr" eaLnBrk="1" hangingPunct="1">
              <a:spcBef>
                <a:spcPct val="50000"/>
              </a:spcBef>
              <a:buClrTx/>
              <a:buSzTx/>
              <a:buFontTx/>
              <a:buNone/>
            </a:pPr>
            <a:r>
              <a:rPr lang="en-US" altLang="zh-CN" sz="2400" b="1" dirty="0">
                <a:latin typeface="Arial" panose="020B0604020202020204" pitchFamily="34" charset="0"/>
              </a:rPr>
              <a:t>1</a:t>
            </a:r>
            <a:endParaRPr lang="en-US" altLang="zh-CN" sz="2400" b="1" dirty="0">
              <a:latin typeface="Arial" panose="020B0604020202020204" pitchFamily="34" charset="0"/>
            </a:endParaRPr>
          </a:p>
        </p:txBody>
      </p:sp>
      <p:sp>
        <p:nvSpPr>
          <p:cNvPr id="79876" name="Text Box 3"/>
          <p:cNvSpPr txBox="1"/>
          <p:nvPr/>
        </p:nvSpPr>
        <p:spPr>
          <a:xfrm>
            <a:off x="3937000" y="593725"/>
            <a:ext cx="576263" cy="469900"/>
          </a:xfrm>
          <a:prstGeom prst="rect">
            <a:avLst/>
          </a:prstGeom>
          <a:noFill/>
          <a:ln w="12700" cap="flat" cmpd="sng">
            <a:solidFill>
              <a:schemeClr val="tx1"/>
            </a:solidFill>
            <a:prstDash val="solid"/>
            <a:miter/>
            <a:headEnd type="none" w="med" len="med"/>
            <a:tailEnd type="none" w="med" len="med"/>
          </a:ln>
        </p:spPr>
        <p:txBody>
          <a:bodyPr>
            <a:spAutoFit/>
          </a:bodyPr>
          <a:lstStyle>
            <a:lvl1pPr marL="342900" indent="-3429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80000"/>
              <a:buFont typeface="Wingdings" panose="05000000000000000000" pitchFamily="2" charset="2"/>
              <a:buChar char="n"/>
              <a:defRPr sz="3200" b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defRPr>
            </a:lvl1pPr>
            <a:lvl2pPr marL="742950" indent="-28575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Char char="–"/>
              <a:defRPr sz="2800">
                <a:solidFill>
                  <a:schemeClr val="tx1"/>
                </a:solidFill>
                <a:effectLst/>
                <a:latin typeface="+mn-lt"/>
                <a:ea typeface="+mn-ea"/>
              </a:defRPr>
            </a:lvl2pPr>
            <a:lvl3pPr marL="11430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Font typeface="Wingdings" panose="05000000000000000000" pitchFamily="2" charset="2"/>
              <a:buChar char="§"/>
              <a:defRPr sz="2400">
                <a:solidFill>
                  <a:schemeClr val="tx1"/>
                </a:solidFill>
                <a:effectLst/>
                <a:latin typeface="+mn-lt"/>
                <a:ea typeface="+mn-ea"/>
              </a:defRPr>
            </a:lvl3pPr>
            <a:lvl4pPr marL="16002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–"/>
              <a:defRPr sz="2000">
                <a:solidFill>
                  <a:schemeClr val="tx1"/>
                </a:solidFill>
                <a:effectLst/>
                <a:latin typeface="+mn-lt"/>
                <a:ea typeface="+mn-ea"/>
              </a:defRPr>
            </a:lvl4pPr>
            <a:lvl5pPr marL="20574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effectLst/>
                <a:latin typeface="+mn-lt"/>
                <a:ea typeface="+mn-ea"/>
              </a:defRPr>
            </a:lvl5pPr>
          </a:lstStyle>
          <a:p>
            <a:pPr marL="0" lvl="0" indent="0" algn="ctr" eaLnBrk="1" hangingPunct="1">
              <a:spcBef>
                <a:spcPct val="50000"/>
              </a:spcBef>
              <a:buClrTx/>
              <a:buSzTx/>
              <a:buFontTx/>
              <a:buNone/>
            </a:pPr>
            <a:r>
              <a:rPr lang="en-US" altLang="zh-CN" sz="2400" b="1" dirty="0">
                <a:latin typeface="Arial" panose="020B0604020202020204" pitchFamily="34" charset="0"/>
              </a:rPr>
              <a:t>4</a:t>
            </a:r>
            <a:endParaRPr lang="en-US" altLang="zh-CN" sz="2400" b="1" dirty="0">
              <a:latin typeface="Arial" panose="020B0604020202020204" pitchFamily="34" charset="0"/>
            </a:endParaRPr>
          </a:p>
        </p:txBody>
      </p:sp>
      <p:sp>
        <p:nvSpPr>
          <p:cNvPr id="79877" name="Text Box 4"/>
          <p:cNvSpPr txBox="1"/>
          <p:nvPr/>
        </p:nvSpPr>
        <p:spPr>
          <a:xfrm>
            <a:off x="4513263" y="593725"/>
            <a:ext cx="576262" cy="469900"/>
          </a:xfrm>
          <a:prstGeom prst="rect">
            <a:avLst/>
          </a:prstGeom>
          <a:noFill/>
          <a:ln w="12700" cap="flat" cmpd="sng">
            <a:solidFill>
              <a:schemeClr val="tx1"/>
            </a:solidFill>
            <a:prstDash val="solid"/>
            <a:miter/>
            <a:headEnd type="none" w="med" len="med"/>
            <a:tailEnd type="none" w="med" len="med"/>
          </a:ln>
        </p:spPr>
        <p:txBody>
          <a:bodyPr>
            <a:spAutoFit/>
          </a:bodyPr>
          <a:lstStyle>
            <a:lvl1pPr marL="342900" indent="-3429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80000"/>
              <a:buFont typeface="Wingdings" panose="05000000000000000000" pitchFamily="2" charset="2"/>
              <a:buChar char="n"/>
              <a:defRPr sz="3200" b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defRPr>
            </a:lvl1pPr>
            <a:lvl2pPr marL="742950" indent="-28575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Char char="–"/>
              <a:defRPr sz="2800">
                <a:solidFill>
                  <a:schemeClr val="tx1"/>
                </a:solidFill>
                <a:effectLst/>
                <a:latin typeface="+mn-lt"/>
                <a:ea typeface="+mn-ea"/>
              </a:defRPr>
            </a:lvl2pPr>
            <a:lvl3pPr marL="11430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Font typeface="Wingdings" panose="05000000000000000000" pitchFamily="2" charset="2"/>
              <a:buChar char="§"/>
              <a:defRPr sz="2400">
                <a:solidFill>
                  <a:schemeClr val="tx1"/>
                </a:solidFill>
                <a:effectLst/>
                <a:latin typeface="+mn-lt"/>
                <a:ea typeface="+mn-ea"/>
              </a:defRPr>
            </a:lvl3pPr>
            <a:lvl4pPr marL="16002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–"/>
              <a:defRPr sz="2000">
                <a:solidFill>
                  <a:schemeClr val="tx1"/>
                </a:solidFill>
                <a:effectLst/>
                <a:latin typeface="+mn-lt"/>
                <a:ea typeface="+mn-ea"/>
              </a:defRPr>
            </a:lvl4pPr>
            <a:lvl5pPr marL="20574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effectLst/>
                <a:latin typeface="+mn-lt"/>
                <a:ea typeface="+mn-ea"/>
              </a:defRPr>
            </a:lvl5pPr>
          </a:lstStyle>
          <a:p>
            <a:pPr marL="0" lvl="0" indent="0" algn="ctr" eaLnBrk="1" hangingPunct="1">
              <a:spcBef>
                <a:spcPct val="50000"/>
              </a:spcBef>
              <a:buClrTx/>
              <a:buSzTx/>
              <a:buFontTx/>
              <a:buNone/>
            </a:pPr>
            <a:r>
              <a:rPr lang="en-US" altLang="zh-CN" sz="2400" b="1" dirty="0">
                <a:latin typeface="Arial" panose="020B0604020202020204" pitchFamily="34" charset="0"/>
              </a:rPr>
              <a:t>6</a:t>
            </a:r>
            <a:endParaRPr lang="en-US" altLang="zh-CN" sz="2400" b="1" dirty="0">
              <a:latin typeface="Arial" panose="020B0604020202020204" pitchFamily="34" charset="0"/>
            </a:endParaRPr>
          </a:p>
        </p:txBody>
      </p:sp>
      <p:sp>
        <p:nvSpPr>
          <p:cNvPr id="79878" name="Text Box 5"/>
          <p:cNvSpPr txBox="1"/>
          <p:nvPr/>
        </p:nvSpPr>
        <p:spPr>
          <a:xfrm>
            <a:off x="5089525" y="593725"/>
            <a:ext cx="576263" cy="469900"/>
          </a:xfrm>
          <a:prstGeom prst="rect">
            <a:avLst/>
          </a:prstGeom>
          <a:noFill/>
          <a:ln w="12700" cap="flat" cmpd="sng">
            <a:solidFill>
              <a:schemeClr val="tx1"/>
            </a:solidFill>
            <a:prstDash val="solid"/>
            <a:miter/>
            <a:headEnd type="none" w="med" len="med"/>
            <a:tailEnd type="none" w="med" len="med"/>
          </a:ln>
        </p:spPr>
        <p:txBody>
          <a:bodyPr>
            <a:spAutoFit/>
          </a:bodyPr>
          <a:lstStyle>
            <a:lvl1pPr marL="342900" indent="-3429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80000"/>
              <a:buFont typeface="Wingdings" panose="05000000000000000000" pitchFamily="2" charset="2"/>
              <a:buChar char="n"/>
              <a:defRPr sz="3200" b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defRPr>
            </a:lvl1pPr>
            <a:lvl2pPr marL="742950" indent="-28575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Char char="–"/>
              <a:defRPr sz="2800">
                <a:solidFill>
                  <a:schemeClr val="tx1"/>
                </a:solidFill>
                <a:effectLst/>
                <a:latin typeface="+mn-lt"/>
                <a:ea typeface="+mn-ea"/>
              </a:defRPr>
            </a:lvl2pPr>
            <a:lvl3pPr marL="11430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Font typeface="Wingdings" panose="05000000000000000000" pitchFamily="2" charset="2"/>
              <a:buChar char="§"/>
              <a:defRPr sz="2400">
                <a:solidFill>
                  <a:schemeClr val="tx1"/>
                </a:solidFill>
                <a:effectLst/>
                <a:latin typeface="+mn-lt"/>
                <a:ea typeface="+mn-ea"/>
              </a:defRPr>
            </a:lvl3pPr>
            <a:lvl4pPr marL="16002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–"/>
              <a:defRPr sz="2000">
                <a:solidFill>
                  <a:schemeClr val="tx1"/>
                </a:solidFill>
                <a:effectLst/>
                <a:latin typeface="+mn-lt"/>
                <a:ea typeface="+mn-ea"/>
              </a:defRPr>
            </a:lvl4pPr>
            <a:lvl5pPr marL="20574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effectLst/>
                <a:latin typeface="+mn-lt"/>
                <a:ea typeface="+mn-ea"/>
              </a:defRPr>
            </a:lvl5pPr>
          </a:lstStyle>
          <a:p>
            <a:pPr marL="0" lvl="0" indent="0" algn="ctr" eaLnBrk="1" hangingPunct="1">
              <a:spcBef>
                <a:spcPct val="50000"/>
              </a:spcBef>
              <a:buClrTx/>
              <a:buSzTx/>
              <a:buFontTx/>
              <a:buNone/>
            </a:pPr>
            <a:r>
              <a:rPr lang="en-US" altLang="zh-CN" sz="2400" b="1" dirty="0">
                <a:latin typeface="Arial" panose="020B0604020202020204" pitchFamily="34" charset="0"/>
              </a:rPr>
              <a:t>4</a:t>
            </a:r>
            <a:endParaRPr lang="en-US" altLang="zh-CN" sz="2400" b="1" dirty="0">
              <a:latin typeface="Arial" panose="020B0604020202020204" pitchFamily="34" charset="0"/>
            </a:endParaRPr>
          </a:p>
        </p:txBody>
      </p:sp>
      <p:sp>
        <p:nvSpPr>
          <p:cNvPr id="79879" name="Text Box 6"/>
          <p:cNvSpPr txBox="1"/>
          <p:nvPr/>
        </p:nvSpPr>
        <p:spPr>
          <a:xfrm>
            <a:off x="5664200" y="593725"/>
            <a:ext cx="576263" cy="469900"/>
          </a:xfrm>
          <a:prstGeom prst="rect">
            <a:avLst/>
          </a:prstGeom>
          <a:noFill/>
          <a:ln w="12700" cap="flat" cmpd="sng">
            <a:solidFill>
              <a:schemeClr val="tx1"/>
            </a:solidFill>
            <a:prstDash val="solid"/>
            <a:miter/>
            <a:headEnd type="none" w="med" len="med"/>
            <a:tailEnd type="none" w="med" len="med"/>
          </a:ln>
        </p:spPr>
        <p:txBody>
          <a:bodyPr>
            <a:spAutoFit/>
          </a:bodyPr>
          <a:lstStyle>
            <a:lvl1pPr marL="342900" indent="-3429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80000"/>
              <a:buFont typeface="Wingdings" panose="05000000000000000000" pitchFamily="2" charset="2"/>
              <a:buChar char="n"/>
              <a:defRPr sz="3200" b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defRPr>
            </a:lvl1pPr>
            <a:lvl2pPr marL="742950" indent="-28575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Char char="–"/>
              <a:defRPr sz="2800">
                <a:solidFill>
                  <a:schemeClr val="tx1"/>
                </a:solidFill>
                <a:effectLst/>
                <a:latin typeface="+mn-lt"/>
                <a:ea typeface="+mn-ea"/>
              </a:defRPr>
            </a:lvl2pPr>
            <a:lvl3pPr marL="11430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Font typeface="Wingdings" panose="05000000000000000000" pitchFamily="2" charset="2"/>
              <a:buChar char="§"/>
              <a:defRPr sz="2400">
                <a:solidFill>
                  <a:schemeClr val="tx1"/>
                </a:solidFill>
                <a:effectLst/>
                <a:latin typeface="+mn-lt"/>
                <a:ea typeface="+mn-ea"/>
              </a:defRPr>
            </a:lvl3pPr>
            <a:lvl4pPr marL="16002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–"/>
              <a:defRPr sz="2000">
                <a:solidFill>
                  <a:schemeClr val="tx1"/>
                </a:solidFill>
                <a:effectLst/>
                <a:latin typeface="+mn-lt"/>
                <a:ea typeface="+mn-ea"/>
              </a:defRPr>
            </a:lvl4pPr>
            <a:lvl5pPr marL="20574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effectLst/>
                <a:latin typeface="+mn-lt"/>
                <a:ea typeface="+mn-ea"/>
              </a:defRPr>
            </a:lvl5pPr>
          </a:lstStyle>
          <a:p>
            <a:pPr marL="0" lvl="0" indent="0" algn="ctr" eaLnBrk="1" hangingPunct="1">
              <a:spcBef>
                <a:spcPct val="50000"/>
              </a:spcBef>
              <a:buClrTx/>
              <a:buSzTx/>
              <a:buFontTx/>
              <a:buNone/>
            </a:pPr>
            <a:r>
              <a:rPr lang="en-US" altLang="zh-CN" sz="2400" b="1" dirty="0">
                <a:latin typeface="Arial" panose="020B0604020202020204" pitchFamily="34" charset="0"/>
              </a:rPr>
              <a:t>1</a:t>
            </a:r>
            <a:endParaRPr lang="en-US" altLang="zh-CN" sz="2400" b="1" dirty="0">
              <a:latin typeface="Arial" panose="020B0604020202020204" pitchFamily="34" charset="0"/>
            </a:endParaRPr>
          </a:p>
        </p:txBody>
      </p:sp>
      <p:sp>
        <p:nvSpPr>
          <p:cNvPr id="79880" name="Text Box 7"/>
          <p:cNvSpPr txBox="1"/>
          <p:nvPr/>
        </p:nvSpPr>
        <p:spPr>
          <a:xfrm>
            <a:off x="6240463" y="593725"/>
            <a:ext cx="576262" cy="469900"/>
          </a:xfrm>
          <a:prstGeom prst="rect">
            <a:avLst/>
          </a:prstGeom>
          <a:noFill/>
          <a:ln w="12700" cap="flat" cmpd="sng">
            <a:solidFill>
              <a:schemeClr val="tx1"/>
            </a:solidFill>
            <a:prstDash val="solid"/>
            <a:miter/>
            <a:headEnd type="none" w="med" len="med"/>
            <a:tailEnd type="none" w="med" len="med"/>
          </a:ln>
        </p:spPr>
        <p:txBody>
          <a:bodyPr>
            <a:spAutoFit/>
          </a:bodyPr>
          <a:lstStyle>
            <a:lvl1pPr marL="342900" indent="-3429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80000"/>
              <a:buFont typeface="Wingdings" panose="05000000000000000000" pitchFamily="2" charset="2"/>
              <a:buChar char="n"/>
              <a:defRPr sz="3200" b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defRPr>
            </a:lvl1pPr>
            <a:lvl2pPr marL="742950" indent="-28575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Char char="–"/>
              <a:defRPr sz="2800">
                <a:solidFill>
                  <a:schemeClr val="tx1"/>
                </a:solidFill>
                <a:effectLst/>
                <a:latin typeface="+mn-lt"/>
                <a:ea typeface="+mn-ea"/>
              </a:defRPr>
            </a:lvl2pPr>
            <a:lvl3pPr marL="11430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Font typeface="Wingdings" panose="05000000000000000000" pitchFamily="2" charset="2"/>
              <a:buChar char="§"/>
              <a:defRPr sz="2400">
                <a:solidFill>
                  <a:schemeClr val="tx1"/>
                </a:solidFill>
                <a:effectLst/>
                <a:latin typeface="+mn-lt"/>
                <a:ea typeface="+mn-ea"/>
              </a:defRPr>
            </a:lvl3pPr>
            <a:lvl4pPr marL="16002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–"/>
              <a:defRPr sz="2000">
                <a:solidFill>
                  <a:schemeClr val="tx1"/>
                </a:solidFill>
                <a:effectLst/>
                <a:latin typeface="+mn-lt"/>
                <a:ea typeface="+mn-ea"/>
              </a:defRPr>
            </a:lvl4pPr>
            <a:lvl5pPr marL="20574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effectLst/>
                <a:latin typeface="+mn-lt"/>
                <a:ea typeface="+mn-ea"/>
              </a:defRPr>
            </a:lvl5pPr>
          </a:lstStyle>
          <a:p>
            <a:pPr marL="0" lvl="0" indent="0" algn="ctr" eaLnBrk="1" hangingPunct="1">
              <a:spcBef>
                <a:spcPct val="50000"/>
              </a:spcBef>
              <a:buClrTx/>
              <a:buSzTx/>
              <a:buFontTx/>
              <a:buNone/>
            </a:pPr>
            <a:endParaRPr lang="zh-CN" altLang="zh-CN" sz="2400" b="1" dirty="0">
              <a:latin typeface="Arial" panose="020B0604020202020204" pitchFamily="34" charset="0"/>
            </a:endParaRPr>
          </a:p>
        </p:txBody>
      </p:sp>
      <p:sp>
        <p:nvSpPr>
          <p:cNvPr id="79881" name="Text Box 8"/>
          <p:cNvSpPr txBox="1"/>
          <p:nvPr/>
        </p:nvSpPr>
        <p:spPr>
          <a:xfrm>
            <a:off x="6816725" y="593725"/>
            <a:ext cx="576263" cy="469900"/>
          </a:xfrm>
          <a:prstGeom prst="rect">
            <a:avLst/>
          </a:prstGeom>
          <a:noFill/>
          <a:ln w="12700" cap="flat" cmpd="sng">
            <a:solidFill>
              <a:schemeClr val="tx1"/>
            </a:solidFill>
            <a:prstDash val="solid"/>
            <a:miter/>
            <a:headEnd type="none" w="med" len="med"/>
            <a:tailEnd type="none" w="med" len="med"/>
          </a:ln>
        </p:spPr>
        <p:txBody>
          <a:bodyPr>
            <a:spAutoFit/>
          </a:bodyPr>
          <a:lstStyle>
            <a:lvl1pPr marL="342900" indent="-3429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80000"/>
              <a:buFont typeface="Wingdings" panose="05000000000000000000" pitchFamily="2" charset="2"/>
              <a:buChar char="n"/>
              <a:defRPr sz="3200" b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defRPr>
            </a:lvl1pPr>
            <a:lvl2pPr marL="742950" indent="-28575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Char char="–"/>
              <a:defRPr sz="2800">
                <a:solidFill>
                  <a:schemeClr val="tx1"/>
                </a:solidFill>
                <a:effectLst/>
                <a:latin typeface="+mn-lt"/>
                <a:ea typeface="+mn-ea"/>
              </a:defRPr>
            </a:lvl2pPr>
            <a:lvl3pPr marL="11430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Font typeface="Wingdings" panose="05000000000000000000" pitchFamily="2" charset="2"/>
              <a:buChar char="§"/>
              <a:defRPr sz="2400">
                <a:solidFill>
                  <a:schemeClr val="tx1"/>
                </a:solidFill>
                <a:effectLst/>
                <a:latin typeface="+mn-lt"/>
                <a:ea typeface="+mn-ea"/>
              </a:defRPr>
            </a:lvl3pPr>
            <a:lvl4pPr marL="16002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–"/>
              <a:defRPr sz="2000">
                <a:solidFill>
                  <a:schemeClr val="tx1"/>
                </a:solidFill>
                <a:effectLst/>
                <a:latin typeface="+mn-lt"/>
                <a:ea typeface="+mn-ea"/>
              </a:defRPr>
            </a:lvl4pPr>
            <a:lvl5pPr marL="20574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effectLst/>
                <a:latin typeface="+mn-lt"/>
                <a:ea typeface="+mn-ea"/>
              </a:defRPr>
            </a:lvl5pPr>
          </a:lstStyle>
          <a:p>
            <a:pPr marL="0" lvl="0" indent="0" algn="ctr" eaLnBrk="1" hangingPunct="1">
              <a:spcBef>
                <a:spcPct val="50000"/>
              </a:spcBef>
              <a:buClrTx/>
              <a:buSzTx/>
              <a:buFontTx/>
              <a:buNone/>
            </a:pPr>
            <a:endParaRPr lang="zh-CN" altLang="zh-CN" sz="2400" b="1" dirty="0">
              <a:latin typeface="Arial" panose="020B0604020202020204" pitchFamily="34" charset="0"/>
            </a:endParaRPr>
          </a:p>
        </p:txBody>
      </p:sp>
      <p:sp>
        <p:nvSpPr>
          <p:cNvPr id="79882" name="Text Box 9"/>
          <p:cNvSpPr txBox="1"/>
          <p:nvPr/>
        </p:nvSpPr>
        <p:spPr>
          <a:xfrm>
            <a:off x="7392988" y="593725"/>
            <a:ext cx="576262" cy="469900"/>
          </a:xfrm>
          <a:prstGeom prst="rect">
            <a:avLst/>
          </a:prstGeom>
          <a:noFill/>
          <a:ln w="12700" cap="flat" cmpd="sng">
            <a:solidFill>
              <a:schemeClr val="tx1"/>
            </a:solidFill>
            <a:prstDash val="solid"/>
            <a:miter/>
            <a:headEnd type="none" w="med" len="med"/>
            <a:tailEnd type="none" w="med" len="med"/>
          </a:ln>
        </p:spPr>
        <p:txBody>
          <a:bodyPr>
            <a:spAutoFit/>
          </a:bodyPr>
          <a:lstStyle>
            <a:lvl1pPr marL="342900" indent="-3429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80000"/>
              <a:buFont typeface="Wingdings" panose="05000000000000000000" pitchFamily="2" charset="2"/>
              <a:buChar char="n"/>
              <a:defRPr sz="3200" b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defRPr>
            </a:lvl1pPr>
            <a:lvl2pPr marL="742950" indent="-28575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Char char="–"/>
              <a:defRPr sz="2800">
                <a:solidFill>
                  <a:schemeClr val="tx1"/>
                </a:solidFill>
                <a:effectLst/>
                <a:latin typeface="+mn-lt"/>
                <a:ea typeface="+mn-ea"/>
              </a:defRPr>
            </a:lvl2pPr>
            <a:lvl3pPr marL="11430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Font typeface="Wingdings" panose="05000000000000000000" pitchFamily="2" charset="2"/>
              <a:buChar char="§"/>
              <a:defRPr sz="2400">
                <a:solidFill>
                  <a:schemeClr val="tx1"/>
                </a:solidFill>
                <a:effectLst/>
                <a:latin typeface="+mn-lt"/>
                <a:ea typeface="+mn-ea"/>
              </a:defRPr>
            </a:lvl3pPr>
            <a:lvl4pPr marL="16002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–"/>
              <a:defRPr sz="2000">
                <a:solidFill>
                  <a:schemeClr val="tx1"/>
                </a:solidFill>
                <a:effectLst/>
                <a:latin typeface="+mn-lt"/>
                <a:ea typeface="+mn-ea"/>
              </a:defRPr>
            </a:lvl4pPr>
            <a:lvl5pPr marL="20574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effectLst/>
                <a:latin typeface="+mn-lt"/>
                <a:ea typeface="+mn-ea"/>
              </a:defRPr>
            </a:lvl5pPr>
          </a:lstStyle>
          <a:p>
            <a:pPr marL="0" lvl="0" indent="0" algn="ctr" eaLnBrk="1" hangingPunct="1">
              <a:spcBef>
                <a:spcPct val="50000"/>
              </a:spcBef>
              <a:buClrTx/>
              <a:buSzTx/>
              <a:buFontTx/>
              <a:buNone/>
            </a:pPr>
            <a:endParaRPr lang="zh-CN" altLang="zh-CN" sz="2400" b="1" dirty="0">
              <a:latin typeface="Arial" panose="020B0604020202020204" pitchFamily="34" charset="0"/>
            </a:endParaRPr>
          </a:p>
        </p:txBody>
      </p:sp>
      <p:sp>
        <p:nvSpPr>
          <p:cNvPr id="79883" name="Text Box 10"/>
          <p:cNvSpPr txBox="1"/>
          <p:nvPr/>
        </p:nvSpPr>
        <p:spPr>
          <a:xfrm>
            <a:off x="7969250" y="593725"/>
            <a:ext cx="576263" cy="469900"/>
          </a:xfrm>
          <a:prstGeom prst="rect">
            <a:avLst/>
          </a:prstGeom>
          <a:noFill/>
          <a:ln w="12700" cap="flat" cmpd="sng">
            <a:solidFill>
              <a:schemeClr val="tx1"/>
            </a:solidFill>
            <a:prstDash val="solid"/>
            <a:miter/>
            <a:headEnd type="none" w="med" len="med"/>
            <a:tailEnd type="none" w="med" len="med"/>
          </a:ln>
        </p:spPr>
        <p:txBody>
          <a:bodyPr>
            <a:spAutoFit/>
          </a:bodyPr>
          <a:lstStyle>
            <a:lvl1pPr marL="342900" indent="-3429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80000"/>
              <a:buFont typeface="Wingdings" panose="05000000000000000000" pitchFamily="2" charset="2"/>
              <a:buChar char="n"/>
              <a:defRPr sz="3200" b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defRPr>
            </a:lvl1pPr>
            <a:lvl2pPr marL="742950" indent="-28575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Char char="–"/>
              <a:defRPr sz="2800">
                <a:solidFill>
                  <a:schemeClr val="tx1"/>
                </a:solidFill>
                <a:effectLst/>
                <a:latin typeface="+mn-lt"/>
                <a:ea typeface="+mn-ea"/>
              </a:defRPr>
            </a:lvl2pPr>
            <a:lvl3pPr marL="11430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Font typeface="Wingdings" panose="05000000000000000000" pitchFamily="2" charset="2"/>
              <a:buChar char="§"/>
              <a:defRPr sz="2400">
                <a:solidFill>
                  <a:schemeClr val="tx1"/>
                </a:solidFill>
                <a:effectLst/>
                <a:latin typeface="+mn-lt"/>
                <a:ea typeface="+mn-ea"/>
              </a:defRPr>
            </a:lvl3pPr>
            <a:lvl4pPr marL="16002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–"/>
              <a:defRPr sz="2000">
                <a:solidFill>
                  <a:schemeClr val="tx1"/>
                </a:solidFill>
                <a:effectLst/>
                <a:latin typeface="+mn-lt"/>
                <a:ea typeface="+mn-ea"/>
              </a:defRPr>
            </a:lvl4pPr>
            <a:lvl5pPr marL="20574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effectLst/>
                <a:latin typeface="+mn-lt"/>
                <a:ea typeface="+mn-ea"/>
              </a:defRPr>
            </a:lvl5pPr>
          </a:lstStyle>
          <a:p>
            <a:pPr marL="0" lvl="0" indent="0" algn="ctr" eaLnBrk="1" hangingPunct="1">
              <a:spcBef>
                <a:spcPct val="50000"/>
              </a:spcBef>
              <a:buClrTx/>
              <a:buSzTx/>
              <a:buFontTx/>
              <a:buNone/>
            </a:pPr>
            <a:endParaRPr lang="zh-CN" altLang="zh-CN" sz="2400" b="1" dirty="0">
              <a:latin typeface="Arial" panose="020B0604020202020204" pitchFamily="34" charset="0"/>
            </a:endParaRPr>
          </a:p>
        </p:txBody>
      </p:sp>
      <p:sp>
        <p:nvSpPr>
          <p:cNvPr id="79884" name="Text Box 11"/>
          <p:cNvSpPr txBox="1"/>
          <p:nvPr/>
        </p:nvSpPr>
        <p:spPr>
          <a:xfrm>
            <a:off x="8543925" y="593725"/>
            <a:ext cx="576263" cy="469900"/>
          </a:xfrm>
          <a:prstGeom prst="rect">
            <a:avLst/>
          </a:prstGeom>
          <a:noFill/>
          <a:ln w="12700" cap="flat" cmpd="sng">
            <a:solidFill>
              <a:schemeClr val="tx1"/>
            </a:solidFill>
            <a:prstDash val="solid"/>
            <a:miter/>
            <a:headEnd type="none" w="med" len="med"/>
            <a:tailEnd type="none" w="med" len="med"/>
          </a:ln>
        </p:spPr>
        <p:txBody>
          <a:bodyPr>
            <a:spAutoFit/>
          </a:bodyPr>
          <a:lstStyle>
            <a:lvl1pPr marL="342900" indent="-3429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80000"/>
              <a:buFont typeface="Wingdings" panose="05000000000000000000" pitchFamily="2" charset="2"/>
              <a:buChar char="n"/>
              <a:defRPr sz="3200" b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defRPr>
            </a:lvl1pPr>
            <a:lvl2pPr marL="742950" indent="-28575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Char char="–"/>
              <a:defRPr sz="2800">
                <a:solidFill>
                  <a:schemeClr val="tx1"/>
                </a:solidFill>
                <a:effectLst/>
                <a:latin typeface="+mn-lt"/>
                <a:ea typeface="+mn-ea"/>
              </a:defRPr>
            </a:lvl2pPr>
            <a:lvl3pPr marL="11430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Font typeface="Wingdings" panose="05000000000000000000" pitchFamily="2" charset="2"/>
              <a:buChar char="§"/>
              <a:defRPr sz="2400">
                <a:solidFill>
                  <a:schemeClr val="tx1"/>
                </a:solidFill>
                <a:effectLst/>
                <a:latin typeface="+mn-lt"/>
                <a:ea typeface="+mn-ea"/>
              </a:defRPr>
            </a:lvl3pPr>
            <a:lvl4pPr marL="16002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–"/>
              <a:defRPr sz="2000">
                <a:solidFill>
                  <a:schemeClr val="tx1"/>
                </a:solidFill>
                <a:effectLst/>
                <a:latin typeface="+mn-lt"/>
                <a:ea typeface="+mn-ea"/>
              </a:defRPr>
            </a:lvl4pPr>
            <a:lvl5pPr marL="20574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effectLst/>
                <a:latin typeface="+mn-lt"/>
                <a:ea typeface="+mn-ea"/>
              </a:defRPr>
            </a:lvl5pPr>
          </a:lstStyle>
          <a:p>
            <a:pPr marL="0" lvl="0" indent="0" algn="ctr" eaLnBrk="1" hangingPunct="1">
              <a:spcBef>
                <a:spcPct val="50000"/>
              </a:spcBef>
              <a:buClrTx/>
              <a:buSzTx/>
              <a:buFontTx/>
              <a:buNone/>
            </a:pPr>
            <a:endParaRPr lang="zh-CN" altLang="zh-CN" sz="2400" b="1" dirty="0">
              <a:latin typeface="Arial" panose="020B0604020202020204" pitchFamily="34" charset="0"/>
            </a:endParaRPr>
          </a:p>
        </p:txBody>
      </p:sp>
      <p:sp>
        <p:nvSpPr>
          <p:cNvPr id="79885" name="Text Box 13"/>
          <p:cNvSpPr txBox="1"/>
          <p:nvPr/>
        </p:nvSpPr>
        <p:spPr>
          <a:xfrm>
            <a:off x="3360738" y="1951038"/>
            <a:ext cx="576262" cy="469900"/>
          </a:xfrm>
          <a:prstGeom prst="rect">
            <a:avLst/>
          </a:prstGeom>
          <a:noFill/>
          <a:ln w="12700" cap="flat" cmpd="sng">
            <a:solidFill>
              <a:schemeClr val="tx1"/>
            </a:solidFill>
            <a:prstDash val="solid"/>
            <a:miter/>
            <a:headEnd type="none" w="med" len="med"/>
            <a:tailEnd type="none" w="med" len="med"/>
          </a:ln>
        </p:spPr>
        <p:txBody>
          <a:bodyPr>
            <a:spAutoFit/>
          </a:bodyPr>
          <a:lstStyle>
            <a:lvl1pPr marL="342900" indent="-3429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80000"/>
              <a:buFont typeface="Wingdings" panose="05000000000000000000" pitchFamily="2" charset="2"/>
              <a:buChar char="n"/>
              <a:defRPr sz="3200" b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defRPr>
            </a:lvl1pPr>
            <a:lvl2pPr marL="742950" indent="-28575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Char char="–"/>
              <a:defRPr sz="2800">
                <a:solidFill>
                  <a:schemeClr val="tx1"/>
                </a:solidFill>
                <a:effectLst/>
                <a:latin typeface="+mn-lt"/>
                <a:ea typeface="+mn-ea"/>
              </a:defRPr>
            </a:lvl2pPr>
            <a:lvl3pPr marL="11430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Font typeface="Wingdings" panose="05000000000000000000" pitchFamily="2" charset="2"/>
              <a:buChar char="§"/>
              <a:defRPr sz="2400">
                <a:solidFill>
                  <a:schemeClr val="tx1"/>
                </a:solidFill>
                <a:effectLst/>
                <a:latin typeface="+mn-lt"/>
                <a:ea typeface="+mn-ea"/>
              </a:defRPr>
            </a:lvl3pPr>
            <a:lvl4pPr marL="16002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–"/>
              <a:defRPr sz="2000">
                <a:solidFill>
                  <a:schemeClr val="tx1"/>
                </a:solidFill>
                <a:effectLst/>
                <a:latin typeface="+mn-lt"/>
                <a:ea typeface="+mn-ea"/>
              </a:defRPr>
            </a:lvl4pPr>
            <a:lvl5pPr marL="20574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effectLst/>
                <a:latin typeface="+mn-lt"/>
                <a:ea typeface="+mn-ea"/>
              </a:defRPr>
            </a:lvl5pPr>
          </a:lstStyle>
          <a:p>
            <a:pPr marL="0" lvl="0" indent="0" algn="ctr" eaLnBrk="1" hangingPunct="1">
              <a:spcBef>
                <a:spcPct val="50000"/>
              </a:spcBef>
              <a:buClrTx/>
              <a:buSzTx/>
              <a:buFontTx/>
              <a:buNone/>
            </a:pPr>
            <a:endParaRPr lang="zh-CN" altLang="zh-CN" sz="2400" b="1" dirty="0">
              <a:latin typeface="Arial" panose="020B0604020202020204" pitchFamily="34" charset="0"/>
            </a:endParaRPr>
          </a:p>
        </p:txBody>
      </p:sp>
      <p:sp>
        <p:nvSpPr>
          <p:cNvPr id="79886" name="Text Box 14"/>
          <p:cNvSpPr txBox="1"/>
          <p:nvPr/>
        </p:nvSpPr>
        <p:spPr>
          <a:xfrm>
            <a:off x="3937000" y="1951038"/>
            <a:ext cx="576263" cy="469900"/>
          </a:xfrm>
          <a:prstGeom prst="rect">
            <a:avLst/>
          </a:prstGeom>
          <a:noFill/>
          <a:ln w="12700" cap="flat" cmpd="sng">
            <a:solidFill>
              <a:schemeClr val="tx1"/>
            </a:solidFill>
            <a:prstDash val="solid"/>
            <a:miter/>
            <a:headEnd type="none" w="med" len="med"/>
            <a:tailEnd type="none" w="med" len="med"/>
          </a:ln>
        </p:spPr>
        <p:txBody>
          <a:bodyPr>
            <a:spAutoFit/>
          </a:bodyPr>
          <a:lstStyle>
            <a:lvl1pPr marL="342900" indent="-3429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80000"/>
              <a:buFont typeface="Wingdings" panose="05000000000000000000" pitchFamily="2" charset="2"/>
              <a:buChar char="n"/>
              <a:defRPr sz="3200" b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defRPr>
            </a:lvl1pPr>
            <a:lvl2pPr marL="742950" indent="-28575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Char char="–"/>
              <a:defRPr sz="2800">
                <a:solidFill>
                  <a:schemeClr val="tx1"/>
                </a:solidFill>
                <a:effectLst/>
                <a:latin typeface="+mn-lt"/>
                <a:ea typeface="+mn-ea"/>
              </a:defRPr>
            </a:lvl2pPr>
            <a:lvl3pPr marL="11430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Font typeface="Wingdings" panose="05000000000000000000" pitchFamily="2" charset="2"/>
              <a:buChar char="§"/>
              <a:defRPr sz="2400">
                <a:solidFill>
                  <a:schemeClr val="tx1"/>
                </a:solidFill>
                <a:effectLst/>
                <a:latin typeface="+mn-lt"/>
                <a:ea typeface="+mn-ea"/>
              </a:defRPr>
            </a:lvl3pPr>
            <a:lvl4pPr marL="16002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–"/>
              <a:defRPr sz="2000">
                <a:solidFill>
                  <a:schemeClr val="tx1"/>
                </a:solidFill>
                <a:effectLst/>
                <a:latin typeface="+mn-lt"/>
                <a:ea typeface="+mn-ea"/>
              </a:defRPr>
            </a:lvl4pPr>
            <a:lvl5pPr marL="20574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effectLst/>
                <a:latin typeface="+mn-lt"/>
                <a:ea typeface="+mn-ea"/>
              </a:defRPr>
            </a:lvl5pPr>
          </a:lstStyle>
          <a:p>
            <a:pPr marL="0" lvl="0" indent="0" algn="ctr" eaLnBrk="1" hangingPunct="1">
              <a:spcBef>
                <a:spcPct val="50000"/>
              </a:spcBef>
              <a:buClrTx/>
              <a:buSzTx/>
              <a:buFontTx/>
              <a:buNone/>
            </a:pPr>
            <a:endParaRPr lang="zh-CN" altLang="zh-CN" sz="2400" b="1" dirty="0">
              <a:latin typeface="Arial" panose="020B0604020202020204" pitchFamily="34" charset="0"/>
            </a:endParaRPr>
          </a:p>
        </p:txBody>
      </p:sp>
      <p:sp>
        <p:nvSpPr>
          <p:cNvPr id="79887" name="Text Box 15"/>
          <p:cNvSpPr txBox="1"/>
          <p:nvPr/>
        </p:nvSpPr>
        <p:spPr>
          <a:xfrm>
            <a:off x="4513263" y="1951038"/>
            <a:ext cx="576262" cy="469900"/>
          </a:xfrm>
          <a:prstGeom prst="rect">
            <a:avLst/>
          </a:prstGeom>
          <a:noFill/>
          <a:ln w="12700" cap="flat" cmpd="sng">
            <a:solidFill>
              <a:schemeClr val="tx1"/>
            </a:solidFill>
            <a:prstDash val="solid"/>
            <a:miter/>
            <a:headEnd type="none" w="med" len="med"/>
            <a:tailEnd type="none" w="med" len="med"/>
          </a:ln>
        </p:spPr>
        <p:txBody>
          <a:bodyPr>
            <a:spAutoFit/>
          </a:bodyPr>
          <a:lstStyle>
            <a:lvl1pPr marL="342900" indent="-3429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80000"/>
              <a:buFont typeface="Wingdings" panose="05000000000000000000" pitchFamily="2" charset="2"/>
              <a:buChar char="n"/>
              <a:defRPr sz="3200" b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defRPr>
            </a:lvl1pPr>
            <a:lvl2pPr marL="742950" indent="-28575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Char char="–"/>
              <a:defRPr sz="2800">
                <a:solidFill>
                  <a:schemeClr val="tx1"/>
                </a:solidFill>
                <a:effectLst/>
                <a:latin typeface="+mn-lt"/>
                <a:ea typeface="+mn-ea"/>
              </a:defRPr>
            </a:lvl2pPr>
            <a:lvl3pPr marL="11430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Font typeface="Wingdings" panose="05000000000000000000" pitchFamily="2" charset="2"/>
              <a:buChar char="§"/>
              <a:defRPr sz="2400">
                <a:solidFill>
                  <a:schemeClr val="tx1"/>
                </a:solidFill>
                <a:effectLst/>
                <a:latin typeface="+mn-lt"/>
                <a:ea typeface="+mn-ea"/>
              </a:defRPr>
            </a:lvl3pPr>
            <a:lvl4pPr marL="16002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–"/>
              <a:defRPr sz="2000">
                <a:solidFill>
                  <a:schemeClr val="tx1"/>
                </a:solidFill>
                <a:effectLst/>
                <a:latin typeface="+mn-lt"/>
                <a:ea typeface="+mn-ea"/>
              </a:defRPr>
            </a:lvl4pPr>
            <a:lvl5pPr marL="20574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effectLst/>
                <a:latin typeface="+mn-lt"/>
                <a:ea typeface="+mn-ea"/>
              </a:defRPr>
            </a:lvl5pPr>
          </a:lstStyle>
          <a:p>
            <a:pPr marL="0" lvl="0" indent="0" algn="ctr" eaLnBrk="1" hangingPunct="1">
              <a:spcBef>
                <a:spcPct val="50000"/>
              </a:spcBef>
              <a:buClrTx/>
              <a:buSzTx/>
              <a:buFontTx/>
              <a:buNone/>
            </a:pPr>
            <a:endParaRPr lang="zh-CN" altLang="zh-CN" sz="2400" b="1" dirty="0">
              <a:latin typeface="Arial" panose="020B0604020202020204" pitchFamily="34" charset="0"/>
            </a:endParaRPr>
          </a:p>
        </p:txBody>
      </p:sp>
      <p:sp>
        <p:nvSpPr>
          <p:cNvPr id="79888" name="Text Box 16"/>
          <p:cNvSpPr txBox="1"/>
          <p:nvPr/>
        </p:nvSpPr>
        <p:spPr>
          <a:xfrm>
            <a:off x="5089525" y="1951038"/>
            <a:ext cx="576263" cy="469900"/>
          </a:xfrm>
          <a:prstGeom prst="rect">
            <a:avLst/>
          </a:prstGeom>
          <a:noFill/>
          <a:ln w="12700" cap="flat" cmpd="sng">
            <a:solidFill>
              <a:schemeClr val="tx1"/>
            </a:solidFill>
            <a:prstDash val="solid"/>
            <a:miter/>
            <a:headEnd type="none" w="med" len="med"/>
            <a:tailEnd type="none" w="med" len="med"/>
          </a:ln>
        </p:spPr>
        <p:txBody>
          <a:bodyPr>
            <a:spAutoFit/>
          </a:bodyPr>
          <a:lstStyle>
            <a:lvl1pPr marL="342900" indent="-3429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80000"/>
              <a:buFont typeface="Wingdings" panose="05000000000000000000" pitchFamily="2" charset="2"/>
              <a:buChar char="n"/>
              <a:defRPr sz="3200" b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defRPr>
            </a:lvl1pPr>
            <a:lvl2pPr marL="742950" indent="-28575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Char char="–"/>
              <a:defRPr sz="2800">
                <a:solidFill>
                  <a:schemeClr val="tx1"/>
                </a:solidFill>
                <a:effectLst/>
                <a:latin typeface="+mn-lt"/>
                <a:ea typeface="+mn-ea"/>
              </a:defRPr>
            </a:lvl2pPr>
            <a:lvl3pPr marL="11430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Font typeface="Wingdings" panose="05000000000000000000" pitchFamily="2" charset="2"/>
              <a:buChar char="§"/>
              <a:defRPr sz="2400">
                <a:solidFill>
                  <a:schemeClr val="tx1"/>
                </a:solidFill>
                <a:effectLst/>
                <a:latin typeface="+mn-lt"/>
                <a:ea typeface="+mn-ea"/>
              </a:defRPr>
            </a:lvl3pPr>
            <a:lvl4pPr marL="16002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–"/>
              <a:defRPr sz="2000">
                <a:solidFill>
                  <a:schemeClr val="tx1"/>
                </a:solidFill>
                <a:effectLst/>
                <a:latin typeface="+mn-lt"/>
                <a:ea typeface="+mn-ea"/>
              </a:defRPr>
            </a:lvl4pPr>
            <a:lvl5pPr marL="20574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effectLst/>
                <a:latin typeface="+mn-lt"/>
                <a:ea typeface="+mn-ea"/>
              </a:defRPr>
            </a:lvl5pPr>
          </a:lstStyle>
          <a:p>
            <a:pPr marL="0" lvl="0" indent="0" algn="ctr" eaLnBrk="1" hangingPunct="1">
              <a:spcBef>
                <a:spcPct val="50000"/>
              </a:spcBef>
              <a:buClrTx/>
              <a:buSzTx/>
              <a:buFontTx/>
              <a:buNone/>
            </a:pPr>
            <a:endParaRPr lang="zh-CN" altLang="zh-CN" sz="2400" b="1" dirty="0">
              <a:latin typeface="Arial" panose="020B0604020202020204" pitchFamily="34" charset="0"/>
            </a:endParaRPr>
          </a:p>
        </p:txBody>
      </p:sp>
      <p:sp>
        <p:nvSpPr>
          <p:cNvPr id="79889" name="Text Box 17"/>
          <p:cNvSpPr txBox="1"/>
          <p:nvPr/>
        </p:nvSpPr>
        <p:spPr>
          <a:xfrm>
            <a:off x="5664200" y="1951038"/>
            <a:ext cx="576263" cy="469900"/>
          </a:xfrm>
          <a:prstGeom prst="rect">
            <a:avLst/>
          </a:prstGeom>
          <a:noFill/>
          <a:ln w="12700" cap="flat" cmpd="sng">
            <a:solidFill>
              <a:schemeClr val="tx1"/>
            </a:solidFill>
            <a:prstDash val="solid"/>
            <a:miter/>
            <a:headEnd type="none" w="med" len="med"/>
            <a:tailEnd type="none" w="med" len="med"/>
          </a:ln>
        </p:spPr>
        <p:txBody>
          <a:bodyPr>
            <a:spAutoFit/>
          </a:bodyPr>
          <a:lstStyle>
            <a:lvl1pPr marL="342900" indent="-3429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80000"/>
              <a:buFont typeface="Wingdings" panose="05000000000000000000" pitchFamily="2" charset="2"/>
              <a:buChar char="n"/>
              <a:defRPr sz="3200" b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defRPr>
            </a:lvl1pPr>
            <a:lvl2pPr marL="742950" indent="-28575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Char char="–"/>
              <a:defRPr sz="2800">
                <a:solidFill>
                  <a:schemeClr val="tx1"/>
                </a:solidFill>
                <a:effectLst/>
                <a:latin typeface="+mn-lt"/>
                <a:ea typeface="+mn-ea"/>
              </a:defRPr>
            </a:lvl2pPr>
            <a:lvl3pPr marL="11430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Font typeface="Wingdings" panose="05000000000000000000" pitchFamily="2" charset="2"/>
              <a:buChar char="§"/>
              <a:defRPr sz="2400">
                <a:solidFill>
                  <a:schemeClr val="tx1"/>
                </a:solidFill>
                <a:effectLst/>
                <a:latin typeface="+mn-lt"/>
                <a:ea typeface="+mn-ea"/>
              </a:defRPr>
            </a:lvl3pPr>
            <a:lvl4pPr marL="16002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–"/>
              <a:defRPr sz="2000">
                <a:solidFill>
                  <a:schemeClr val="tx1"/>
                </a:solidFill>
                <a:effectLst/>
                <a:latin typeface="+mn-lt"/>
                <a:ea typeface="+mn-ea"/>
              </a:defRPr>
            </a:lvl4pPr>
            <a:lvl5pPr marL="20574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effectLst/>
                <a:latin typeface="+mn-lt"/>
                <a:ea typeface="+mn-ea"/>
              </a:defRPr>
            </a:lvl5pPr>
          </a:lstStyle>
          <a:p>
            <a:pPr marL="0" lvl="0" indent="0" algn="ctr" eaLnBrk="1" hangingPunct="1">
              <a:spcBef>
                <a:spcPct val="50000"/>
              </a:spcBef>
              <a:buClrTx/>
              <a:buSzTx/>
              <a:buFontTx/>
              <a:buNone/>
            </a:pPr>
            <a:endParaRPr lang="zh-CN" altLang="zh-CN" sz="2400" b="1" dirty="0">
              <a:latin typeface="Arial" panose="020B0604020202020204" pitchFamily="34" charset="0"/>
            </a:endParaRPr>
          </a:p>
        </p:txBody>
      </p:sp>
      <p:sp>
        <p:nvSpPr>
          <p:cNvPr id="79890" name="Text Box 18"/>
          <p:cNvSpPr txBox="1"/>
          <p:nvPr/>
        </p:nvSpPr>
        <p:spPr>
          <a:xfrm>
            <a:off x="6240463" y="1951038"/>
            <a:ext cx="576262" cy="469900"/>
          </a:xfrm>
          <a:prstGeom prst="rect">
            <a:avLst/>
          </a:prstGeom>
          <a:noFill/>
          <a:ln w="12700" cap="flat" cmpd="sng">
            <a:solidFill>
              <a:schemeClr val="tx1"/>
            </a:solidFill>
            <a:prstDash val="solid"/>
            <a:miter/>
            <a:headEnd type="none" w="med" len="med"/>
            <a:tailEnd type="none" w="med" len="med"/>
          </a:ln>
        </p:spPr>
        <p:txBody>
          <a:bodyPr>
            <a:spAutoFit/>
          </a:bodyPr>
          <a:lstStyle>
            <a:lvl1pPr marL="342900" indent="-3429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80000"/>
              <a:buFont typeface="Wingdings" panose="05000000000000000000" pitchFamily="2" charset="2"/>
              <a:buChar char="n"/>
              <a:defRPr sz="3200" b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defRPr>
            </a:lvl1pPr>
            <a:lvl2pPr marL="742950" indent="-28575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Char char="–"/>
              <a:defRPr sz="2800">
                <a:solidFill>
                  <a:schemeClr val="tx1"/>
                </a:solidFill>
                <a:effectLst/>
                <a:latin typeface="+mn-lt"/>
                <a:ea typeface="+mn-ea"/>
              </a:defRPr>
            </a:lvl2pPr>
            <a:lvl3pPr marL="11430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Font typeface="Wingdings" panose="05000000000000000000" pitchFamily="2" charset="2"/>
              <a:buChar char="§"/>
              <a:defRPr sz="2400">
                <a:solidFill>
                  <a:schemeClr val="tx1"/>
                </a:solidFill>
                <a:effectLst/>
                <a:latin typeface="+mn-lt"/>
                <a:ea typeface="+mn-ea"/>
              </a:defRPr>
            </a:lvl3pPr>
            <a:lvl4pPr marL="16002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–"/>
              <a:defRPr sz="2000">
                <a:solidFill>
                  <a:schemeClr val="tx1"/>
                </a:solidFill>
                <a:effectLst/>
                <a:latin typeface="+mn-lt"/>
                <a:ea typeface="+mn-ea"/>
              </a:defRPr>
            </a:lvl4pPr>
            <a:lvl5pPr marL="20574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effectLst/>
                <a:latin typeface="+mn-lt"/>
                <a:ea typeface="+mn-ea"/>
              </a:defRPr>
            </a:lvl5pPr>
          </a:lstStyle>
          <a:p>
            <a:pPr marL="0" lvl="0" indent="0" algn="ctr" eaLnBrk="1" hangingPunct="1">
              <a:spcBef>
                <a:spcPct val="50000"/>
              </a:spcBef>
              <a:buClrTx/>
              <a:buSzTx/>
              <a:buFontTx/>
              <a:buNone/>
            </a:pPr>
            <a:endParaRPr lang="zh-CN" altLang="zh-CN" sz="2400" b="1" dirty="0">
              <a:latin typeface="Arial" panose="020B0604020202020204" pitchFamily="34" charset="0"/>
            </a:endParaRPr>
          </a:p>
        </p:txBody>
      </p:sp>
      <p:sp>
        <p:nvSpPr>
          <p:cNvPr id="79891" name="Text Box 19"/>
          <p:cNvSpPr txBox="1"/>
          <p:nvPr/>
        </p:nvSpPr>
        <p:spPr>
          <a:xfrm>
            <a:off x="6816725" y="1951038"/>
            <a:ext cx="576263" cy="469900"/>
          </a:xfrm>
          <a:prstGeom prst="rect">
            <a:avLst/>
          </a:prstGeom>
          <a:noFill/>
          <a:ln w="12700" cap="flat" cmpd="sng">
            <a:solidFill>
              <a:schemeClr val="tx1"/>
            </a:solidFill>
            <a:prstDash val="solid"/>
            <a:miter/>
            <a:headEnd type="none" w="med" len="med"/>
            <a:tailEnd type="none" w="med" len="med"/>
          </a:ln>
        </p:spPr>
        <p:txBody>
          <a:bodyPr>
            <a:spAutoFit/>
          </a:bodyPr>
          <a:lstStyle>
            <a:lvl1pPr marL="342900" indent="-3429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80000"/>
              <a:buFont typeface="Wingdings" panose="05000000000000000000" pitchFamily="2" charset="2"/>
              <a:buChar char="n"/>
              <a:defRPr sz="3200" b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defRPr>
            </a:lvl1pPr>
            <a:lvl2pPr marL="742950" indent="-28575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Char char="–"/>
              <a:defRPr sz="2800">
                <a:solidFill>
                  <a:schemeClr val="tx1"/>
                </a:solidFill>
                <a:effectLst/>
                <a:latin typeface="+mn-lt"/>
                <a:ea typeface="+mn-ea"/>
              </a:defRPr>
            </a:lvl2pPr>
            <a:lvl3pPr marL="11430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Font typeface="Wingdings" panose="05000000000000000000" pitchFamily="2" charset="2"/>
              <a:buChar char="§"/>
              <a:defRPr sz="2400">
                <a:solidFill>
                  <a:schemeClr val="tx1"/>
                </a:solidFill>
                <a:effectLst/>
                <a:latin typeface="+mn-lt"/>
                <a:ea typeface="+mn-ea"/>
              </a:defRPr>
            </a:lvl3pPr>
            <a:lvl4pPr marL="16002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–"/>
              <a:defRPr sz="2000">
                <a:solidFill>
                  <a:schemeClr val="tx1"/>
                </a:solidFill>
                <a:effectLst/>
                <a:latin typeface="+mn-lt"/>
                <a:ea typeface="+mn-ea"/>
              </a:defRPr>
            </a:lvl4pPr>
            <a:lvl5pPr marL="20574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effectLst/>
                <a:latin typeface="+mn-lt"/>
                <a:ea typeface="+mn-ea"/>
              </a:defRPr>
            </a:lvl5pPr>
          </a:lstStyle>
          <a:p>
            <a:pPr marL="0" lvl="0" indent="0" algn="ctr" eaLnBrk="1" hangingPunct="1">
              <a:spcBef>
                <a:spcPct val="50000"/>
              </a:spcBef>
              <a:buClrTx/>
              <a:buSzTx/>
              <a:buFontTx/>
              <a:buNone/>
            </a:pPr>
            <a:endParaRPr lang="zh-CN" altLang="zh-CN" sz="2400" b="1" dirty="0">
              <a:latin typeface="Arial" panose="020B0604020202020204" pitchFamily="34" charset="0"/>
            </a:endParaRPr>
          </a:p>
        </p:txBody>
      </p:sp>
      <p:sp>
        <p:nvSpPr>
          <p:cNvPr id="79892" name="Text Box 20"/>
          <p:cNvSpPr txBox="1"/>
          <p:nvPr/>
        </p:nvSpPr>
        <p:spPr>
          <a:xfrm>
            <a:off x="7392988" y="1951038"/>
            <a:ext cx="576262" cy="469900"/>
          </a:xfrm>
          <a:prstGeom prst="rect">
            <a:avLst/>
          </a:prstGeom>
          <a:noFill/>
          <a:ln w="12700" cap="flat" cmpd="sng">
            <a:solidFill>
              <a:schemeClr val="tx1"/>
            </a:solidFill>
            <a:prstDash val="solid"/>
            <a:miter/>
            <a:headEnd type="none" w="med" len="med"/>
            <a:tailEnd type="none" w="med" len="med"/>
          </a:ln>
        </p:spPr>
        <p:txBody>
          <a:bodyPr>
            <a:spAutoFit/>
          </a:bodyPr>
          <a:lstStyle>
            <a:lvl1pPr marL="342900" indent="-3429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80000"/>
              <a:buFont typeface="Wingdings" panose="05000000000000000000" pitchFamily="2" charset="2"/>
              <a:buChar char="n"/>
              <a:defRPr sz="3200" b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defRPr>
            </a:lvl1pPr>
            <a:lvl2pPr marL="742950" indent="-28575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Char char="–"/>
              <a:defRPr sz="2800">
                <a:solidFill>
                  <a:schemeClr val="tx1"/>
                </a:solidFill>
                <a:effectLst/>
                <a:latin typeface="+mn-lt"/>
                <a:ea typeface="+mn-ea"/>
              </a:defRPr>
            </a:lvl2pPr>
            <a:lvl3pPr marL="11430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Font typeface="Wingdings" panose="05000000000000000000" pitchFamily="2" charset="2"/>
              <a:buChar char="§"/>
              <a:defRPr sz="2400">
                <a:solidFill>
                  <a:schemeClr val="tx1"/>
                </a:solidFill>
                <a:effectLst/>
                <a:latin typeface="+mn-lt"/>
                <a:ea typeface="+mn-ea"/>
              </a:defRPr>
            </a:lvl3pPr>
            <a:lvl4pPr marL="16002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–"/>
              <a:defRPr sz="2000">
                <a:solidFill>
                  <a:schemeClr val="tx1"/>
                </a:solidFill>
                <a:effectLst/>
                <a:latin typeface="+mn-lt"/>
                <a:ea typeface="+mn-ea"/>
              </a:defRPr>
            </a:lvl4pPr>
            <a:lvl5pPr marL="20574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effectLst/>
                <a:latin typeface="+mn-lt"/>
                <a:ea typeface="+mn-ea"/>
              </a:defRPr>
            </a:lvl5pPr>
          </a:lstStyle>
          <a:p>
            <a:pPr marL="0" lvl="0" indent="0" algn="ctr" eaLnBrk="1" hangingPunct="1">
              <a:spcBef>
                <a:spcPct val="50000"/>
              </a:spcBef>
              <a:buClrTx/>
              <a:buSzTx/>
              <a:buFontTx/>
              <a:buNone/>
            </a:pPr>
            <a:endParaRPr lang="zh-CN" altLang="zh-CN" sz="2400" b="1" dirty="0">
              <a:latin typeface="Arial" panose="020B0604020202020204" pitchFamily="34" charset="0"/>
            </a:endParaRPr>
          </a:p>
        </p:txBody>
      </p:sp>
      <p:sp>
        <p:nvSpPr>
          <p:cNvPr id="79893" name="Text Box 21"/>
          <p:cNvSpPr txBox="1"/>
          <p:nvPr/>
        </p:nvSpPr>
        <p:spPr>
          <a:xfrm>
            <a:off x="7969250" y="1951038"/>
            <a:ext cx="576263" cy="469900"/>
          </a:xfrm>
          <a:prstGeom prst="rect">
            <a:avLst/>
          </a:prstGeom>
          <a:noFill/>
          <a:ln w="12700" cap="flat" cmpd="sng">
            <a:solidFill>
              <a:schemeClr val="tx1"/>
            </a:solidFill>
            <a:prstDash val="solid"/>
            <a:miter/>
            <a:headEnd type="none" w="med" len="med"/>
            <a:tailEnd type="none" w="med" len="med"/>
          </a:ln>
        </p:spPr>
        <p:txBody>
          <a:bodyPr>
            <a:spAutoFit/>
          </a:bodyPr>
          <a:lstStyle>
            <a:lvl1pPr marL="342900" indent="-3429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80000"/>
              <a:buFont typeface="Wingdings" panose="05000000000000000000" pitchFamily="2" charset="2"/>
              <a:buChar char="n"/>
              <a:defRPr sz="3200" b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defRPr>
            </a:lvl1pPr>
            <a:lvl2pPr marL="742950" indent="-28575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Char char="–"/>
              <a:defRPr sz="2800">
                <a:solidFill>
                  <a:schemeClr val="tx1"/>
                </a:solidFill>
                <a:effectLst/>
                <a:latin typeface="+mn-lt"/>
                <a:ea typeface="+mn-ea"/>
              </a:defRPr>
            </a:lvl2pPr>
            <a:lvl3pPr marL="11430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Font typeface="Wingdings" panose="05000000000000000000" pitchFamily="2" charset="2"/>
              <a:buChar char="§"/>
              <a:defRPr sz="2400">
                <a:solidFill>
                  <a:schemeClr val="tx1"/>
                </a:solidFill>
                <a:effectLst/>
                <a:latin typeface="+mn-lt"/>
                <a:ea typeface="+mn-ea"/>
              </a:defRPr>
            </a:lvl3pPr>
            <a:lvl4pPr marL="16002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–"/>
              <a:defRPr sz="2000">
                <a:solidFill>
                  <a:schemeClr val="tx1"/>
                </a:solidFill>
                <a:effectLst/>
                <a:latin typeface="+mn-lt"/>
                <a:ea typeface="+mn-ea"/>
              </a:defRPr>
            </a:lvl4pPr>
            <a:lvl5pPr marL="20574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effectLst/>
                <a:latin typeface="+mn-lt"/>
                <a:ea typeface="+mn-ea"/>
              </a:defRPr>
            </a:lvl5pPr>
          </a:lstStyle>
          <a:p>
            <a:pPr marL="0" lvl="0" indent="0" algn="ctr" eaLnBrk="1" hangingPunct="1">
              <a:spcBef>
                <a:spcPct val="50000"/>
              </a:spcBef>
              <a:buClrTx/>
              <a:buSzTx/>
              <a:buFontTx/>
              <a:buNone/>
            </a:pPr>
            <a:endParaRPr lang="zh-CN" altLang="zh-CN" sz="2400" b="1" dirty="0">
              <a:latin typeface="Arial" panose="020B0604020202020204" pitchFamily="34" charset="0"/>
            </a:endParaRPr>
          </a:p>
        </p:txBody>
      </p:sp>
      <p:sp>
        <p:nvSpPr>
          <p:cNvPr id="79894" name="Text Box 22"/>
          <p:cNvSpPr txBox="1"/>
          <p:nvPr/>
        </p:nvSpPr>
        <p:spPr>
          <a:xfrm>
            <a:off x="8543925" y="1951038"/>
            <a:ext cx="576263" cy="469900"/>
          </a:xfrm>
          <a:prstGeom prst="rect">
            <a:avLst/>
          </a:prstGeom>
          <a:noFill/>
          <a:ln w="12700" cap="flat" cmpd="sng">
            <a:solidFill>
              <a:schemeClr val="tx1"/>
            </a:solidFill>
            <a:prstDash val="solid"/>
            <a:miter/>
            <a:headEnd type="none" w="med" len="med"/>
            <a:tailEnd type="none" w="med" len="med"/>
          </a:ln>
        </p:spPr>
        <p:txBody>
          <a:bodyPr>
            <a:spAutoFit/>
          </a:bodyPr>
          <a:lstStyle>
            <a:lvl1pPr marL="342900" indent="-3429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80000"/>
              <a:buFont typeface="Wingdings" panose="05000000000000000000" pitchFamily="2" charset="2"/>
              <a:buChar char="n"/>
              <a:defRPr sz="3200" b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defRPr>
            </a:lvl1pPr>
            <a:lvl2pPr marL="742950" indent="-28575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Char char="–"/>
              <a:defRPr sz="2800">
                <a:solidFill>
                  <a:schemeClr val="tx1"/>
                </a:solidFill>
                <a:effectLst/>
                <a:latin typeface="+mn-lt"/>
                <a:ea typeface="+mn-ea"/>
              </a:defRPr>
            </a:lvl2pPr>
            <a:lvl3pPr marL="11430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Font typeface="Wingdings" panose="05000000000000000000" pitchFamily="2" charset="2"/>
              <a:buChar char="§"/>
              <a:defRPr sz="2400">
                <a:solidFill>
                  <a:schemeClr val="tx1"/>
                </a:solidFill>
                <a:effectLst/>
                <a:latin typeface="+mn-lt"/>
                <a:ea typeface="+mn-ea"/>
              </a:defRPr>
            </a:lvl3pPr>
            <a:lvl4pPr marL="16002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–"/>
              <a:defRPr sz="2000">
                <a:solidFill>
                  <a:schemeClr val="tx1"/>
                </a:solidFill>
                <a:effectLst/>
                <a:latin typeface="+mn-lt"/>
                <a:ea typeface="+mn-ea"/>
              </a:defRPr>
            </a:lvl4pPr>
            <a:lvl5pPr marL="20574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effectLst/>
                <a:latin typeface="+mn-lt"/>
                <a:ea typeface="+mn-ea"/>
              </a:defRPr>
            </a:lvl5pPr>
          </a:lstStyle>
          <a:p>
            <a:pPr marL="0" lvl="0" indent="0" algn="ctr" eaLnBrk="1" hangingPunct="1">
              <a:spcBef>
                <a:spcPct val="50000"/>
              </a:spcBef>
              <a:buClrTx/>
              <a:buSzTx/>
              <a:buFontTx/>
              <a:buNone/>
            </a:pPr>
            <a:endParaRPr lang="zh-CN" altLang="zh-CN" sz="2400" b="1" dirty="0">
              <a:latin typeface="Arial" panose="020B0604020202020204" pitchFamily="34" charset="0"/>
            </a:endParaRPr>
          </a:p>
        </p:txBody>
      </p:sp>
      <p:grpSp>
        <p:nvGrpSpPr>
          <p:cNvPr id="79895" name="Group 24"/>
          <p:cNvGrpSpPr/>
          <p:nvPr/>
        </p:nvGrpSpPr>
        <p:grpSpPr>
          <a:xfrm>
            <a:off x="2566988" y="44450"/>
            <a:ext cx="7129462" cy="468313"/>
            <a:chOff x="657" y="28"/>
            <a:chExt cx="4491" cy="295"/>
          </a:xfrm>
        </p:grpSpPr>
        <p:sp>
          <p:nvSpPr>
            <p:cNvPr id="79972" name="Text Box 25"/>
            <p:cNvSpPr txBox="1"/>
            <p:nvPr/>
          </p:nvSpPr>
          <p:spPr>
            <a:xfrm>
              <a:off x="1519" y="28"/>
              <a:ext cx="363" cy="288"/>
            </a:xfrm>
            <a:prstGeom prst="rect">
              <a:avLst/>
            </a:prstGeom>
            <a:noFill/>
            <a:ln w="12700">
              <a:noFill/>
            </a:ln>
          </p:spPr>
          <p:txBody>
            <a:bodyPr>
              <a:spAutoFit/>
            </a:bodyPr>
            <a:lstStyle>
              <a:lvl1pPr marL="342900" indent="-342900" algn="l" rtl="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hlink"/>
                </a:buClr>
                <a:buSzPct val="80000"/>
                <a:buFont typeface="Wingdings" panose="05000000000000000000" pitchFamily="2" charset="2"/>
                <a:buChar char="n"/>
                <a:defRPr sz="3200" b="0">
                  <a:solidFill>
                    <a:schemeClr val="tx1"/>
                  </a:solidFill>
                  <a:effectLst/>
                  <a:latin typeface="+mn-lt"/>
                  <a:ea typeface="+mn-ea"/>
                  <a:cs typeface="+mn-cs"/>
                </a:defRPr>
              </a:lvl1pPr>
              <a:lvl2pPr marL="742950" indent="-285750" algn="l" rtl="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tx1"/>
                </a:buClr>
                <a:buChar char="–"/>
                <a:defRPr sz="2800">
                  <a:solidFill>
                    <a:schemeClr val="tx1"/>
                  </a:solidFill>
                  <a:effectLst/>
                  <a:latin typeface="+mn-lt"/>
                  <a:ea typeface="+mn-ea"/>
                </a:defRPr>
              </a:lvl2pPr>
              <a:lvl3pPr marL="11430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hlink"/>
                </a:buClr>
                <a:buFont typeface="Wingdings" panose="05000000000000000000" pitchFamily="2" charset="2"/>
                <a:buChar char="§"/>
                <a:defRPr sz="2400">
                  <a:solidFill>
                    <a:schemeClr val="tx1"/>
                  </a:solidFill>
                  <a:effectLst/>
                  <a:latin typeface="+mn-lt"/>
                  <a:ea typeface="+mn-ea"/>
                </a:defRPr>
              </a:lvl3pPr>
              <a:lvl4pPr marL="16002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–"/>
                <a:defRPr sz="2000">
                  <a:solidFill>
                    <a:schemeClr val="tx1"/>
                  </a:solidFill>
                  <a:effectLst/>
                  <a:latin typeface="+mn-lt"/>
                  <a:ea typeface="+mn-ea"/>
                </a:defRPr>
              </a:lvl4pPr>
              <a:lvl5pPr marL="20574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hlink"/>
                </a:buClr>
                <a:buFont typeface="Wingdings" panose="05000000000000000000" pitchFamily="2" charset="2"/>
                <a:buChar char="§"/>
                <a:defRPr sz="2000">
                  <a:solidFill>
                    <a:schemeClr val="tx1"/>
                  </a:solidFill>
                  <a:effectLst/>
                  <a:latin typeface="+mn-lt"/>
                  <a:ea typeface="+mn-ea"/>
                </a:defRPr>
              </a:lvl5pPr>
            </a:lstStyle>
            <a:p>
              <a:pPr marL="0" lvl="0" indent="0" algn="ctr" eaLnBrk="1" hangingPunct="1">
                <a:spcBef>
                  <a:spcPct val="50000"/>
                </a:spcBef>
                <a:buClrTx/>
                <a:buSzTx/>
                <a:buFontTx/>
                <a:buNone/>
              </a:pPr>
              <a:r>
                <a:rPr lang="en-US" altLang="zh-CN" sz="2400" b="1" dirty="0">
                  <a:solidFill>
                    <a:schemeClr val="folHlink"/>
                  </a:solidFill>
                  <a:latin typeface="Arial" panose="020B0604020202020204" pitchFamily="34" charset="0"/>
                </a:rPr>
                <a:t>1</a:t>
              </a:r>
              <a:endParaRPr lang="en-US" altLang="zh-CN" sz="2400" b="1" dirty="0">
                <a:solidFill>
                  <a:schemeClr val="folHlink"/>
                </a:solidFill>
                <a:latin typeface="Arial" panose="020B0604020202020204" pitchFamily="34" charset="0"/>
              </a:endParaRPr>
            </a:p>
          </p:txBody>
        </p:sp>
        <p:sp>
          <p:nvSpPr>
            <p:cNvPr id="79973" name="Text Box 26"/>
            <p:cNvSpPr txBox="1"/>
            <p:nvPr/>
          </p:nvSpPr>
          <p:spPr>
            <a:xfrm>
              <a:off x="1882" y="28"/>
              <a:ext cx="363" cy="288"/>
            </a:xfrm>
            <a:prstGeom prst="rect">
              <a:avLst/>
            </a:prstGeom>
            <a:noFill/>
            <a:ln w="12700">
              <a:noFill/>
            </a:ln>
          </p:spPr>
          <p:txBody>
            <a:bodyPr>
              <a:spAutoFit/>
            </a:bodyPr>
            <a:lstStyle>
              <a:lvl1pPr marL="342900" indent="-342900" algn="l" rtl="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hlink"/>
                </a:buClr>
                <a:buSzPct val="80000"/>
                <a:buFont typeface="Wingdings" panose="05000000000000000000" pitchFamily="2" charset="2"/>
                <a:buChar char="n"/>
                <a:defRPr sz="3200" b="0">
                  <a:solidFill>
                    <a:schemeClr val="tx1"/>
                  </a:solidFill>
                  <a:effectLst/>
                  <a:latin typeface="+mn-lt"/>
                  <a:ea typeface="+mn-ea"/>
                  <a:cs typeface="+mn-cs"/>
                </a:defRPr>
              </a:lvl1pPr>
              <a:lvl2pPr marL="742950" indent="-285750" algn="l" rtl="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tx1"/>
                </a:buClr>
                <a:buChar char="–"/>
                <a:defRPr sz="2800">
                  <a:solidFill>
                    <a:schemeClr val="tx1"/>
                  </a:solidFill>
                  <a:effectLst/>
                  <a:latin typeface="+mn-lt"/>
                  <a:ea typeface="+mn-ea"/>
                </a:defRPr>
              </a:lvl2pPr>
              <a:lvl3pPr marL="11430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hlink"/>
                </a:buClr>
                <a:buFont typeface="Wingdings" panose="05000000000000000000" pitchFamily="2" charset="2"/>
                <a:buChar char="§"/>
                <a:defRPr sz="2400">
                  <a:solidFill>
                    <a:schemeClr val="tx1"/>
                  </a:solidFill>
                  <a:effectLst/>
                  <a:latin typeface="+mn-lt"/>
                  <a:ea typeface="+mn-ea"/>
                </a:defRPr>
              </a:lvl3pPr>
              <a:lvl4pPr marL="16002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–"/>
                <a:defRPr sz="2000">
                  <a:solidFill>
                    <a:schemeClr val="tx1"/>
                  </a:solidFill>
                  <a:effectLst/>
                  <a:latin typeface="+mn-lt"/>
                  <a:ea typeface="+mn-ea"/>
                </a:defRPr>
              </a:lvl4pPr>
              <a:lvl5pPr marL="20574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hlink"/>
                </a:buClr>
                <a:buFont typeface="Wingdings" panose="05000000000000000000" pitchFamily="2" charset="2"/>
                <a:buChar char="§"/>
                <a:defRPr sz="2000">
                  <a:solidFill>
                    <a:schemeClr val="tx1"/>
                  </a:solidFill>
                  <a:effectLst/>
                  <a:latin typeface="+mn-lt"/>
                  <a:ea typeface="+mn-ea"/>
                </a:defRPr>
              </a:lvl5pPr>
            </a:lstStyle>
            <a:p>
              <a:pPr marL="0" lvl="0" indent="0" algn="ctr" eaLnBrk="1" hangingPunct="1">
                <a:spcBef>
                  <a:spcPct val="50000"/>
                </a:spcBef>
                <a:buClrTx/>
                <a:buSzTx/>
                <a:buFontTx/>
                <a:buNone/>
              </a:pPr>
              <a:r>
                <a:rPr lang="en-US" altLang="zh-CN" sz="2400" b="1" dirty="0">
                  <a:solidFill>
                    <a:schemeClr val="folHlink"/>
                  </a:solidFill>
                  <a:latin typeface="Arial" panose="020B0604020202020204" pitchFamily="34" charset="0"/>
                </a:rPr>
                <a:t>2</a:t>
              </a:r>
              <a:endParaRPr lang="en-US" altLang="zh-CN" sz="2400" b="1" dirty="0">
                <a:solidFill>
                  <a:schemeClr val="folHlink"/>
                </a:solidFill>
                <a:latin typeface="Arial" panose="020B0604020202020204" pitchFamily="34" charset="0"/>
              </a:endParaRPr>
            </a:p>
          </p:txBody>
        </p:sp>
        <p:sp>
          <p:nvSpPr>
            <p:cNvPr id="79974" name="Text Box 27"/>
            <p:cNvSpPr txBox="1"/>
            <p:nvPr/>
          </p:nvSpPr>
          <p:spPr>
            <a:xfrm>
              <a:off x="2245" y="28"/>
              <a:ext cx="363" cy="288"/>
            </a:xfrm>
            <a:prstGeom prst="rect">
              <a:avLst/>
            </a:prstGeom>
            <a:noFill/>
            <a:ln w="12700">
              <a:noFill/>
            </a:ln>
          </p:spPr>
          <p:txBody>
            <a:bodyPr>
              <a:spAutoFit/>
            </a:bodyPr>
            <a:lstStyle>
              <a:lvl1pPr marL="342900" indent="-342900" algn="l" rtl="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hlink"/>
                </a:buClr>
                <a:buSzPct val="80000"/>
                <a:buFont typeface="Wingdings" panose="05000000000000000000" pitchFamily="2" charset="2"/>
                <a:buChar char="n"/>
                <a:defRPr sz="3200" b="0">
                  <a:solidFill>
                    <a:schemeClr val="tx1"/>
                  </a:solidFill>
                  <a:effectLst/>
                  <a:latin typeface="+mn-lt"/>
                  <a:ea typeface="+mn-ea"/>
                  <a:cs typeface="+mn-cs"/>
                </a:defRPr>
              </a:lvl1pPr>
              <a:lvl2pPr marL="742950" indent="-285750" algn="l" rtl="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tx1"/>
                </a:buClr>
                <a:buChar char="–"/>
                <a:defRPr sz="2800">
                  <a:solidFill>
                    <a:schemeClr val="tx1"/>
                  </a:solidFill>
                  <a:effectLst/>
                  <a:latin typeface="+mn-lt"/>
                  <a:ea typeface="+mn-ea"/>
                </a:defRPr>
              </a:lvl2pPr>
              <a:lvl3pPr marL="11430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hlink"/>
                </a:buClr>
                <a:buFont typeface="Wingdings" panose="05000000000000000000" pitchFamily="2" charset="2"/>
                <a:buChar char="§"/>
                <a:defRPr sz="2400">
                  <a:solidFill>
                    <a:schemeClr val="tx1"/>
                  </a:solidFill>
                  <a:effectLst/>
                  <a:latin typeface="+mn-lt"/>
                  <a:ea typeface="+mn-ea"/>
                </a:defRPr>
              </a:lvl3pPr>
              <a:lvl4pPr marL="16002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–"/>
                <a:defRPr sz="2000">
                  <a:solidFill>
                    <a:schemeClr val="tx1"/>
                  </a:solidFill>
                  <a:effectLst/>
                  <a:latin typeface="+mn-lt"/>
                  <a:ea typeface="+mn-ea"/>
                </a:defRPr>
              </a:lvl4pPr>
              <a:lvl5pPr marL="20574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hlink"/>
                </a:buClr>
                <a:buFont typeface="Wingdings" panose="05000000000000000000" pitchFamily="2" charset="2"/>
                <a:buChar char="§"/>
                <a:defRPr sz="2000">
                  <a:solidFill>
                    <a:schemeClr val="tx1"/>
                  </a:solidFill>
                  <a:effectLst/>
                  <a:latin typeface="+mn-lt"/>
                  <a:ea typeface="+mn-ea"/>
                </a:defRPr>
              </a:lvl5pPr>
            </a:lstStyle>
            <a:p>
              <a:pPr marL="0" lvl="0" indent="0" algn="ctr" eaLnBrk="1" hangingPunct="1">
                <a:spcBef>
                  <a:spcPct val="50000"/>
                </a:spcBef>
                <a:buClrTx/>
                <a:buSzTx/>
                <a:buFontTx/>
                <a:buNone/>
              </a:pPr>
              <a:r>
                <a:rPr lang="en-US" altLang="zh-CN" sz="2400" b="1" dirty="0">
                  <a:solidFill>
                    <a:schemeClr val="folHlink"/>
                  </a:solidFill>
                  <a:latin typeface="Arial" panose="020B0604020202020204" pitchFamily="34" charset="0"/>
                </a:rPr>
                <a:t>3</a:t>
              </a:r>
              <a:endParaRPr lang="en-US" altLang="zh-CN" sz="2400" b="1" dirty="0">
                <a:solidFill>
                  <a:schemeClr val="folHlink"/>
                </a:solidFill>
                <a:latin typeface="Arial" panose="020B0604020202020204" pitchFamily="34" charset="0"/>
              </a:endParaRPr>
            </a:p>
          </p:txBody>
        </p:sp>
        <p:sp>
          <p:nvSpPr>
            <p:cNvPr id="79975" name="Text Box 28"/>
            <p:cNvSpPr txBox="1"/>
            <p:nvPr/>
          </p:nvSpPr>
          <p:spPr>
            <a:xfrm>
              <a:off x="2608" y="28"/>
              <a:ext cx="363" cy="288"/>
            </a:xfrm>
            <a:prstGeom prst="rect">
              <a:avLst/>
            </a:prstGeom>
            <a:noFill/>
            <a:ln w="12700">
              <a:noFill/>
            </a:ln>
          </p:spPr>
          <p:txBody>
            <a:bodyPr>
              <a:spAutoFit/>
            </a:bodyPr>
            <a:lstStyle>
              <a:lvl1pPr marL="342900" indent="-342900" algn="l" rtl="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hlink"/>
                </a:buClr>
                <a:buSzPct val="80000"/>
                <a:buFont typeface="Wingdings" panose="05000000000000000000" pitchFamily="2" charset="2"/>
                <a:buChar char="n"/>
                <a:defRPr sz="3200" b="0">
                  <a:solidFill>
                    <a:schemeClr val="tx1"/>
                  </a:solidFill>
                  <a:effectLst/>
                  <a:latin typeface="+mn-lt"/>
                  <a:ea typeface="+mn-ea"/>
                  <a:cs typeface="+mn-cs"/>
                </a:defRPr>
              </a:lvl1pPr>
              <a:lvl2pPr marL="742950" indent="-285750" algn="l" rtl="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tx1"/>
                </a:buClr>
                <a:buChar char="–"/>
                <a:defRPr sz="2800">
                  <a:solidFill>
                    <a:schemeClr val="tx1"/>
                  </a:solidFill>
                  <a:effectLst/>
                  <a:latin typeface="+mn-lt"/>
                  <a:ea typeface="+mn-ea"/>
                </a:defRPr>
              </a:lvl2pPr>
              <a:lvl3pPr marL="11430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hlink"/>
                </a:buClr>
                <a:buFont typeface="Wingdings" panose="05000000000000000000" pitchFamily="2" charset="2"/>
                <a:buChar char="§"/>
                <a:defRPr sz="2400">
                  <a:solidFill>
                    <a:schemeClr val="tx1"/>
                  </a:solidFill>
                  <a:effectLst/>
                  <a:latin typeface="+mn-lt"/>
                  <a:ea typeface="+mn-ea"/>
                </a:defRPr>
              </a:lvl3pPr>
              <a:lvl4pPr marL="16002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–"/>
                <a:defRPr sz="2000">
                  <a:solidFill>
                    <a:schemeClr val="tx1"/>
                  </a:solidFill>
                  <a:effectLst/>
                  <a:latin typeface="+mn-lt"/>
                  <a:ea typeface="+mn-ea"/>
                </a:defRPr>
              </a:lvl4pPr>
              <a:lvl5pPr marL="20574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hlink"/>
                </a:buClr>
                <a:buFont typeface="Wingdings" panose="05000000000000000000" pitchFamily="2" charset="2"/>
                <a:buChar char="§"/>
                <a:defRPr sz="2000">
                  <a:solidFill>
                    <a:schemeClr val="tx1"/>
                  </a:solidFill>
                  <a:effectLst/>
                  <a:latin typeface="+mn-lt"/>
                  <a:ea typeface="+mn-ea"/>
                </a:defRPr>
              </a:lvl5pPr>
            </a:lstStyle>
            <a:p>
              <a:pPr marL="0" lvl="0" indent="0" algn="ctr" eaLnBrk="1" hangingPunct="1">
                <a:spcBef>
                  <a:spcPct val="50000"/>
                </a:spcBef>
                <a:buClrTx/>
                <a:buSzTx/>
                <a:buFontTx/>
                <a:buNone/>
              </a:pPr>
              <a:r>
                <a:rPr lang="en-US" altLang="zh-CN" sz="2400" b="1" dirty="0">
                  <a:solidFill>
                    <a:schemeClr val="folHlink"/>
                  </a:solidFill>
                  <a:latin typeface="Arial" panose="020B0604020202020204" pitchFamily="34" charset="0"/>
                </a:rPr>
                <a:t>4</a:t>
              </a:r>
              <a:endParaRPr lang="en-US" altLang="zh-CN" sz="2400" b="1" dirty="0">
                <a:solidFill>
                  <a:schemeClr val="folHlink"/>
                </a:solidFill>
                <a:latin typeface="Arial" panose="020B0604020202020204" pitchFamily="34" charset="0"/>
              </a:endParaRPr>
            </a:p>
          </p:txBody>
        </p:sp>
        <p:sp>
          <p:nvSpPr>
            <p:cNvPr id="79976" name="Text Box 29"/>
            <p:cNvSpPr txBox="1"/>
            <p:nvPr/>
          </p:nvSpPr>
          <p:spPr>
            <a:xfrm>
              <a:off x="2970" y="28"/>
              <a:ext cx="363" cy="288"/>
            </a:xfrm>
            <a:prstGeom prst="rect">
              <a:avLst/>
            </a:prstGeom>
            <a:noFill/>
            <a:ln w="12700">
              <a:noFill/>
            </a:ln>
          </p:spPr>
          <p:txBody>
            <a:bodyPr>
              <a:spAutoFit/>
            </a:bodyPr>
            <a:lstStyle>
              <a:lvl1pPr marL="342900" indent="-342900" algn="l" rtl="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hlink"/>
                </a:buClr>
                <a:buSzPct val="80000"/>
                <a:buFont typeface="Wingdings" panose="05000000000000000000" pitchFamily="2" charset="2"/>
                <a:buChar char="n"/>
                <a:defRPr sz="3200" b="0">
                  <a:solidFill>
                    <a:schemeClr val="tx1"/>
                  </a:solidFill>
                  <a:effectLst/>
                  <a:latin typeface="+mn-lt"/>
                  <a:ea typeface="+mn-ea"/>
                  <a:cs typeface="+mn-cs"/>
                </a:defRPr>
              </a:lvl1pPr>
              <a:lvl2pPr marL="742950" indent="-285750" algn="l" rtl="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tx1"/>
                </a:buClr>
                <a:buChar char="–"/>
                <a:defRPr sz="2800">
                  <a:solidFill>
                    <a:schemeClr val="tx1"/>
                  </a:solidFill>
                  <a:effectLst/>
                  <a:latin typeface="+mn-lt"/>
                  <a:ea typeface="+mn-ea"/>
                </a:defRPr>
              </a:lvl2pPr>
              <a:lvl3pPr marL="11430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hlink"/>
                </a:buClr>
                <a:buFont typeface="Wingdings" panose="05000000000000000000" pitchFamily="2" charset="2"/>
                <a:buChar char="§"/>
                <a:defRPr sz="2400">
                  <a:solidFill>
                    <a:schemeClr val="tx1"/>
                  </a:solidFill>
                  <a:effectLst/>
                  <a:latin typeface="+mn-lt"/>
                  <a:ea typeface="+mn-ea"/>
                </a:defRPr>
              </a:lvl3pPr>
              <a:lvl4pPr marL="16002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–"/>
                <a:defRPr sz="2000">
                  <a:solidFill>
                    <a:schemeClr val="tx1"/>
                  </a:solidFill>
                  <a:effectLst/>
                  <a:latin typeface="+mn-lt"/>
                  <a:ea typeface="+mn-ea"/>
                </a:defRPr>
              </a:lvl4pPr>
              <a:lvl5pPr marL="20574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hlink"/>
                </a:buClr>
                <a:buFont typeface="Wingdings" panose="05000000000000000000" pitchFamily="2" charset="2"/>
                <a:buChar char="§"/>
                <a:defRPr sz="2000">
                  <a:solidFill>
                    <a:schemeClr val="tx1"/>
                  </a:solidFill>
                  <a:effectLst/>
                  <a:latin typeface="+mn-lt"/>
                  <a:ea typeface="+mn-ea"/>
                </a:defRPr>
              </a:lvl5pPr>
            </a:lstStyle>
            <a:p>
              <a:pPr marL="0" lvl="0" indent="0" algn="ctr" eaLnBrk="1" hangingPunct="1">
                <a:spcBef>
                  <a:spcPct val="50000"/>
                </a:spcBef>
                <a:buClrTx/>
                <a:buSzTx/>
                <a:buFontTx/>
                <a:buNone/>
              </a:pPr>
              <a:r>
                <a:rPr lang="en-US" altLang="zh-CN" sz="2400" b="1" dirty="0">
                  <a:solidFill>
                    <a:schemeClr val="folHlink"/>
                  </a:solidFill>
                  <a:latin typeface="Arial" panose="020B0604020202020204" pitchFamily="34" charset="0"/>
                </a:rPr>
                <a:t>5</a:t>
              </a:r>
              <a:endParaRPr lang="en-US" altLang="zh-CN" sz="2400" b="1" dirty="0">
                <a:solidFill>
                  <a:schemeClr val="folHlink"/>
                </a:solidFill>
                <a:latin typeface="Arial" panose="020B0604020202020204" pitchFamily="34" charset="0"/>
              </a:endParaRPr>
            </a:p>
          </p:txBody>
        </p:sp>
        <p:sp>
          <p:nvSpPr>
            <p:cNvPr id="79977" name="Text Box 30"/>
            <p:cNvSpPr txBox="1"/>
            <p:nvPr/>
          </p:nvSpPr>
          <p:spPr>
            <a:xfrm>
              <a:off x="3333" y="28"/>
              <a:ext cx="363" cy="288"/>
            </a:xfrm>
            <a:prstGeom prst="rect">
              <a:avLst/>
            </a:prstGeom>
            <a:noFill/>
            <a:ln w="12700">
              <a:noFill/>
            </a:ln>
          </p:spPr>
          <p:txBody>
            <a:bodyPr>
              <a:spAutoFit/>
            </a:bodyPr>
            <a:lstStyle>
              <a:lvl1pPr marL="342900" indent="-342900" algn="l" rtl="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hlink"/>
                </a:buClr>
                <a:buSzPct val="80000"/>
                <a:buFont typeface="Wingdings" panose="05000000000000000000" pitchFamily="2" charset="2"/>
                <a:buChar char="n"/>
                <a:defRPr sz="3200" b="0">
                  <a:solidFill>
                    <a:schemeClr val="tx1"/>
                  </a:solidFill>
                  <a:effectLst/>
                  <a:latin typeface="+mn-lt"/>
                  <a:ea typeface="+mn-ea"/>
                  <a:cs typeface="+mn-cs"/>
                </a:defRPr>
              </a:lvl1pPr>
              <a:lvl2pPr marL="742950" indent="-285750" algn="l" rtl="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tx1"/>
                </a:buClr>
                <a:buChar char="–"/>
                <a:defRPr sz="2800">
                  <a:solidFill>
                    <a:schemeClr val="tx1"/>
                  </a:solidFill>
                  <a:effectLst/>
                  <a:latin typeface="+mn-lt"/>
                  <a:ea typeface="+mn-ea"/>
                </a:defRPr>
              </a:lvl2pPr>
              <a:lvl3pPr marL="11430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hlink"/>
                </a:buClr>
                <a:buFont typeface="Wingdings" panose="05000000000000000000" pitchFamily="2" charset="2"/>
                <a:buChar char="§"/>
                <a:defRPr sz="2400">
                  <a:solidFill>
                    <a:schemeClr val="tx1"/>
                  </a:solidFill>
                  <a:effectLst/>
                  <a:latin typeface="+mn-lt"/>
                  <a:ea typeface="+mn-ea"/>
                </a:defRPr>
              </a:lvl3pPr>
              <a:lvl4pPr marL="16002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–"/>
                <a:defRPr sz="2000">
                  <a:solidFill>
                    <a:schemeClr val="tx1"/>
                  </a:solidFill>
                  <a:effectLst/>
                  <a:latin typeface="+mn-lt"/>
                  <a:ea typeface="+mn-ea"/>
                </a:defRPr>
              </a:lvl4pPr>
              <a:lvl5pPr marL="20574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hlink"/>
                </a:buClr>
                <a:buFont typeface="Wingdings" panose="05000000000000000000" pitchFamily="2" charset="2"/>
                <a:buChar char="§"/>
                <a:defRPr sz="2000">
                  <a:solidFill>
                    <a:schemeClr val="tx1"/>
                  </a:solidFill>
                  <a:effectLst/>
                  <a:latin typeface="+mn-lt"/>
                  <a:ea typeface="+mn-ea"/>
                </a:defRPr>
              </a:lvl5pPr>
            </a:lstStyle>
            <a:p>
              <a:pPr marL="0" lvl="0" indent="0" algn="ctr" eaLnBrk="1" hangingPunct="1">
                <a:spcBef>
                  <a:spcPct val="50000"/>
                </a:spcBef>
                <a:buClrTx/>
                <a:buSzTx/>
                <a:buFontTx/>
                <a:buNone/>
              </a:pPr>
              <a:r>
                <a:rPr lang="en-US" altLang="zh-CN" sz="2400" b="1" dirty="0">
                  <a:solidFill>
                    <a:schemeClr val="folHlink"/>
                  </a:solidFill>
                  <a:latin typeface="Arial" panose="020B0604020202020204" pitchFamily="34" charset="0"/>
                </a:rPr>
                <a:t>6</a:t>
              </a:r>
              <a:endParaRPr lang="en-US" altLang="zh-CN" sz="2400" b="1" dirty="0">
                <a:solidFill>
                  <a:schemeClr val="folHlink"/>
                </a:solidFill>
                <a:latin typeface="Arial" panose="020B0604020202020204" pitchFamily="34" charset="0"/>
              </a:endParaRPr>
            </a:p>
          </p:txBody>
        </p:sp>
        <p:sp>
          <p:nvSpPr>
            <p:cNvPr id="79978" name="Text Box 31"/>
            <p:cNvSpPr txBox="1"/>
            <p:nvPr/>
          </p:nvSpPr>
          <p:spPr>
            <a:xfrm>
              <a:off x="3696" y="28"/>
              <a:ext cx="363" cy="288"/>
            </a:xfrm>
            <a:prstGeom prst="rect">
              <a:avLst/>
            </a:prstGeom>
            <a:noFill/>
            <a:ln w="12700">
              <a:noFill/>
            </a:ln>
          </p:spPr>
          <p:txBody>
            <a:bodyPr>
              <a:spAutoFit/>
            </a:bodyPr>
            <a:lstStyle>
              <a:lvl1pPr marL="342900" indent="-342900" algn="l" rtl="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hlink"/>
                </a:buClr>
                <a:buSzPct val="80000"/>
                <a:buFont typeface="Wingdings" panose="05000000000000000000" pitchFamily="2" charset="2"/>
                <a:buChar char="n"/>
                <a:defRPr sz="3200" b="0">
                  <a:solidFill>
                    <a:schemeClr val="tx1"/>
                  </a:solidFill>
                  <a:effectLst/>
                  <a:latin typeface="+mn-lt"/>
                  <a:ea typeface="+mn-ea"/>
                  <a:cs typeface="+mn-cs"/>
                </a:defRPr>
              </a:lvl1pPr>
              <a:lvl2pPr marL="742950" indent="-285750" algn="l" rtl="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tx1"/>
                </a:buClr>
                <a:buChar char="–"/>
                <a:defRPr sz="2800">
                  <a:solidFill>
                    <a:schemeClr val="tx1"/>
                  </a:solidFill>
                  <a:effectLst/>
                  <a:latin typeface="+mn-lt"/>
                  <a:ea typeface="+mn-ea"/>
                </a:defRPr>
              </a:lvl2pPr>
              <a:lvl3pPr marL="11430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hlink"/>
                </a:buClr>
                <a:buFont typeface="Wingdings" panose="05000000000000000000" pitchFamily="2" charset="2"/>
                <a:buChar char="§"/>
                <a:defRPr sz="2400">
                  <a:solidFill>
                    <a:schemeClr val="tx1"/>
                  </a:solidFill>
                  <a:effectLst/>
                  <a:latin typeface="+mn-lt"/>
                  <a:ea typeface="+mn-ea"/>
                </a:defRPr>
              </a:lvl3pPr>
              <a:lvl4pPr marL="16002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–"/>
                <a:defRPr sz="2000">
                  <a:solidFill>
                    <a:schemeClr val="tx1"/>
                  </a:solidFill>
                  <a:effectLst/>
                  <a:latin typeface="+mn-lt"/>
                  <a:ea typeface="+mn-ea"/>
                </a:defRPr>
              </a:lvl4pPr>
              <a:lvl5pPr marL="20574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hlink"/>
                </a:buClr>
                <a:buFont typeface="Wingdings" panose="05000000000000000000" pitchFamily="2" charset="2"/>
                <a:buChar char="§"/>
                <a:defRPr sz="2000">
                  <a:solidFill>
                    <a:schemeClr val="tx1"/>
                  </a:solidFill>
                  <a:effectLst/>
                  <a:latin typeface="+mn-lt"/>
                  <a:ea typeface="+mn-ea"/>
                </a:defRPr>
              </a:lvl5pPr>
            </a:lstStyle>
            <a:p>
              <a:pPr marL="0" lvl="0" indent="0" algn="ctr" eaLnBrk="1" hangingPunct="1">
                <a:spcBef>
                  <a:spcPct val="50000"/>
                </a:spcBef>
                <a:buClrTx/>
                <a:buSzTx/>
                <a:buFontTx/>
                <a:buNone/>
              </a:pPr>
              <a:r>
                <a:rPr lang="en-US" altLang="zh-CN" sz="2400" b="1" dirty="0">
                  <a:solidFill>
                    <a:schemeClr val="folHlink"/>
                  </a:solidFill>
                  <a:latin typeface="Arial" panose="020B0604020202020204" pitchFamily="34" charset="0"/>
                </a:rPr>
                <a:t>7</a:t>
              </a:r>
              <a:endParaRPr lang="en-US" altLang="zh-CN" sz="2400" b="1" dirty="0">
                <a:solidFill>
                  <a:schemeClr val="folHlink"/>
                </a:solidFill>
                <a:latin typeface="Arial" panose="020B0604020202020204" pitchFamily="34" charset="0"/>
              </a:endParaRPr>
            </a:p>
          </p:txBody>
        </p:sp>
        <p:sp>
          <p:nvSpPr>
            <p:cNvPr id="79979" name="Text Box 32"/>
            <p:cNvSpPr txBox="1"/>
            <p:nvPr/>
          </p:nvSpPr>
          <p:spPr>
            <a:xfrm>
              <a:off x="4059" y="28"/>
              <a:ext cx="363" cy="288"/>
            </a:xfrm>
            <a:prstGeom prst="rect">
              <a:avLst/>
            </a:prstGeom>
            <a:noFill/>
            <a:ln w="12700">
              <a:noFill/>
            </a:ln>
          </p:spPr>
          <p:txBody>
            <a:bodyPr>
              <a:spAutoFit/>
            </a:bodyPr>
            <a:lstStyle>
              <a:lvl1pPr marL="342900" indent="-342900" algn="l" rtl="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hlink"/>
                </a:buClr>
                <a:buSzPct val="80000"/>
                <a:buFont typeface="Wingdings" panose="05000000000000000000" pitchFamily="2" charset="2"/>
                <a:buChar char="n"/>
                <a:defRPr sz="3200" b="0">
                  <a:solidFill>
                    <a:schemeClr val="tx1"/>
                  </a:solidFill>
                  <a:effectLst/>
                  <a:latin typeface="+mn-lt"/>
                  <a:ea typeface="+mn-ea"/>
                  <a:cs typeface="+mn-cs"/>
                </a:defRPr>
              </a:lvl1pPr>
              <a:lvl2pPr marL="742950" indent="-285750" algn="l" rtl="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tx1"/>
                </a:buClr>
                <a:buChar char="–"/>
                <a:defRPr sz="2800">
                  <a:solidFill>
                    <a:schemeClr val="tx1"/>
                  </a:solidFill>
                  <a:effectLst/>
                  <a:latin typeface="+mn-lt"/>
                  <a:ea typeface="+mn-ea"/>
                </a:defRPr>
              </a:lvl2pPr>
              <a:lvl3pPr marL="11430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hlink"/>
                </a:buClr>
                <a:buFont typeface="Wingdings" panose="05000000000000000000" pitchFamily="2" charset="2"/>
                <a:buChar char="§"/>
                <a:defRPr sz="2400">
                  <a:solidFill>
                    <a:schemeClr val="tx1"/>
                  </a:solidFill>
                  <a:effectLst/>
                  <a:latin typeface="+mn-lt"/>
                  <a:ea typeface="+mn-ea"/>
                </a:defRPr>
              </a:lvl3pPr>
              <a:lvl4pPr marL="16002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–"/>
                <a:defRPr sz="2000">
                  <a:solidFill>
                    <a:schemeClr val="tx1"/>
                  </a:solidFill>
                  <a:effectLst/>
                  <a:latin typeface="+mn-lt"/>
                  <a:ea typeface="+mn-ea"/>
                </a:defRPr>
              </a:lvl4pPr>
              <a:lvl5pPr marL="20574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hlink"/>
                </a:buClr>
                <a:buFont typeface="Wingdings" panose="05000000000000000000" pitchFamily="2" charset="2"/>
                <a:buChar char="§"/>
                <a:defRPr sz="2000">
                  <a:solidFill>
                    <a:schemeClr val="tx1"/>
                  </a:solidFill>
                  <a:effectLst/>
                  <a:latin typeface="+mn-lt"/>
                  <a:ea typeface="+mn-ea"/>
                </a:defRPr>
              </a:lvl5pPr>
            </a:lstStyle>
            <a:p>
              <a:pPr marL="0" lvl="0" indent="0" algn="ctr" eaLnBrk="1" hangingPunct="1">
                <a:spcBef>
                  <a:spcPct val="50000"/>
                </a:spcBef>
                <a:buClrTx/>
                <a:buSzTx/>
                <a:buFontTx/>
                <a:buNone/>
              </a:pPr>
              <a:r>
                <a:rPr lang="en-US" altLang="zh-CN" sz="2400" b="1" dirty="0">
                  <a:solidFill>
                    <a:schemeClr val="folHlink"/>
                  </a:solidFill>
                  <a:latin typeface="Arial" panose="020B0604020202020204" pitchFamily="34" charset="0"/>
                </a:rPr>
                <a:t>8</a:t>
              </a:r>
              <a:endParaRPr lang="en-US" altLang="zh-CN" sz="2400" b="1" dirty="0">
                <a:solidFill>
                  <a:schemeClr val="folHlink"/>
                </a:solidFill>
                <a:latin typeface="Arial" panose="020B0604020202020204" pitchFamily="34" charset="0"/>
              </a:endParaRPr>
            </a:p>
          </p:txBody>
        </p:sp>
        <p:sp>
          <p:nvSpPr>
            <p:cNvPr id="79980" name="Text Box 33"/>
            <p:cNvSpPr txBox="1"/>
            <p:nvPr/>
          </p:nvSpPr>
          <p:spPr>
            <a:xfrm>
              <a:off x="4422" y="28"/>
              <a:ext cx="363" cy="288"/>
            </a:xfrm>
            <a:prstGeom prst="rect">
              <a:avLst/>
            </a:prstGeom>
            <a:noFill/>
            <a:ln w="12700">
              <a:noFill/>
            </a:ln>
          </p:spPr>
          <p:txBody>
            <a:bodyPr>
              <a:spAutoFit/>
            </a:bodyPr>
            <a:lstStyle>
              <a:lvl1pPr marL="342900" indent="-342900" algn="l" rtl="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hlink"/>
                </a:buClr>
                <a:buSzPct val="80000"/>
                <a:buFont typeface="Wingdings" panose="05000000000000000000" pitchFamily="2" charset="2"/>
                <a:buChar char="n"/>
                <a:defRPr sz="3200" b="0">
                  <a:solidFill>
                    <a:schemeClr val="tx1"/>
                  </a:solidFill>
                  <a:effectLst/>
                  <a:latin typeface="+mn-lt"/>
                  <a:ea typeface="+mn-ea"/>
                  <a:cs typeface="+mn-cs"/>
                </a:defRPr>
              </a:lvl1pPr>
              <a:lvl2pPr marL="742950" indent="-285750" algn="l" rtl="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tx1"/>
                </a:buClr>
                <a:buChar char="–"/>
                <a:defRPr sz="2800">
                  <a:solidFill>
                    <a:schemeClr val="tx1"/>
                  </a:solidFill>
                  <a:effectLst/>
                  <a:latin typeface="+mn-lt"/>
                  <a:ea typeface="+mn-ea"/>
                </a:defRPr>
              </a:lvl2pPr>
              <a:lvl3pPr marL="11430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hlink"/>
                </a:buClr>
                <a:buFont typeface="Wingdings" panose="05000000000000000000" pitchFamily="2" charset="2"/>
                <a:buChar char="§"/>
                <a:defRPr sz="2400">
                  <a:solidFill>
                    <a:schemeClr val="tx1"/>
                  </a:solidFill>
                  <a:effectLst/>
                  <a:latin typeface="+mn-lt"/>
                  <a:ea typeface="+mn-ea"/>
                </a:defRPr>
              </a:lvl3pPr>
              <a:lvl4pPr marL="16002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–"/>
                <a:defRPr sz="2000">
                  <a:solidFill>
                    <a:schemeClr val="tx1"/>
                  </a:solidFill>
                  <a:effectLst/>
                  <a:latin typeface="+mn-lt"/>
                  <a:ea typeface="+mn-ea"/>
                </a:defRPr>
              </a:lvl4pPr>
              <a:lvl5pPr marL="20574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hlink"/>
                </a:buClr>
                <a:buFont typeface="Wingdings" panose="05000000000000000000" pitchFamily="2" charset="2"/>
                <a:buChar char="§"/>
                <a:defRPr sz="2000">
                  <a:solidFill>
                    <a:schemeClr val="tx1"/>
                  </a:solidFill>
                  <a:effectLst/>
                  <a:latin typeface="+mn-lt"/>
                  <a:ea typeface="+mn-ea"/>
                </a:defRPr>
              </a:lvl5pPr>
            </a:lstStyle>
            <a:p>
              <a:pPr marL="0" lvl="0" indent="0" algn="ctr" eaLnBrk="1" hangingPunct="1">
                <a:spcBef>
                  <a:spcPct val="50000"/>
                </a:spcBef>
                <a:buClrTx/>
                <a:buSzTx/>
                <a:buFontTx/>
                <a:buNone/>
              </a:pPr>
              <a:r>
                <a:rPr lang="en-US" altLang="zh-CN" sz="2400" b="1" dirty="0">
                  <a:solidFill>
                    <a:schemeClr val="folHlink"/>
                  </a:solidFill>
                  <a:latin typeface="Arial" panose="020B0604020202020204" pitchFamily="34" charset="0"/>
                </a:rPr>
                <a:t>9</a:t>
              </a:r>
              <a:endParaRPr lang="en-US" altLang="zh-CN" sz="2400" b="1" dirty="0">
                <a:solidFill>
                  <a:schemeClr val="folHlink"/>
                </a:solidFill>
                <a:latin typeface="Arial" panose="020B0604020202020204" pitchFamily="34" charset="0"/>
              </a:endParaRPr>
            </a:p>
          </p:txBody>
        </p:sp>
        <p:sp>
          <p:nvSpPr>
            <p:cNvPr id="79981" name="Text Box 34"/>
            <p:cNvSpPr txBox="1"/>
            <p:nvPr/>
          </p:nvSpPr>
          <p:spPr>
            <a:xfrm>
              <a:off x="657" y="35"/>
              <a:ext cx="657" cy="288"/>
            </a:xfrm>
            <a:prstGeom prst="rect">
              <a:avLst/>
            </a:prstGeom>
            <a:noFill/>
            <a:ln w="12700">
              <a:noFill/>
            </a:ln>
          </p:spPr>
          <p:txBody>
            <a:bodyPr>
              <a:spAutoFit/>
            </a:bodyPr>
            <a:lstStyle>
              <a:lvl1pPr marL="342900" indent="-342900" algn="l" rtl="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hlink"/>
                </a:buClr>
                <a:buSzPct val="80000"/>
                <a:buFont typeface="Wingdings" panose="05000000000000000000" pitchFamily="2" charset="2"/>
                <a:buChar char="n"/>
                <a:defRPr sz="3200" b="0">
                  <a:solidFill>
                    <a:schemeClr val="tx1"/>
                  </a:solidFill>
                  <a:effectLst/>
                  <a:latin typeface="+mn-lt"/>
                  <a:ea typeface="+mn-ea"/>
                  <a:cs typeface="+mn-cs"/>
                </a:defRPr>
              </a:lvl1pPr>
              <a:lvl2pPr marL="742950" indent="-285750" algn="l" rtl="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tx1"/>
                </a:buClr>
                <a:buChar char="–"/>
                <a:defRPr sz="2800">
                  <a:solidFill>
                    <a:schemeClr val="tx1"/>
                  </a:solidFill>
                  <a:effectLst/>
                  <a:latin typeface="+mn-lt"/>
                  <a:ea typeface="+mn-ea"/>
                </a:defRPr>
              </a:lvl2pPr>
              <a:lvl3pPr marL="11430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hlink"/>
                </a:buClr>
                <a:buFont typeface="Wingdings" panose="05000000000000000000" pitchFamily="2" charset="2"/>
                <a:buChar char="§"/>
                <a:defRPr sz="2400">
                  <a:solidFill>
                    <a:schemeClr val="tx1"/>
                  </a:solidFill>
                  <a:effectLst/>
                  <a:latin typeface="+mn-lt"/>
                  <a:ea typeface="+mn-ea"/>
                </a:defRPr>
              </a:lvl3pPr>
              <a:lvl4pPr marL="16002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–"/>
                <a:defRPr sz="2000">
                  <a:solidFill>
                    <a:schemeClr val="tx1"/>
                  </a:solidFill>
                  <a:effectLst/>
                  <a:latin typeface="+mn-lt"/>
                  <a:ea typeface="+mn-ea"/>
                </a:defRPr>
              </a:lvl4pPr>
              <a:lvl5pPr marL="20574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hlink"/>
                </a:buClr>
                <a:buFont typeface="Wingdings" panose="05000000000000000000" pitchFamily="2" charset="2"/>
                <a:buChar char="§"/>
                <a:defRPr sz="2000">
                  <a:solidFill>
                    <a:schemeClr val="tx1"/>
                  </a:solidFill>
                  <a:effectLst/>
                  <a:latin typeface="+mn-lt"/>
                  <a:ea typeface="+mn-ea"/>
                </a:defRPr>
              </a:lvl5pPr>
            </a:lstStyle>
            <a:p>
              <a:pPr marL="0" lvl="0" indent="0" eaLnBrk="1" hangingPunct="1">
                <a:spcBef>
                  <a:spcPct val="50000"/>
                </a:spcBef>
                <a:buClrTx/>
                <a:buSzTx/>
                <a:buFontTx/>
                <a:buNone/>
              </a:pPr>
              <a:r>
                <a:rPr lang="zh-CN" altLang="en-US" sz="2400" b="1" dirty="0">
                  <a:solidFill>
                    <a:schemeClr val="folHlink"/>
                  </a:solidFill>
                  <a:latin typeface="Arial" panose="020B0604020202020204" pitchFamily="34" charset="0"/>
                </a:rPr>
                <a:t>下标</a:t>
              </a:r>
              <a:endParaRPr lang="zh-CN" altLang="en-US" sz="2400" b="1" dirty="0">
                <a:solidFill>
                  <a:schemeClr val="folHlink"/>
                </a:solidFill>
                <a:latin typeface="Arial" panose="020B0604020202020204" pitchFamily="34" charset="0"/>
              </a:endParaRPr>
            </a:p>
          </p:txBody>
        </p:sp>
        <p:sp>
          <p:nvSpPr>
            <p:cNvPr id="79982" name="Text Box 35"/>
            <p:cNvSpPr txBox="1"/>
            <p:nvPr/>
          </p:nvSpPr>
          <p:spPr>
            <a:xfrm>
              <a:off x="1156" y="35"/>
              <a:ext cx="363" cy="288"/>
            </a:xfrm>
            <a:prstGeom prst="rect">
              <a:avLst/>
            </a:prstGeom>
            <a:noFill/>
            <a:ln w="12700">
              <a:noFill/>
            </a:ln>
          </p:spPr>
          <p:txBody>
            <a:bodyPr>
              <a:spAutoFit/>
            </a:bodyPr>
            <a:lstStyle>
              <a:lvl1pPr marL="342900" indent="-342900" algn="l" rtl="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hlink"/>
                </a:buClr>
                <a:buSzPct val="80000"/>
                <a:buFont typeface="Wingdings" panose="05000000000000000000" pitchFamily="2" charset="2"/>
                <a:buChar char="n"/>
                <a:defRPr sz="3200" b="0">
                  <a:solidFill>
                    <a:schemeClr val="tx1"/>
                  </a:solidFill>
                  <a:effectLst/>
                  <a:latin typeface="+mn-lt"/>
                  <a:ea typeface="+mn-ea"/>
                  <a:cs typeface="+mn-cs"/>
                </a:defRPr>
              </a:lvl1pPr>
              <a:lvl2pPr marL="742950" indent="-285750" algn="l" rtl="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tx1"/>
                </a:buClr>
                <a:buChar char="–"/>
                <a:defRPr sz="2800">
                  <a:solidFill>
                    <a:schemeClr val="tx1"/>
                  </a:solidFill>
                  <a:effectLst/>
                  <a:latin typeface="+mn-lt"/>
                  <a:ea typeface="+mn-ea"/>
                </a:defRPr>
              </a:lvl2pPr>
              <a:lvl3pPr marL="11430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hlink"/>
                </a:buClr>
                <a:buFont typeface="Wingdings" panose="05000000000000000000" pitchFamily="2" charset="2"/>
                <a:buChar char="§"/>
                <a:defRPr sz="2400">
                  <a:solidFill>
                    <a:schemeClr val="tx1"/>
                  </a:solidFill>
                  <a:effectLst/>
                  <a:latin typeface="+mn-lt"/>
                  <a:ea typeface="+mn-ea"/>
                </a:defRPr>
              </a:lvl3pPr>
              <a:lvl4pPr marL="16002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–"/>
                <a:defRPr sz="2000">
                  <a:solidFill>
                    <a:schemeClr val="tx1"/>
                  </a:solidFill>
                  <a:effectLst/>
                  <a:latin typeface="+mn-lt"/>
                  <a:ea typeface="+mn-ea"/>
                </a:defRPr>
              </a:lvl4pPr>
              <a:lvl5pPr marL="20574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hlink"/>
                </a:buClr>
                <a:buFont typeface="Wingdings" panose="05000000000000000000" pitchFamily="2" charset="2"/>
                <a:buChar char="§"/>
                <a:defRPr sz="2000">
                  <a:solidFill>
                    <a:schemeClr val="tx1"/>
                  </a:solidFill>
                  <a:effectLst/>
                  <a:latin typeface="+mn-lt"/>
                  <a:ea typeface="+mn-ea"/>
                </a:defRPr>
              </a:lvl5pPr>
            </a:lstStyle>
            <a:p>
              <a:pPr marL="0" lvl="0" indent="0" algn="ctr" eaLnBrk="1" hangingPunct="1">
                <a:spcBef>
                  <a:spcPct val="50000"/>
                </a:spcBef>
                <a:buClrTx/>
                <a:buSzTx/>
                <a:buFontTx/>
                <a:buNone/>
              </a:pPr>
              <a:r>
                <a:rPr lang="en-US" altLang="zh-CN" sz="2400" b="1" dirty="0">
                  <a:solidFill>
                    <a:schemeClr val="folHlink"/>
                  </a:solidFill>
                  <a:latin typeface="Arial" panose="020B0604020202020204" pitchFamily="34" charset="0"/>
                </a:rPr>
                <a:t>0</a:t>
              </a:r>
              <a:endParaRPr lang="en-US" altLang="zh-CN" sz="2400" b="1" dirty="0">
                <a:solidFill>
                  <a:schemeClr val="folHlink"/>
                </a:solidFill>
                <a:latin typeface="Arial" panose="020B0604020202020204" pitchFamily="34" charset="0"/>
              </a:endParaRPr>
            </a:p>
          </p:txBody>
        </p:sp>
        <p:sp>
          <p:nvSpPr>
            <p:cNvPr id="79983" name="Text Box 36"/>
            <p:cNvSpPr txBox="1"/>
            <p:nvPr/>
          </p:nvSpPr>
          <p:spPr>
            <a:xfrm>
              <a:off x="4785" y="35"/>
              <a:ext cx="363" cy="288"/>
            </a:xfrm>
            <a:prstGeom prst="rect">
              <a:avLst/>
            </a:prstGeom>
            <a:noFill/>
            <a:ln w="12700">
              <a:noFill/>
            </a:ln>
          </p:spPr>
          <p:txBody>
            <a:bodyPr>
              <a:spAutoFit/>
            </a:bodyPr>
            <a:lstStyle>
              <a:lvl1pPr marL="342900" indent="-342900" algn="l" rtl="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hlink"/>
                </a:buClr>
                <a:buSzPct val="80000"/>
                <a:buFont typeface="Wingdings" panose="05000000000000000000" pitchFamily="2" charset="2"/>
                <a:buChar char="n"/>
                <a:defRPr sz="3200" b="0">
                  <a:solidFill>
                    <a:schemeClr val="tx1"/>
                  </a:solidFill>
                  <a:effectLst/>
                  <a:latin typeface="+mn-lt"/>
                  <a:ea typeface="+mn-ea"/>
                  <a:cs typeface="+mn-cs"/>
                </a:defRPr>
              </a:lvl1pPr>
              <a:lvl2pPr marL="742950" indent="-285750" algn="l" rtl="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tx1"/>
                </a:buClr>
                <a:buChar char="–"/>
                <a:defRPr sz="2800">
                  <a:solidFill>
                    <a:schemeClr val="tx1"/>
                  </a:solidFill>
                  <a:effectLst/>
                  <a:latin typeface="+mn-lt"/>
                  <a:ea typeface="+mn-ea"/>
                </a:defRPr>
              </a:lvl2pPr>
              <a:lvl3pPr marL="11430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hlink"/>
                </a:buClr>
                <a:buFont typeface="Wingdings" panose="05000000000000000000" pitchFamily="2" charset="2"/>
                <a:buChar char="§"/>
                <a:defRPr sz="2400">
                  <a:solidFill>
                    <a:schemeClr val="tx1"/>
                  </a:solidFill>
                  <a:effectLst/>
                  <a:latin typeface="+mn-lt"/>
                  <a:ea typeface="+mn-ea"/>
                </a:defRPr>
              </a:lvl3pPr>
              <a:lvl4pPr marL="16002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–"/>
                <a:defRPr sz="2000">
                  <a:solidFill>
                    <a:schemeClr val="tx1"/>
                  </a:solidFill>
                  <a:effectLst/>
                  <a:latin typeface="+mn-lt"/>
                  <a:ea typeface="+mn-ea"/>
                </a:defRPr>
              </a:lvl4pPr>
              <a:lvl5pPr marL="20574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hlink"/>
                </a:buClr>
                <a:buFont typeface="Wingdings" panose="05000000000000000000" pitchFamily="2" charset="2"/>
                <a:buChar char="§"/>
                <a:defRPr sz="2000">
                  <a:solidFill>
                    <a:schemeClr val="tx1"/>
                  </a:solidFill>
                  <a:effectLst/>
                  <a:latin typeface="+mn-lt"/>
                  <a:ea typeface="+mn-ea"/>
                </a:defRPr>
              </a:lvl5pPr>
            </a:lstStyle>
            <a:p>
              <a:pPr marL="0" lvl="0" indent="0" algn="ctr" eaLnBrk="1" hangingPunct="1">
                <a:spcBef>
                  <a:spcPct val="50000"/>
                </a:spcBef>
                <a:buClrTx/>
                <a:buSzTx/>
                <a:buFontTx/>
                <a:buNone/>
              </a:pPr>
              <a:r>
                <a:rPr lang="en-US" altLang="zh-CN" sz="2400" b="1" dirty="0">
                  <a:solidFill>
                    <a:schemeClr val="folHlink"/>
                  </a:solidFill>
                  <a:latin typeface="Arial" panose="020B0604020202020204" pitchFamily="34" charset="0"/>
                </a:rPr>
                <a:t>10</a:t>
              </a:r>
              <a:endParaRPr lang="en-US" altLang="zh-CN" sz="2400" b="1" dirty="0">
                <a:solidFill>
                  <a:schemeClr val="folHlink"/>
                </a:solidFill>
                <a:latin typeface="Arial" panose="020B0604020202020204" pitchFamily="34" charset="0"/>
              </a:endParaRPr>
            </a:p>
          </p:txBody>
        </p:sp>
      </p:grpSp>
      <p:sp>
        <p:nvSpPr>
          <p:cNvPr id="79896" name="Text Box 37"/>
          <p:cNvSpPr txBox="1"/>
          <p:nvPr/>
        </p:nvSpPr>
        <p:spPr>
          <a:xfrm>
            <a:off x="9120188" y="593725"/>
            <a:ext cx="576262" cy="469900"/>
          </a:xfrm>
          <a:prstGeom prst="rect">
            <a:avLst/>
          </a:prstGeom>
          <a:noFill/>
          <a:ln w="12700" cap="flat" cmpd="sng">
            <a:solidFill>
              <a:schemeClr val="tx1"/>
            </a:solidFill>
            <a:prstDash val="solid"/>
            <a:miter/>
            <a:headEnd type="none" w="med" len="med"/>
            <a:tailEnd type="none" w="med" len="med"/>
          </a:ln>
        </p:spPr>
        <p:txBody>
          <a:bodyPr>
            <a:spAutoFit/>
          </a:bodyPr>
          <a:lstStyle>
            <a:lvl1pPr marL="342900" indent="-3429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80000"/>
              <a:buFont typeface="Wingdings" panose="05000000000000000000" pitchFamily="2" charset="2"/>
              <a:buChar char="n"/>
              <a:defRPr sz="3200" b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defRPr>
            </a:lvl1pPr>
            <a:lvl2pPr marL="742950" indent="-28575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Char char="–"/>
              <a:defRPr sz="2800">
                <a:solidFill>
                  <a:schemeClr val="tx1"/>
                </a:solidFill>
                <a:effectLst/>
                <a:latin typeface="+mn-lt"/>
                <a:ea typeface="+mn-ea"/>
              </a:defRPr>
            </a:lvl2pPr>
            <a:lvl3pPr marL="11430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Font typeface="Wingdings" panose="05000000000000000000" pitchFamily="2" charset="2"/>
              <a:buChar char="§"/>
              <a:defRPr sz="2400">
                <a:solidFill>
                  <a:schemeClr val="tx1"/>
                </a:solidFill>
                <a:effectLst/>
                <a:latin typeface="+mn-lt"/>
                <a:ea typeface="+mn-ea"/>
              </a:defRPr>
            </a:lvl3pPr>
            <a:lvl4pPr marL="16002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–"/>
              <a:defRPr sz="2000">
                <a:solidFill>
                  <a:schemeClr val="tx1"/>
                </a:solidFill>
                <a:effectLst/>
                <a:latin typeface="+mn-lt"/>
                <a:ea typeface="+mn-ea"/>
              </a:defRPr>
            </a:lvl4pPr>
            <a:lvl5pPr marL="20574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effectLst/>
                <a:latin typeface="+mn-lt"/>
                <a:ea typeface="+mn-ea"/>
              </a:defRPr>
            </a:lvl5pPr>
          </a:lstStyle>
          <a:p>
            <a:pPr marL="0" lvl="0" indent="0" algn="ctr" eaLnBrk="1" hangingPunct="1">
              <a:spcBef>
                <a:spcPct val="50000"/>
              </a:spcBef>
              <a:buClrTx/>
              <a:buSzTx/>
              <a:buFontTx/>
              <a:buNone/>
            </a:pPr>
            <a:endParaRPr lang="zh-CN" altLang="zh-CN" sz="2400" b="1" dirty="0">
              <a:latin typeface="Arial" panose="020B0604020202020204" pitchFamily="34" charset="0"/>
            </a:endParaRPr>
          </a:p>
        </p:txBody>
      </p:sp>
      <p:sp>
        <p:nvSpPr>
          <p:cNvPr id="79897" name="Text Box 38"/>
          <p:cNvSpPr txBox="1"/>
          <p:nvPr/>
        </p:nvSpPr>
        <p:spPr>
          <a:xfrm>
            <a:off x="9120188" y="1951038"/>
            <a:ext cx="576262" cy="469900"/>
          </a:xfrm>
          <a:prstGeom prst="rect">
            <a:avLst/>
          </a:prstGeom>
          <a:noFill/>
          <a:ln w="12700" cap="flat" cmpd="sng">
            <a:solidFill>
              <a:schemeClr val="tx1"/>
            </a:solidFill>
            <a:prstDash val="solid"/>
            <a:miter/>
            <a:headEnd type="none" w="med" len="med"/>
            <a:tailEnd type="none" w="med" len="med"/>
          </a:ln>
        </p:spPr>
        <p:txBody>
          <a:bodyPr>
            <a:spAutoFit/>
          </a:bodyPr>
          <a:lstStyle>
            <a:lvl1pPr marL="342900" indent="-3429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80000"/>
              <a:buFont typeface="Wingdings" panose="05000000000000000000" pitchFamily="2" charset="2"/>
              <a:buChar char="n"/>
              <a:defRPr sz="3200" b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defRPr>
            </a:lvl1pPr>
            <a:lvl2pPr marL="742950" indent="-28575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Char char="–"/>
              <a:defRPr sz="2800">
                <a:solidFill>
                  <a:schemeClr val="tx1"/>
                </a:solidFill>
                <a:effectLst/>
                <a:latin typeface="+mn-lt"/>
                <a:ea typeface="+mn-ea"/>
              </a:defRPr>
            </a:lvl2pPr>
            <a:lvl3pPr marL="11430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Font typeface="Wingdings" panose="05000000000000000000" pitchFamily="2" charset="2"/>
              <a:buChar char="§"/>
              <a:defRPr sz="2400">
                <a:solidFill>
                  <a:schemeClr val="tx1"/>
                </a:solidFill>
                <a:effectLst/>
                <a:latin typeface="+mn-lt"/>
                <a:ea typeface="+mn-ea"/>
              </a:defRPr>
            </a:lvl3pPr>
            <a:lvl4pPr marL="16002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–"/>
              <a:defRPr sz="2000">
                <a:solidFill>
                  <a:schemeClr val="tx1"/>
                </a:solidFill>
                <a:effectLst/>
                <a:latin typeface="+mn-lt"/>
                <a:ea typeface="+mn-ea"/>
              </a:defRPr>
            </a:lvl4pPr>
            <a:lvl5pPr marL="20574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effectLst/>
                <a:latin typeface="+mn-lt"/>
                <a:ea typeface="+mn-ea"/>
              </a:defRPr>
            </a:lvl5pPr>
          </a:lstStyle>
          <a:p>
            <a:pPr marL="0" lvl="0" indent="0" algn="ctr" eaLnBrk="1" hangingPunct="1">
              <a:spcBef>
                <a:spcPct val="50000"/>
              </a:spcBef>
              <a:buClrTx/>
              <a:buSzTx/>
              <a:buFontTx/>
              <a:buNone/>
            </a:pPr>
            <a:endParaRPr lang="zh-CN" altLang="zh-CN" sz="2400" b="1" dirty="0">
              <a:latin typeface="Arial" panose="020B0604020202020204" pitchFamily="34" charset="0"/>
            </a:endParaRPr>
          </a:p>
        </p:txBody>
      </p:sp>
      <p:sp>
        <p:nvSpPr>
          <p:cNvPr id="79898" name="Text Box 39"/>
          <p:cNvSpPr txBox="1"/>
          <p:nvPr/>
        </p:nvSpPr>
        <p:spPr>
          <a:xfrm>
            <a:off x="1416050" y="549275"/>
            <a:ext cx="1152525" cy="457200"/>
          </a:xfrm>
          <a:prstGeom prst="rect">
            <a:avLst/>
          </a:prstGeom>
          <a:noFill/>
          <a:ln w="12700">
            <a:noFill/>
          </a:ln>
        </p:spPr>
        <p:txBody>
          <a:bodyPr>
            <a:spAutoFit/>
          </a:bodyPr>
          <a:lstStyle>
            <a:lvl1pPr marL="342900" indent="-3429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80000"/>
              <a:buFont typeface="Wingdings" panose="05000000000000000000" pitchFamily="2" charset="2"/>
              <a:buChar char="n"/>
              <a:defRPr sz="3200" b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defRPr>
            </a:lvl1pPr>
            <a:lvl2pPr marL="742950" indent="-28575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Char char="–"/>
              <a:defRPr sz="2800">
                <a:solidFill>
                  <a:schemeClr val="tx1"/>
                </a:solidFill>
                <a:effectLst/>
                <a:latin typeface="+mn-lt"/>
                <a:ea typeface="+mn-ea"/>
              </a:defRPr>
            </a:lvl2pPr>
            <a:lvl3pPr marL="11430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Font typeface="Wingdings" panose="05000000000000000000" pitchFamily="2" charset="2"/>
              <a:buChar char="§"/>
              <a:defRPr sz="2400">
                <a:solidFill>
                  <a:schemeClr val="tx1"/>
                </a:solidFill>
                <a:effectLst/>
                <a:latin typeface="+mn-lt"/>
                <a:ea typeface="+mn-ea"/>
              </a:defRPr>
            </a:lvl3pPr>
            <a:lvl4pPr marL="16002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–"/>
              <a:defRPr sz="2000">
                <a:solidFill>
                  <a:schemeClr val="tx1"/>
                </a:solidFill>
                <a:effectLst/>
                <a:latin typeface="+mn-lt"/>
                <a:ea typeface="+mn-ea"/>
              </a:defRPr>
            </a:lvl4pPr>
            <a:lvl5pPr marL="20574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effectLst/>
                <a:latin typeface="+mn-lt"/>
                <a:ea typeface="+mn-ea"/>
              </a:defRPr>
            </a:lvl5pPr>
          </a:lstStyle>
          <a:p>
            <a:pPr marL="0" lvl="0" indent="0" eaLnBrk="1" hangingPunct="1">
              <a:spcBef>
                <a:spcPct val="50000"/>
              </a:spcBef>
              <a:buClrTx/>
              <a:buSzTx/>
              <a:buFontTx/>
              <a:buNone/>
            </a:pPr>
            <a:r>
              <a:rPr lang="zh-CN" altLang="en-US" sz="2400" b="1" dirty="0">
                <a:latin typeface="Arial" panose="020B0604020202020204" pitchFamily="34" charset="0"/>
              </a:rPr>
              <a:t>第</a:t>
            </a:r>
            <a:r>
              <a:rPr lang="en-US" altLang="zh-CN" sz="2400" b="1" dirty="0">
                <a:latin typeface="Arial" panose="020B0604020202020204" pitchFamily="34" charset="0"/>
              </a:rPr>
              <a:t>4</a:t>
            </a:r>
            <a:r>
              <a:rPr lang="zh-CN" altLang="en-US" sz="2400" b="1" dirty="0">
                <a:latin typeface="Arial" panose="020B0604020202020204" pitchFamily="34" charset="0"/>
              </a:rPr>
              <a:t>行</a:t>
            </a:r>
            <a:endParaRPr lang="zh-CN" altLang="en-US" sz="2400" b="1" dirty="0">
              <a:latin typeface="Arial" panose="020B0604020202020204" pitchFamily="34" charset="0"/>
            </a:endParaRPr>
          </a:p>
        </p:txBody>
      </p:sp>
      <p:sp>
        <p:nvSpPr>
          <p:cNvPr id="79899" name="Text Box 40"/>
          <p:cNvSpPr txBox="1"/>
          <p:nvPr/>
        </p:nvSpPr>
        <p:spPr>
          <a:xfrm>
            <a:off x="1416050" y="1906588"/>
            <a:ext cx="1063625" cy="457200"/>
          </a:xfrm>
          <a:prstGeom prst="rect">
            <a:avLst/>
          </a:prstGeom>
          <a:noFill/>
          <a:ln w="12700">
            <a:noFill/>
          </a:ln>
        </p:spPr>
        <p:txBody>
          <a:bodyPr>
            <a:spAutoFit/>
          </a:bodyPr>
          <a:lstStyle>
            <a:lvl1pPr marL="342900" indent="-3429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80000"/>
              <a:buFont typeface="Wingdings" panose="05000000000000000000" pitchFamily="2" charset="2"/>
              <a:buChar char="n"/>
              <a:defRPr sz="3200" b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defRPr>
            </a:lvl1pPr>
            <a:lvl2pPr marL="742950" indent="-28575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Char char="–"/>
              <a:defRPr sz="2800">
                <a:solidFill>
                  <a:schemeClr val="tx1"/>
                </a:solidFill>
                <a:effectLst/>
                <a:latin typeface="+mn-lt"/>
                <a:ea typeface="+mn-ea"/>
              </a:defRPr>
            </a:lvl2pPr>
            <a:lvl3pPr marL="11430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Font typeface="Wingdings" panose="05000000000000000000" pitchFamily="2" charset="2"/>
              <a:buChar char="§"/>
              <a:defRPr sz="2400">
                <a:solidFill>
                  <a:schemeClr val="tx1"/>
                </a:solidFill>
                <a:effectLst/>
                <a:latin typeface="+mn-lt"/>
                <a:ea typeface="+mn-ea"/>
              </a:defRPr>
            </a:lvl3pPr>
            <a:lvl4pPr marL="16002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–"/>
              <a:defRPr sz="2000">
                <a:solidFill>
                  <a:schemeClr val="tx1"/>
                </a:solidFill>
                <a:effectLst/>
                <a:latin typeface="+mn-lt"/>
                <a:ea typeface="+mn-ea"/>
              </a:defRPr>
            </a:lvl4pPr>
            <a:lvl5pPr marL="20574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effectLst/>
                <a:latin typeface="+mn-lt"/>
                <a:ea typeface="+mn-ea"/>
              </a:defRPr>
            </a:lvl5pPr>
          </a:lstStyle>
          <a:p>
            <a:pPr marL="0" lvl="0" indent="0" eaLnBrk="1" hangingPunct="1">
              <a:spcBef>
                <a:spcPct val="50000"/>
              </a:spcBef>
              <a:buClrTx/>
              <a:buSzTx/>
              <a:buFontTx/>
              <a:buNone/>
            </a:pPr>
            <a:r>
              <a:rPr lang="zh-CN" altLang="en-US" sz="2400" b="1" dirty="0">
                <a:latin typeface="Arial" panose="020B0604020202020204" pitchFamily="34" charset="0"/>
              </a:rPr>
              <a:t>第</a:t>
            </a:r>
            <a:r>
              <a:rPr lang="en-US" altLang="zh-CN" sz="2400" b="1" dirty="0">
                <a:latin typeface="Arial" panose="020B0604020202020204" pitchFamily="34" charset="0"/>
              </a:rPr>
              <a:t>5</a:t>
            </a:r>
            <a:r>
              <a:rPr lang="zh-CN" altLang="en-US" sz="2400" b="1" dirty="0">
                <a:latin typeface="Arial" panose="020B0604020202020204" pitchFamily="34" charset="0"/>
              </a:rPr>
              <a:t>行</a:t>
            </a:r>
            <a:endParaRPr lang="zh-CN" altLang="en-US" sz="2400" b="1" dirty="0">
              <a:latin typeface="Arial" panose="020B0604020202020204" pitchFamily="34" charset="0"/>
            </a:endParaRPr>
          </a:p>
        </p:txBody>
      </p:sp>
      <p:grpSp>
        <p:nvGrpSpPr>
          <p:cNvPr id="1076266" name="Group 42"/>
          <p:cNvGrpSpPr/>
          <p:nvPr/>
        </p:nvGrpSpPr>
        <p:grpSpPr>
          <a:xfrm>
            <a:off x="3648075" y="1062038"/>
            <a:ext cx="863600" cy="1374775"/>
            <a:chOff x="1338" y="663"/>
            <a:chExt cx="544" cy="866"/>
          </a:xfrm>
        </p:grpSpPr>
        <p:sp>
          <p:nvSpPr>
            <p:cNvPr id="79969" name="Text Box 43"/>
            <p:cNvSpPr txBox="1"/>
            <p:nvPr/>
          </p:nvSpPr>
          <p:spPr>
            <a:xfrm>
              <a:off x="1519" y="1241"/>
              <a:ext cx="363" cy="288"/>
            </a:xfrm>
            <a:prstGeom prst="rect">
              <a:avLst/>
            </a:prstGeom>
            <a:noFill/>
            <a:ln w="12700">
              <a:noFill/>
            </a:ln>
          </p:spPr>
          <p:txBody>
            <a:bodyPr>
              <a:spAutoFit/>
            </a:bodyPr>
            <a:lstStyle>
              <a:lvl1pPr marL="342900" indent="-342900" algn="l" rtl="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hlink"/>
                </a:buClr>
                <a:buSzPct val="80000"/>
                <a:buFont typeface="Wingdings" panose="05000000000000000000" pitchFamily="2" charset="2"/>
                <a:buChar char="n"/>
                <a:defRPr sz="3200" b="0">
                  <a:solidFill>
                    <a:schemeClr val="tx1"/>
                  </a:solidFill>
                  <a:effectLst/>
                  <a:latin typeface="+mn-lt"/>
                  <a:ea typeface="+mn-ea"/>
                  <a:cs typeface="+mn-cs"/>
                </a:defRPr>
              </a:lvl1pPr>
              <a:lvl2pPr marL="742950" indent="-285750" algn="l" rtl="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tx1"/>
                </a:buClr>
                <a:buChar char="–"/>
                <a:defRPr sz="2800">
                  <a:solidFill>
                    <a:schemeClr val="tx1"/>
                  </a:solidFill>
                  <a:effectLst/>
                  <a:latin typeface="+mn-lt"/>
                  <a:ea typeface="+mn-ea"/>
                </a:defRPr>
              </a:lvl2pPr>
              <a:lvl3pPr marL="11430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hlink"/>
                </a:buClr>
                <a:buFont typeface="Wingdings" panose="05000000000000000000" pitchFamily="2" charset="2"/>
                <a:buChar char="§"/>
                <a:defRPr sz="2400">
                  <a:solidFill>
                    <a:schemeClr val="tx1"/>
                  </a:solidFill>
                  <a:effectLst/>
                  <a:latin typeface="+mn-lt"/>
                  <a:ea typeface="+mn-ea"/>
                </a:defRPr>
              </a:lvl3pPr>
              <a:lvl4pPr marL="16002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–"/>
                <a:defRPr sz="2000">
                  <a:solidFill>
                    <a:schemeClr val="tx1"/>
                  </a:solidFill>
                  <a:effectLst/>
                  <a:latin typeface="+mn-lt"/>
                  <a:ea typeface="+mn-ea"/>
                </a:defRPr>
              </a:lvl4pPr>
              <a:lvl5pPr marL="20574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hlink"/>
                </a:buClr>
                <a:buFont typeface="Wingdings" panose="05000000000000000000" pitchFamily="2" charset="2"/>
                <a:buChar char="§"/>
                <a:defRPr sz="2000">
                  <a:solidFill>
                    <a:schemeClr val="tx1"/>
                  </a:solidFill>
                  <a:effectLst/>
                  <a:latin typeface="+mn-lt"/>
                  <a:ea typeface="+mn-ea"/>
                </a:defRPr>
              </a:lvl5pPr>
            </a:lstStyle>
            <a:p>
              <a:pPr marL="0" lvl="0" indent="0" algn="ctr" eaLnBrk="1" hangingPunct="1">
                <a:spcBef>
                  <a:spcPct val="50000"/>
                </a:spcBef>
                <a:buClrTx/>
                <a:buSzTx/>
                <a:buFontTx/>
                <a:buNone/>
              </a:pPr>
              <a:r>
                <a:rPr lang="en-US" altLang="zh-CN" sz="2400" b="1" dirty="0">
                  <a:solidFill>
                    <a:schemeClr val="folHlink"/>
                  </a:solidFill>
                  <a:latin typeface="Arial" panose="020B0604020202020204" pitchFamily="34" charset="0"/>
                </a:rPr>
                <a:t>5</a:t>
              </a:r>
              <a:endParaRPr lang="en-US" altLang="zh-CN" sz="2400" b="1" dirty="0">
                <a:solidFill>
                  <a:schemeClr val="folHlink"/>
                </a:solidFill>
                <a:latin typeface="Arial" panose="020B0604020202020204" pitchFamily="34" charset="0"/>
              </a:endParaRPr>
            </a:p>
          </p:txBody>
        </p:sp>
        <p:sp>
          <p:nvSpPr>
            <p:cNvPr id="79970" name="Line 44"/>
            <p:cNvSpPr/>
            <p:nvPr/>
          </p:nvSpPr>
          <p:spPr>
            <a:xfrm>
              <a:off x="1338" y="663"/>
              <a:ext cx="363" cy="544"/>
            </a:xfrm>
            <a:prstGeom prst="line">
              <a:avLst/>
            </a:prstGeom>
            <a:ln w="28575" cap="flat" cmpd="sng">
              <a:solidFill>
                <a:schemeClr val="folHlink"/>
              </a:solidFill>
              <a:prstDash val="solid"/>
              <a:headEnd type="none" w="med" len="med"/>
              <a:tailEnd type="stealth" w="lg" len="lg"/>
            </a:ln>
          </p:spPr>
        </p:sp>
        <p:sp>
          <p:nvSpPr>
            <p:cNvPr id="79971" name="Line 45"/>
            <p:cNvSpPr/>
            <p:nvPr/>
          </p:nvSpPr>
          <p:spPr>
            <a:xfrm flipH="1">
              <a:off x="1701" y="663"/>
              <a:ext cx="0" cy="544"/>
            </a:xfrm>
            <a:prstGeom prst="line">
              <a:avLst/>
            </a:prstGeom>
            <a:ln w="28575" cap="flat" cmpd="sng">
              <a:solidFill>
                <a:schemeClr val="folHlink"/>
              </a:solidFill>
              <a:prstDash val="solid"/>
              <a:headEnd type="none" w="med" len="med"/>
              <a:tailEnd type="stealth" w="lg" len="lg"/>
            </a:ln>
          </p:spPr>
        </p:sp>
      </p:grpSp>
      <p:grpSp>
        <p:nvGrpSpPr>
          <p:cNvPr id="1076270" name="Group 46"/>
          <p:cNvGrpSpPr/>
          <p:nvPr/>
        </p:nvGrpSpPr>
        <p:grpSpPr>
          <a:xfrm>
            <a:off x="4224338" y="1071563"/>
            <a:ext cx="863600" cy="1374775"/>
            <a:chOff x="1338" y="663"/>
            <a:chExt cx="544" cy="866"/>
          </a:xfrm>
        </p:grpSpPr>
        <p:sp>
          <p:nvSpPr>
            <p:cNvPr id="79966" name="Text Box 47"/>
            <p:cNvSpPr txBox="1"/>
            <p:nvPr/>
          </p:nvSpPr>
          <p:spPr>
            <a:xfrm>
              <a:off x="1519" y="1241"/>
              <a:ext cx="363" cy="288"/>
            </a:xfrm>
            <a:prstGeom prst="rect">
              <a:avLst/>
            </a:prstGeom>
            <a:noFill/>
            <a:ln w="12700">
              <a:noFill/>
            </a:ln>
          </p:spPr>
          <p:txBody>
            <a:bodyPr>
              <a:spAutoFit/>
            </a:bodyPr>
            <a:lstStyle>
              <a:lvl1pPr marL="342900" indent="-342900" algn="l" rtl="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hlink"/>
                </a:buClr>
                <a:buSzPct val="80000"/>
                <a:buFont typeface="Wingdings" panose="05000000000000000000" pitchFamily="2" charset="2"/>
                <a:buChar char="n"/>
                <a:defRPr sz="3200" b="0">
                  <a:solidFill>
                    <a:schemeClr val="tx1"/>
                  </a:solidFill>
                  <a:effectLst/>
                  <a:latin typeface="+mn-lt"/>
                  <a:ea typeface="+mn-ea"/>
                  <a:cs typeface="+mn-cs"/>
                </a:defRPr>
              </a:lvl1pPr>
              <a:lvl2pPr marL="742950" indent="-285750" algn="l" rtl="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tx1"/>
                </a:buClr>
                <a:buChar char="–"/>
                <a:defRPr sz="2800">
                  <a:solidFill>
                    <a:schemeClr val="tx1"/>
                  </a:solidFill>
                  <a:effectLst/>
                  <a:latin typeface="+mn-lt"/>
                  <a:ea typeface="+mn-ea"/>
                </a:defRPr>
              </a:lvl2pPr>
              <a:lvl3pPr marL="11430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hlink"/>
                </a:buClr>
                <a:buFont typeface="Wingdings" panose="05000000000000000000" pitchFamily="2" charset="2"/>
                <a:buChar char="§"/>
                <a:defRPr sz="2400">
                  <a:solidFill>
                    <a:schemeClr val="tx1"/>
                  </a:solidFill>
                  <a:effectLst/>
                  <a:latin typeface="+mn-lt"/>
                  <a:ea typeface="+mn-ea"/>
                </a:defRPr>
              </a:lvl3pPr>
              <a:lvl4pPr marL="16002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–"/>
                <a:defRPr sz="2000">
                  <a:solidFill>
                    <a:schemeClr val="tx1"/>
                  </a:solidFill>
                  <a:effectLst/>
                  <a:latin typeface="+mn-lt"/>
                  <a:ea typeface="+mn-ea"/>
                </a:defRPr>
              </a:lvl4pPr>
              <a:lvl5pPr marL="20574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hlink"/>
                </a:buClr>
                <a:buFont typeface="Wingdings" panose="05000000000000000000" pitchFamily="2" charset="2"/>
                <a:buChar char="§"/>
                <a:defRPr sz="2000">
                  <a:solidFill>
                    <a:schemeClr val="tx1"/>
                  </a:solidFill>
                  <a:effectLst/>
                  <a:latin typeface="+mn-lt"/>
                  <a:ea typeface="+mn-ea"/>
                </a:defRPr>
              </a:lvl5pPr>
            </a:lstStyle>
            <a:p>
              <a:pPr marL="0" lvl="0" indent="0" algn="ctr" eaLnBrk="1" hangingPunct="1">
                <a:spcBef>
                  <a:spcPct val="50000"/>
                </a:spcBef>
                <a:buClrTx/>
                <a:buSzTx/>
                <a:buFontTx/>
                <a:buNone/>
              </a:pPr>
              <a:r>
                <a:rPr lang="en-US" altLang="zh-CN" sz="2400" b="1" dirty="0">
                  <a:solidFill>
                    <a:schemeClr val="folHlink"/>
                  </a:solidFill>
                  <a:latin typeface="Arial" panose="020B0604020202020204" pitchFamily="34" charset="0"/>
                </a:rPr>
                <a:t>10</a:t>
              </a:r>
              <a:endParaRPr lang="en-US" altLang="zh-CN" sz="2400" b="1" dirty="0">
                <a:solidFill>
                  <a:schemeClr val="folHlink"/>
                </a:solidFill>
                <a:latin typeface="Arial" panose="020B0604020202020204" pitchFamily="34" charset="0"/>
              </a:endParaRPr>
            </a:p>
          </p:txBody>
        </p:sp>
        <p:sp>
          <p:nvSpPr>
            <p:cNvPr id="79967" name="Line 48"/>
            <p:cNvSpPr/>
            <p:nvPr/>
          </p:nvSpPr>
          <p:spPr>
            <a:xfrm>
              <a:off x="1338" y="663"/>
              <a:ext cx="363" cy="544"/>
            </a:xfrm>
            <a:prstGeom prst="line">
              <a:avLst/>
            </a:prstGeom>
            <a:ln w="28575" cap="flat" cmpd="sng">
              <a:solidFill>
                <a:schemeClr val="folHlink"/>
              </a:solidFill>
              <a:prstDash val="solid"/>
              <a:headEnd type="none" w="med" len="med"/>
              <a:tailEnd type="stealth" w="lg" len="lg"/>
            </a:ln>
          </p:spPr>
        </p:sp>
        <p:sp>
          <p:nvSpPr>
            <p:cNvPr id="79968" name="Line 49"/>
            <p:cNvSpPr/>
            <p:nvPr/>
          </p:nvSpPr>
          <p:spPr>
            <a:xfrm flipH="1">
              <a:off x="1701" y="663"/>
              <a:ext cx="0" cy="544"/>
            </a:xfrm>
            <a:prstGeom prst="line">
              <a:avLst/>
            </a:prstGeom>
            <a:ln w="28575" cap="flat" cmpd="sng">
              <a:solidFill>
                <a:schemeClr val="folHlink"/>
              </a:solidFill>
              <a:prstDash val="solid"/>
              <a:headEnd type="none" w="med" len="med"/>
              <a:tailEnd type="stealth" w="lg" len="lg"/>
            </a:ln>
          </p:spPr>
        </p:sp>
      </p:grpSp>
      <p:grpSp>
        <p:nvGrpSpPr>
          <p:cNvPr id="1076274" name="Group 50"/>
          <p:cNvGrpSpPr/>
          <p:nvPr/>
        </p:nvGrpSpPr>
        <p:grpSpPr>
          <a:xfrm>
            <a:off x="4800600" y="1062038"/>
            <a:ext cx="863600" cy="1374775"/>
            <a:chOff x="1338" y="663"/>
            <a:chExt cx="544" cy="866"/>
          </a:xfrm>
        </p:grpSpPr>
        <p:sp>
          <p:nvSpPr>
            <p:cNvPr id="79963" name="Text Box 51"/>
            <p:cNvSpPr txBox="1"/>
            <p:nvPr/>
          </p:nvSpPr>
          <p:spPr>
            <a:xfrm>
              <a:off x="1519" y="1241"/>
              <a:ext cx="363" cy="288"/>
            </a:xfrm>
            <a:prstGeom prst="rect">
              <a:avLst/>
            </a:prstGeom>
            <a:noFill/>
            <a:ln w="12700">
              <a:noFill/>
            </a:ln>
          </p:spPr>
          <p:txBody>
            <a:bodyPr>
              <a:spAutoFit/>
            </a:bodyPr>
            <a:lstStyle>
              <a:lvl1pPr marL="342900" indent="-342900" algn="l" rtl="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hlink"/>
                </a:buClr>
                <a:buSzPct val="80000"/>
                <a:buFont typeface="Wingdings" panose="05000000000000000000" pitchFamily="2" charset="2"/>
                <a:buChar char="n"/>
                <a:defRPr sz="3200" b="0">
                  <a:solidFill>
                    <a:schemeClr val="tx1"/>
                  </a:solidFill>
                  <a:effectLst/>
                  <a:latin typeface="+mn-lt"/>
                  <a:ea typeface="+mn-ea"/>
                  <a:cs typeface="+mn-cs"/>
                </a:defRPr>
              </a:lvl1pPr>
              <a:lvl2pPr marL="742950" indent="-285750" algn="l" rtl="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tx1"/>
                </a:buClr>
                <a:buChar char="–"/>
                <a:defRPr sz="2800">
                  <a:solidFill>
                    <a:schemeClr val="tx1"/>
                  </a:solidFill>
                  <a:effectLst/>
                  <a:latin typeface="+mn-lt"/>
                  <a:ea typeface="+mn-ea"/>
                </a:defRPr>
              </a:lvl2pPr>
              <a:lvl3pPr marL="11430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hlink"/>
                </a:buClr>
                <a:buFont typeface="Wingdings" panose="05000000000000000000" pitchFamily="2" charset="2"/>
                <a:buChar char="§"/>
                <a:defRPr sz="2400">
                  <a:solidFill>
                    <a:schemeClr val="tx1"/>
                  </a:solidFill>
                  <a:effectLst/>
                  <a:latin typeface="+mn-lt"/>
                  <a:ea typeface="+mn-ea"/>
                </a:defRPr>
              </a:lvl3pPr>
              <a:lvl4pPr marL="16002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–"/>
                <a:defRPr sz="2000">
                  <a:solidFill>
                    <a:schemeClr val="tx1"/>
                  </a:solidFill>
                  <a:effectLst/>
                  <a:latin typeface="+mn-lt"/>
                  <a:ea typeface="+mn-ea"/>
                </a:defRPr>
              </a:lvl4pPr>
              <a:lvl5pPr marL="20574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hlink"/>
                </a:buClr>
                <a:buFont typeface="Wingdings" panose="05000000000000000000" pitchFamily="2" charset="2"/>
                <a:buChar char="§"/>
                <a:defRPr sz="2000">
                  <a:solidFill>
                    <a:schemeClr val="tx1"/>
                  </a:solidFill>
                  <a:effectLst/>
                  <a:latin typeface="+mn-lt"/>
                  <a:ea typeface="+mn-ea"/>
                </a:defRPr>
              </a:lvl5pPr>
            </a:lstStyle>
            <a:p>
              <a:pPr marL="0" lvl="0" indent="0" algn="ctr" eaLnBrk="1" hangingPunct="1">
                <a:spcBef>
                  <a:spcPct val="50000"/>
                </a:spcBef>
                <a:buClrTx/>
                <a:buSzTx/>
                <a:buFontTx/>
                <a:buNone/>
              </a:pPr>
              <a:r>
                <a:rPr lang="en-US" altLang="zh-CN" sz="2400" b="1" dirty="0">
                  <a:solidFill>
                    <a:schemeClr val="folHlink"/>
                  </a:solidFill>
                  <a:latin typeface="Arial" panose="020B0604020202020204" pitchFamily="34" charset="0"/>
                </a:rPr>
                <a:t>10</a:t>
              </a:r>
              <a:endParaRPr lang="en-US" altLang="zh-CN" sz="2400" b="1" dirty="0">
                <a:solidFill>
                  <a:schemeClr val="folHlink"/>
                </a:solidFill>
                <a:latin typeface="Arial" panose="020B0604020202020204" pitchFamily="34" charset="0"/>
              </a:endParaRPr>
            </a:p>
          </p:txBody>
        </p:sp>
        <p:sp>
          <p:nvSpPr>
            <p:cNvPr id="79964" name="Line 52"/>
            <p:cNvSpPr/>
            <p:nvPr/>
          </p:nvSpPr>
          <p:spPr>
            <a:xfrm>
              <a:off x="1338" y="663"/>
              <a:ext cx="363" cy="544"/>
            </a:xfrm>
            <a:prstGeom prst="line">
              <a:avLst/>
            </a:prstGeom>
            <a:ln w="28575" cap="flat" cmpd="sng">
              <a:solidFill>
                <a:schemeClr val="folHlink"/>
              </a:solidFill>
              <a:prstDash val="solid"/>
              <a:headEnd type="none" w="med" len="med"/>
              <a:tailEnd type="stealth" w="lg" len="lg"/>
            </a:ln>
          </p:spPr>
        </p:sp>
        <p:sp>
          <p:nvSpPr>
            <p:cNvPr id="79965" name="Line 53"/>
            <p:cNvSpPr/>
            <p:nvPr/>
          </p:nvSpPr>
          <p:spPr>
            <a:xfrm flipH="1">
              <a:off x="1701" y="663"/>
              <a:ext cx="0" cy="544"/>
            </a:xfrm>
            <a:prstGeom prst="line">
              <a:avLst/>
            </a:prstGeom>
            <a:ln w="28575" cap="flat" cmpd="sng">
              <a:solidFill>
                <a:schemeClr val="folHlink"/>
              </a:solidFill>
              <a:prstDash val="solid"/>
              <a:headEnd type="none" w="med" len="med"/>
              <a:tailEnd type="stealth" w="lg" len="lg"/>
            </a:ln>
          </p:spPr>
        </p:sp>
      </p:grpSp>
      <p:grpSp>
        <p:nvGrpSpPr>
          <p:cNvPr id="1076278" name="Group 54"/>
          <p:cNvGrpSpPr/>
          <p:nvPr/>
        </p:nvGrpSpPr>
        <p:grpSpPr>
          <a:xfrm>
            <a:off x="5375275" y="1062038"/>
            <a:ext cx="863600" cy="1374775"/>
            <a:chOff x="1338" y="663"/>
            <a:chExt cx="544" cy="866"/>
          </a:xfrm>
        </p:grpSpPr>
        <p:sp>
          <p:nvSpPr>
            <p:cNvPr id="79960" name="Text Box 55"/>
            <p:cNvSpPr txBox="1"/>
            <p:nvPr/>
          </p:nvSpPr>
          <p:spPr>
            <a:xfrm>
              <a:off x="1519" y="1241"/>
              <a:ext cx="363" cy="288"/>
            </a:xfrm>
            <a:prstGeom prst="rect">
              <a:avLst/>
            </a:prstGeom>
            <a:noFill/>
            <a:ln w="12700">
              <a:noFill/>
            </a:ln>
          </p:spPr>
          <p:txBody>
            <a:bodyPr>
              <a:spAutoFit/>
            </a:bodyPr>
            <a:lstStyle>
              <a:lvl1pPr marL="342900" indent="-342900" algn="l" rtl="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hlink"/>
                </a:buClr>
                <a:buSzPct val="80000"/>
                <a:buFont typeface="Wingdings" panose="05000000000000000000" pitchFamily="2" charset="2"/>
                <a:buChar char="n"/>
                <a:defRPr sz="3200" b="0">
                  <a:solidFill>
                    <a:schemeClr val="tx1"/>
                  </a:solidFill>
                  <a:effectLst/>
                  <a:latin typeface="+mn-lt"/>
                  <a:ea typeface="+mn-ea"/>
                  <a:cs typeface="+mn-cs"/>
                </a:defRPr>
              </a:lvl1pPr>
              <a:lvl2pPr marL="742950" indent="-285750" algn="l" rtl="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tx1"/>
                </a:buClr>
                <a:buChar char="–"/>
                <a:defRPr sz="2800">
                  <a:solidFill>
                    <a:schemeClr val="tx1"/>
                  </a:solidFill>
                  <a:effectLst/>
                  <a:latin typeface="+mn-lt"/>
                  <a:ea typeface="+mn-ea"/>
                </a:defRPr>
              </a:lvl2pPr>
              <a:lvl3pPr marL="11430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hlink"/>
                </a:buClr>
                <a:buFont typeface="Wingdings" panose="05000000000000000000" pitchFamily="2" charset="2"/>
                <a:buChar char="§"/>
                <a:defRPr sz="2400">
                  <a:solidFill>
                    <a:schemeClr val="tx1"/>
                  </a:solidFill>
                  <a:effectLst/>
                  <a:latin typeface="+mn-lt"/>
                  <a:ea typeface="+mn-ea"/>
                </a:defRPr>
              </a:lvl3pPr>
              <a:lvl4pPr marL="16002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–"/>
                <a:defRPr sz="2000">
                  <a:solidFill>
                    <a:schemeClr val="tx1"/>
                  </a:solidFill>
                  <a:effectLst/>
                  <a:latin typeface="+mn-lt"/>
                  <a:ea typeface="+mn-ea"/>
                </a:defRPr>
              </a:lvl4pPr>
              <a:lvl5pPr marL="20574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hlink"/>
                </a:buClr>
                <a:buFont typeface="Wingdings" panose="05000000000000000000" pitchFamily="2" charset="2"/>
                <a:buChar char="§"/>
                <a:defRPr sz="2000">
                  <a:solidFill>
                    <a:schemeClr val="tx1"/>
                  </a:solidFill>
                  <a:effectLst/>
                  <a:latin typeface="+mn-lt"/>
                  <a:ea typeface="+mn-ea"/>
                </a:defRPr>
              </a:lvl5pPr>
            </a:lstStyle>
            <a:p>
              <a:pPr marL="0" lvl="0" indent="0" algn="ctr" eaLnBrk="1" hangingPunct="1">
                <a:spcBef>
                  <a:spcPct val="50000"/>
                </a:spcBef>
                <a:buClrTx/>
                <a:buSzTx/>
                <a:buFontTx/>
                <a:buNone/>
              </a:pPr>
              <a:r>
                <a:rPr lang="en-US" altLang="zh-CN" sz="2400" b="1" dirty="0">
                  <a:solidFill>
                    <a:schemeClr val="folHlink"/>
                  </a:solidFill>
                  <a:latin typeface="Arial" panose="020B0604020202020204" pitchFamily="34" charset="0"/>
                </a:rPr>
                <a:t>5</a:t>
              </a:r>
              <a:endParaRPr lang="en-US" altLang="zh-CN" sz="2400" b="1" dirty="0">
                <a:solidFill>
                  <a:schemeClr val="folHlink"/>
                </a:solidFill>
                <a:latin typeface="Arial" panose="020B0604020202020204" pitchFamily="34" charset="0"/>
              </a:endParaRPr>
            </a:p>
          </p:txBody>
        </p:sp>
        <p:sp>
          <p:nvSpPr>
            <p:cNvPr id="79961" name="Line 56"/>
            <p:cNvSpPr/>
            <p:nvPr/>
          </p:nvSpPr>
          <p:spPr>
            <a:xfrm>
              <a:off x="1338" y="663"/>
              <a:ext cx="363" cy="544"/>
            </a:xfrm>
            <a:prstGeom prst="line">
              <a:avLst/>
            </a:prstGeom>
            <a:ln w="28575" cap="flat" cmpd="sng">
              <a:solidFill>
                <a:schemeClr val="folHlink"/>
              </a:solidFill>
              <a:prstDash val="solid"/>
              <a:headEnd type="none" w="med" len="med"/>
              <a:tailEnd type="stealth" w="lg" len="lg"/>
            </a:ln>
          </p:spPr>
        </p:sp>
        <p:sp>
          <p:nvSpPr>
            <p:cNvPr id="79962" name="Line 57"/>
            <p:cNvSpPr/>
            <p:nvPr/>
          </p:nvSpPr>
          <p:spPr>
            <a:xfrm flipH="1">
              <a:off x="1701" y="663"/>
              <a:ext cx="0" cy="544"/>
            </a:xfrm>
            <a:prstGeom prst="line">
              <a:avLst/>
            </a:prstGeom>
            <a:ln w="28575" cap="flat" cmpd="sng">
              <a:solidFill>
                <a:schemeClr val="folHlink"/>
              </a:solidFill>
              <a:prstDash val="solid"/>
              <a:headEnd type="none" w="med" len="med"/>
              <a:tailEnd type="stealth" w="lg" len="lg"/>
            </a:ln>
          </p:spPr>
        </p:sp>
      </p:grpSp>
      <p:sp>
        <p:nvSpPr>
          <p:cNvPr id="1076282" name="Text Box 58"/>
          <p:cNvSpPr txBox="1"/>
          <p:nvPr/>
        </p:nvSpPr>
        <p:spPr>
          <a:xfrm>
            <a:off x="6238875" y="1970088"/>
            <a:ext cx="576263" cy="457200"/>
          </a:xfrm>
          <a:prstGeom prst="rect">
            <a:avLst/>
          </a:prstGeom>
          <a:noFill/>
          <a:ln w="12700">
            <a:noFill/>
          </a:ln>
        </p:spPr>
        <p:txBody>
          <a:bodyPr>
            <a:spAutoFit/>
          </a:bodyPr>
          <a:lstStyle>
            <a:lvl1pPr marL="342900" indent="-3429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80000"/>
              <a:buFont typeface="Wingdings" panose="05000000000000000000" pitchFamily="2" charset="2"/>
              <a:buChar char="n"/>
              <a:defRPr sz="3200" b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defRPr>
            </a:lvl1pPr>
            <a:lvl2pPr marL="742950" indent="-28575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Char char="–"/>
              <a:defRPr sz="2800">
                <a:solidFill>
                  <a:schemeClr val="tx1"/>
                </a:solidFill>
                <a:effectLst/>
                <a:latin typeface="+mn-lt"/>
                <a:ea typeface="+mn-ea"/>
              </a:defRPr>
            </a:lvl2pPr>
            <a:lvl3pPr marL="11430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Font typeface="Wingdings" panose="05000000000000000000" pitchFamily="2" charset="2"/>
              <a:buChar char="§"/>
              <a:defRPr sz="2400">
                <a:solidFill>
                  <a:schemeClr val="tx1"/>
                </a:solidFill>
                <a:effectLst/>
                <a:latin typeface="+mn-lt"/>
                <a:ea typeface="+mn-ea"/>
              </a:defRPr>
            </a:lvl3pPr>
            <a:lvl4pPr marL="16002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–"/>
              <a:defRPr sz="2000">
                <a:solidFill>
                  <a:schemeClr val="tx1"/>
                </a:solidFill>
                <a:effectLst/>
                <a:latin typeface="+mn-lt"/>
                <a:ea typeface="+mn-ea"/>
              </a:defRPr>
            </a:lvl4pPr>
            <a:lvl5pPr marL="20574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effectLst/>
                <a:latin typeface="+mn-lt"/>
                <a:ea typeface="+mn-ea"/>
              </a:defRPr>
            </a:lvl5pPr>
          </a:lstStyle>
          <a:p>
            <a:pPr marL="0" lvl="0" indent="0" algn="ctr" eaLnBrk="1" hangingPunct="1">
              <a:spcBef>
                <a:spcPct val="50000"/>
              </a:spcBef>
              <a:buClrTx/>
              <a:buSzTx/>
              <a:buFontTx/>
              <a:buNone/>
            </a:pPr>
            <a:r>
              <a:rPr lang="en-US" altLang="zh-CN" sz="2400" b="1" dirty="0">
                <a:solidFill>
                  <a:srgbClr val="FFFF00"/>
                </a:solidFill>
                <a:latin typeface="Arial" panose="020B0604020202020204" pitchFamily="34" charset="0"/>
              </a:rPr>
              <a:t>1</a:t>
            </a:r>
            <a:endParaRPr lang="en-US" altLang="zh-CN" sz="2400" b="1" dirty="0">
              <a:solidFill>
                <a:srgbClr val="FFFF00"/>
              </a:solidFill>
              <a:latin typeface="Arial" panose="020B0604020202020204" pitchFamily="34" charset="0"/>
            </a:endParaRPr>
          </a:p>
        </p:txBody>
      </p:sp>
      <p:sp>
        <p:nvSpPr>
          <p:cNvPr id="1076283" name="Text Box 59"/>
          <p:cNvSpPr txBox="1"/>
          <p:nvPr/>
        </p:nvSpPr>
        <p:spPr>
          <a:xfrm>
            <a:off x="3362325" y="3309938"/>
            <a:ext cx="576263" cy="469900"/>
          </a:xfrm>
          <a:prstGeom prst="rect">
            <a:avLst/>
          </a:prstGeom>
          <a:noFill/>
          <a:ln w="12700" cap="flat" cmpd="sng">
            <a:solidFill>
              <a:schemeClr val="tx1"/>
            </a:solidFill>
            <a:prstDash val="solid"/>
            <a:miter/>
            <a:headEnd type="none" w="med" len="med"/>
            <a:tailEnd type="none" w="med" len="med"/>
          </a:ln>
        </p:spPr>
        <p:txBody>
          <a:bodyPr>
            <a:spAutoFit/>
          </a:bodyPr>
          <a:lstStyle>
            <a:lvl1pPr marL="342900" indent="-3429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80000"/>
              <a:buFont typeface="Wingdings" panose="05000000000000000000" pitchFamily="2" charset="2"/>
              <a:buChar char="n"/>
              <a:defRPr sz="3200" b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defRPr>
            </a:lvl1pPr>
            <a:lvl2pPr marL="742950" indent="-28575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Char char="–"/>
              <a:defRPr sz="2800">
                <a:solidFill>
                  <a:schemeClr val="tx1"/>
                </a:solidFill>
                <a:effectLst/>
                <a:latin typeface="+mn-lt"/>
                <a:ea typeface="+mn-ea"/>
              </a:defRPr>
            </a:lvl2pPr>
            <a:lvl3pPr marL="11430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Font typeface="Wingdings" panose="05000000000000000000" pitchFamily="2" charset="2"/>
              <a:buChar char="§"/>
              <a:defRPr sz="2400">
                <a:solidFill>
                  <a:schemeClr val="tx1"/>
                </a:solidFill>
                <a:effectLst/>
                <a:latin typeface="+mn-lt"/>
                <a:ea typeface="+mn-ea"/>
              </a:defRPr>
            </a:lvl3pPr>
            <a:lvl4pPr marL="16002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–"/>
              <a:defRPr sz="2000">
                <a:solidFill>
                  <a:schemeClr val="tx1"/>
                </a:solidFill>
                <a:effectLst/>
                <a:latin typeface="+mn-lt"/>
                <a:ea typeface="+mn-ea"/>
              </a:defRPr>
            </a:lvl4pPr>
            <a:lvl5pPr marL="20574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effectLst/>
                <a:latin typeface="+mn-lt"/>
                <a:ea typeface="+mn-ea"/>
              </a:defRPr>
            </a:lvl5pPr>
          </a:lstStyle>
          <a:p>
            <a:pPr marL="0" lvl="0" indent="0" algn="ctr" eaLnBrk="1" hangingPunct="1">
              <a:spcBef>
                <a:spcPct val="50000"/>
              </a:spcBef>
              <a:buClrTx/>
              <a:buSzTx/>
              <a:buFontTx/>
              <a:buNone/>
            </a:pPr>
            <a:endParaRPr lang="zh-CN" altLang="zh-CN" sz="2400" b="1" dirty="0">
              <a:latin typeface="Arial" panose="020B0604020202020204" pitchFamily="34" charset="0"/>
            </a:endParaRPr>
          </a:p>
        </p:txBody>
      </p:sp>
      <p:sp>
        <p:nvSpPr>
          <p:cNvPr id="1076284" name="Text Box 60"/>
          <p:cNvSpPr txBox="1"/>
          <p:nvPr/>
        </p:nvSpPr>
        <p:spPr>
          <a:xfrm>
            <a:off x="3938588" y="3309938"/>
            <a:ext cx="576262" cy="469900"/>
          </a:xfrm>
          <a:prstGeom prst="rect">
            <a:avLst/>
          </a:prstGeom>
          <a:noFill/>
          <a:ln w="12700" cap="flat" cmpd="sng">
            <a:solidFill>
              <a:schemeClr val="tx1"/>
            </a:solidFill>
            <a:prstDash val="solid"/>
            <a:miter/>
            <a:headEnd type="none" w="med" len="med"/>
            <a:tailEnd type="none" w="med" len="med"/>
          </a:ln>
        </p:spPr>
        <p:txBody>
          <a:bodyPr>
            <a:spAutoFit/>
          </a:bodyPr>
          <a:lstStyle>
            <a:lvl1pPr marL="342900" indent="-3429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80000"/>
              <a:buFont typeface="Wingdings" panose="05000000000000000000" pitchFamily="2" charset="2"/>
              <a:buChar char="n"/>
              <a:defRPr sz="3200" b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defRPr>
            </a:lvl1pPr>
            <a:lvl2pPr marL="742950" indent="-28575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Char char="–"/>
              <a:defRPr sz="2800">
                <a:solidFill>
                  <a:schemeClr val="tx1"/>
                </a:solidFill>
                <a:effectLst/>
                <a:latin typeface="+mn-lt"/>
                <a:ea typeface="+mn-ea"/>
              </a:defRPr>
            </a:lvl2pPr>
            <a:lvl3pPr marL="11430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Font typeface="Wingdings" panose="05000000000000000000" pitchFamily="2" charset="2"/>
              <a:buChar char="§"/>
              <a:defRPr sz="2400">
                <a:solidFill>
                  <a:schemeClr val="tx1"/>
                </a:solidFill>
                <a:effectLst/>
                <a:latin typeface="+mn-lt"/>
                <a:ea typeface="+mn-ea"/>
              </a:defRPr>
            </a:lvl3pPr>
            <a:lvl4pPr marL="16002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–"/>
              <a:defRPr sz="2000">
                <a:solidFill>
                  <a:schemeClr val="tx1"/>
                </a:solidFill>
                <a:effectLst/>
                <a:latin typeface="+mn-lt"/>
                <a:ea typeface="+mn-ea"/>
              </a:defRPr>
            </a:lvl4pPr>
            <a:lvl5pPr marL="20574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effectLst/>
                <a:latin typeface="+mn-lt"/>
                <a:ea typeface="+mn-ea"/>
              </a:defRPr>
            </a:lvl5pPr>
          </a:lstStyle>
          <a:p>
            <a:pPr marL="0" lvl="0" indent="0" algn="ctr" eaLnBrk="1" hangingPunct="1">
              <a:spcBef>
                <a:spcPct val="50000"/>
              </a:spcBef>
              <a:buClrTx/>
              <a:buSzTx/>
              <a:buFontTx/>
              <a:buNone/>
            </a:pPr>
            <a:endParaRPr lang="zh-CN" altLang="zh-CN" sz="2400" b="1" dirty="0">
              <a:latin typeface="Arial" panose="020B0604020202020204" pitchFamily="34" charset="0"/>
            </a:endParaRPr>
          </a:p>
        </p:txBody>
      </p:sp>
      <p:sp>
        <p:nvSpPr>
          <p:cNvPr id="1076285" name="Text Box 61"/>
          <p:cNvSpPr txBox="1"/>
          <p:nvPr/>
        </p:nvSpPr>
        <p:spPr>
          <a:xfrm>
            <a:off x="4514850" y="3309938"/>
            <a:ext cx="576263" cy="469900"/>
          </a:xfrm>
          <a:prstGeom prst="rect">
            <a:avLst/>
          </a:prstGeom>
          <a:noFill/>
          <a:ln w="12700" cap="flat" cmpd="sng">
            <a:solidFill>
              <a:schemeClr val="tx1"/>
            </a:solidFill>
            <a:prstDash val="solid"/>
            <a:miter/>
            <a:headEnd type="none" w="med" len="med"/>
            <a:tailEnd type="none" w="med" len="med"/>
          </a:ln>
        </p:spPr>
        <p:txBody>
          <a:bodyPr>
            <a:spAutoFit/>
          </a:bodyPr>
          <a:lstStyle>
            <a:lvl1pPr marL="342900" indent="-3429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80000"/>
              <a:buFont typeface="Wingdings" panose="05000000000000000000" pitchFamily="2" charset="2"/>
              <a:buChar char="n"/>
              <a:defRPr sz="3200" b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defRPr>
            </a:lvl1pPr>
            <a:lvl2pPr marL="742950" indent="-28575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Char char="–"/>
              <a:defRPr sz="2800">
                <a:solidFill>
                  <a:schemeClr val="tx1"/>
                </a:solidFill>
                <a:effectLst/>
                <a:latin typeface="+mn-lt"/>
                <a:ea typeface="+mn-ea"/>
              </a:defRPr>
            </a:lvl2pPr>
            <a:lvl3pPr marL="11430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Font typeface="Wingdings" panose="05000000000000000000" pitchFamily="2" charset="2"/>
              <a:buChar char="§"/>
              <a:defRPr sz="2400">
                <a:solidFill>
                  <a:schemeClr val="tx1"/>
                </a:solidFill>
                <a:effectLst/>
                <a:latin typeface="+mn-lt"/>
                <a:ea typeface="+mn-ea"/>
              </a:defRPr>
            </a:lvl3pPr>
            <a:lvl4pPr marL="16002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–"/>
              <a:defRPr sz="2000">
                <a:solidFill>
                  <a:schemeClr val="tx1"/>
                </a:solidFill>
                <a:effectLst/>
                <a:latin typeface="+mn-lt"/>
                <a:ea typeface="+mn-ea"/>
              </a:defRPr>
            </a:lvl4pPr>
            <a:lvl5pPr marL="20574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effectLst/>
                <a:latin typeface="+mn-lt"/>
                <a:ea typeface="+mn-ea"/>
              </a:defRPr>
            </a:lvl5pPr>
          </a:lstStyle>
          <a:p>
            <a:pPr marL="0" lvl="0" indent="0" algn="ctr" eaLnBrk="1" hangingPunct="1">
              <a:spcBef>
                <a:spcPct val="50000"/>
              </a:spcBef>
              <a:buClrTx/>
              <a:buSzTx/>
              <a:buFontTx/>
              <a:buNone/>
            </a:pPr>
            <a:endParaRPr lang="zh-CN" altLang="zh-CN" sz="2400" b="1" dirty="0">
              <a:latin typeface="Arial" panose="020B0604020202020204" pitchFamily="34" charset="0"/>
            </a:endParaRPr>
          </a:p>
        </p:txBody>
      </p:sp>
      <p:sp>
        <p:nvSpPr>
          <p:cNvPr id="1076286" name="Text Box 62"/>
          <p:cNvSpPr txBox="1"/>
          <p:nvPr/>
        </p:nvSpPr>
        <p:spPr>
          <a:xfrm>
            <a:off x="5091113" y="3309938"/>
            <a:ext cx="576262" cy="469900"/>
          </a:xfrm>
          <a:prstGeom prst="rect">
            <a:avLst/>
          </a:prstGeom>
          <a:noFill/>
          <a:ln w="12700" cap="flat" cmpd="sng">
            <a:solidFill>
              <a:schemeClr val="tx1"/>
            </a:solidFill>
            <a:prstDash val="solid"/>
            <a:miter/>
            <a:headEnd type="none" w="med" len="med"/>
            <a:tailEnd type="none" w="med" len="med"/>
          </a:ln>
        </p:spPr>
        <p:txBody>
          <a:bodyPr>
            <a:spAutoFit/>
          </a:bodyPr>
          <a:lstStyle>
            <a:lvl1pPr marL="342900" indent="-3429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80000"/>
              <a:buFont typeface="Wingdings" panose="05000000000000000000" pitchFamily="2" charset="2"/>
              <a:buChar char="n"/>
              <a:defRPr sz="3200" b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defRPr>
            </a:lvl1pPr>
            <a:lvl2pPr marL="742950" indent="-28575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Char char="–"/>
              <a:defRPr sz="2800">
                <a:solidFill>
                  <a:schemeClr val="tx1"/>
                </a:solidFill>
                <a:effectLst/>
                <a:latin typeface="+mn-lt"/>
                <a:ea typeface="+mn-ea"/>
              </a:defRPr>
            </a:lvl2pPr>
            <a:lvl3pPr marL="11430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Font typeface="Wingdings" panose="05000000000000000000" pitchFamily="2" charset="2"/>
              <a:buChar char="§"/>
              <a:defRPr sz="2400">
                <a:solidFill>
                  <a:schemeClr val="tx1"/>
                </a:solidFill>
                <a:effectLst/>
                <a:latin typeface="+mn-lt"/>
                <a:ea typeface="+mn-ea"/>
              </a:defRPr>
            </a:lvl3pPr>
            <a:lvl4pPr marL="16002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–"/>
              <a:defRPr sz="2000">
                <a:solidFill>
                  <a:schemeClr val="tx1"/>
                </a:solidFill>
                <a:effectLst/>
                <a:latin typeface="+mn-lt"/>
                <a:ea typeface="+mn-ea"/>
              </a:defRPr>
            </a:lvl4pPr>
            <a:lvl5pPr marL="20574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effectLst/>
                <a:latin typeface="+mn-lt"/>
                <a:ea typeface="+mn-ea"/>
              </a:defRPr>
            </a:lvl5pPr>
          </a:lstStyle>
          <a:p>
            <a:pPr marL="0" lvl="0" indent="0" algn="ctr" eaLnBrk="1" hangingPunct="1">
              <a:spcBef>
                <a:spcPct val="50000"/>
              </a:spcBef>
              <a:buClrTx/>
              <a:buSzTx/>
              <a:buFontTx/>
              <a:buNone/>
            </a:pPr>
            <a:endParaRPr lang="zh-CN" altLang="zh-CN" sz="2400" b="1" dirty="0">
              <a:latin typeface="Arial" panose="020B0604020202020204" pitchFamily="34" charset="0"/>
            </a:endParaRPr>
          </a:p>
        </p:txBody>
      </p:sp>
      <p:sp>
        <p:nvSpPr>
          <p:cNvPr id="1076287" name="Text Box 63"/>
          <p:cNvSpPr txBox="1"/>
          <p:nvPr/>
        </p:nvSpPr>
        <p:spPr>
          <a:xfrm>
            <a:off x="5665788" y="3309938"/>
            <a:ext cx="576262" cy="469900"/>
          </a:xfrm>
          <a:prstGeom prst="rect">
            <a:avLst/>
          </a:prstGeom>
          <a:noFill/>
          <a:ln w="12700" cap="flat" cmpd="sng">
            <a:solidFill>
              <a:schemeClr val="tx1"/>
            </a:solidFill>
            <a:prstDash val="solid"/>
            <a:miter/>
            <a:headEnd type="none" w="med" len="med"/>
            <a:tailEnd type="none" w="med" len="med"/>
          </a:ln>
        </p:spPr>
        <p:txBody>
          <a:bodyPr>
            <a:spAutoFit/>
          </a:bodyPr>
          <a:lstStyle>
            <a:lvl1pPr marL="342900" indent="-3429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80000"/>
              <a:buFont typeface="Wingdings" panose="05000000000000000000" pitchFamily="2" charset="2"/>
              <a:buChar char="n"/>
              <a:defRPr sz="3200" b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defRPr>
            </a:lvl1pPr>
            <a:lvl2pPr marL="742950" indent="-28575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Char char="–"/>
              <a:defRPr sz="2800">
                <a:solidFill>
                  <a:schemeClr val="tx1"/>
                </a:solidFill>
                <a:effectLst/>
                <a:latin typeface="+mn-lt"/>
                <a:ea typeface="+mn-ea"/>
              </a:defRPr>
            </a:lvl2pPr>
            <a:lvl3pPr marL="11430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Font typeface="Wingdings" panose="05000000000000000000" pitchFamily="2" charset="2"/>
              <a:buChar char="§"/>
              <a:defRPr sz="2400">
                <a:solidFill>
                  <a:schemeClr val="tx1"/>
                </a:solidFill>
                <a:effectLst/>
                <a:latin typeface="+mn-lt"/>
                <a:ea typeface="+mn-ea"/>
              </a:defRPr>
            </a:lvl3pPr>
            <a:lvl4pPr marL="16002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–"/>
              <a:defRPr sz="2000">
                <a:solidFill>
                  <a:schemeClr val="tx1"/>
                </a:solidFill>
                <a:effectLst/>
                <a:latin typeface="+mn-lt"/>
                <a:ea typeface="+mn-ea"/>
              </a:defRPr>
            </a:lvl4pPr>
            <a:lvl5pPr marL="20574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effectLst/>
                <a:latin typeface="+mn-lt"/>
                <a:ea typeface="+mn-ea"/>
              </a:defRPr>
            </a:lvl5pPr>
          </a:lstStyle>
          <a:p>
            <a:pPr marL="0" lvl="0" indent="0" algn="ctr" eaLnBrk="1" hangingPunct="1">
              <a:spcBef>
                <a:spcPct val="50000"/>
              </a:spcBef>
              <a:buClrTx/>
              <a:buSzTx/>
              <a:buFontTx/>
              <a:buNone/>
            </a:pPr>
            <a:endParaRPr lang="zh-CN" altLang="zh-CN" sz="2400" b="1" dirty="0">
              <a:latin typeface="Arial" panose="020B0604020202020204" pitchFamily="34" charset="0"/>
            </a:endParaRPr>
          </a:p>
        </p:txBody>
      </p:sp>
      <p:sp>
        <p:nvSpPr>
          <p:cNvPr id="1076288" name="Text Box 64"/>
          <p:cNvSpPr txBox="1"/>
          <p:nvPr/>
        </p:nvSpPr>
        <p:spPr>
          <a:xfrm>
            <a:off x="6242050" y="3309938"/>
            <a:ext cx="576263" cy="469900"/>
          </a:xfrm>
          <a:prstGeom prst="rect">
            <a:avLst/>
          </a:prstGeom>
          <a:noFill/>
          <a:ln w="12700" cap="flat" cmpd="sng">
            <a:solidFill>
              <a:schemeClr val="tx1"/>
            </a:solidFill>
            <a:prstDash val="solid"/>
            <a:miter/>
            <a:headEnd type="none" w="med" len="med"/>
            <a:tailEnd type="none" w="med" len="med"/>
          </a:ln>
        </p:spPr>
        <p:txBody>
          <a:bodyPr>
            <a:spAutoFit/>
          </a:bodyPr>
          <a:lstStyle>
            <a:lvl1pPr marL="342900" indent="-3429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80000"/>
              <a:buFont typeface="Wingdings" panose="05000000000000000000" pitchFamily="2" charset="2"/>
              <a:buChar char="n"/>
              <a:defRPr sz="3200" b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defRPr>
            </a:lvl1pPr>
            <a:lvl2pPr marL="742950" indent="-28575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Char char="–"/>
              <a:defRPr sz="2800">
                <a:solidFill>
                  <a:schemeClr val="tx1"/>
                </a:solidFill>
                <a:effectLst/>
                <a:latin typeface="+mn-lt"/>
                <a:ea typeface="+mn-ea"/>
              </a:defRPr>
            </a:lvl2pPr>
            <a:lvl3pPr marL="11430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Font typeface="Wingdings" panose="05000000000000000000" pitchFamily="2" charset="2"/>
              <a:buChar char="§"/>
              <a:defRPr sz="2400">
                <a:solidFill>
                  <a:schemeClr val="tx1"/>
                </a:solidFill>
                <a:effectLst/>
                <a:latin typeface="+mn-lt"/>
                <a:ea typeface="+mn-ea"/>
              </a:defRPr>
            </a:lvl3pPr>
            <a:lvl4pPr marL="16002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–"/>
              <a:defRPr sz="2000">
                <a:solidFill>
                  <a:schemeClr val="tx1"/>
                </a:solidFill>
                <a:effectLst/>
                <a:latin typeface="+mn-lt"/>
                <a:ea typeface="+mn-ea"/>
              </a:defRPr>
            </a:lvl4pPr>
            <a:lvl5pPr marL="20574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effectLst/>
                <a:latin typeface="+mn-lt"/>
                <a:ea typeface="+mn-ea"/>
              </a:defRPr>
            </a:lvl5pPr>
          </a:lstStyle>
          <a:p>
            <a:pPr marL="0" lvl="0" indent="0" algn="ctr" eaLnBrk="1" hangingPunct="1">
              <a:spcBef>
                <a:spcPct val="50000"/>
              </a:spcBef>
              <a:buClrTx/>
              <a:buSzTx/>
              <a:buFontTx/>
              <a:buNone/>
            </a:pPr>
            <a:endParaRPr lang="zh-CN" altLang="zh-CN" sz="2400" b="1" dirty="0">
              <a:latin typeface="Arial" panose="020B0604020202020204" pitchFamily="34" charset="0"/>
            </a:endParaRPr>
          </a:p>
        </p:txBody>
      </p:sp>
      <p:sp>
        <p:nvSpPr>
          <p:cNvPr id="1076289" name="Text Box 65"/>
          <p:cNvSpPr txBox="1"/>
          <p:nvPr/>
        </p:nvSpPr>
        <p:spPr>
          <a:xfrm>
            <a:off x="6818313" y="3309938"/>
            <a:ext cx="576262" cy="469900"/>
          </a:xfrm>
          <a:prstGeom prst="rect">
            <a:avLst/>
          </a:prstGeom>
          <a:noFill/>
          <a:ln w="12700" cap="flat" cmpd="sng">
            <a:solidFill>
              <a:schemeClr val="tx1"/>
            </a:solidFill>
            <a:prstDash val="solid"/>
            <a:miter/>
            <a:headEnd type="none" w="med" len="med"/>
            <a:tailEnd type="none" w="med" len="med"/>
          </a:ln>
        </p:spPr>
        <p:txBody>
          <a:bodyPr>
            <a:spAutoFit/>
          </a:bodyPr>
          <a:lstStyle>
            <a:lvl1pPr marL="342900" indent="-3429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80000"/>
              <a:buFont typeface="Wingdings" panose="05000000000000000000" pitchFamily="2" charset="2"/>
              <a:buChar char="n"/>
              <a:defRPr sz="3200" b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defRPr>
            </a:lvl1pPr>
            <a:lvl2pPr marL="742950" indent="-28575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Char char="–"/>
              <a:defRPr sz="2800">
                <a:solidFill>
                  <a:schemeClr val="tx1"/>
                </a:solidFill>
                <a:effectLst/>
                <a:latin typeface="+mn-lt"/>
                <a:ea typeface="+mn-ea"/>
              </a:defRPr>
            </a:lvl2pPr>
            <a:lvl3pPr marL="11430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Font typeface="Wingdings" panose="05000000000000000000" pitchFamily="2" charset="2"/>
              <a:buChar char="§"/>
              <a:defRPr sz="2400">
                <a:solidFill>
                  <a:schemeClr val="tx1"/>
                </a:solidFill>
                <a:effectLst/>
                <a:latin typeface="+mn-lt"/>
                <a:ea typeface="+mn-ea"/>
              </a:defRPr>
            </a:lvl3pPr>
            <a:lvl4pPr marL="16002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–"/>
              <a:defRPr sz="2000">
                <a:solidFill>
                  <a:schemeClr val="tx1"/>
                </a:solidFill>
                <a:effectLst/>
                <a:latin typeface="+mn-lt"/>
                <a:ea typeface="+mn-ea"/>
              </a:defRPr>
            </a:lvl4pPr>
            <a:lvl5pPr marL="20574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effectLst/>
                <a:latin typeface="+mn-lt"/>
                <a:ea typeface="+mn-ea"/>
              </a:defRPr>
            </a:lvl5pPr>
          </a:lstStyle>
          <a:p>
            <a:pPr marL="0" lvl="0" indent="0" algn="ctr" eaLnBrk="1" hangingPunct="1">
              <a:spcBef>
                <a:spcPct val="50000"/>
              </a:spcBef>
              <a:buClrTx/>
              <a:buSzTx/>
              <a:buFontTx/>
              <a:buNone/>
            </a:pPr>
            <a:endParaRPr lang="zh-CN" altLang="zh-CN" sz="2400" b="1" dirty="0">
              <a:latin typeface="Arial" panose="020B0604020202020204" pitchFamily="34" charset="0"/>
            </a:endParaRPr>
          </a:p>
        </p:txBody>
      </p:sp>
      <p:sp>
        <p:nvSpPr>
          <p:cNvPr id="1076290" name="Text Box 66"/>
          <p:cNvSpPr txBox="1"/>
          <p:nvPr/>
        </p:nvSpPr>
        <p:spPr>
          <a:xfrm>
            <a:off x="7394575" y="3309938"/>
            <a:ext cx="576263" cy="469900"/>
          </a:xfrm>
          <a:prstGeom prst="rect">
            <a:avLst/>
          </a:prstGeom>
          <a:noFill/>
          <a:ln w="12700" cap="flat" cmpd="sng">
            <a:solidFill>
              <a:schemeClr val="tx1"/>
            </a:solidFill>
            <a:prstDash val="solid"/>
            <a:miter/>
            <a:headEnd type="none" w="med" len="med"/>
            <a:tailEnd type="none" w="med" len="med"/>
          </a:ln>
        </p:spPr>
        <p:txBody>
          <a:bodyPr>
            <a:spAutoFit/>
          </a:bodyPr>
          <a:lstStyle>
            <a:lvl1pPr marL="342900" indent="-3429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80000"/>
              <a:buFont typeface="Wingdings" panose="05000000000000000000" pitchFamily="2" charset="2"/>
              <a:buChar char="n"/>
              <a:defRPr sz="3200" b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defRPr>
            </a:lvl1pPr>
            <a:lvl2pPr marL="742950" indent="-28575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Char char="–"/>
              <a:defRPr sz="2800">
                <a:solidFill>
                  <a:schemeClr val="tx1"/>
                </a:solidFill>
                <a:effectLst/>
                <a:latin typeface="+mn-lt"/>
                <a:ea typeface="+mn-ea"/>
              </a:defRPr>
            </a:lvl2pPr>
            <a:lvl3pPr marL="11430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Font typeface="Wingdings" panose="05000000000000000000" pitchFamily="2" charset="2"/>
              <a:buChar char="§"/>
              <a:defRPr sz="2400">
                <a:solidFill>
                  <a:schemeClr val="tx1"/>
                </a:solidFill>
                <a:effectLst/>
                <a:latin typeface="+mn-lt"/>
                <a:ea typeface="+mn-ea"/>
              </a:defRPr>
            </a:lvl3pPr>
            <a:lvl4pPr marL="16002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–"/>
              <a:defRPr sz="2000">
                <a:solidFill>
                  <a:schemeClr val="tx1"/>
                </a:solidFill>
                <a:effectLst/>
                <a:latin typeface="+mn-lt"/>
                <a:ea typeface="+mn-ea"/>
              </a:defRPr>
            </a:lvl4pPr>
            <a:lvl5pPr marL="20574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effectLst/>
                <a:latin typeface="+mn-lt"/>
                <a:ea typeface="+mn-ea"/>
              </a:defRPr>
            </a:lvl5pPr>
          </a:lstStyle>
          <a:p>
            <a:pPr marL="0" lvl="0" indent="0" algn="ctr" eaLnBrk="1" hangingPunct="1">
              <a:spcBef>
                <a:spcPct val="50000"/>
              </a:spcBef>
              <a:buClrTx/>
              <a:buSzTx/>
              <a:buFontTx/>
              <a:buNone/>
            </a:pPr>
            <a:endParaRPr lang="zh-CN" altLang="zh-CN" sz="2400" b="1" dirty="0">
              <a:latin typeface="Arial" panose="020B0604020202020204" pitchFamily="34" charset="0"/>
            </a:endParaRPr>
          </a:p>
        </p:txBody>
      </p:sp>
      <p:sp>
        <p:nvSpPr>
          <p:cNvPr id="1076291" name="Text Box 67"/>
          <p:cNvSpPr txBox="1"/>
          <p:nvPr/>
        </p:nvSpPr>
        <p:spPr>
          <a:xfrm>
            <a:off x="7970838" y="3309938"/>
            <a:ext cx="576262" cy="469900"/>
          </a:xfrm>
          <a:prstGeom prst="rect">
            <a:avLst/>
          </a:prstGeom>
          <a:noFill/>
          <a:ln w="12700" cap="flat" cmpd="sng">
            <a:solidFill>
              <a:schemeClr val="tx1"/>
            </a:solidFill>
            <a:prstDash val="solid"/>
            <a:miter/>
            <a:headEnd type="none" w="med" len="med"/>
            <a:tailEnd type="none" w="med" len="med"/>
          </a:ln>
        </p:spPr>
        <p:txBody>
          <a:bodyPr>
            <a:spAutoFit/>
          </a:bodyPr>
          <a:lstStyle>
            <a:lvl1pPr marL="342900" indent="-3429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80000"/>
              <a:buFont typeface="Wingdings" panose="05000000000000000000" pitchFamily="2" charset="2"/>
              <a:buChar char="n"/>
              <a:defRPr sz="3200" b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defRPr>
            </a:lvl1pPr>
            <a:lvl2pPr marL="742950" indent="-28575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Char char="–"/>
              <a:defRPr sz="2800">
                <a:solidFill>
                  <a:schemeClr val="tx1"/>
                </a:solidFill>
                <a:effectLst/>
                <a:latin typeface="+mn-lt"/>
                <a:ea typeface="+mn-ea"/>
              </a:defRPr>
            </a:lvl2pPr>
            <a:lvl3pPr marL="11430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Font typeface="Wingdings" panose="05000000000000000000" pitchFamily="2" charset="2"/>
              <a:buChar char="§"/>
              <a:defRPr sz="2400">
                <a:solidFill>
                  <a:schemeClr val="tx1"/>
                </a:solidFill>
                <a:effectLst/>
                <a:latin typeface="+mn-lt"/>
                <a:ea typeface="+mn-ea"/>
              </a:defRPr>
            </a:lvl3pPr>
            <a:lvl4pPr marL="16002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–"/>
              <a:defRPr sz="2000">
                <a:solidFill>
                  <a:schemeClr val="tx1"/>
                </a:solidFill>
                <a:effectLst/>
                <a:latin typeface="+mn-lt"/>
                <a:ea typeface="+mn-ea"/>
              </a:defRPr>
            </a:lvl4pPr>
            <a:lvl5pPr marL="20574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effectLst/>
                <a:latin typeface="+mn-lt"/>
                <a:ea typeface="+mn-ea"/>
              </a:defRPr>
            </a:lvl5pPr>
          </a:lstStyle>
          <a:p>
            <a:pPr marL="0" lvl="0" indent="0" algn="ctr" eaLnBrk="1" hangingPunct="1">
              <a:spcBef>
                <a:spcPct val="50000"/>
              </a:spcBef>
              <a:buClrTx/>
              <a:buSzTx/>
              <a:buFontTx/>
              <a:buNone/>
            </a:pPr>
            <a:endParaRPr lang="zh-CN" altLang="zh-CN" sz="2400" b="1" dirty="0">
              <a:latin typeface="Arial" panose="020B0604020202020204" pitchFamily="34" charset="0"/>
            </a:endParaRPr>
          </a:p>
        </p:txBody>
      </p:sp>
      <p:sp>
        <p:nvSpPr>
          <p:cNvPr id="1076292" name="Text Box 68"/>
          <p:cNvSpPr txBox="1"/>
          <p:nvPr/>
        </p:nvSpPr>
        <p:spPr>
          <a:xfrm>
            <a:off x="8545513" y="3309938"/>
            <a:ext cx="576262" cy="469900"/>
          </a:xfrm>
          <a:prstGeom prst="rect">
            <a:avLst/>
          </a:prstGeom>
          <a:noFill/>
          <a:ln w="12700" cap="flat" cmpd="sng">
            <a:solidFill>
              <a:schemeClr val="tx1"/>
            </a:solidFill>
            <a:prstDash val="solid"/>
            <a:miter/>
            <a:headEnd type="none" w="med" len="med"/>
            <a:tailEnd type="none" w="med" len="med"/>
          </a:ln>
        </p:spPr>
        <p:txBody>
          <a:bodyPr>
            <a:spAutoFit/>
          </a:bodyPr>
          <a:lstStyle>
            <a:lvl1pPr marL="342900" indent="-3429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80000"/>
              <a:buFont typeface="Wingdings" panose="05000000000000000000" pitchFamily="2" charset="2"/>
              <a:buChar char="n"/>
              <a:defRPr sz="3200" b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defRPr>
            </a:lvl1pPr>
            <a:lvl2pPr marL="742950" indent="-28575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Char char="–"/>
              <a:defRPr sz="2800">
                <a:solidFill>
                  <a:schemeClr val="tx1"/>
                </a:solidFill>
                <a:effectLst/>
                <a:latin typeface="+mn-lt"/>
                <a:ea typeface="+mn-ea"/>
              </a:defRPr>
            </a:lvl2pPr>
            <a:lvl3pPr marL="11430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Font typeface="Wingdings" panose="05000000000000000000" pitchFamily="2" charset="2"/>
              <a:buChar char="§"/>
              <a:defRPr sz="2400">
                <a:solidFill>
                  <a:schemeClr val="tx1"/>
                </a:solidFill>
                <a:effectLst/>
                <a:latin typeface="+mn-lt"/>
                <a:ea typeface="+mn-ea"/>
              </a:defRPr>
            </a:lvl3pPr>
            <a:lvl4pPr marL="16002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–"/>
              <a:defRPr sz="2000">
                <a:solidFill>
                  <a:schemeClr val="tx1"/>
                </a:solidFill>
                <a:effectLst/>
                <a:latin typeface="+mn-lt"/>
                <a:ea typeface="+mn-ea"/>
              </a:defRPr>
            </a:lvl4pPr>
            <a:lvl5pPr marL="20574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effectLst/>
                <a:latin typeface="+mn-lt"/>
                <a:ea typeface="+mn-ea"/>
              </a:defRPr>
            </a:lvl5pPr>
          </a:lstStyle>
          <a:p>
            <a:pPr marL="0" lvl="0" indent="0" algn="ctr" eaLnBrk="1" hangingPunct="1">
              <a:spcBef>
                <a:spcPct val="50000"/>
              </a:spcBef>
              <a:buClrTx/>
              <a:buSzTx/>
              <a:buFontTx/>
              <a:buNone/>
            </a:pPr>
            <a:endParaRPr lang="zh-CN" altLang="zh-CN" sz="2400" b="1" dirty="0">
              <a:latin typeface="Arial" panose="020B0604020202020204" pitchFamily="34" charset="0"/>
            </a:endParaRPr>
          </a:p>
        </p:txBody>
      </p:sp>
      <p:sp>
        <p:nvSpPr>
          <p:cNvPr id="1076294" name="Text Box 70"/>
          <p:cNvSpPr txBox="1"/>
          <p:nvPr/>
        </p:nvSpPr>
        <p:spPr>
          <a:xfrm>
            <a:off x="9121775" y="3309938"/>
            <a:ext cx="576263" cy="469900"/>
          </a:xfrm>
          <a:prstGeom prst="rect">
            <a:avLst/>
          </a:prstGeom>
          <a:noFill/>
          <a:ln w="12700" cap="flat" cmpd="sng">
            <a:solidFill>
              <a:schemeClr val="tx1"/>
            </a:solidFill>
            <a:prstDash val="solid"/>
            <a:miter/>
            <a:headEnd type="none" w="med" len="med"/>
            <a:tailEnd type="none" w="med" len="med"/>
          </a:ln>
        </p:spPr>
        <p:txBody>
          <a:bodyPr>
            <a:spAutoFit/>
          </a:bodyPr>
          <a:lstStyle>
            <a:lvl1pPr marL="342900" indent="-3429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80000"/>
              <a:buFont typeface="Wingdings" panose="05000000000000000000" pitchFamily="2" charset="2"/>
              <a:buChar char="n"/>
              <a:defRPr sz="3200" b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defRPr>
            </a:lvl1pPr>
            <a:lvl2pPr marL="742950" indent="-28575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Char char="–"/>
              <a:defRPr sz="2800">
                <a:solidFill>
                  <a:schemeClr val="tx1"/>
                </a:solidFill>
                <a:effectLst/>
                <a:latin typeface="+mn-lt"/>
                <a:ea typeface="+mn-ea"/>
              </a:defRPr>
            </a:lvl2pPr>
            <a:lvl3pPr marL="11430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Font typeface="Wingdings" panose="05000000000000000000" pitchFamily="2" charset="2"/>
              <a:buChar char="§"/>
              <a:defRPr sz="2400">
                <a:solidFill>
                  <a:schemeClr val="tx1"/>
                </a:solidFill>
                <a:effectLst/>
                <a:latin typeface="+mn-lt"/>
                <a:ea typeface="+mn-ea"/>
              </a:defRPr>
            </a:lvl3pPr>
            <a:lvl4pPr marL="16002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–"/>
              <a:defRPr sz="2000">
                <a:solidFill>
                  <a:schemeClr val="tx1"/>
                </a:solidFill>
                <a:effectLst/>
                <a:latin typeface="+mn-lt"/>
                <a:ea typeface="+mn-ea"/>
              </a:defRPr>
            </a:lvl4pPr>
            <a:lvl5pPr marL="20574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effectLst/>
                <a:latin typeface="+mn-lt"/>
                <a:ea typeface="+mn-ea"/>
              </a:defRPr>
            </a:lvl5pPr>
          </a:lstStyle>
          <a:p>
            <a:pPr marL="0" lvl="0" indent="0" algn="ctr" eaLnBrk="1" hangingPunct="1">
              <a:spcBef>
                <a:spcPct val="50000"/>
              </a:spcBef>
              <a:buClrTx/>
              <a:buSzTx/>
              <a:buFontTx/>
              <a:buNone/>
            </a:pPr>
            <a:endParaRPr lang="zh-CN" altLang="zh-CN" sz="2400" b="1" dirty="0">
              <a:latin typeface="Arial" panose="020B0604020202020204" pitchFamily="34" charset="0"/>
            </a:endParaRPr>
          </a:p>
        </p:txBody>
      </p:sp>
      <p:sp>
        <p:nvSpPr>
          <p:cNvPr id="1076295" name="Text Box 71"/>
          <p:cNvSpPr txBox="1"/>
          <p:nvPr/>
        </p:nvSpPr>
        <p:spPr>
          <a:xfrm>
            <a:off x="1416050" y="3265488"/>
            <a:ext cx="1063625" cy="457200"/>
          </a:xfrm>
          <a:prstGeom prst="rect">
            <a:avLst/>
          </a:prstGeom>
          <a:noFill/>
          <a:ln w="12700">
            <a:noFill/>
          </a:ln>
        </p:spPr>
        <p:txBody>
          <a:bodyPr>
            <a:spAutoFit/>
          </a:bodyPr>
          <a:lstStyle>
            <a:lvl1pPr marL="342900" indent="-3429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80000"/>
              <a:buFont typeface="Wingdings" panose="05000000000000000000" pitchFamily="2" charset="2"/>
              <a:buChar char="n"/>
              <a:defRPr sz="3200" b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defRPr>
            </a:lvl1pPr>
            <a:lvl2pPr marL="742950" indent="-28575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Char char="–"/>
              <a:defRPr sz="2800">
                <a:solidFill>
                  <a:schemeClr val="tx1"/>
                </a:solidFill>
                <a:effectLst/>
                <a:latin typeface="+mn-lt"/>
                <a:ea typeface="+mn-ea"/>
              </a:defRPr>
            </a:lvl2pPr>
            <a:lvl3pPr marL="11430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Font typeface="Wingdings" panose="05000000000000000000" pitchFamily="2" charset="2"/>
              <a:buChar char="§"/>
              <a:defRPr sz="2400">
                <a:solidFill>
                  <a:schemeClr val="tx1"/>
                </a:solidFill>
                <a:effectLst/>
                <a:latin typeface="+mn-lt"/>
                <a:ea typeface="+mn-ea"/>
              </a:defRPr>
            </a:lvl3pPr>
            <a:lvl4pPr marL="16002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–"/>
              <a:defRPr sz="2000">
                <a:solidFill>
                  <a:schemeClr val="tx1"/>
                </a:solidFill>
                <a:effectLst/>
                <a:latin typeface="+mn-lt"/>
                <a:ea typeface="+mn-ea"/>
              </a:defRPr>
            </a:lvl4pPr>
            <a:lvl5pPr marL="20574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effectLst/>
                <a:latin typeface="+mn-lt"/>
                <a:ea typeface="+mn-ea"/>
              </a:defRPr>
            </a:lvl5pPr>
          </a:lstStyle>
          <a:p>
            <a:pPr marL="0" lvl="0" indent="0" eaLnBrk="1" hangingPunct="1">
              <a:spcBef>
                <a:spcPct val="50000"/>
              </a:spcBef>
              <a:buClrTx/>
              <a:buSzTx/>
              <a:buFontTx/>
              <a:buNone/>
            </a:pPr>
            <a:r>
              <a:rPr lang="zh-CN" altLang="en-US" sz="2400" b="1" dirty="0">
                <a:latin typeface="Arial" panose="020B0604020202020204" pitchFamily="34" charset="0"/>
              </a:rPr>
              <a:t>第</a:t>
            </a:r>
            <a:r>
              <a:rPr lang="en-US" altLang="zh-CN" sz="2400" b="1" dirty="0">
                <a:latin typeface="Arial" panose="020B0604020202020204" pitchFamily="34" charset="0"/>
              </a:rPr>
              <a:t>6</a:t>
            </a:r>
            <a:r>
              <a:rPr lang="zh-CN" altLang="en-US" sz="2400" b="1" dirty="0">
                <a:latin typeface="Arial" panose="020B0604020202020204" pitchFamily="34" charset="0"/>
              </a:rPr>
              <a:t>行</a:t>
            </a:r>
            <a:endParaRPr lang="zh-CN" altLang="en-US" sz="2400" b="1" dirty="0">
              <a:latin typeface="Arial" panose="020B0604020202020204" pitchFamily="34" charset="0"/>
            </a:endParaRPr>
          </a:p>
        </p:txBody>
      </p:sp>
      <p:grpSp>
        <p:nvGrpSpPr>
          <p:cNvPr id="1076297" name="Group 73"/>
          <p:cNvGrpSpPr/>
          <p:nvPr/>
        </p:nvGrpSpPr>
        <p:grpSpPr>
          <a:xfrm>
            <a:off x="3648075" y="2420938"/>
            <a:ext cx="863600" cy="1374775"/>
            <a:chOff x="1338" y="663"/>
            <a:chExt cx="544" cy="866"/>
          </a:xfrm>
        </p:grpSpPr>
        <p:sp>
          <p:nvSpPr>
            <p:cNvPr id="79957" name="Text Box 74"/>
            <p:cNvSpPr txBox="1"/>
            <p:nvPr/>
          </p:nvSpPr>
          <p:spPr>
            <a:xfrm>
              <a:off x="1519" y="1241"/>
              <a:ext cx="363" cy="288"/>
            </a:xfrm>
            <a:prstGeom prst="rect">
              <a:avLst/>
            </a:prstGeom>
            <a:noFill/>
            <a:ln w="12700">
              <a:noFill/>
            </a:ln>
          </p:spPr>
          <p:txBody>
            <a:bodyPr>
              <a:spAutoFit/>
            </a:bodyPr>
            <a:lstStyle>
              <a:lvl1pPr marL="342900" indent="-342900" algn="l" rtl="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hlink"/>
                </a:buClr>
                <a:buSzPct val="80000"/>
                <a:buFont typeface="Wingdings" panose="05000000000000000000" pitchFamily="2" charset="2"/>
                <a:buChar char="n"/>
                <a:defRPr sz="3200" b="0">
                  <a:solidFill>
                    <a:schemeClr val="tx1"/>
                  </a:solidFill>
                  <a:effectLst/>
                  <a:latin typeface="+mn-lt"/>
                  <a:ea typeface="+mn-ea"/>
                  <a:cs typeface="+mn-cs"/>
                </a:defRPr>
              </a:lvl1pPr>
              <a:lvl2pPr marL="742950" indent="-285750" algn="l" rtl="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tx1"/>
                </a:buClr>
                <a:buChar char="–"/>
                <a:defRPr sz="2800">
                  <a:solidFill>
                    <a:schemeClr val="tx1"/>
                  </a:solidFill>
                  <a:effectLst/>
                  <a:latin typeface="+mn-lt"/>
                  <a:ea typeface="+mn-ea"/>
                </a:defRPr>
              </a:lvl2pPr>
              <a:lvl3pPr marL="11430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hlink"/>
                </a:buClr>
                <a:buFont typeface="Wingdings" panose="05000000000000000000" pitchFamily="2" charset="2"/>
                <a:buChar char="§"/>
                <a:defRPr sz="2400">
                  <a:solidFill>
                    <a:schemeClr val="tx1"/>
                  </a:solidFill>
                  <a:effectLst/>
                  <a:latin typeface="+mn-lt"/>
                  <a:ea typeface="+mn-ea"/>
                </a:defRPr>
              </a:lvl3pPr>
              <a:lvl4pPr marL="16002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–"/>
                <a:defRPr sz="2000">
                  <a:solidFill>
                    <a:schemeClr val="tx1"/>
                  </a:solidFill>
                  <a:effectLst/>
                  <a:latin typeface="+mn-lt"/>
                  <a:ea typeface="+mn-ea"/>
                </a:defRPr>
              </a:lvl4pPr>
              <a:lvl5pPr marL="20574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hlink"/>
                </a:buClr>
                <a:buFont typeface="Wingdings" panose="05000000000000000000" pitchFamily="2" charset="2"/>
                <a:buChar char="§"/>
                <a:defRPr sz="2000">
                  <a:solidFill>
                    <a:schemeClr val="tx1"/>
                  </a:solidFill>
                  <a:effectLst/>
                  <a:latin typeface="+mn-lt"/>
                  <a:ea typeface="+mn-ea"/>
                </a:defRPr>
              </a:lvl5pPr>
            </a:lstStyle>
            <a:p>
              <a:pPr marL="0" lvl="0" indent="0" algn="ctr" eaLnBrk="1" hangingPunct="1">
                <a:spcBef>
                  <a:spcPct val="50000"/>
                </a:spcBef>
                <a:buClrTx/>
                <a:buSzTx/>
                <a:buFontTx/>
                <a:buNone/>
              </a:pPr>
              <a:r>
                <a:rPr lang="en-US" altLang="zh-CN" sz="2400" b="1" dirty="0">
                  <a:solidFill>
                    <a:schemeClr val="folHlink"/>
                  </a:solidFill>
                  <a:latin typeface="Arial" panose="020B0604020202020204" pitchFamily="34" charset="0"/>
                </a:rPr>
                <a:t>6</a:t>
              </a:r>
              <a:endParaRPr lang="en-US" altLang="zh-CN" sz="2400" b="1" dirty="0">
                <a:solidFill>
                  <a:schemeClr val="folHlink"/>
                </a:solidFill>
                <a:latin typeface="Arial" panose="020B0604020202020204" pitchFamily="34" charset="0"/>
              </a:endParaRPr>
            </a:p>
          </p:txBody>
        </p:sp>
        <p:sp>
          <p:nvSpPr>
            <p:cNvPr id="79958" name="Line 75"/>
            <p:cNvSpPr/>
            <p:nvPr/>
          </p:nvSpPr>
          <p:spPr>
            <a:xfrm>
              <a:off x="1338" y="663"/>
              <a:ext cx="363" cy="544"/>
            </a:xfrm>
            <a:prstGeom prst="line">
              <a:avLst/>
            </a:prstGeom>
            <a:ln w="28575" cap="flat" cmpd="sng">
              <a:solidFill>
                <a:schemeClr val="folHlink"/>
              </a:solidFill>
              <a:prstDash val="solid"/>
              <a:headEnd type="none" w="med" len="med"/>
              <a:tailEnd type="stealth" w="lg" len="lg"/>
            </a:ln>
          </p:spPr>
        </p:sp>
        <p:sp>
          <p:nvSpPr>
            <p:cNvPr id="79959" name="Line 76"/>
            <p:cNvSpPr/>
            <p:nvPr/>
          </p:nvSpPr>
          <p:spPr>
            <a:xfrm flipH="1">
              <a:off x="1701" y="663"/>
              <a:ext cx="0" cy="544"/>
            </a:xfrm>
            <a:prstGeom prst="line">
              <a:avLst/>
            </a:prstGeom>
            <a:ln w="28575" cap="flat" cmpd="sng">
              <a:solidFill>
                <a:schemeClr val="folHlink"/>
              </a:solidFill>
              <a:prstDash val="solid"/>
              <a:headEnd type="none" w="med" len="med"/>
              <a:tailEnd type="stealth" w="lg" len="lg"/>
            </a:ln>
          </p:spPr>
        </p:sp>
      </p:grpSp>
      <p:grpSp>
        <p:nvGrpSpPr>
          <p:cNvPr id="1076301" name="Group 77"/>
          <p:cNvGrpSpPr/>
          <p:nvPr/>
        </p:nvGrpSpPr>
        <p:grpSpPr>
          <a:xfrm>
            <a:off x="4225925" y="2430463"/>
            <a:ext cx="863600" cy="1374775"/>
            <a:chOff x="1338" y="663"/>
            <a:chExt cx="544" cy="866"/>
          </a:xfrm>
        </p:grpSpPr>
        <p:sp>
          <p:nvSpPr>
            <p:cNvPr id="79954" name="Text Box 78"/>
            <p:cNvSpPr txBox="1"/>
            <p:nvPr/>
          </p:nvSpPr>
          <p:spPr>
            <a:xfrm>
              <a:off x="1519" y="1241"/>
              <a:ext cx="363" cy="288"/>
            </a:xfrm>
            <a:prstGeom prst="rect">
              <a:avLst/>
            </a:prstGeom>
            <a:noFill/>
            <a:ln w="12700">
              <a:noFill/>
            </a:ln>
          </p:spPr>
          <p:txBody>
            <a:bodyPr>
              <a:spAutoFit/>
            </a:bodyPr>
            <a:lstStyle>
              <a:lvl1pPr marL="342900" indent="-342900" algn="l" rtl="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hlink"/>
                </a:buClr>
                <a:buSzPct val="80000"/>
                <a:buFont typeface="Wingdings" panose="05000000000000000000" pitchFamily="2" charset="2"/>
                <a:buChar char="n"/>
                <a:defRPr sz="3200" b="0">
                  <a:solidFill>
                    <a:schemeClr val="tx1"/>
                  </a:solidFill>
                  <a:effectLst/>
                  <a:latin typeface="+mn-lt"/>
                  <a:ea typeface="+mn-ea"/>
                  <a:cs typeface="+mn-cs"/>
                </a:defRPr>
              </a:lvl1pPr>
              <a:lvl2pPr marL="742950" indent="-285750" algn="l" rtl="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tx1"/>
                </a:buClr>
                <a:buChar char="–"/>
                <a:defRPr sz="2800">
                  <a:solidFill>
                    <a:schemeClr val="tx1"/>
                  </a:solidFill>
                  <a:effectLst/>
                  <a:latin typeface="+mn-lt"/>
                  <a:ea typeface="+mn-ea"/>
                </a:defRPr>
              </a:lvl2pPr>
              <a:lvl3pPr marL="11430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hlink"/>
                </a:buClr>
                <a:buFont typeface="Wingdings" panose="05000000000000000000" pitchFamily="2" charset="2"/>
                <a:buChar char="§"/>
                <a:defRPr sz="2400">
                  <a:solidFill>
                    <a:schemeClr val="tx1"/>
                  </a:solidFill>
                  <a:effectLst/>
                  <a:latin typeface="+mn-lt"/>
                  <a:ea typeface="+mn-ea"/>
                </a:defRPr>
              </a:lvl3pPr>
              <a:lvl4pPr marL="16002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–"/>
                <a:defRPr sz="2000">
                  <a:solidFill>
                    <a:schemeClr val="tx1"/>
                  </a:solidFill>
                  <a:effectLst/>
                  <a:latin typeface="+mn-lt"/>
                  <a:ea typeface="+mn-ea"/>
                </a:defRPr>
              </a:lvl4pPr>
              <a:lvl5pPr marL="20574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hlink"/>
                </a:buClr>
                <a:buFont typeface="Wingdings" panose="05000000000000000000" pitchFamily="2" charset="2"/>
                <a:buChar char="§"/>
                <a:defRPr sz="2000">
                  <a:solidFill>
                    <a:schemeClr val="tx1"/>
                  </a:solidFill>
                  <a:effectLst/>
                  <a:latin typeface="+mn-lt"/>
                  <a:ea typeface="+mn-ea"/>
                </a:defRPr>
              </a:lvl5pPr>
            </a:lstStyle>
            <a:p>
              <a:pPr marL="0" lvl="0" indent="0" algn="ctr" eaLnBrk="1" hangingPunct="1">
                <a:spcBef>
                  <a:spcPct val="50000"/>
                </a:spcBef>
                <a:buClrTx/>
                <a:buSzTx/>
                <a:buFontTx/>
                <a:buNone/>
              </a:pPr>
              <a:r>
                <a:rPr lang="en-US" altLang="zh-CN" sz="2400" b="1" dirty="0">
                  <a:solidFill>
                    <a:schemeClr val="folHlink"/>
                  </a:solidFill>
                  <a:latin typeface="Arial" panose="020B0604020202020204" pitchFamily="34" charset="0"/>
                </a:rPr>
                <a:t>15</a:t>
              </a:r>
              <a:endParaRPr lang="en-US" altLang="zh-CN" sz="2400" b="1" dirty="0">
                <a:solidFill>
                  <a:schemeClr val="folHlink"/>
                </a:solidFill>
                <a:latin typeface="Arial" panose="020B0604020202020204" pitchFamily="34" charset="0"/>
              </a:endParaRPr>
            </a:p>
          </p:txBody>
        </p:sp>
        <p:sp>
          <p:nvSpPr>
            <p:cNvPr id="79955" name="Line 79"/>
            <p:cNvSpPr/>
            <p:nvPr/>
          </p:nvSpPr>
          <p:spPr>
            <a:xfrm>
              <a:off x="1338" y="663"/>
              <a:ext cx="363" cy="544"/>
            </a:xfrm>
            <a:prstGeom prst="line">
              <a:avLst/>
            </a:prstGeom>
            <a:ln w="28575" cap="flat" cmpd="sng">
              <a:solidFill>
                <a:schemeClr val="folHlink"/>
              </a:solidFill>
              <a:prstDash val="solid"/>
              <a:headEnd type="none" w="med" len="med"/>
              <a:tailEnd type="stealth" w="lg" len="lg"/>
            </a:ln>
          </p:spPr>
        </p:sp>
        <p:sp>
          <p:nvSpPr>
            <p:cNvPr id="79956" name="Line 80"/>
            <p:cNvSpPr/>
            <p:nvPr/>
          </p:nvSpPr>
          <p:spPr>
            <a:xfrm flipH="1">
              <a:off x="1701" y="663"/>
              <a:ext cx="0" cy="544"/>
            </a:xfrm>
            <a:prstGeom prst="line">
              <a:avLst/>
            </a:prstGeom>
            <a:ln w="28575" cap="flat" cmpd="sng">
              <a:solidFill>
                <a:schemeClr val="folHlink"/>
              </a:solidFill>
              <a:prstDash val="solid"/>
              <a:headEnd type="none" w="med" len="med"/>
              <a:tailEnd type="stealth" w="lg" len="lg"/>
            </a:ln>
          </p:spPr>
        </p:sp>
      </p:grpSp>
      <p:grpSp>
        <p:nvGrpSpPr>
          <p:cNvPr id="1076305" name="Group 81"/>
          <p:cNvGrpSpPr/>
          <p:nvPr/>
        </p:nvGrpSpPr>
        <p:grpSpPr>
          <a:xfrm>
            <a:off x="4802188" y="2420938"/>
            <a:ext cx="863600" cy="1374775"/>
            <a:chOff x="1338" y="663"/>
            <a:chExt cx="544" cy="866"/>
          </a:xfrm>
        </p:grpSpPr>
        <p:sp>
          <p:nvSpPr>
            <p:cNvPr id="79951" name="Text Box 82"/>
            <p:cNvSpPr txBox="1"/>
            <p:nvPr/>
          </p:nvSpPr>
          <p:spPr>
            <a:xfrm>
              <a:off x="1519" y="1241"/>
              <a:ext cx="363" cy="288"/>
            </a:xfrm>
            <a:prstGeom prst="rect">
              <a:avLst/>
            </a:prstGeom>
            <a:noFill/>
            <a:ln w="12700">
              <a:noFill/>
            </a:ln>
          </p:spPr>
          <p:txBody>
            <a:bodyPr>
              <a:spAutoFit/>
            </a:bodyPr>
            <a:lstStyle>
              <a:lvl1pPr marL="342900" indent="-342900" algn="l" rtl="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hlink"/>
                </a:buClr>
                <a:buSzPct val="80000"/>
                <a:buFont typeface="Wingdings" panose="05000000000000000000" pitchFamily="2" charset="2"/>
                <a:buChar char="n"/>
                <a:defRPr sz="3200" b="0">
                  <a:solidFill>
                    <a:schemeClr val="tx1"/>
                  </a:solidFill>
                  <a:effectLst/>
                  <a:latin typeface="+mn-lt"/>
                  <a:ea typeface="+mn-ea"/>
                  <a:cs typeface="+mn-cs"/>
                </a:defRPr>
              </a:lvl1pPr>
              <a:lvl2pPr marL="742950" indent="-285750" algn="l" rtl="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tx1"/>
                </a:buClr>
                <a:buChar char="–"/>
                <a:defRPr sz="2800">
                  <a:solidFill>
                    <a:schemeClr val="tx1"/>
                  </a:solidFill>
                  <a:effectLst/>
                  <a:latin typeface="+mn-lt"/>
                  <a:ea typeface="+mn-ea"/>
                </a:defRPr>
              </a:lvl2pPr>
              <a:lvl3pPr marL="11430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hlink"/>
                </a:buClr>
                <a:buFont typeface="Wingdings" panose="05000000000000000000" pitchFamily="2" charset="2"/>
                <a:buChar char="§"/>
                <a:defRPr sz="2400">
                  <a:solidFill>
                    <a:schemeClr val="tx1"/>
                  </a:solidFill>
                  <a:effectLst/>
                  <a:latin typeface="+mn-lt"/>
                  <a:ea typeface="+mn-ea"/>
                </a:defRPr>
              </a:lvl3pPr>
              <a:lvl4pPr marL="16002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–"/>
                <a:defRPr sz="2000">
                  <a:solidFill>
                    <a:schemeClr val="tx1"/>
                  </a:solidFill>
                  <a:effectLst/>
                  <a:latin typeface="+mn-lt"/>
                  <a:ea typeface="+mn-ea"/>
                </a:defRPr>
              </a:lvl4pPr>
              <a:lvl5pPr marL="20574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hlink"/>
                </a:buClr>
                <a:buFont typeface="Wingdings" panose="05000000000000000000" pitchFamily="2" charset="2"/>
                <a:buChar char="§"/>
                <a:defRPr sz="2000">
                  <a:solidFill>
                    <a:schemeClr val="tx1"/>
                  </a:solidFill>
                  <a:effectLst/>
                  <a:latin typeface="+mn-lt"/>
                  <a:ea typeface="+mn-ea"/>
                </a:defRPr>
              </a:lvl5pPr>
            </a:lstStyle>
            <a:p>
              <a:pPr marL="0" lvl="0" indent="0" algn="ctr" eaLnBrk="1" hangingPunct="1">
                <a:spcBef>
                  <a:spcPct val="50000"/>
                </a:spcBef>
                <a:buClrTx/>
                <a:buSzTx/>
                <a:buFontTx/>
                <a:buNone/>
              </a:pPr>
              <a:r>
                <a:rPr lang="en-US" altLang="zh-CN" sz="2400" b="1" dirty="0">
                  <a:solidFill>
                    <a:schemeClr val="folHlink"/>
                  </a:solidFill>
                  <a:latin typeface="Arial" panose="020B0604020202020204" pitchFamily="34" charset="0"/>
                </a:rPr>
                <a:t>20</a:t>
              </a:r>
              <a:endParaRPr lang="en-US" altLang="zh-CN" sz="2400" b="1" dirty="0">
                <a:solidFill>
                  <a:schemeClr val="folHlink"/>
                </a:solidFill>
                <a:latin typeface="Arial" panose="020B0604020202020204" pitchFamily="34" charset="0"/>
              </a:endParaRPr>
            </a:p>
          </p:txBody>
        </p:sp>
        <p:sp>
          <p:nvSpPr>
            <p:cNvPr id="79952" name="Line 83"/>
            <p:cNvSpPr/>
            <p:nvPr/>
          </p:nvSpPr>
          <p:spPr>
            <a:xfrm>
              <a:off x="1338" y="663"/>
              <a:ext cx="363" cy="544"/>
            </a:xfrm>
            <a:prstGeom prst="line">
              <a:avLst/>
            </a:prstGeom>
            <a:ln w="28575" cap="flat" cmpd="sng">
              <a:solidFill>
                <a:schemeClr val="folHlink"/>
              </a:solidFill>
              <a:prstDash val="solid"/>
              <a:headEnd type="none" w="med" len="med"/>
              <a:tailEnd type="stealth" w="lg" len="lg"/>
            </a:ln>
          </p:spPr>
        </p:sp>
        <p:sp>
          <p:nvSpPr>
            <p:cNvPr id="79953" name="Line 84"/>
            <p:cNvSpPr/>
            <p:nvPr/>
          </p:nvSpPr>
          <p:spPr>
            <a:xfrm flipH="1">
              <a:off x="1701" y="663"/>
              <a:ext cx="0" cy="544"/>
            </a:xfrm>
            <a:prstGeom prst="line">
              <a:avLst/>
            </a:prstGeom>
            <a:ln w="28575" cap="flat" cmpd="sng">
              <a:solidFill>
                <a:schemeClr val="folHlink"/>
              </a:solidFill>
              <a:prstDash val="solid"/>
              <a:headEnd type="none" w="med" len="med"/>
              <a:tailEnd type="stealth" w="lg" len="lg"/>
            </a:ln>
          </p:spPr>
        </p:sp>
      </p:grpSp>
      <p:grpSp>
        <p:nvGrpSpPr>
          <p:cNvPr id="1076309" name="Group 85"/>
          <p:cNvGrpSpPr/>
          <p:nvPr/>
        </p:nvGrpSpPr>
        <p:grpSpPr>
          <a:xfrm>
            <a:off x="5376863" y="2420938"/>
            <a:ext cx="863600" cy="1374775"/>
            <a:chOff x="1338" y="663"/>
            <a:chExt cx="544" cy="866"/>
          </a:xfrm>
        </p:grpSpPr>
        <p:sp>
          <p:nvSpPr>
            <p:cNvPr id="79948" name="Text Box 86"/>
            <p:cNvSpPr txBox="1"/>
            <p:nvPr/>
          </p:nvSpPr>
          <p:spPr>
            <a:xfrm>
              <a:off x="1519" y="1241"/>
              <a:ext cx="363" cy="288"/>
            </a:xfrm>
            <a:prstGeom prst="rect">
              <a:avLst/>
            </a:prstGeom>
            <a:noFill/>
            <a:ln w="12700">
              <a:noFill/>
            </a:ln>
          </p:spPr>
          <p:txBody>
            <a:bodyPr>
              <a:spAutoFit/>
            </a:bodyPr>
            <a:lstStyle>
              <a:lvl1pPr marL="342900" indent="-342900" algn="l" rtl="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hlink"/>
                </a:buClr>
                <a:buSzPct val="80000"/>
                <a:buFont typeface="Wingdings" panose="05000000000000000000" pitchFamily="2" charset="2"/>
                <a:buChar char="n"/>
                <a:defRPr sz="3200" b="0">
                  <a:solidFill>
                    <a:schemeClr val="tx1"/>
                  </a:solidFill>
                  <a:effectLst/>
                  <a:latin typeface="+mn-lt"/>
                  <a:ea typeface="+mn-ea"/>
                  <a:cs typeface="+mn-cs"/>
                </a:defRPr>
              </a:lvl1pPr>
              <a:lvl2pPr marL="742950" indent="-285750" algn="l" rtl="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tx1"/>
                </a:buClr>
                <a:buChar char="–"/>
                <a:defRPr sz="2800">
                  <a:solidFill>
                    <a:schemeClr val="tx1"/>
                  </a:solidFill>
                  <a:effectLst/>
                  <a:latin typeface="+mn-lt"/>
                  <a:ea typeface="+mn-ea"/>
                </a:defRPr>
              </a:lvl2pPr>
              <a:lvl3pPr marL="11430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hlink"/>
                </a:buClr>
                <a:buFont typeface="Wingdings" panose="05000000000000000000" pitchFamily="2" charset="2"/>
                <a:buChar char="§"/>
                <a:defRPr sz="2400">
                  <a:solidFill>
                    <a:schemeClr val="tx1"/>
                  </a:solidFill>
                  <a:effectLst/>
                  <a:latin typeface="+mn-lt"/>
                  <a:ea typeface="+mn-ea"/>
                </a:defRPr>
              </a:lvl3pPr>
              <a:lvl4pPr marL="16002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–"/>
                <a:defRPr sz="2000">
                  <a:solidFill>
                    <a:schemeClr val="tx1"/>
                  </a:solidFill>
                  <a:effectLst/>
                  <a:latin typeface="+mn-lt"/>
                  <a:ea typeface="+mn-ea"/>
                </a:defRPr>
              </a:lvl4pPr>
              <a:lvl5pPr marL="20574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hlink"/>
                </a:buClr>
                <a:buFont typeface="Wingdings" panose="05000000000000000000" pitchFamily="2" charset="2"/>
                <a:buChar char="§"/>
                <a:defRPr sz="2000">
                  <a:solidFill>
                    <a:schemeClr val="tx1"/>
                  </a:solidFill>
                  <a:effectLst/>
                  <a:latin typeface="+mn-lt"/>
                  <a:ea typeface="+mn-ea"/>
                </a:defRPr>
              </a:lvl5pPr>
            </a:lstStyle>
            <a:p>
              <a:pPr marL="0" lvl="0" indent="0" algn="ctr" eaLnBrk="1" hangingPunct="1">
                <a:spcBef>
                  <a:spcPct val="50000"/>
                </a:spcBef>
                <a:buClrTx/>
                <a:buSzTx/>
                <a:buFontTx/>
                <a:buNone/>
              </a:pPr>
              <a:r>
                <a:rPr lang="en-US" altLang="zh-CN" sz="2400" b="1" dirty="0">
                  <a:solidFill>
                    <a:schemeClr val="folHlink"/>
                  </a:solidFill>
                  <a:latin typeface="Arial" panose="020B0604020202020204" pitchFamily="34" charset="0"/>
                </a:rPr>
                <a:t>15</a:t>
              </a:r>
              <a:endParaRPr lang="en-US" altLang="zh-CN" sz="2400" b="1" dirty="0">
                <a:solidFill>
                  <a:schemeClr val="folHlink"/>
                </a:solidFill>
                <a:latin typeface="Arial" panose="020B0604020202020204" pitchFamily="34" charset="0"/>
              </a:endParaRPr>
            </a:p>
          </p:txBody>
        </p:sp>
        <p:sp>
          <p:nvSpPr>
            <p:cNvPr id="79949" name="Line 87"/>
            <p:cNvSpPr/>
            <p:nvPr/>
          </p:nvSpPr>
          <p:spPr>
            <a:xfrm>
              <a:off x="1338" y="663"/>
              <a:ext cx="363" cy="544"/>
            </a:xfrm>
            <a:prstGeom prst="line">
              <a:avLst/>
            </a:prstGeom>
            <a:ln w="28575" cap="flat" cmpd="sng">
              <a:solidFill>
                <a:schemeClr val="folHlink"/>
              </a:solidFill>
              <a:prstDash val="solid"/>
              <a:headEnd type="none" w="med" len="med"/>
              <a:tailEnd type="stealth" w="lg" len="lg"/>
            </a:ln>
          </p:spPr>
        </p:sp>
        <p:sp>
          <p:nvSpPr>
            <p:cNvPr id="79950" name="Line 88"/>
            <p:cNvSpPr/>
            <p:nvPr/>
          </p:nvSpPr>
          <p:spPr>
            <a:xfrm flipH="1">
              <a:off x="1701" y="663"/>
              <a:ext cx="0" cy="544"/>
            </a:xfrm>
            <a:prstGeom prst="line">
              <a:avLst/>
            </a:prstGeom>
            <a:ln w="28575" cap="flat" cmpd="sng">
              <a:solidFill>
                <a:schemeClr val="folHlink"/>
              </a:solidFill>
              <a:prstDash val="solid"/>
              <a:headEnd type="none" w="med" len="med"/>
              <a:tailEnd type="stealth" w="lg" len="lg"/>
            </a:ln>
          </p:spPr>
        </p:sp>
      </p:grpSp>
      <p:grpSp>
        <p:nvGrpSpPr>
          <p:cNvPr id="1076313" name="Group 89"/>
          <p:cNvGrpSpPr/>
          <p:nvPr/>
        </p:nvGrpSpPr>
        <p:grpSpPr>
          <a:xfrm>
            <a:off x="5951538" y="2420938"/>
            <a:ext cx="863600" cy="1374775"/>
            <a:chOff x="1338" y="663"/>
            <a:chExt cx="544" cy="866"/>
          </a:xfrm>
        </p:grpSpPr>
        <p:sp>
          <p:nvSpPr>
            <p:cNvPr id="79945" name="Text Box 90"/>
            <p:cNvSpPr txBox="1"/>
            <p:nvPr/>
          </p:nvSpPr>
          <p:spPr>
            <a:xfrm>
              <a:off x="1519" y="1241"/>
              <a:ext cx="363" cy="288"/>
            </a:xfrm>
            <a:prstGeom prst="rect">
              <a:avLst/>
            </a:prstGeom>
            <a:noFill/>
            <a:ln w="12700">
              <a:noFill/>
            </a:ln>
          </p:spPr>
          <p:txBody>
            <a:bodyPr>
              <a:spAutoFit/>
            </a:bodyPr>
            <a:lstStyle>
              <a:lvl1pPr marL="342900" indent="-342900" algn="l" rtl="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hlink"/>
                </a:buClr>
                <a:buSzPct val="80000"/>
                <a:buFont typeface="Wingdings" panose="05000000000000000000" pitchFamily="2" charset="2"/>
                <a:buChar char="n"/>
                <a:defRPr sz="3200" b="0">
                  <a:solidFill>
                    <a:schemeClr val="tx1"/>
                  </a:solidFill>
                  <a:effectLst/>
                  <a:latin typeface="+mn-lt"/>
                  <a:ea typeface="+mn-ea"/>
                  <a:cs typeface="+mn-cs"/>
                </a:defRPr>
              </a:lvl1pPr>
              <a:lvl2pPr marL="742950" indent="-285750" algn="l" rtl="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tx1"/>
                </a:buClr>
                <a:buChar char="–"/>
                <a:defRPr sz="2800">
                  <a:solidFill>
                    <a:schemeClr val="tx1"/>
                  </a:solidFill>
                  <a:effectLst/>
                  <a:latin typeface="+mn-lt"/>
                  <a:ea typeface="+mn-ea"/>
                </a:defRPr>
              </a:lvl2pPr>
              <a:lvl3pPr marL="11430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hlink"/>
                </a:buClr>
                <a:buFont typeface="Wingdings" panose="05000000000000000000" pitchFamily="2" charset="2"/>
                <a:buChar char="§"/>
                <a:defRPr sz="2400">
                  <a:solidFill>
                    <a:schemeClr val="tx1"/>
                  </a:solidFill>
                  <a:effectLst/>
                  <a:latin typeface="+mn-lt"/>
                  <a:ea typeface="+mn-ea"/>
                </a:defRPr>
              </a:lvl3pPr>
              <a:lvl4pPr marL="16002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–"/>
                <a:defRPr sz="2000">
                  <a:solidFill>
                    <a:schemeClr val="tx1"/>
                  </a:solidFill>
                  <a:effectLst/>
                  <a:latin typeface="+mn-lt"/>
                  <a:ea typeface="+mn-ea"/>
                </a:defRPr>
              </a:lvl4pPr>
              <a:lvl5pPr marL="20574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hlink"/>
                </a:buClr>
                <a:buFont typeface="Wingdings" panose="05000000000000000000" pitchFamily="2" charset="2"/>
                <a:buChar char="§"/>
                <a:defRPr sz="2000">
                  <a:solidFill>
                    <a:schemeClr val="tx1"/>
                  </a:solidFill>
                  <a:effectLst/>
                  <a:latin typeface="+mn-lt"/>
                  <a:ea typeface="+mn-ea"/>
                </a:defRPr>
              </a:lvl5pPr>
            </a:lstStyle>
            <a:p>
              <a:pPr marL="0" lvl="0" indent="0" algn="ctr" eaLnBrk="1" hangingPunct="1">
                <a:spcBef>
                  <a:spcPct val="50000"/>
                </a:spcBef>
                <a:buClrTx/>
                <a:buSzTx/>
                <a:buFontTx/>
                <a:buNone/>
              </a:pPr>
              <a:r>
                <a:rPr lang="en-US" altLang="zh-CN" sz="2400" b="1" dirty="0">
                  <a:solidFill>
                    <a:schemeClr val="folHlink"/>
                  </a:solidFill>
                  <a:latin typeface="Arial" panose="020B0604020202020204" pitchFamily="34" charset="0"/>
                </a:rPr>
                <a:t>6</a:t>
              </a:r>
              <a:endParaRPr lang="en-US" altLang="zh-CN" sz="2400" b="1" dirty="0">
                <a:solidFill>
                  <a:schemeClr val="folHlink"/>
                </a:solidFill>
                <a:latin typeface="Arial" panose="020B0604020202020204" pitchFamily="34" charset="0"/>
              </a:endParaRPr>
            </a:p>
          </p:txBody>
        </p:sp>
        <p:sp>
          <p:nvSpPr>
            <p:cNvPr id="79946" name="Line 91"/>
            <p:cNvSpPr/>
            <p:nvPr/>
          </p:nvSpPr>
          <p:spPr>
            <a:xfrm>
              <a:off x="1338" y="663"/>
              <a:ext cx="363" cy="544"/>
            </a:xfrm>
            <a:prstGeom prst="line">
              <a:avLst/>
            </a:prstGeom>
            <a:ln w="28575" cap="flat" cmpd="sng">
              <a:solidFill>
                <a:schemeClr val="folHlink"/>
              </a:solidFill>
              <a:prstDash val="solid"/>
              <a:headEnd type="none" w="med" len="med"/>
              <a:tailEnd type="stealth" w="lg" len="lg"/>
            </a:ln>
          </p:spPr>
        </p:sp>
        <p:sp>
          <p:nvSpPr>
            <p:cNvPr id="79947" name="Line 92"/>
            <p:cNvSpPr/>
            <p:nvPr/>
          </p:nvSpPr>
          <p:spPr>
            <a:xfrm flipH="1">
              <a:off x="1701" y="663"/>
              <a:ext cx="0" cy="544"/>
            </a:xfrm>
            <a:prstGeom prst="line">
              <a:avLst/>
            </a:prstGeom>
            <a:ln w="28575" cap="flat" cmpd="sng">
              <a:solidFill>
                <a:schemeClr val="folHlink"/>
              </a:solidFill>
              <a:prstDash val="solid"/>
              <a:headEnd type="none" w="med" len="med"/>
              <a:tailEnd type="stealth" w="lg" len="lg"/>
            </a:ln>
          </p:spPr>
        </p:sp>
      </p:grpSp>
      <p:sp>
        <p:nvSpPr>
          <p:cNvPr id="1076317" name="Text Box 93"/>
          <p:cNvSpPr txBox="1"/>
          <p:nvPr/>
        </p:nvSpPr>
        <p:spPr>
          <a:xfrm>
            <a:off x="6816725" y="3332163"/>
            <a:ext cx="576263" cy="457200"/>
          </a:xfrm>
          <a:prstGeom prst="rect">
            <a:avLst/>
          </a:prstGeom>
          <a:noFill/>
          <a:ln w="12700">
            <a:noFill/>
          </a:ln>
        </p:spPr>
        <p:txBody>
          <a:bodyPr>
            <a:spAutoFit/>
          </a:bodyPr>
          <a:lstStyle>
            <a:lvl1pPr marL="342900" indent="-3429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80000"/>
              <a:buFont typeface="Wingdings" panose="05000000000000000000" pitchFamily="2" charset="2"/>
              <a:buChar char="n"/>
              <a:defRPr sz="3200" b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defRPr>
            </a:lvl1pPr>
            <a:lvl2pPr marL="742950" indent="-28575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Char char="–"/>
              <a:defRPr sz="2800">
                <a:solidFill>
                  <a:schemeClr val="tx1"/>
                </a:solidFill>
                <a:effectLst/>
                <a:latin typeface="+mn-lt"/>
                <a:ea typeface="+mn-ea"/>
              </a:defRPr>
            </a:lvl2pPr>
            <a:lvl3pPr marL="11430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Font typeface="Wingdings" panose="05000000000000000000" pitchFamily="2" charset="2"/>
              <a:buChar char="§"/>
              <a:defRPr sz="2400">
                <a:solidFill>
                  <a:schemeClr val="tx1"/>
                </a:solidFill>
                <a:effectLst/>
                <a:latin typeface="+mn-lt"/>
                <a:ea typeface="+mn-ea"/>
              </a:defRPr>
            </a:lvl3pPr>
            <a:lvl4pPr marL="16002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–"/>
              <a:defRPr sz="2000">
                <a:solidFill>
                  <a:schemeClr val="tx1"/>
                </a:solidFill>
                <a:effectLst/>
                <a:latin typeface="+mn-lt"/>
                <a:ea typeface="+mn-ea"/>
              </a:defRPr>
            </a:lvl4pPr>
            <a:lvl5pPr marL="20574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effectLst/>
                <a:latin typeface="+mn-lt"/>
                <a:ea typeface="+mn-ea"/>
              </a:defRPr>
            </a:lvl5pPr>
          </a:lstStyle>
          <a:p>
            <a:pPr marL="0" lvl="0" indent="0" algn="ctr" eaLnBrk="1" hangingPunct="1">
              <a:spcBef>
                <a:spcPct val="50000"/>
              </a:spcBef>
              <a:buClrTx/>
              <a:buSzTx/>
              <a:buFontTx/>
              <a:buNone/>
            </a:pPr>
            <a:r>
              <a:rPr lang="en-US" altLang="zh-CN" sz="2400" b="1" dirty="0">
                <a:solidFill>
                  <a:srgbClr val="FFFF00"/>
                </a:solidFill>
                <a:latin typeface="Arial" panose="020B0604020202020204" pitchFamily="34" charset="0"/>
              </a:rPr>
              <a:t>1</a:t>
            </a:r>
            <a:endParaRPr lang="en-US" altLang="zh-CN" sz="2400" b="1" dirty="0">
              <a:solidFill>
                <a:srgbClr val="FFFF00"/>
              </a:solidFill>
              <a:latin typeface="Arial" panose="020B0604020202020204" pitchFamily="34" charset="0"/>
            </a:endParaRPr>
          </a:p>
        </p:txBody>
      </p:sp>
      <p:sp>
        <p:nvSpPr>
          <p:cNvPr id="79923" name="Rectangle 102"/>
          <p:cNvSpPr/>
          <p:nvPr/>
        </p:nvSpPr>
        <p:spPr>
          <a:xfrm>
            <a:off x="3359150" y="3783013"/>
            <a:ext cx="5041900" cy="3048000"/>
          </a:xfrm>
          <a:prstGeom prst="rect">
            <a:avLst/>
          </a:prstGeom>
          <a:noFill/>
          <a:ln w="9525">
            <a:noFill/>
          </a:ln>
        </p:spPr>
        <p:txBody>
          <a:bodyPr anchor="ctr" anchorCtr="0">
            <a:spAutoFit/>
          </a:bodyPr>
          <a:lstStyle>
            <a:lvl1pPr marL="342900" indent="-3429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80000"/>
              <a:buFont typeface="Wingdings" panose="05000000000000000000" pitchFamily="2" charset="2"/>
              <a:buChar char="n"/>
              <a:defRPr sz="3200" b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defRPr>
            </a:lvl1pPr>
            <a:lvl2pPr marL="742950" indent="-28575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Char char="–"/>
              <a:defRPr sz="2800">
                <a:solidFill>
                  <a:schemeClr val="tx1"/>
                </a:solidFill>
                <a:effectLst/>
                <a:latin typeface="+mn-lt"/>
                <a:ea typeface="+mn-ea"/>
              </a:defRPr>
            </a:lvl2pPr>
            <a:lvl3pPr marL="11430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Font typeface="Wingdings" panose="05000000000000000000" pitchFamily="2" charset="2"/>
              <a:buChar char="§"/>
              <a:defRPr sz="2400">
                <a:solidFill>
                  <a:schemeClr val="tx1"/>
                </a:solidFill>
                <a:effectLst/>
                <a:latin typeface="+mn-lt"/>
                <a:ea typeface="+mn-ea"/>
              </a:defRPr>
            </a:lvl3pPr>
            <a:lvl4pPr marL="16002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–"/>
              <a:defRPr sz="2000">
                <a:solidFill>
                  <a:schemeClr val="tx1"/>
                </a:solidFill>
                <a:effectLst/>
                <a:latin typeface="+mn-lt"/>
                <a:ea typeface="+mn-ea"/>
              </a:defRPr>
            </a:lvl4pPr>
            <a:lvl5pPr marL="20574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effectLst/>
                <a:latin typeface="+mn-lt"/>
                <a:ea typeface="+mn-ea"/>
              </a:defRPr>
            </a:lvl5pPr>
          </a:lstStyle>
          <a:p>
            <a:pPr marL="342900" lvl="0" indent="-342900" algn="ctr" eaLnBrk="1" hangingPunct="1">
              <a:spcBef>
                <a:spcPct val="0"/>
              </a:spcBef>
              <a:buClrTx/>
              <a:buSzTx/>
              <a:buFontTx/>
              <a:buNone/>
            </a:pPr>
            <a:r>
              <a:rPr lang="en-US" altLang="zh-CN" sz="2400" b="1" dirty="0">
                <a:latin typeface="Arial" panose="020B0604020202020204" pitchFamily="34" charset="0"/>
              </a:rPr>
              <a:t>1</a:t>
            </a:r>
            <a:endParaRPr lang="en-US" altLang="zh-CN" sz="2400" b="1" dirty="0">
              <a:latin typeface="Arial" panose="020B0604020202020204" pitchFamily="34" charset="0"/>
            </a:endParaRPr>
          </a:p>
          <a:p>
            <a:pPr marL="342900" lvl="0" indent="-342900" algn="ctr" eaLnBrk="1" hangingPunct="1">
              <a:spcBef>
                <a:spcPct val="0"/>
              </a:spcBef>
              <a:buClrTx/>
              <a:buSzTx/>
              <a:buFontTx/>
              <a:buNone/>
            </a:pPr>
            <a:r>
              <a:rPr lang="en-US" altLang="zh-CN" sz="2400" b="1" dirty="0">
                <a:latin typeface="Arial" panose="020B0604020202020204" pitchFamily="34" charset="0"/>
              </a:rPr>
              <a:t>1     1</a:t>
            </a:r>
            <a:endParaRPr lang="en-US" altLang="zh-CN" sz="2400" b="1" dirty="0">
              <a:latin typeface="Arial" panose="020B0604020202020204" pitchFamily="34" charset="0"/>
            </a:endParaRPr>
          </a:p>
          <a:p>
            <a:pPr marL="342900" lvl="0" indent="-342900" algn="ctr" eaLnBrk="1" hangingPunct="1">
              <a:spcBef>
                <a:spcPct val="0"/>
              </a:spcBef>
              <a:buClrTx/>
              <a:buSzTx/>
              <a:buFontTx/>
              <a:buNone/>
            </a:pPr>
            <a:r>
              <a:rPr lang="en-US" altLang="zh-CN" sz="2400" b="1" dirty="0">
                <a:latin typeface="Arial" panose="020B0604020202020204" pitchFamily="34" charset="0"/>
              </a:rPr>
              <a:t>1     2      1</a:t>
            </a:r>
            <a:endParaRPr lang="en-US" altLang="zh-CN" sz="2400" b="1" dirty="0">
              <a:latin typeface="Arial" panose="020B0604020202020204" pitchFamily="34" charset="0"/>
            </a:endParaRPr>
          </a:p>
          <a:p>
            <a:pPr marL="342900" lvl="0" indent="-342900" algn="ctr" eaLnBrk="1" hangingPunct="1">
              <a:spcBef>
                <a:spcPct val="0"/>
              </a:spcBef>
              <a:buClrTx/>
              <a:buSzTx/>
              <a:buFontTx/>
              <a:buNone/>
            </a:pPr>
            <a:r>
              <a:rPr lang="en-US" altLang="zh-CN" sz="2400" b="1" dirty="0">
                <a:latin typeface="Arial" panose="020B0604020202020204" pitchFamily="34" charset="0"/>
              </a:rPr>
              <a:t>1      3     3      1</a:t>
            </a:r>
            <a:endParaRPr lang="en-US" altLang="zh-CN" sz="2400" b="1" dirty="0">
              <a:latin typeface="Arial" panose="020B0604020202020204" pitchFamily="34" charset="0"/>
            </a:endParaRPr>
          </a:p>
          <a:p>
            <a:pPr marL="342900" lvl="0" indent="-342900" algn="ctr" eaLnBrk="1" hangingPunct="1">
              <a:spcBef>
                <a:spcPct val="0"/>
              </a:spcBef>
              <a:buClrTx/>
              <a:buSzTx/>
              <a:buFontTx/>
              <a:buNone/>
            </a:pPr>
            <a:r>
              <a:rPr lang="en-US" altLang="zh-CN" sz="2400" b="1" dirty="0">
                <a:solidFill>
                  <a:schemeClr val="folHlink"/>
                </a:solidFill>
                <a:latin typeface="Arial" panose="020B0604020202020204" pitchFamily="34" charset="0"/>
              </a:rPr>
              <a:t>1      4      6      4     1</a:t>
            </a:r>
            <a:endParaRPr lang="en-US" altLang="zh-CN" sz="2400" b="1" dirty="0">
              <a:solidFill>
                <a:schemeClr val="folHlink"/>
              </a:solidFill>
              <a:latin typeface="Arial" panose="020B0604020202020204" pitchFamily="34" charset="0"/>
            </a:endParaRPr>
          </a:p>
          <a:p>
            <a:pPr marL="342900" lvl="0" indent="-342900" algn="ctr" eaLnBrk="1" hangingPunct="1">
              <a:spcBef>
                <a:spcPct val="0"/>
              </a:spcBef>
              <a:buClrTx/>
              <a:buSzTx/>
              <a:buFontTx/>
              <a:buAutoNum type="arabicPlain"/>
            </a:pPr>
            <a:r>
              <a:rPr lang="en-US" altLang="zh-CN" sz="2400" b="1" dirty="0">
                <a:latin typeface="Arial" panose="020B0604020202020204" pitchFamily="34" charset="0"/>
              </a:rPr>
              <a:t>   5      10    10      5     1</a:t>
            </a:r>
            <a:endParaRPr lang="en-US" altLang="zh-CN" sz="2400" b="1" dirty="0">
              <a:latin typeface="Arial" panose="020B0604020202020204" pitchFamily="34" charset="0"/>
            </a:endParaRPr>
          </a:p>
          <a:p>
            <a:pPr marL="342900" lvl="0" indent="-342900" algn="ctr" eaLnBrk="1" hangingPunct="1">
              <a:spcBef>
                <a:spcPct val="0"/>
              </a:spcBef>
              <a:buClrTx/>
              <a:buSzTx/>
              <a:buFontTx/>
              <a:buNone/>
            </a:pPr>
            <a:r>
              <a:rPr lang="en-US" altLang="zh-CN" sz="2400" b="1" dirty="0">
                <a:latin typeface="Arial" panose="020B0604020202020204" pitchFamily="34" charset="0"/>
              </a:rPr>
              <a:t>1      6     15    20     15     6     1</a:t>
            </a:r>
            <a:endParaRPr lang="en-US" altLang="zh-CN" sz="2400" b="1" dirty="0">
              <a:latin typeface="Arial" panose="020B0604020202020204" pitchFamily="34" charset="0"/>
            </a:endParaRPr>
          </a:p>
          <a:p>
            <a:pPr marL="342900" lvl="0" indent="-342900" algn="ctr" eaLnBrk="1" hangingPunct="1">
              <a:spcBef>
                <a:spcPct val="0"/>
              </a:spcBef>
              <a:buClrTx/>
              <a:buSzTx/>
              <a:buFontTx/>
              <a:buNone/>
            </a:pPr>
            <a:r>
              <a:rPr lang="en-US" altLang="zh-CN" sz="2400" b="1" dirty="0">
                <a:latin typeface="Arial" panose="020B0604020202020204" pitchFamily="34" charset="0"/>
              </a:rPr>
              <a:t>...      ...      ...</a:t>
            </a:r>
            <a:endParaRPr lang="en-US" altLang="zh-CN" sz="2400" b="1" dirty="0">
              <a:latin typeface="Arial" panose="020B0604020202020204" pitchFamily="34" charset="0"/>
            </a:endParaRPr>
          </a:p>
        </p:txBody>
      </p:sp>
      <p:sp>
        <p:nvSpPr>
          <p:cNvPr id="79924" name="Text Box 12"/>
          <p:cNvSpPr txBox="1"/>
          <p:nvPr/>
        </p:nvSpPr>
        <p:spPr>
          <a:xfrm>
            <a:off x="2566988" y="620713"/>
            <a:ext cx="936625" cy="400050"/>
          </a:xfrm>
          <a:prstGeom prst="rect">
            <a:avLst/>
          </a:prstGeom>
          <a:noFill/>
          <a:ln w="12700">
            <a:noFill/>
          </a:ln>
        </p:spPr>
        <p:txBody>
          <a:bodyPr>
            <a:spAutoFit/>
          </a:bodyPr>
          <a:lstStyle>
            <a:lvl1pPr marL="342900" indent="-3429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80000"/>
              <a:buFont typeface="Wingdings" panose="05000000000000000000" pitchFamily="2" charset="2"/>
              <a:buChar char="n"/>
              <a:defRPr sz="3200" b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defRPr>
            </a:lvl1pPr>
            <a:lvl2pPr marL="742950" indent="-28575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Char char="–"/>
              <a:defRPr sz="2800">
                <a:solidFill>
                  <a:schemeClr val="tx1"/>
                </a:solidFill>
                <a:effectLst/>
                <a:latin typeface="+mn-lt"/>
                <a:ea typeface="+mn-ea"/>
              </a:defRPr>
            </a:lvl2pPr>
            <a:lvl3pPr marL="11430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Font typeface="Wingdings" panose="05000000000000000000" pitchFamily="2" charset="2"/>
              <a:buChar char="§"/>
              <a:defRPr sz="2400">
                <a:solidFill>
                  <a:schemeClr val="tx1"/>
                </a:solidFill>
                <a:effectLst/>
                <a:latin typeface="+mn-lt"/>
                <a:ea typeface="+mn-ea"/>
              </a:defRPr>
            </a:lvl3pPr>
            <a:lvl4pPr marL="16002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–"/>
              <a:defRPr sz="2000">
                <a:solidFill>
                  <a:schemeClr val="tx1"/>
                </a:solidFill>
                <a:effectLst/>
                <a:latin typeface="+mn-lt"/>
                <a:ea typeface="+mn-ea"/>
              </a:defRPr>
            </a:lvl4pPr>
            <a:lvl5pPr marL="20574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effectLst/>
                <a:latin typeface="+mn-lt"/>
                <a:ea typeface="+mn-ea"/>
              </a:defRPr>
            </a:lvl5pPr>
          </a:lstStyle>
          <a:p>
            <a:pPr marL="0" lvl="0" indent="0" eaLnBrk="1" hangingPunct="1">
              <a:spcBef>
                <a:spcPct val="50000"/>
              </a:spcBef>
              <a:buClrTx/>
              <a:buSzTx/>
              <a:buFontTx/>
              <a:buNone/>
            </a:pPr>
            <a:r>
              <a:rPr lang="zh-CN" altLang="en-US" sz="2000" b="1" dirty="0">
                <a:latin typeface="Arial" panose="020B0604020202020204" pitchFamily="34" charset="0"/>
              </a:rPr>
              <a:t>数组</a:t>
            </a:r>
            <a:r>
              <a:rPr lang="en-US" altLang="zh-CN" sz="2000" b="1" dirty="0">
                <a:latin typeface="Arial" panose="020B0604020202020204" pitchFamily="34" charset="0"/>
              </a:rPr>
              <a:t>a</a:t>
            </a:r>
            <a:endParaRPr lang="en-US" altLang="zh-CN" sz="2000" b="1" dirty="0">
              <a:latin typeface="Arial" panose="020B0604020202020204" pitchFamily="34" charset="0"/>
            </a:endParaRPr>
          </a:p>
        </p:txBody>
      </p:sp>
      <p:sp>
        <p:nvSpPr>
          <p:cNvPr id="79925" name="Text Box 12"/>
          <p:cNvSpPr txBox="1"/>
          <p:nvPr/>
        </p:nvSpPr>
        <p:spPr>
          <a:xfrm>
            <a:off x="2566988" y="1989138"/>
            <a:ext cx="936625" cy="400050"/>
          </a:xfrm>
          <a:prstGeom prst="rect">
            <a:avLst/>
          </a:prstGeom>
          <a:noFill/>
          <a:ln w="12700">
            <a:noFill/>
          </a:ln>
        </p:spPr>
        <p:txBody>
          <a:bodyPr>
            <a:spAutoFit/>
          </a:bodyPr>
          <a:lstStyle>
            <a:lvl1pPr marL="342900" indent="-3429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80000"/>
              <a:buFont typeface="Wingdings" panose="05000000000000000000" pitchFamily="2" charset="2"/>
              <a:buChar char="n"/>
              <a:defRPr sz="3200" b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defRPr>
            </a:lvl1pPr>
            <a:lvl2pPr marL="742950" indent="-28575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Char char="–"/>
              <a:defRPr sz="2800">
                <a:solidFill>
                  <a:schemeClr val="tx1"/>
                </a:solidFill>
                <a:effectLst/>
                <a:latin typeface="+mn-lt"/>
                <a:ea typeface="+mn-ea"/>
              </a:defRPr>
            </a:lvl2pPr>
            <a:lvl3pPr marL="11430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Font typeface="Wingdings" panose="05000000000000000000" pitchFamily="2" charset="2"/>
              <a:buChar char="§"/>
              <a:defRPr sz="2400">
                <a:solidFill>
                  <a:schemeClr val="tx1"/>
                </a:solidFill>
                <a:effectLst/>
                <a:latin typeface="+mn-lt"/>
                <a:ea typeface="+mn-ea"/>
              </a:defRPr>
            </a:lvl3pPr>
            <a:lvl4pPr marL="16002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–"/>
              <a:defRPr sz="2000">
                <a:solidFill>
                  <a:schemeClr val="tx1"/>
                </a:solidFill>
                <a:effectLst/>
                <a:latin typeface="+mn-lt"/>
                <a:ea typeface="+mn-ea"/>
              </a:defRPr>
            </a:lvl4pPr>
            <a:lvl5pPr marL="20574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effectLst/>
                <a:latin typeface="+mn-lt"/>
                <a:ea typeface="+mn-ea"/>
              </a:defRPr>
            </a:lvl5pPr>
          </a:lstStyle>
          <a:p>
            <a:pPr marL="0" lvl="0" indent="0" eaLnBrk="1" hangingPunct="1">
              <a:spcBef>
                <a:spcPct val="50000"/>
              </a:spcBef>
              <a:buClrTx/>
              <a:buSzTx/>
              <a:buFontTx/>
              <a:buNone/>
            </a:pPr>
            <a:r>
              <a:rPr lang="zh-CN" altLang="en-US" sz="2000" b="1" dirty="0">
                <a:latin typeface="Arial" panose="020B0604020202020204" pitchFamily="34" charset="0"/>
              </a:rPr>
              <a:t>数组</a:t>
            </a:r>
            <a:r>
              <a:rPr lang="en-US" altLang="zh-CN" sz="2000" b="1" dirty="0">
                <a:latin typeface="Arial" panose="020B0604020202020204" pitchFamily="34" charset="0"/>
              </a:rPr>
              <a:t>a</a:t>
            </a:r>
            <a:endParaRPr lang="en-US" altLang="zh-CN" sz="2000" b="1" dirty="0">
              <a:latin typeface="Arial" panose="020B0604020202020204" pitchFamily="34" charset="0"/>
            </a:endParaRPr>
          </a:p>
        </p:txBody>
      </p:sp>
      <p:sp>
        <p:nvSpPr>
          <p:cNvPr id="62520" name="Text Box 12"/>
          <p:cNvSpPr txBox="1"/>
          <p:nvPr/>
        </p:nvSpPr>
        <p:spPr>
          <a:xfrm>
            <a:off x="2566988" y="3367088"/>
            <a:ext cx="936625" cy="400050"/>
          </a:xfrm>
          <a:prstGeom prst="rect">
            <a:avLst/>
          </a:prstGeom>
          <a:noFill/>
          <a:ln w="12700">
            <a:noFill/>
          </a:ln>
        </p:spPr>
        <p:txBody>
          <a:bodyPr>
            <a:spAutoFit/>
          </a:bodyPr>
          <a:lstStyle>
            <a:lvl1pPr marL="342900" indent="-3429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80000"/>
              <a:buFont typeface="Wingdings" panose="05000000000000000000" pitchFamily="2" charset="2"/>
              <a:buChar char="n"/>
              <a:defRPr sz="3200" b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defRPr>
            </a:lvl1pPr>
            <a:lvl2pPr marL="742950" indent="-28575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Char char="–"/>
              <a:defRPr sz="2800">
                <a:solidFill>
                  <a:schemeClr val="tx1"/>
                </a:solidFill>
                <a:effectLst/>
                <a:latin typeface="+mn-lt"/>
                <a:ea typeface="+mn-ea"/>
              </a:defRPr>
            </a:lvl2pPr>
            <a:lvl3pPr marL="11430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Font typeface="Wingdings" panose="05000000000000000000" pitchFamily="2" charset="2"/>
              <a:buChar char="§"/>
              <a:defRPr sz="2400">
                <a:solidFill>
                  <a:schemeClr val="tx1"/>
                </a:solidFill>
                <a:effectLst/>
                <a:latin typeface="+mn-lt"/>
                <a:ea typeface="+mn-ea"/>
              </a:defRPr>
            </a:lvl3pPr>
            <a:lvl4pPr marL="16002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–"/>
              <a:defRPr sz="2000">
                <a:solidFill>
                  <a:schemeClr val="tx1"/>
                </a:solidFill>
                <a:effectLst/>
                <a:latin typeface="+mn-lt"/>
                <a:ea typeface="+mn-ea"/>
              </a:defRPr>
            </a:lvl4pPr>
            <a:lvl5pPr marL="20574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effectLst/>
                <a:latin typeface="+mn-lt"/>
                <a:ea typeface="+mn-ea"/>
              </a:defRPr>
            </a:lvl5pPr>
          </a:lstStyle>
          <a:p>
            <a:pPr marL="0" lvl="0" indent="0" eaLnBrk="1" hangingPunct="1">
              <a:spcBef>
                <a:spcPct val="50000"/>
              </a:spcBef>
              <a:buClrTx/>
              <a:buSzTx/>
              <a:buFontTx/>
              <a:buNone/>
            </a:pPr>
            <a:r>
              <a:rPr lang="zh-CN" altLang="en-US" sz="2000" b="1" dirty="0">
                <a:latin typeface="Arial" panose="020B0604020202020204" pitchFamily="34" charset="0"/>
              </a:rPr>
              <a:t>数组</a:t>
            </a:r>
            <a:r>
              <a:rPr lang="en-US" altLang="zh-CN" sz="2000" b="1" dirty="0">
                <a:latin typeface="Arial" panose="020B0604020202020204" pitchFamily="34" charset="0"/>
              </a:rPr>
              <a:t>a</a:t>
            </a:r>
            <a:endParaRPr lang="en-US" altLang="zh-CN" sz="2000" b="1" dirty="0">
              <a:latin typeface="Arial" panose="020B0604020202020204" pitchFamily="34" charset="0"/>
            </a:endParaRPr>
          </a:p>
        </p:txBody>
      </p:sp>
      <p:sp>
        <p:nvSpPr>
          <p:cNvPr id="79927" name="Text Box 2"/>
          <p:cNvSpPr txBox="1"/>
          <p:nvPr/>
        </p:nvSpPr>
        <p:spPr>
          <a:xfrm>
            <a:off x="3359150" y="1951038"/>
            <a:ext cx="576263" cy="469900"/>
          </a:xfrm>
          <a:prstGeom prst="rect">
            <a:avLst/>
          </a:prstGeom>
          <a:noFill/>
          <a:ln w="12700" cap="flat" cmpd="sng">
            <a:solidFill>
              <a:schemeClr val="tx1"/>
            </a:solidFill>
            <a:prstDash val="solid"/>
            <a:miter/>
            <a:headEnd type="none" w="med" len="med"/>
            <a:tailEnd type="none" w="med" len="med"/>
          </a:ln>
        </p:spPr>
        <p:txBody>
          <a:bodyPr>
            <a:spAutoFit/>
          </a:bodyPr>
          <a:lstStyle>
            <a:lvl1pPr marL="342900" indent="-3429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80000"/>
              <a:buFont typeface="Wingdings" panose="05000000000000000000" pitchFamily="2" charset="2"/>
              <a:buChar char="n"/>
              <a:defRPr sz="3200" b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defRPr>
            </a:lvl1pPr>
            <a:lvl2pPr marL="742950" indent="-28575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Char char="–"/>
              <a:defRPr sz="2800">
                <a:solidFill>
                  <a:schemeClr val="tx1"/>
                </a:solidFill>
                <a:effectLst/>
                <a:latin typeface="+mn-lt"/>
                <a:ea typeface="+mn-ea"/>
              </a:defRPr>
            </a:lvl2pPr>
            <a:lvl3pPr marL="11430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Font typeface="Wingdings" panose="05000000000000000000" pitchFamily="2" charset="2"/>
              <a:buChar char="§"/>
              <a:defRPr sz="2400">
                <a:solidFill>
                  <a:schemeClr val="tx1"/>
                </a:solidFill>
                <a:effectLst/>
                <a:latin typeface="+mn-lt"/>
                <a:ea typeface="+mn-ea"/>
              </a:defRPr>
            </a:lvl3pPr>
            <a:lvl4pPr marL="16002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–"/>
              <a:defRPr sz="2000">
                <a:solidFill>
                  <a:schemeClr val="tx1"/>
                </a:solidFill>
                <a:effectLst/>
                <a:latin typeface="+mn-lt"/>
                <a:ea typeface="+mn-ea"/>
              </a:defRPr>
            </a:lvl4pPr>
            <a:lvl5pPr marL="20574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effectLst/>
                <a:latin typeface="+mn-lt"/>
                <a:ea typeface="+mn-ea"/>
              </a:defRPr>
            </a:lvl5pPr>
          </a:lstStyle>
          <a:p>
            <a:pPr marL="0" lvl="0" indent="0" algn="ctr" eaLnBrk="1" hangingPunct="1">
              <a:spcBef>
                <a:spcPct val="50000"/>
              </a:spcBef>
              <a:buClrTx/>
              <a:buSzTx/>
              <a:buFontTx/>
              <a:buNone/>
            </a:pPr>
            <a:r>
              <a:rPr lang="en-US" altLang="zh-CN" sz="2400" b="1" dirty="0">
                <a:latin typeface="Arial" panose="020B0604020202020204" pitchFamily="34" charset="0"/>
              </a:rPr>
              <a:t>1</a:t>
            </a:r>
            <a:endParaRPr lang="en-US" altLang="zh-CN" sz="2400" b="1" dirty="0">
              <a:latin typeface="Arial" panose="020B0604020202020204" pitchFamily="34" charset="0"/>
            </a:endParaRPr>
          </a:p>
        </p:txBody>
      </p:sp>
      <p:sp>
        <p:nvSpPr>
          <p:cNvPr id="97" name="Text Box 3"/>
          <p:cNvSpPr txBox="1"/>
          <p:nvPr/>
        </p:nvSpPr>
        <p:spPr>
          <a:xfrm>
            <a:off x="3935413" y="1951038"/>
            <a:ext cx="576262" cy="469900"/>
          </a:xfrm>
          <a:prstGeom prst="rect">
            <a:avLst/>
          </a:prstGeom>
          <a:noFill/>
          <a:ln w="12700" cap="flat" cmpd="sng">
            <a:solidFill>
              <a:schemeClr val="tx1"/>
            </a:solidFill>
            <a:prstDash val="solid"/>
            <a:miter/>
            <a:headEnd type="none" w="med" len="med"/>
            <a:tailEnd type="none" w="med" len="med"/>
          </a:ln>
        </p:spPr>
        <p:txBody>
          <a:bodyPr>
            <a:spAutoFit/>
          </a:bodyPr>
          <a:lstStyle>
            <a:lvl1pPr marL="342900" indent="-3429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80000"/>
              <a:buFont typeface="Wingdings" panose="05000000000000000000" pitchFamily="2" charset="2"/>
              <a:buChar char="n"/>
              <a:defRPr sz="3200" b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defRPr>
            </a:lvl1pPr>
            <a:lvl2pPr marL="742950" indent="-28575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Char char="–"/>
              <a:defRPr sz="2800">
                <a:solidFill>
                  <a:schemeClr val="tx1"/>
                </a:solidFill>
                <a:effectLst/>
                <a:latin typeface="+mn-lt"/>
                <a:ea typeface="+mn-ea"/>
              </a:defRPr>
            </a:lvl2pPr>
            <a:lvl3pPr marL="11430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Font typeface="Wingdings" panose="05000000000000000000" pitchFamily="2" charset="2"/>
              <a:buChar char="§"/>
              <a:defRPr sz="2400">
                <a:solidFill>
                  <a:schemeClr val="tx1"/>
                </a:solidFill>
                <a:effectLst/>
                <a:latin typeface="+mn-lt"/>
                <a:ea typeface="+mn-ea"/>
              </a:defRPr>
            </a:lvl3pPr>
            <a:lvl4pPr marL="16002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–"/>
              <a:defRPr sz="2000">
                <a:solidFill>
                  <a:schemeClr val="tx1"/>
                </a:solidFill>
                <a:effectLst/>
                <a:latin typeface="+mn-lt"/>
                <a:ea typeface="+mn-ea"/>
              </a:defRPr>
            </a:lvl4pPr>
            <a:lvl5pPr marL="20574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effectLst/>
                <a:latin typeface="+mn-lt"/>
                <a:ea typeface="+mn-ea"/>
              </a:defRPr>
            </a:lvl5pPr>
          </a:lstStyle>
          <a:p>
            <a:pPr marL="0" lvl="0" indent="0" algn="ctr" eaLnBrk="1" hangingPunct="1">
              <a:spcBef>
                <a:spcPct val="50000"/>
              </a:spcBef>
              <a:buClrTx/>
              <a:buSzTx/>
              <a:buFontTx/>
              <a:buNone/>
            </a:pPr>
            <a:r>
              <a:rPr lang="en-US" altLang="zh-CN" sz="2400" b="1" dirty="0">
                <a:latin typeface="Arial" panose="020B0604020202020204" pitchFamily="34" charset="0"/>
              </a:rPr>
              <a:t>4</a:t>
            </a:r>
            <a:endParaRPr lang="en-US" altLang="zh-CN" sz="2400" b="1" dirty="0">
              <a:latin typeface="Arial" panose="020B0604020202020204" pitchFamily="34" charset="0"/>
            </a:endParaRPr>
          </a:p>
        </p:txBody>
      </p:sp>
      <p:sp>
        <p:nvSpPr>
          <p:cNvPr id="98" name="Text Box 4"/>
          <p:cNvSpPr txBox="1"/>
          <p:nvPr/>
        </p:nvSpPr>
        <p:spPr>
          <a:xfrm>
            <a:off x="4511675" y="1951038"/>
            <a:ext cx="576263" cy="469900"/>
          </a:xfrm>
          <a:prstGeom prst="rect">
            <a:avLst/>
          </a:prstGeom>
          <a:noFill/>
          <a:ln w="12700" cap="flat" cmpd="sng">
            <a:solidFill>
              <a:schemeClr val="tx1"/>
            </a:solidFill>
            <a:prstDash val="solid"/>
            <a:miter/>
            <a:headEnd type="none" w="med" len="med"/>
            <a:tailEnd type="none" w="med" len="med"/>
          </a:ln>
        </p:spPr>
        <p:txBody>
          <a:bodyPr>
            <a:spAutoFit/>
          </a:bodyPr>
          <a:lstStyle>
            <a:lvl1pPr marL="342900" indent="-3429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80000"/>
              <a:buFont typeface="Wingdings" panose="05000000000000000000" pitchFamily="2" charset="2"/>
              <a:buChar char="n"/>
              <a:defRPr sz="3200" b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defRPr>
            </a:lvl1pPr>
            <a:lvl2pPr marL="742950" indent="-28575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Char char="–"/>
              <a:defRPr sz="2800">
                <a:solidFill>
                  <a:schemeClr val="tx1"/>
                </a:solidFill>
                <a:effectLst/>
                <a:latin typeface="+mn-lt"/>
                <a:ea typeface="+mn-ea"/>
              </a:defRPr>
            </a:lvl2pPr>
            <a:lvl3pPr marL="11430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Font typeface="Wingdings" panose="05000000000000000000" pitchFamily="2" charset="2"/>
              <a:buChar char="§"/>
              <a:defRPr sz="2400">
                <a:solidFill>
                  <a:schemeClr val="tx1"/>
                </a:solidFill>
                <a:effectLst/>
                <a:latin typeface="+mn-lt"/>
                <a:ea typeface="+mn-ea"/>
              </a:defRPr>
            </a:lvl3pPr>
            <a:lvl4pPr marL="16002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–"/>
              <a:defRPr sz="2000">
                <a:solidFill>
                  <a:schemeClr val="tx1"/>
                </a:solidFill>
                <a:effectLst/>
                <a:latin typeface="+mn-lt"/>
                <a:ea typeface="+mn-ea"/>
              </a:defRPr>
            </a:lvl4pPr>
            <a:lvl5pPr marL="20574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effectLst/>
                <a:latin typeface="+mn-lt"/>
                <a:ea typeface="+mn-ea"/>
              </a:defRPr>
            </a:lvl5pPr>
          </a:lstStyle>
          <a:p>
            <a:pPr marL="0" lvl="0" indent="0" algn="ctr" eaLnBrk="1" hangingPunct="1">
              <a:spcBef>
                <a:spcPct val="50000"/>
              </a:spcBef>
              <a:buClrTx/>
              <a:buSzTx/>
              <a:buFontTx/>
              <a:buNone/>
            </a:pPr>
            <a:r>
              <a:rPr lang="en-US" altLang="zh-CN" sz="2400" b="1" dirty="0">
                <a:latin typeface="Arial" panose="020B0604020202020204" pitchFamily="34" charset="0"/>
              </a:rPr>
              <a:t>6</a:t>
            </a:r>
            <a:endParaRPr lang="en-US" altLang="zh-CN" sz="2400" b="1" dirty="0">
              <a:latin typeface="Arial" panose="020B0604020202020204" pitchFamily="34" charset="0"/>
            </a:endParaRPr>
          </a:p>
        </p:txBody>
      </p:sp>
      <p:sp>
        <p:nvSpPr>
          <p:cNvPr id="99" name="Text Box 5"/>
          <p:cNvSpPr txBox="1"/>
          <p:nvPr/>
        </p:nvSpPr>
        <p:spPr>
          <a:xfrm>
            <a:off x="5087938" y="1951038"/>
            <a:ext cx="576262" cy="469900"/>
          </a:xfrm>
          <a:prstGeom prst="rect">
            <a:avLst/>
          </a:prstGeom>
          <a:noFill/>
          <a:ln w="12700" cap="flat" cmpd="sng">
            <a:solidFill>
              <a:schemeClr val="tx1"/>
            </a:solidFill>
            <a:prstDash val="solid"/>
            <a:miter/>
            <a:headEnd type="none" w="med" len="med"/>
            <a:tailEnd type="none" w="med" len="med"/>
          </a:ln>
        </p:spPr>
        <p:txBody>
          <a:bodyPr>
            <a:spAutoFit/>
          </a:bodyPr>
          <a:lstStyle>
            <a:lvl1pPr marL="342900" indent="-3429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80000"/>
              <a:buFont typeface="Wingdings" panose="05000000000000000000" pitchFamily="2" charset="2"/>
              <a:buChar char="n"/>
              <a:defRPr sz="3200" b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defRPr>
            </a:lvl1pPr>
            <a:lvl2pPr marL="742950" indent="-28575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Char char="–"/>
              <a:defRPr sz="2800">
                <a:solidFill>
                  <a:schemeClr val="tx1"/>
                </a:solidFill>
                <a:effectLst/>
                <a:latin typeface="+mn-lt"/>
                <a:ea typeface="+mn-ea"/>
              </a:defRPr>
            </a:lvl2pPr>
            <a:lvl3pPr marL="11430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Font typeface="Wingdings" panose="05000000000000000000" pitchFamily="2" charset="2"/>
              <a:buChar char="§"/>
              <a:defRPr sz="2400">
                <a:solidFill>
                  <a:schemeClr val="tx1"/>
                </a:solidFill>
                <a:effectLst/>
                <a:latin typeface="+mn-lt"/>
                <a:ea typeface="+mn-ea"/>
              </a:defRPr>
            </a:lvl3pPr>
            <a:lvl4pPr marL="16002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–"/>
              <a:defRPr sz="2000">
                <a:solidFill>
                  <a:schemeClr val="tx1"/>
                </a:solidFill>
                <a:effectLst/>
                <a:latin typeface="+mn-lt"/>
                <a:ea typeface="+mn-ea"/>
              </a:defRPr>
            </a:lvl4pPr>
            <a:lvl5pPr marL="20574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effectLst/>
                <a:latin typeface="+mn-lt"/>
                <a:ea typeface="+mn-ea"/>
              </a:defRPr>
            </a:lvl5pPr>
          </a:lstStyle>
          <a:p>
            <a:pPr marL="0" lvl="0" indent="0" algn="ctr" eaLnBrk="1" hangingPunct="1">
              <a:spcBef>
                <a:spcPct val="50000"/>
              </a:spcBef>
              <a:buClrTx/>
              <a:buSzTx/>
              <a:buFontTx/>
              <a:buNone/>
            </a:pPr>
            <a:r>
              <a:rPr lang="en-US" altLang="zh-CN" sz="2400" b="1" dirty="0">
                <a:latin typeface="Arial" panose="020B0604020202020204" pitchFamily="34" charset="0"/>
              </a:rPr>
              <a:t>4</a:t>
            </a:r>
            <a:endParaRPr lang="en-US" altLang="zh-CN" sz="2400" b="1" dirty="0">
              <a:latin typeface="Arial" panose="020B0604020202020204" pitchFamily="34" charset="0"/>
            </a:endParaRPr>
          </a:p>
        </p:txBody>
      </p:sp>
      <p:sp>
        <p:nvSpPr>
          <p:cNvPr id="100" name="Text Box 6"/>
          <p:cNvSpPr txBox="1"/>
          <p:nvPr/>
        </p:nvSpPr>
        <p:spPr>
          <a:xfrm>
            <a:off x="5662613" y="1951038"/>
            <a:ext cx="576262" cy="469900"/>
          </a:xfrm>
          <a:prstGeom prst="rect">
            <a:avLst/>
          </a:prstGeom>
          <a:noFill/>
          <a:ln w="12700" cap="flat" cmpd="sng">
            <a:solidFill>
              <a:schemeClr val="tx1"/>
            </a:solidFill>
            <a:prstDash val="solid"/>
            <a:miter/>
            <a:headEnd type="none" w="med" len="med"/>
            <a:tailEnd type="none" w="med" len="med"/>
          </a:ln>
        </p:spPr>
        <p:txBody>
          <a:bodyPr>
            <a:spAutoFit/>
          </a:bodyPr>
          <a:lstStyle>
            <a:lvl1pPr marL="342900" indent="-3429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80000"/>
              <a:buFont typeface="Wingdings" panose="05000000000000000000" pitchFamily="2" charset="2"/>
              <a:buChar char="n"/>
              <a:defRPr sz="3200" b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defRPr>
            </a:lvl1pPr>
            <a:lvl2pPr marL="742950" indent="-28575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Char char="–"/>
              <a:defRPr sz="2800">
                <a:solidFill>
                  <a:schemeClr val="tx1"/>
                </a:solidFill>
                <a:effectLst/>
                <a:latin typeface="+mn-lt"/>
                <a:ea typeface="+mn-ea"/>
              </a:defRPr>
            </a:lvl2pPr>
            <a:lvl3pPr marL="11430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Font typeface="Wingdings" panose="05000000000000000000" pitchFamily="2" charset="2"/>
              <a:buChar char="§"/>
              <a:defRPr sz="2400">
                <a:solidFill>
                  <a:schemeClr val="tx1"/>
                </a:solidFill>
                <a:effectLst/>
                <a:latin typeface="+mn-lt"/>
                <a:ea typeface="+mn-ea"/>
              </a:defRPr>
            </a:lvl3pPr>
            <a:lvl4pPr marL="16002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–"/>
              <a:defRPr sz="2000">
                <a:solidFill>
                  <a:schemeClr val="tx1"/>
                </a:solidFill>
                <a:effectLst/>
                <a:latin typeface="+mn-lt"/>
                <a:ea typeface="+mn-ea"/>
              </a:defRPr>
            </a:lvl4pPr>
            <a:lvl5pPr marL="20574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effectLst/>
                <a:latin typeface="+mn-lt"/>
                <a:ea typeface="+mn-ea"/>
              </a:defRPr>
            </a:lvl5pPr>
          </a:lstStyle>
          <a:p>
            <a:pPr marL="0" lvl="0" indent="0" algn="ctr" eaLnBrk="1" hangingPunct="1">
              <a:spcBef>
                <a:spcPct val="50000"/>
              </a:spcBef>
              <a:buClrTx/>
              <a:buSzTx/>
              <a:buFontTx/>
              <a:buNone/>
            </a:pPr>
            <a:r>
              <a:rPr lang="en-US" altLang="zh-CN" sz="2400" b="1" dirty="0">
                <a:latin typeface="Arial" panose="020B0604020202020204" pitchFamily="34" charset="0"/>
              </a:rPr>
              <a:t>1</a:t>
            </a:r>
            <a:endParaRPr lang="en-US" altLang="zh-CN" sz="2400" b="1" dirty="0">
              <a:latin typeface="Arial" panose="020B0604020202020204" pitchFamily="34" charset="0"/>
            </a:endParaRPr>
          </a:p>
        </p:txBody>
      </p:sp>
      <p:sp>
        <p:nvSpPr>
          <p:cNvPr id="79932" name="Text Box 7"/>
          <p:cNvSpPr txBox="1"/>
          <p:nvPr/>
        </p:nvSpPr>
        <p:spPr>
          <a:xfrm>
            <a:off x="6247765" y="1957388"/>
            <a:ext cx="576263" cy="469900"/>
          </a:xfrm>
          <a:prstGeom prst="rect">
            <a:avLst/>
          </a:prstGeom>
          <a:noFill/>
          <a:ln w="12700" cap="flat" cmpd="sng">
            <a:solidFill>
              <a:schemeClr val="tx1"/>
            </a:solidFill>
            <a:prstDash val="solid"/>
            <a:miter/>
            <a:headEnd type="none" w="med" len="med"/>
            <a:tailEnd type="none" w="med" len="med"/>
          </a:ln>
        </p:spPr>
        <p:txBody>
          <a:bodyPr>
            <a:spAutoFit/>
          </a:bodyPr>
          <a:lstStyle>
            <a:lvl1pPr marL="342900" indent="-3429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80000"/>
              <a:buFont typeface="Wingdings" panose="05000000000000000000" pitchFamily="2" charset="2"/>
              <a:buChar char="n"/>
              <a:defRPr sz="3200" b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defRPr>
            </a:lvl1pPr>
            <a:lvl2pPr marL="742950" indent="-28575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Char char="–"/>
              <a:defRPr sz="2800">
                <a:solidFill>
                  <a:schemeClr val="tx1"/>
                </a:solidFill>
                <a:effectLst/>
                <a:latin typeface="+mn-lt"/>
                <a:ea typeface="+mn-ea"/>
              </a:defRPr>
            </a:lvl2pPr>
            <a:lvl3pPr marL="11430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Font typeface="Wingdings" panose="05000000000000000000" pitchFamily="2" charset="2"/>
              <a:buChar char="§"/>
              <a:defRPr sz="2400">
                <a:solidFill>
                  <a:schemeClr val="tx1"/>
                </a:solidFill>
                <a:effectLst/>
                <a:latin typeface="+mn-lt"/>
                <a:ea typeface="+mn-ea"/>
              </a:defRPr>
            </a:lvl3pPr>
            <a:lvl4pPr marL="16002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–"/>
              <a:defRPr sz="2000">
                <a:solidFill>
                  <a:schemeClr val="tx1"/>
                </a:solidFill>
                <a:effectLst/>
                <a:latin typeface="+mn-lt"/>
                <a:ea typeface="+mn-ea"/>
              </a:defRPr>
            </a:lvl4pPr>
            <a:lvl5pPr marL="20574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effectLst/>
                <a:latin typeface="+mn-lt"/>
                <a:ea typeface="+mn-ea"/>
              </a:defRPr>
            </a:lvl5pPr>
          </a:lstStyle>
          <a:p>
            <a:pPr marL="0" lvl="0" indent="0" algn="ctr" eaLnBrk="1" hangingPunct="1">
              <a:spcBef>
                <a:spcPct val="50000"/>
              </a:spcBef>
              <a:buClrTx/>
              <a:buSzTx/>
              <a:buFontTx/>
              <a:buNone/>
            </a:pPr>
            <a:endParaRPr lang="zh-CN" altLang="zh-CN" sz="2400" b="1" dirty="0">
              <a:latin typeface="Arial" panose="020B0604020202020204" pitchFamily="34" charset="0"/>
            </a:endParaRPr>
          </a:p>
        </p:txBody>
      </p:sp>
      <p:sp>
        <p:nvSpPr>
          <p:cNvPr id="79933" name="Text Box 8"/>
          <p:cNvSpPr txBox="1"/>
          <p:nvPr/>
        </p:nvSpPr>
        <p:spPr>
          <a:xfrm>
            <a:off x="6815138" y="1951038"/>
            <a:ext cx="576262" cy="469900"/>
          </a:xfrm>
          <a:prstGeom prst="rect">
            <a:avLst/>
          </a:prstGeom>
          <a:noFill/>
          <a:ln w="12700" cap="flat" cmpd="sng">
            <a:solidFill>
              <a:schemeClr val="tx1"/>
            </a:solidFill>
            <a:prstDash val="solid"/>
            <a:miter/>
            <a:headEnd type="none" w="med" len="med"/>
            <a:tailEnd type="none" w="med" len="med"/>
          </a:ln>
        </p:spPr>
        <p:txBody>
          <a:bodyPr>
            <a:spAutoFit/>
          </a:bodyPr>
          <a:lstStyle>
            <a:lvl1pPr marL="342900" indent="-3429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80000"/>
              <a:buFont typeface="Wingdings" panose="05000000000000000000" pitchFamily="2" charset="2"/>
              <a:buChar char="n"/>
              <a:defRPr sz="3200" b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defRPr>
            </a:lvl1pPr>
            <a:lvl2pPr marL="742950" indent="-28575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Char char="–"/>
              <a:defRPr sz="2800">
                <a:solidFill>
                  <a:schemeClr val="tx1"/>
                </a:solidFill>
                <a:effectLst/>
                <a:latin typeface="+mn-lt"/>
                <a:ea typeface="+mn-ea"/>
              </a:defRPr>
            </a:lvl2pPr>
            <a:lvl3pPr marL="11430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Font typeface="Wingdings" panose="05000000000000000000" pitchFamily="2" charset="2"/>
              <a:buChar char="§"/>
              <a:defRPr sz="2400">
                <a:solidFill>
                  <a:schemeClr val="tx1"/>
                </a:solidFill>
                <a:effectLst/>
                <a:latin typeface="+mn-lt"/>
                <a:ea typeface="+mn-ea"/>
              </a:defRPr>
            </a:lvl3pPr>
            <a:lvl4pPr marL="16002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–"/>
              <a:defRPr sz="2000">
                <a:solidFill>
                  <a:schemeClr val="tx1"/>
                </a:solidFill>
                <a:effectLst/>
                <a:latin typeface="+mn-lt"/>
                <a:ea typeface="+mn-ea"/>
              </a:defRPr>
            </a:lvl4pPr>
            <a:lvl5pPr marL="20574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effectLst/>
                <a:latin typeface="+mn-lt"/>
                <a:ea typeface="+mn-ea"/>
              </a:defRPr>
            </a:lvl5pPr>
          </a:lstStyle>
          <a:p>
            <a:pPr marL="0" lvl="0" indent="0" algn="ctr" eaLnBrk="1" hangingPunct="1">
              <a:spcBef>
                <a:spcPct val="50000"/>
              </a:spcBef>
              <a:buClrTx/>
              <a:buSzTx/>
              <a:buFontTx/>
              <a:buNone/>
            </a:pPr>
            <a:endParaRPr lang="zh-CN" altLang="zh-CN" sz="2400" b="1" dirty="0">
              <a:latin typeface="Arial" panose="020B0604020202020204" pitchFamily="34" charset="0"/>
            </a:endParaRPr>
          </a:p>
        </p:txBody>
      </p:sp>
      <p:sp>
        <p:nvSpPr>
          <p:cNvPr id="79934" name="Text Box 9"/>
          <p:cNvSpPr txBox="1"/>
          <p:nvPr/>
        </p:nvSpPr>
        <p:spPr>
          <a:xfrm>
            <a:off x="7391400" y="1951038"/>
            <a:ext cx="576263" cy="469900"/>
          </a:xfrm>
          <a:prstGeom prst="rect">
            <a:avLst/>
          </a:prstGeom>
          <a:noFill/>
          <a:ln w="12700" cap="flat" cmpd="sng">
            <a:solidFill>
              <a:schemeClr val="tx1"/>
            </a:solidFill>
            <a:prstDash val="solid"/>
            <a:miter/>
            <a:headEnd type="none" w="med" len="med"/>
            <a:tailEnd type="none" w="med" len="med"/>
          </a:ln>
        </p:spPr>
        <p:txBody>
          <a:bodyPr>
            <a:spAutoFit/>
          </a:bodyPr>
          <a:lstStyle>
            <a:lvl1pPr marL="342900" indent="-3429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80000"/>
              <a:buFont typeface="Wingdings" panose="05000000000000000000" pitchFamily="2" charset="2"/>
              <a:buChar char="n"/>
              <a:defRPr sz="3200" b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defRPr>
            </a:lvl1pPr>
            <a:lvl2pPr marL="742950" indent="-28575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Char char="–"/>
              <a:defRPr sz="2800">
                <a:solidFill>
                  <a:schemeClr val="tx1"/>
                </a:solidFill>
                <a:effectLst/>
                <a:latin typeface="+mn-lt"/>
                <a:ea typeface="+mn-ea"/>
              </a:defRPr>
            </a:lvl2pPr>
            <a:lvl3pPr marL="11430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Font typeface="Wingdings" panose="05000000000000000000" pitchFamily="2" charset="2"/>
              <a:buChar char="§"/>
              <a:defRPr sz="2400">
                <a:solidFill>
                  <a:schemeClr val="tx1"/>
                </a:solidFill>
                <a:effectLst/>
                <a:latin typeface="+mn-lt"/>
                <a:ea typeface="+mn-ea"/>
              </a:defRPr>
            </a:lvl3pPr>
            <a:lvl4pPr marL="16002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–"/>
              <a:defRPr sz="2000">
                <a:solidFill>
                  <a:schemeClr val="tx1"/>
                </a:solidFill>
                <a:effectLst/>
                <a:latin typeface="+mn-lt"/>
                <a:ea typeface="+mn-ea"/>
              </a:defRPr>
            </a:lvl4pPr>
            <a:lvl5pPr marL="20574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effectLst/>
                <a:latin typeface="+mn-lt"/>
                <a:ea typeface="+mn-ea"/>
              </a:defRPr>
            </a:lvl5pPr>
          </a:lstStyle>
          <a:p>
            <a:pPr marL="0" lvl="0" indent="0" algn="ctr" eaLnBrk="1" hangingPunct="1">
              <a:spcBef>
                <a:spcPct val="50000"/>
              </a:spcBef>
              <a:buClrTx/>
              <a:buSzTx/>
              <a:buFontTx/>
              <a:buNone/>
            </a:pPr>
            <a:endParaRPr lang="zh-CN" altLang="zh-CN" sz="2400" b="1" dirty="0">
              <a:latin typeface="Arial" panose="020B0604020202020204" pitchFamily="34" charset="0"/>
            </a:endParaRPr>
          </a:p>
        </p:txBody>
      </p:sp>
      <p:sp>
        <p:nvSpPr>
          <p:cNvPr id="79935" name="Text Box 10"/>
          <p:cNvSpPr txBox="1"/>
          <p:nvPr/>
        </p:nvSpPr>
        <p:spPr>
          <a:xfrm>
            <a:off x="7967663" y="1951038"/>
            <a:ext cx="576262" cy="469900"/>
          </a:xfrm>
          <a:prstGeom prst="rect">
            <a:avLst/>
          </a:prstGeom>
          <a:noFill/>
          <a:ln w="12700" cap="flat" cmpd="sng">
            <a:solidFill>
              <a:schemeClr val="tx1"/>
            </a:solidFill>
            <a:prstDash val="solid"/>
            <a:miter/>
            <a:headEnd type="none" w="med" len="med"/>
            <a:tailEnd type="none" w="med" len="med"/>
          </a:ln>
        </p:spPr>
        <p:txBody>
          <a:bodyPr>
            <a:spAutoFit/>
          </a:bodyPr>
          <a:lstStyle>
            <a:lvl1pPr marL="342900" indent="-3429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80000"/>
              <a:buFont typeface="Wingdings" panose="05000000000000000000" pitchFamily="2" charset="2"/>
              <a:buChar char="n"/>
              <a:defRPr sz="3200" b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defRPr>
            </a:lvl1pPr>
            <a:lvl2pPr marL="742950" indent="-28575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Char char="–"/>
              <a:defRPr sz="2800">
                <a:solidFill>
                  <a:schemeClr val="tx1"/>
                </a:solidFill>
                <a:effectLst/>
                <a:latin typeface="+mn-lt"/>
                <a:ea typeface="+mn-ea"/>
              </a:defRPr>
            </a:lvl2pPr>
            <a:lvl3pPr marL="11430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Font typeface="Wingdings" panose="05000000000000000000" pitchFamily="2" charset="2"/>
              <a:buChar char="§"/>
              <a:defRPr sz="2400">
                <a:solidFill>
                  <a:schemeClr val="tx1"/>
                </a:solidFill>
                <a:effectLst/>
                <a:latin typeface="+mn-lt"/>
                <a:ea typeface="+mn-ea"/>
              </a:defRPr>
            </a:lvl3pPr>
            <a:lvl4pPr marL="16002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–"/>
              <a:defRPr sz="2000">
                <a:solidFill>
                  <a:schemeClr val="tx1"/>
                </a:solidFill>
                <a:effectLst/>
                <a:latin typeface="+mn-lt"/>
                <a:ea typeface="+mn-ea"/>
              </a:defRPr>
            </a:lvl4pPr>
            <a:lvl5pPr marL="20574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effectLst/>
                <a:latin typeface="+mn-lt"/>
                <a:ea typeface="+mn-ea"/>
              </a:defRPr>
            </a:lvl5pPr>
          </a:lstStyle>
          <a:p>
            <a:pPr marL="0" lvl="0" indent="0" algn="ctr" eaLnBrk="1" hangingPunct="1">
              <a:spcBef>
                <a:spcPct val="50000"/>
              </a:spcBef>
              <a:buClrTx/>
              <a:buSzTx/>
              <a:buFontTx/>
              <a:buNone/>
            </a:pPr>
            <a:endParaRPr lang="zh-CN" altLang="zh-CN" sz="2400" b="1" dirty="0">
              <a:latin typeface="Arial" panose="020B0604020202020204" pitchFamily="34" charset="0"/>
            </a:endParaRPr>
          </a:p>
        </p:txBody>
      </p:sp>
      <p:sp>
        <p:nvSpPr>
          <p:cNvPr id="79936" name="Text Box 11"/>
          <p:cNvSpPr txBox="1"/>
          <p:nvPr/>
        </p:nvSpPr>
        <p:spPr>
          <a:xfrm>
            <a:off x="8542338" y="1951038"/>
            <a:ext cx="576262" cy="469900"/>
          </a:xfrm>
          <a:prstGeom prst="rect">
            <a:avLst/>
          </a:prstGeom>
          <a:noFill/>
          <a:ln w="12700" cap="flat" cmpd="sng">
            <a:solidFill>
              <a:schemeClr val="tx1"/>
            </a:solidFill>
            <a:prstDash val="solid"/>
            <a:miter/>
            <a:headEnd type="none" w="med" len="med"/>
            <a:tailEnd type="none" w="med" len="med"/>
          </a:ln>
        </p:spPr>
        <p:txBody>
          <a:bodyPr>
            <a:spAutoFit/>
          </a:bodyPr>
          <a:lstStyle>
            <a:lvl1pPr marL="342900" indent="-3429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80000"/>
              <a:buFont typeface="Wingdings" panose="05000000000000000000" pitchFamily="2" charset="2"/>
              <a:buChar char="n"/>
              <a:defRPr sz="3200" b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defRPr>
            </a:lvl1pPr>
            <a:lvl2pPr marL="742950" indent="-28575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Char char="–"/>
              <a:defRPr sz="2800">
                <a:solidFill>
                  <a:schemeClr val="tx1"/>
                </a:solidFill>
                <a:effectLst/>
                <a:latin typeface="+mn-lt"/>
                <a:ea typeface="+mn-ea"/>
              </a:defRPr>
            </a:lvl2pPr>
            <a:lvl3pPr marL="11430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Font typeface="Wingdings" panose="05000000000000000000" pitchFamily="2" charset="2"/>
              <a:buChar char="§"/>
              <a:defRPr sz="2400">
                <a:solidFill>
                  <a:schemeClr val="tx1"/>
                </a:solidFill>
                <a:effectLst/>
                <a:latin typeface="+mn-lt"/>
                <a:ea typeface="+mn-ea"/>
              </a:defRPr>
            </a:lvl3pPr>
            <a:lvl4pPr marL="16002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–"/>
              <a:defRPr sz="2000">
                <a:solidFill>
                  <a:schemeClr val="tx1"/>
                </a:solidFill>
                <a:effectLst/>
                <a:latin typeface="+mn-lt"/>
                <a:ea typeface="+mn-ea"/>
              </a:defRPr>
            </a:lvl4pPr>
            <a:lvl5pPr marL="20574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effectLst/>
                <a:latin typeface="+mn-lt"/>
                <a:ea typeface="+mn-ea"/>
              </a:defRPr>
            </a:lvl5pPr>
          </a:lstStyle>
          <a:p>
            <a:pPr marL="0" lvl="0" indent="0" algn="ctr" eaLnBrk="1" hangingPunct="1">
              <a:spcBef>
                <a:spcPct val="50000"/>
              </a:spcBef>
              <a:buClrTx/>
              <a:buSzTx/>
              <a:buFontTx/>
              <a:buNone/>
            </a:pPr>
            <a:endParaRPr lang="zh-CN" altLang="zh-CN" sz="2400" b="1" dirty="0">
              <a:latin typeface="Arial" panose="020B0604020202020204" pitchFamily="34" charset="0"/>
            </a:endParaRPr>
          </a:p>
        </p:txBody>
      </p:sp>
      <p:sp>
        <p:nvSpPr>
          <p:cNvPr id="79937" name="Text Box 37"/>
          <p:cNvSpPr txBox="1"/>
          <p:nvPr/>
        </p:nvSpPr>
        <p:spPr>
          <a:xfrm>
            <a:off x="9118600" y="1951038"/>
            <a:ext cx="576263" cy="469900"/>
          </a:xfrm>
          <a:prstGeom prst="rect">
            <a:avLst/>
          </a:prstGeom>
          <a:noFill/>
          <a:ln w="12700" cap="flat" cmpd="sng">
            <a:solidFill>
              <a:schemeClr val="tx1"/>
            </a:solidFill>
            <a:prstDash val="solid"/>
            <a:miter/>
            <a:headEnd type="none" w="med" len="med"/>
            <a:tailEnd type="none" w="med" len="med"/>
          </a:ln>
        </p:spPr>
        <p:txBody>
          <a:bodyPr>
            <a:spAutoFit/>
          </a:bodyPr>
          <a:lstStyle>
            <a:lvl1pPr marL="342900" indent="-3429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80000"/>
              <a:buFont typeface="Wingdings" panose="05000000000000000000" pitchFamily="2" charset="2"/>
              <a:buChar char="n"/>
              <a:defRPr sz="3200" b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defRPr>
            </a:lvl1pPr>
            <a:lvl2pPr marL="742950" indent="-28575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Char char="–"/>
              <a:defRPr sz="2800">
                <a:solidFill>
                  <a:schemeClr val="tx1"/>
                </a:solidFill>
                <a:effectLst/>
                <a:latin typeface="+mn-lt"/>
                <a:ea typeface="+mn-ea"/>
              </a:defRPr>
            </a:lvl2pPr>
            <a:lvl3pPr marL="11430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Font typeface="Wingdings" panose="05000000000000000000" pitchFamily="2" charset="2"/>
              <a:buChar char="§"/>
              <a:defRPr sz="2400">
                <a:solidFill>
                  <a:schemeClr val="tx1"/>
                </a:solidFill>
                <a:effectLst/>
                <a:latin typeface="+mn-lt"/>
                <a:ea typeface="+mn-ea"/>
              </a:defRPr>
            </a:lvl3pPr>
            <a:lvl4pPr marL="16002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–"/>
              <a:defRPr sz="2000">
                <a:solidFill>
                  <a:schemeClr val="tx1"/>
                </a:solidFill>
                <a:effectLst/>
                <a:latin typeface="+mn-lt"/>
                <a:ea typeface="+mn-ea"/>
              </a:defRPr>
            </a:lvl4pPr>
            <a:lvl5pPr marL="20574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effectLst/>
                <a:latin typeface="+mn-lt"/>
                <a:ea typeface="+mn-ea"/>
              </a:defRPr>
            </a:lvl5pPr>
          </a:lstStyle>
          <a:p>
            <a:pPr marL="0" lvl="0" indent="0" algn="ctr" eaLnBrk="1" hangingPunct="1">
              <a:spcBef>
                <a:spcPct val="50000"/>
              </a:spcBef>
              <a:buClrTx/>
              <a:buSzTx/>
              <a:buFontTx/>
              <a:buNone/>
            </a:pPr>
            <a:endParaRPr lang="zh-CN" altLang="zh-CN" sz="2400" b="1" dirty="0">
              <a:latin typeface="Arial" panose="020B0604020202020204" pitchFamily="34" charset="0"/>
            </a:endParaRPr>
          </a:p>
        </p:txBody>
      </p:sp>
      <p:sp>
        <p:nvSpPr>
          <p:cNvPr id="108" name="Text Box 2"/>
          <p:cNvSpPr txBox="1"/>
          <p:nvPr/>
        </p:nvSpPr>
        <p:spPr>
          <a:xfrm>
            <a:off x="3359150" y="3305175"/>
            <a:ext cx="576263" cy="469900"/>
          </a:xfrm>
          <a:prstGeom prst="rect">
            <a:avLst/>
          </a:prstGeom>
          <a:noFill/>
          <a:ln w="12700" cap="flat" cmpd="sng">
            <a:solidFill>
              <a:schemeClr val="tx1"/>
            </a:solidFill>
            <a:prstDash val="solid"/>
            <a:miter/>
            <a:headEnd type="none" w="med" len="med"/>
            <a:tailEnd type="none" w="med" len="med"/>
          </a:ln>
        </p:spPr>
        <p:txBody>
          <a:bodyPr>
            <a:spAutoFit/>
          </a:bodyPr>
          <a:lstStyle>
            <a:lvl1pPr marL="342900" indent="-3429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80000"/>
              <a:buFont typeface="Wingdings" panose="05000000000000000000" pitchFamily="2" charset="2"/>
              <a:buChar char="n"/>
              <a:defRPr sz="3200" b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defRPr>
            </a:lvl1pPr>
            <a:lvl2pPr marL="742950" indent="-28575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Char char="–"/>
              <a:defRPr sz="2800">
                <a:solidFill>
                  <a:schemeClr val="tx1"/>
                </a:solidFill>
                <a:effectLst/>
                <a:latin typeface="+mn-lt"/>
                <a:ea typeface="+mn-ea"/>
              </a:defRPr>
            </a:lvl2pPr>
            <a:lvl3pPr marL="11430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Font typeface="Wingdings" panose="05000000000000000000" pitchFamily="2" charset="2"/>
              <a:buChar char="§"/>
              <a:defRPr sz="2400">
                <a:solidFill>
                  <a:schemeClr val="tx1"/>
                </a:solidFill>
                <a:effectLst/>
                <a:latin typeface="+mn-lt"/>
                <a:ea typeface="+mn-ea"/>
              </a:defRPr>
            </a:lvl3pPr>
            <a:lvl4pPr marL="16002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–"/>
              <a:defRPr sz="2000">
                <a:solidFill>
                  <a:schemeClr val="tx1"/>
                </a:solidFill>
                <a:effectLst/>
                <a:latin typeface="+mn-lt"/>
                <a:ea typeface="+mn-ea"/>
              </a:defRPr>
            </a:lvl4pPr>
            <a:lvl5pPr marL="20574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effectLst/>
                <a:latin typeface="+mn-lt"/>
                <a:ea typeface="+mn-ea"/>
              </a:defRPr>
            </a:lvl5pPr>
          </a:lstStyle>
          <a:p>
            <a:pPr marL="0" lvl="0" indent="0" algn="ctr" eaLnBrk="1" hangingPunct="1">
              <a:spcBef>
                <a:spcPct val="50000"/>
              </a:spcBef>
              <a:buClrTx/>
              <a:buSzTx/>
              <a:buFontTx/>
              <a:buNone/>
            </a:pPr>
            <a:r>
              <a:rPr lang="en-US" altLang="zh-CN" sz="2400" b="1" dirty="0">
                <a:latin typeface="Arial" panose="020B0604020202020204" pitchFamily="34" charset="0"/>
              </a:rPr>
              <a:t>1</a:t>
            </a:r>
            <a:endParaRPr lang="en-US" altLang="zh-CN" sz="2400" b="1" dirty="0">
              <a:latin typeface="Arial" panose="020B0604020202020204" pitchFamily="34" charset="0"/>
            </a:endParaRPr>
          </a:p>
        </p:txBody>
      </p:sp>
      <p:sp>
        <p:nvSpPr>
          <p:cNvPr id="109" name="Text Box 3"/>
          <p:cNvSpPr txBox="1"/>
          <p:nvPr/>
        </p:nvSpPr>
        <p:spPr>
          <a:xfrm>
            <a:off x="3937000" y="3319463"/>
            <a:ext cx="576263" cy="469900"/>
          </a:xfrm>
          <a:prstGeom prst="rect">
            <a:avLst/>
          </a:prstGeom>
          <a:noFill/>
          <a:ln w="12700" cap="flat" cmpd="sng">
            <a:solidFill>
              <a:schemeClr val="tx1"/>
            </a:solidFill>
            <a:prstDash val="solid"/>
            <a:miter/>
            <a:headEnd type="none" w="med" len="med"/>
            <a:tailEnd type="none" w="med" len="med"/>
          </a:ln>
        </p:spPr>
        <p:txBody>
          <a:bodyPr>
            <a:spAutoFit/>
          </a:bodyPr>
          <a:lstStyle>
            <a:lvl1pPr marL="342900" indent="-3429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80000"/>
              <a:buFont typeface="Wingdings" panose="05000000000000000000" pitchFamily="2" charset="2"/>
              <a:buChar char="n"/>
              <a:defRPr sz="3200" b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defRPr>
            </a:lvl1pPr>
            <a:lvl2pPr marL="742950" indent="-28575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Char char="–"/>
              <a:defRPr sz="2800">
                <a:solidFill>
                  <a:schemeClr val="tx1"/>
                </a:solidFill>
                <a:effectLst/>
                <a:latin typeface="+mn-lt"/>
                <a:ea typeface="+mn-ea"/>
              </a:defRPr>
            </a:lvl2pPr>
            <a:lvl3pPr marL="11430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Font typeface="Wingdings" panose="05000000000000000000" pitchFamily="2" charset="2"/>
              <a:buChar char="§"/>
              <a:defRPr sz="2400">
                <a:solidFill>
                  <a:schemeClr val="tx1"/>
                </a:solidFill>
                <a:effectLst/>
                <a:latin typeface="+mn-lt"/>
                <a:ea typeface="+mn-ea"/>
              </a:defRPr>
            </a:lvl3pPr>
            <a:lvl4pPr marL="16002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–"/>
              <a:defRPr sz="2000">
                <a:solidFill>
                  <a:schemeClr val="tx1"/>
                </a:solidFill>
                <a:effectLst/>
                <a:latin typeface="+mn-lt"/>
                <a:ea typeface="+mn-ea"/>
              </a:defRPr>
            </a:lvl4pPr>
            <a:lvl5pPr marL="20574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effectLst/>
                <a:latin typeface="+mn-lt"/>
                <a:ea typeface="+mn-ea"/>
              </a:defRPr>
            </a:lvl5pPr>
          </a:lstStyle>
          <a:p>
            <a:pPr marL="0" lvl="0" indent="0" algn="ctr" eaLnBrk="1" hangingPunct="1">
              <a:spcBef>
                <a:spcPct val="50000"/>
              </a:spcBef>
              <a:buClrTx/>
              <a:buSzTx/>
              <a:buFontTx/>
              <a:buNone/>
            </a:pPr>
            <a:r>
              <a:rPr lang="en-US" altLang="zh-CN" sz="2400" b="1" dirty="0">
                <a:latin typeface="Arial" panose="020B0604020202020204" pitchFamily="34" charset="0"/>
              </a:rPr>
              <a:t>5</a:t>
            </a:r>
            <a:endParaRPr lang="en-US" altLang="zh-CN" sz="2400" b="1" dirty="0">
              <a:latin typeface="Arial" panose="020B0604020202020204" pitchFamily="34" charset="0"/>
            </a:endParaRPr>
          </a:p>
        </p:txBody>
      </p:sp>
      <p:sp>
        <p:nvSpPr>
          <p:cNvPr id="110" name="Text Box 4"/>
          <p:cNvSpPr txBox="1"/>
          <p:nvPr/>
        </p:nvSpPr>
        <p:spPr>
          <a:xfrm>
            <a:off x="4513263" y="3319463"/>
            <a:ext cx="576262" cy="469900"/>
          </a:xfrm>
          <a:prstGeom prst="rect">
            <a:avLst/>
          </a:prstGeom>
          <a:noFill/>
          <a:ln w="12700" cap="flat" cmpd="sng">
            <a:solidFill>
              <a:schemeClr val="tx1"/>
            </a:solidFill>
            <a:prstDash val="solid"/>
            <a:miter/>
            <a:headEnd type="none" w="med" len="med"/>
            <a:tailEnd type="none" w="med" len="med"/>
          </a:ln>
        </p:spPr>
        <p:txBody>
          <a:bodyPr>
            <a:spAutoFit/>
          </a:bodyPr>
          <a:lstStyle>
            <a:lvl1pPr marL="342900" indent="-3429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80000"/>
              <a:buFont typeface="Wingdings" panose="05000000000000000000" pitchFamily="2" charset="2"/>
              <a:buChar char="n"/>
              <a:defRPr sz="3200" b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defRPr>
            </a:lvl1pPr>
            <a:lvl2pPr marL="742950" indent="-28575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Char char="–"/>
              <a:defRPr sz="2800">
                <a:solidFill>
                  <a:schemeClr val="tx1"/>
                </a:solidFill>
                <a:effectLst/>
                <a:latin typeface="+mn-lt"/>
                <a:ea typeface="+mn-ea"/>
              </a:defRPr>
            </a:lvl2pPr>
            <a:lvl3pPr marL="11430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Font typeface="Wingdings" panose="05000000000000000000" pitchFamily="2" charset="2"/>
              <a:buChar char="§"/>
              <a:defRPr sz="2400">
                <a:solidFill>
                  <a:schemeClr val="tx1"/>
                </a:solidFill>
                <a:effectLst/>
                <a:latin typeface="+mn-lt"/>
                <a:ea typeface="+mn-ea"/>
              </a:defRPr>
            </a:lvl3pPr>
            <a:lvl4pPr marL="16002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–"/>
              <a:defRPr sz="2000">
                <a:solidFill>
                  <a:schemeClr val="tx1"/>
                </a:solidFill>
                <a:effectLst/>
                <a:latin typeface="+mn-lt"/>
                <a:ea typeface="+mn-ea"/>
              </a:defRPr>
            </a:lvl4pPr>
            <a:lvl5pPr marL="20574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effectLst/>
                <a:latin typeface="+mn-lt"/>
                <a:ea typeface="+mn-ea"/>
              </a:defRPr>
            </a:lvl5pPr>
          </a:lstStyle>
          <a:p>
            <a:pPr marL="0" lvl="0" indent="0" algn="ctr" eaLnBrk="1" hangingPunct="1">
              <a:spcBef>
                <a:spcPct val="50000"/>
              </a:spcBef>
              <a:buClrTx/>
              <a:buSzTx/>
              <a:buFontTx/>
              <a:buNone/>
            </a:pPr>
            <a:r>
              <a:rPr lang="en-US" altLang="zh-CN" sz="2400" b="1" dirty="0">
                <a:latin typeface="Arial" panose="020B0604020202020204" pitchFamily="34" charset="0"/>
              </a:rPr>
              <a:t>10</a:t>
            </a:r>
            <a:endParaRPr lang="en-US" altLang="zh-CN" sz="2400" b="1" dirty="0">
              <a:latin typeface="Arial" panose="020B0604020202020204" pitchFamily="34" charset="0"/>
            </a:endParaRPr>
          </a:p>
        </p:txBody>
      </p:sp>
      <p:sp>
        <p:nvSpPr>
          <p:cNvPr id="111" name="Text Box 5"/>
          <p:cNvSpPr txBox="1"/>
          <p:nvPr/>
        </p:nvSpPr>
        <p:spPr>
          <a:xfrm>
            <a:off x="5089525" y="3319463"/>
            <a:ext cx="576263" cy="469900"/>
          </a:xfrm>
          <a:prstGeom prst="rect">
            <a:avLst/>
          </a:prstGeom>
          <a:noFill/>
          <a:ln w="12700" cap="flat" cmpd="sng">
            <a:solidFill>
              <a:schemeClr val="tx1"/>
            </a:solidFill>
            <a:prstDash val="solid"/>
            <a:miter/>
            <a:headEnd type="none" w="med" len="med"/>
            <a:tailEnd type="none" w="med" len="med"/>
          </a:ln>
        </p:spPr>
        <p:txBody>
          <a:bodyPr>
            <a:spAutoFit/>
          </a:bodyPr>
          <a:lstStyle>
            <a:lvl1pPr marL="342900" indent="-3429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80000"/>
              <a:buFont typeface="Wingdings" panose="05000000000000000000" pitchFamily="2" charset="2"/>
              <a:buChar char="n"/>
              <a:defRPr sz="3200" b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defRPr>
            </a:lvl1pPr>
            <a:lvl2pPr marL="742950" indent="-28575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Char char="–"/>
              <a:defRPr sz="2800">
                <a:solidFill>
                  <a:schemeClr val="tx1"/>
                </a:solidFill>
                <a:effectLst/>
                <a:latin typeface="+mn-lt"/>
                <a:ea typeface="+mn-ea"/>
              </a:defRPr>
            </a:lvl2pPr>
            <a:lvl3pPr marL="11430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Font typeface="Wingdings" panose="05000000000000000000" pitchFamily="2" charset="2"/>
              <a:buChar char="§"/>
              <a:defRPr sz="2400">
                <a:solidFill>
                  <a:schemeClr val="tx1"/>
                </a:solidFill>
                <a:effectLst/>
                <a:latin typeface="+mn-lt"/>
                <a:ea typeface="+mn-ea"/>
              </a:defRPr>
            </a:lvl3pPr>
            <a:lvl4pPr marL="16002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–"/>
              <a:defRPr sz="2000">
                <a:solidFill>
                  <a:schemeClr val="tx1"/>
                </a:solidFill>
                <a:effectLst/>
                <a:latin typeface="+mn-lt"/>
                <a:ea typeface="+mn-ea"/>
              </a:defRPr>
            </a:lvl4pPr>
            <a:lvl5pPr marL="20574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effectLst/>
                <a:latin typeface="+mn-lt"/>
                <a:ea typeface="+mn-ea"/>
              </a:defRPr>
            </a:lvl5pPr>
          </a:lstStyle>
          <a:p>
            <a:pPr marL="0" lvl="0" indent="0" algn="ctr" eaLnBrk="1" hangingPunct="1">
              <a:spcBef>
                <a:spcPct val="50000"/>
              </a:spcBef>
              <a:buClrTx/>
              <a:buSzTx/>
              <a:buFontTx/>
              <a:buNone/>
            </a:pPr>
            <a:r>
              <a:rPr lang="en-US" altLang="zh-CN" sz="2400" b="1" dirty="0">
                <a:latin typeface="Arial" panose="020B0604020202020204" pitchFamily="34" charset="0"/>
              </a:rPr>
              <a:t>10</a:t>
            </a:r>
            <a:endParaRPr lang="en-US" altLang="zh-CN" sz="2400" b="1" dirty="0">
              <a:latin typeface="Arial" panose="020B0604020202020204" pitchFamily="34" charset="0"/>
            </a:endParaRPr>
          </a:p>
        </p:txBody>
      </p:sp>
      <p:sp>
        <p:nvSpPr>
          <p:cNvPr id="112" name="Text Box 6"/>
          <p:cNvSpPr txBox="1"/>
          <p:nvPr/>
        </p:nvSpPr>
        <p:spPr>
          <a:xfrm>
            <a:off x="5664200" y="3319463"/>
            <a:ext cx="576263" cy="469900"/>
          </a:xfrm>
          <a:prstGeom prst="rect">
            <a:avLst/>
          </a:prstGeom>
          <a:noFill/>
          <a:ln w="12700" cap="flat" cmpd="sng">
            <a:solidFill>
              <a:schemeClr val="tx1"/>
            </a:solidFill>
            <a:prstDash val="solid"/>
            <a:miter/>
            <a:headEnd type="none" w="med" len="med"/>
            <a:tailEnd type="none" w="med" len="med"/>
          </a:ln>
        </p:spPr>
        <p:txBody>
          <a:bodyPr>
            <a:spAutoFit/>
          </a:bodyPr>
          <a:lstStyle>
            <a:lvl1pPr marL="342900" indent="-3429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80000"/>
              <a:buFont typeface="Wingdings" panose="05000000000000000000" pitchFamily="2" charset="2"/>
              <a:buChar char="n"/>
              <a:defRPr sz="3200" b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defRPr>
            </a:lvl1pPr>
            <a:lvl2pPr marL="742950" indent="-28575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Char char="–"/>
              <a:defRPr sz="2800">
                <a:solidFill>
                  <a:schemeClr val="tx1"/>
                </a:solidFill>
                <a:effectLst/>
                <a:latin typeface="+mn-lt"/>
                <a:ea typeface="+mn-ea"/>
              </a:defRPr>
            </a:lvl2pPr>
            <a:lvl3pPr marL="11430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Font typeface="Wingdings" panose="05000000000000000000" pitchFamily="2" charset="2"/>
              <a:buChar char="§"/>
              <a:defRPr sz="2400">
                <a:solidFill>
                  <a:schemeClr val="tx1"/>
                </a:solidFill>
                <a:effectLst/>
                <a:latin typeface="+mn-lt"/>
                <a:ea typeface="+mn-ea"/>
              </a:defRPr>
            </a:lvl3pPr>
            <a:lvl4pPr marL="16002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–"/>
              <a:defRPr sz="2000">
                <a:solidFill>
                  <a:schemeClr val="tx1"/>
                </a:solidFill>
                <a:effectLst/>
                <a:latin typeface="+mn-lt"/>
                <a:ea typeface="+mn-ea"/>
              </a:defRPr>
            </a:lvl4pPr>
            <a:lvl5pPr marL="20574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effectLst/>
                <a:latin typeface="+mn-lt"/>
                <a:ea typeface="+mn-ea"/>
              </a:defRPr>
            </a:lvl5pPr>
          </a:lstStyle>
          <a:p>
            <a:pPr marL="0" lvl="0" indent="0" algn="ctr" eaLnBrk="1" hangingPunct="1">
              <a:spcBef>
                <a:spcPct val="50000"/>
              </a:spcBef>
              <a:buClrTx/>
              <a:buSzTx/>
              <a:buFontTx/>
              <a:buNone/>
            </a:pPr>
            <a:r>
              <a:rPr lang="en-US" altLang="zh-CN" sz="2400" b="1" dirty="0">
                <a:latin typeface="Arial" panose="020B0604020202020204" pitchFamily="34" charset="0"/>
              </a:rPr>
              <a:t>5</a:t>
            </a:r>
            <a:endParaRPr lang="en-US" altLang="zh-CN" sz="2400" b="1" dirty="0">
              <a:latin typeface="Arial" panose="020B0604020202020204" pitchFamily="34" charset="0"/>
            </a:endParaRPr>
          </a:p>
        </p:txBody>
      </p:sp>
      <p:sp>
        <p:nvSpPr>
          <p:cNvPr id="115" name="Text Box 58"/>
          <p:cNvSpPr txBox="1"/>
          <p:nvPr/>
        </p:nvSpPr>
        <p:spPr>
          <a:xfrm>
            <a:off x="6259513" y="3305175"/>
            <a:ext cx="576262" cy="457200"/>
          </a:xfrm>
          <a:prstGeom prst="rect">
            <a:avLst/>
          </a:prstGeom>
          <a:noFill/>
          <a:ln w="12700">
            <a:noFill/>
          </a:ln>
        </p:spPr>
        <p:txBody>
          <a:bodyPr>
            <a:spAutoFit/>
          </a:bodyPr>
          <a:lstStyle>
            <a:lvl1pPr marL="342900" indent="-3429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80000"/>
              <a:buFont typeface="Wingdings" panose="05000000000000000000" pitchFamily="2" charset="2"/>
              <a:buChar char="n"/>
              <a:defRPr sz="3200" b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defRPr>
            </a:lvl1pPr>
            <a:lvl2pPr marL="742950" indent="-28575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Char char="–"/>
              <a:defRPr sz="2800">
                <a:solidFill>
                  <a:schemeClr val="tx1"/>
                </a:solidFill>
                <a:effectLst/>
                <a:latin typeface="+mn-lt"/>
                <a:ea typeface="+mn-ea"/>
              </a:defRPr>
            </a:lvl2pPr>
            <a:lvl3pPr marL="11430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Font typeface="Wingdings" panose="05000000000000000000" pitchFamily="2" charset="2"/>
              <a:buChar char="§"/>
              <a:defRPr sz="2400">
                <a:solidFill>
                  <a:schemeClr val="tx1"/>
                </a:solidFill>
                <a:effectLst/>
                <a:latin typeface="+mn-lt"/>
                <a:ea typeface="+mn-ea"/>
              </a:defRPr>
            </a:lvl3pPr>
            <a:lvl4pPr marL="16002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–"/>
              <a:defRPr sz="2000">
                <a:solidFill>
                  <a:schemeClr val="tx1"/>
                </a:solidFill>
                <a:effectLst/>
                <a:latin typeface="+mn-lt"/>
                <a:ea typeface="+mn-ea"/>
              </a:defRPr>
            </a:lvl4pPr>
            <a:lvl5pPr marL="20574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effectLst/>
                <a:latin typeface="+mn-lt"/>
                <a:ea typeface="+mn-ea"/>
              </a:defRPr>
            </a:lvl5pPr>
          </a:lstStyle>
          <a:p>
            <a:pPr marL="0" lvl="0" indent="0" algn="ctr" eaLnBrk="1" hangingPunct="1">
              <a:spcBef>
                <a:spcPct val="50000"/>
              </a:spcBef>
              <a:buClrTx/>
              <a:buSzTx/>
              <a:buFontTx/>
              <a:buNone/>
            </a:pPr>
            <a:r>
              <a:rPr lang="en-US" altLang="zh-CN" sz="2400" b="1" dirty="0">
                <a:latin typeface="Arial" panose="020B0604020202020204" pitchFamily="34" charset="0"/>
              </a:rPr>
              <a:t>1</a:t>
            </a:r>
            <a:endParaRPr lang="en-US" altLang="zh-CN" sz="2400" b="1" dirty="0">
              <a:latin typeface="Arial" panose="020B0604020202020204" pitchFamily="34" charset="0"/>
            </a:endParaRPr>
          </a:p>
        </p:txBody>
      </p:sp>
      <p:sp>
        <p:nvSpPr>
          <p:cNvPr id="79944" name="Rectangle 3"/>
          <p:cNvSpPr/>
          <p:nvPr/>
        </p:nvSpPr>
        <p:spPr>
          <a:xfrm>
            <a:off x="9829165" y="5068570"/>
            <a:ext cx="2360930" cy="1789430"/>
          </a:xfrm>
          <a:prstGeom prst="rect">
            <a:avLst/>
          </a:prstGeom>
          <a:solidFill>
            <a:schemeClr val="accent1"/>
          </a:solidFill>
          <a:ln w="9525">
            <a:noFill/>
          </a:ln>
        </p:spPr>
        <p:txBody>
          <a:bodyPr wrap="square">
            <a:spAutoFit/>
          </a:bodyPr>
          <a:lstStyle>
            <a:lvl1pPr marL="342900" indent="-3429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80000"/>
              <a:buFont typeface="Wingdings" panose="05000000000000000000" pitchFamily="2" charset="2"/>
              <a:buChar char="n"/>
              <a:defRPr sz="3200" b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defRPr>
            </a:lvl1pPr>
            <a:lvl2pPr marL="742950" indent="-28575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Char char="–"/>
              <a:defRPr sz="2800">
                <a:solidFill>
                  <a:schemeClr val="tx1"/>
                </a:solidFill>
                <a:effectLst/>
                <a:latin typeface="+mn-lt"/>
                <a:ea typeface="+mn-ea"/>
              </a:defRPr>
            </a:lvl2pPr>
            <a:lvl3pPr marL="11430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Font typeface="Wingdings" panose="05000000000000000000" pitchFamily="2" charset="2"/>
              <a:buChar char="§"/>
              <a:defRPr sz="2400">
                <a:solidFill>
                  <a:schemeClr val="tx1"/>
                </a:solidFill>
                <a:effectLst/>
                <a:latin typeface="+mn-lt"/>
                <a:ea typeface="+mn-ea"/>
              </a:defRPr>
            </a:lvl3pPr>
            <a:lvl4pPr marL="16002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–"/>
              <a:defRPr sz="2000">
                <a:solidFill>
                  <a:schemeClr val="tx1"/>
                </a:solidFill>
                <a:effectLst/>
                <a:latin typeface="+mn-lt"/>
                <a:ea typeface="+mn-ea"/>
              </a:defRPr>
            </a:lvl4pPr>
            <a:lvl5pPr marL="20574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effectLst/>
                <a:latin typeface="+mn-lt"/>
                <a:ea typeface="+mn-ea"/>
              </a:defRPr>
            </a:lvl5pPr>
          </a:lstStyle>
          <a:p>
            <a:pPr marL="0" lvl="0" indent="0" eaLnBrk="1" hangingPunct="1">
              <a:buClrTx/>
              <a:buSzTx/>
              <a:buFontTx/>
              <a:buNone/>
            </a:pPr>
            <a:r>
              <a:rPr lang="zh-CN" altLang="en-US" sz="2400" b="1" dirty="0">
                <a:solidFill>
                  <a:srgbClr val="FFC000"/>
                </a:solidFill>
                <a:ea typeface="黑体" panose="02010609060101010101" pitchFamily="49" charset="-122"/>
              </a:rPr>
              <a:t>算法</a:t>
            </a:r>
            <a:r>
              <a:rPr lang="en-US" altLang="zh-CN" sz="2400" b="1" dirty="0">
                <a:solidFill>
                  <a:srgbClr val="FFC000"/>
                </a:solidFill>
                <a:ea typeface="黑体" panose="02010609060101010101" pitchFamily="49" charset="-122"/>
              </a:rPr>
              <a:t>3 </a:t>
            </a:r>
            <a:r>
              <a:rPr lang="zh-CN" altLang="en-US" sz="1800" b="1" dirty="0">
                <a:solidFill>
                  <a:srgbClr val="FFC000"/>
                </a:solidFill>
                <a:ea typeface="黑体" panose="02010609060101010101" pitchFamily="49" charset="-122"/>
              </a:rPr>
              <a:t>教材</a:t>
            </a:r>
            <a:r>
              <a:rPr lang="en-US" altLang="zh-CN" sz="1800" b="1" dirty="0">
                <a:solidFill>
                  <a:srgbClr val="FFC000"/>
                </a:solidFill>
                <a:ea typeface="黑体" panose="02010609060101010101" pitchFamily="49" charset="-122"/>
              </a:rPr>
              <a:t>P155</a:t>
            </a:r>
            <a:r>
              <a:rPr lang="zh-CN" altLang="en-US" sz="1800" b="1" dirty="0">
                <a:solidFill>
                  <a:srgbClr val="FFC000"/>
                </a:solidFill>
                <a:ea typeface="黑体" panose="02010609060101010101" pitchFamily="49" charset="-122"/>
              </a:rPr>
              <a:t>：</a:t>
            </a:r>
            <a:endParaRPr lang="en-US" altLang="zh-CN" sz="2400" b="1" dirty="0">
              <a:solidFill>
                <a:srgbClr val="FFC000"/>
              </a:solidFill>
              <a:ea typeface="黑体" panose="02010609060101010101" pitchFamily="49" charset="-122"/>
            </a:endParaRPr>
          </a:p>
          <a:p>
            <a:pPr marL="0" lvl="0" indent="0" eaLnBrk="1" hangingPunct="1">
              <a:buClrTx/>
              <a:buSzTx/>
              <a:buFontTx/>
              <a:buNone/>
            </a:pPr>
            <a:r>
              <a:rPr lang="zh-CN" altLang="en-US" sz="2400" b="1" dirty="0">
                <a:solidFill>
                  <a:srgbClr val="FFC000"/>
                </a:solidFill>
                <a:ea typeface="黑体" panose="02010609060101010101" pitchFamily="49" charset="-122"/>
              </a:rPr>
              <a:t>只用一个数组</a:t>
            </a:r>
            <a:endParaRPr lang="en-US" altLang="zh-CN" sz="2400" b="1" dirty="0">
              <a:solidFill>
                <a:srgbClr val="FFC000"/>
              </a:solidFill>
              <a:ea typeface="黑体" panose="02010609060101010101" pitchFamily="49" charset="-122"/>
            </a:endParaRPr>
          </a:p>
          <a:p>
            <a:pPr marL="0" lvl="0" indent="0" eaLnBrk="1" hangingPunct="1">
              <a:buClrTx/>
              <a:buSzTx/>
              <a:buFontTx/>
              <a:buNone/>
            </a:pPr>
            <a:r>
              <a:rPr lang="zh-CN" altLang="en-US" sz="2400" b="1" dirty="0">
                <a:solidFill>
                  <a:srgbClr val="FFC000"/>
                </a:solidFill>
                <a:ea typeface="黑体" panose="02010609060101010101" pitchFamily="49" charset="-122"/>
              </a:rPr>
              <a:t>节省存储空间</a:t>
            </a:r>
            <a:endParaRPr lang="zh-CN" altLang="en-US" sz="2400" b="1" dirty="0">
              <a:solidFill>
                <a:srgbClr val="FFC000"/>
              </a:solidFill>
              <a:ea typeface="黑体" panose="02010609060101010101" pitchFamily="49" charset="-122"/>
            </a:endParaRPr>
          </a:p>
          <a:p>
            <a:pPr marL="0" lvl="0" indent="0" eaLnBrk="1" hangingPunct="1">
              <a:buClrTx/>
              <a:buSzTx/>
              <a:buFontTx/>
              <a:buNone/>
            </a:pPr>
            <a:r>
              <a:rPr lang="zh-CN" altLang="en-US" sz="2400" b="1" dirty="0">
                <a:solidFill>
                  <a:srgbClr val="FFC000"/>
                </a:solidFill>
                <a:ea typeface="黑体" panose="02010609060101010101" pitchFamily="49" charset="-122"/>
              </a:rPr>
              <a:t>运行速度快</a:t>
            </a:r>
            <a:endParaRPr lang="zh-CN" altLang="en-US" sz="2400" b="1" dirty="0">
              <a:solidFill>
                <a:srgbClr val="FFC000"/>
              </a:solidFill>
              <a:ea typeface="黑体" panose="02010609060101010101" pitchFamily="49" charset="-122"/>
            </a:endParaRPr>
          </a:p>
        </p:txBody>
      </p:sp>
    </p:spTree>
  </p:cSld>
  <p:clrMapOvr>
    <a:masterClrMapping/>
  </p:clrMapOvr>
  <p:transition spd="slow"/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3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7628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7" dur="500"/>
                                        <p:tgtEl>
                                          <p:spTgt spid="107628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" presetClass="exit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2" presetID="3" presetClass="entr" presetSubtype="1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7627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14" dur="500"/>
                                        <p:tgtEl>
                                          <p:spTgt spid="107627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xit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9" presetID="3" presetClass="entr" presetSubtype="1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7627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21" dur="500"/>
                                        <p:tgtEl>
                                          <p:spTgt spid="107627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2" fill="hold">
                      <p:stCondLst>
                        <p:cond delay="indefinite"/>
                      </p:stCondLst>
                      <p:childTnLst>
                        <p:par>
                          <p:cTn id="23" fill="hold">
                            <p:stCondLst>
                              <p:cond delay="0"/>
                            </p:stCondLst>
                            <p:childTnLst>
                              <p:par>
                                <p:cTn id="24" presetID="1" presetClass="exit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6" presetID="3" presetClass="entr" presetSubtype="1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7627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28" dur="500"/>
                                        <p:tgtEl>
                                          <p:spTgt spid="107627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9" fill="hold">
                      <p:stCondLst>
                        <p:cond delay="indefinite"/>
                      </p:stCondLst>
                      <p:childTnLst>
                        <p:par>
                          <p:cTn id="30" fill="hold">
                            <p:stCondLst>
                              <p:cond delay="0"/>
                            </p:stCondLst>
                            <p:childTnLst>
                              <p:par>
                                <p:cTn id="31" presetID="1" presetClass="exit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3" presetID="3" presetClass="entr" presetSubtype="1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7626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35" dur="500"/>
                                        <p:tgtEl>
                                          <p:spTgt spid="107626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6" fill="hold">
                      <p:stCondLst>
                        <p:cond delay="indefinite"/>
                      </p:stCondLst>
                      <p:childTnLst>
                        <p:par>
                          <p:cTn id="37" fill="hold">
                            <p:stCondLst>
                              <p:cond delay="0"/>
                            </p:stCondLst>
                            <p:childTnLst>
                              <p:par>
                                <p:cTn id="38" presetID="3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7628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40" dur="500"/>
                                        <p:tgtEl>
                                          <p:spTgt spid="107628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1" presetID="3" presetClass="entr" presetSubtype="1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7628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43" dur="500"/>
                                        <p:tgtEl>
                                          <p:spTgt spid="107628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4" presetID="3" presetClass="entr" presetSubtype="1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7628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46" dur="500"/>
                                        <p:tgtEl>
                                          <p:spTgt spid="107628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7" presetID="3" presetClass="entr" presetSubtype="1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7628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49" dur="500"/>
                                        <p:tgtEl>
                                          <p:spTgt spid="107628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50" presetID="3" presetClass="entr" presetSubtype="1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7628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52" dur="500"/>
                                        <p:tgtEl>
                                          <p:spTgt spid="107628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53" presetID="3" presetClass="entr" presetSubtype="1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7628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55" dur="500"/>
                                        <p:tgtEl>
                                          <p:spTgt spid="107628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56" presetID="3" presetClass="entr" presetSubtype="1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7628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58" dur="500"/>
                                        <p:tgtEl>
                                          <p:spTgt spid="107628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59" presetID="3" presetClass="entr" presetSubtype="1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7629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61" dur="500"/>
                                        <p:tgtEl>
                                          <p:spTgt spid="107629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62" presetID="3" presetClass="entr" presetSubtype="1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7629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64" dur="500"/>
                                        <p:tgtEl>
                                          <p:spTgt spid="107629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65" presetID="3" presetClass="entr" presetSubtype="1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7629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67" dur="500"/>
                                        <p:tgtEl>
                                          <p:spTgt spid="107629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68" presetID="3" presetClass="entr" presetSubtype="1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7629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70" dur="500"/>
                                        <p:tgtEl>
                                          <p:spTgt spid="107629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71" presetID="3" presetClass="entr" presetSubtype="1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7629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73" dur="500"/>
                                        <p:tgtEl>
                                          <p:spTgt spid="107629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74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6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8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80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82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84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25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86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8" fill="hold">
                      <p:stCondLst>
                        <p:cond delay="indefinite"/>
                      </p:stCondLst>
                      <p:childTnLst>
                        <p:par>
                          <p:cTn id="89" fill="hold">
                            <p:stCondLst>
                              <p:cond delay="0"/>
                            </p:stCondLst>
                            <p:childTnLst>
                              <p:par>
                                <p:cTn id="90" presetID="3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763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92" dur="500"/>
                                        <p:tgtEl>
                                          <p:spTgt spid="107631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3" fill="hold">
                      <p:stCondLst>
                        <p:cond delay="indefinite"/>
                      </p:stCondLst>
                      <p:childTnLst>
                        <p:par>
                          <p:cTn id="94" fill="hold">
                            <p:stCondLst>
                              <p:cond delay="0"/>
                            </p:stCondLst>
                            <p:childTnLst>
                              <p:par>
                                <p:cTn id="95" presetID="1" presetClass="exit" presetSubtype="0" fill="hold" grpId="1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97" presetID="3" presetClass="entr" presetSubtype="1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763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99" dur="500"/>
                                        <p:tgtEl>
                                          <p:spTgt spid="107631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00" fill="hold">
                      <p:stCondLst>
                        <p:cond delay="indefinite"/>
                      </p:stCondLst>
                      <p:childTnLst>
                        <p:par>
                          <p:cTn id="101" fill="hold">
                            <p:stCondLst>
                              <p:cond delay="0"/>
                            </p:stCondLst>
                            <p:childTnLst>
                              <p:par>
                                <p:cTn id="102" presetID="1" presetClass="exit" presetSubtype="0" fill="hold" grpId="1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04" presetID="3" presetClass="entr" presetSubtype="1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7630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106" dur="500"/>
                                        <p:tgtEl>
                                          <p:spTgt spid="107630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07" fill="hold">
                      <p:stCondLst>
                        <p:cond delay="indefinite"/>
                      </p:stCondLst>
                      <p:childTnLst>
                        <p:par>
                          <p:cTn id="108" fill="hold">
                            <p:stCondLst>
                              <p:cond delay="0"/>
                            </p:stCondLst>
                            <p:childTnLst>
                              <p:par>
                                <p:cTn id="109" presetID="1" presetClass="exit" presetSubtype="0" fill="hold" grpId="1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11" presetID="3" presetClass="entr" presetSubtype="1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7630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113" dur="500"/>
                                        <p:tgtEl>
                                          <p:spTgt spid="107630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4" fill="hold">
                      <p:stCondLst>
                        <p:cond delay="indefinite"/>
                      </p:stCondLst>
                      <p:childTnLst>
                        <p:par>
                          <p:cTn id="115" fill="hold">
                            <p:stCondLst>
                              <p:cond delay="0"/>
                            </p:stCondLst>
                            <p:childTnLst>
                              <p:par>
                                <p:cTn id="116" presetID="1" presetClass="exit" presetSubtype="0" fill="hold" grpId="1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18" presetID="3" presetClass="entr" presetSubtype="1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7630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120" dur="500"/>
                                        <p:tgtEl>
                                          <p:spTgt spid="107630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21" fill="hold">
                      <p:stCondLst>
                        <p:cond delay="indefinite"/>
                      </p:stCondLst>
                      <p:childTnLst>
                        <p:par>
                          <p:cTn id="122" fill="hold">
                            <p:stCondLst>
                              <p:cond delay="0"/>
                            </p:stCondLst>
                            <p:childTnLst>
                              <p:par>
                                <p:cTn id="123" presetID="1" presetClass="exit" presetSubtype="0" fill="hold" grpId="1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25" presetID="3" presetClass="entr" presetSubtype="1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7629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127" dur="500"/>
                                        <p:tgtEl>
                                          <p:spTgt spid="107629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076282" grpId="0"/>
      <p:bldP spid="1076283" grpId="0" bldLvl="0" animBg="1"/>
      <p:bldP spid="1076284" grpId="0" bldLvl="0" animBg="1"/>
      <p:bldP spid="1076285" grpId="0" bldLvl="0" animBg="1"/>
      <p:bldP spid="1076286" grpId="0" bldLvl="0" animBg="1"/>
      <p:bldP spid="1076287" grpId="0" bldLvl="0" animBg="1"/>
      <p:bldP spid="1076288" grpId="0" bldLvl="0" animBg="1"/>
      <p:bldP spid="1076289" grpId="0" bldLvl="0" animBg="1"/>
      <p:bldP spid="1076290" grpId="0" bldLvl="0" animBg="1"/>
      <p:bldP spid="1076291" grpId="0" bldLvl="0" animBg="1"/>
      <p:bldP spid="1076292" grpId="0" bldLvl="0" animBg="1"/>
      <p:bldP spid="1076294" grpId="0" bldLvl="0" animBg="1"/>
      <p:bldP spid="1076295" grpId="0"/>
      <p:bldP spid="1076317" grpId="0"/>
      <p:bldP spid="62520" grpId="0"/>
      <p:bldP spid="97" grpId="0" bldLvl="0" animBg="1"/>
      <p:bldP spid="98" grpId="0" bldLvl="0" animBg="1"/>
      <p:bldP spid="99" grpId="0" bldLvl="0" animBg="1"/>
      <p:bldP spid="100" grpId="0" bldLvl="0" animBg="1"/>
      <p:bldP spid="108" grpId="0" bldLvl="0" animBg="1"/>
      <p:bldP spid="109" grpId="0" bldLvl="0" animBg="1"/>
      <p:bldP spid="109" grpId="1" bldLvl="0" animBg="1"/>
      <p:bldP spid="110" grpId="0" bldLvl="0" animBg="1"/>
      <p:bldP spid="110" grpId="1" bldLvl="0" animBg="1"/>
      <p:bldP spid="111" grpId="0" bldLvl="0" animBg="1"/>
      <p:bldP spid="111" grpId="1" bldLvl="0" animBg="1"/>
      <p:bldP spid="112" grpId="0" bldLvl="0" animBg="1"/>
      <p:bldP spid="112" grpId="1" bldLvl="0" animBg="1"/>
      <p:bldP spid="115" grpId="0"/>
      <p:bldP spid="115" grpId="1"/>
    </p:bldLst>
  </p:timing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30" name="灯片编号占位符 3"/>
          <p:cNvSpPr txBox="1">
            <a:spLocks noGrp="1"/>
          </p:cNvSpPr>
          <p:nvPr>
            <p:ph type="sldNum" sz="quarter" idx="4"/>
          </p:nvPr>
        </p:nvSpPr>
        <p:spPr bwMode="auto"/>
        <p:txBody>
          <a:bodyPr wrap="square" lIns="91440" tIns="45720" rIns="91440" bIns="45720" numCol="1" anchor="b" anchorCtr="0" compatLnSpc="1"/>
          <a:lstStyle>
            <a:lvl1pPr eaLnBrk="0" hangingPunct="0">
              <a:defRPr sz="2000" b="1">
                <a:solidFill>
                  <a:schemeClr val="tx1"/>
                </a:solidFill>
                <a:latin typeface="Tahoma" panose="020B0604030504040204" pitchFamily="34" charset="0"/>
                <a:ea typeface="黑体" panose="02010609060101010101" pitchFamily="49" charset="-122"/>
              </a:defRPr>
            </a:lvl1pPr>
            <a:lvl2pPr marL="742950" indent="-285750" eaLnBrk="0" hangingPunct="0">
              <a:defRPr sz="2000" b="1">
                <a:solidFill>
                  <a:schemeClr val="tx1"/>
                </a:solidFill>
                <a:latin typeface="Tahoma" panose="020B0604030504040204" pitchFamily="34" charset="0"/>
                <a:ea typeface="黑体" panose="02010609060101010101" pitchFamily="49" charset="-122"/>
              </a:defRPr>
            </a:lvl2pPr>
            <a:lvl3pPr marL="1143000" indent="-228600" eaLnBrk="0" hangingPunct="0">
              <a:defRPr sz="2000" b="1">
                <a:solidFill>
                  <a:schemeClr val="tx1"/>
                </a:solidFill>
                <a:latin typeface="Tahoma" panose="020B0604030504040204" pitchFamily="34" charset="0"/>
                <a:ea typeface="黑体" panose="02010609060101010101" pitchFamily="49" charset="-122"/>
              </a:defRPr>
            </a:lvl3pPr>
            <a:lvl4pPr marL="1600200" indent="-228600" eaLnBrk="0" hangingPunct="0">
              <a:defRPr sz="2000" b="1">
                <a:solidFill>
                  <a:schemeClr val="tx1"/>
                </a:solidFill>
                <a:latin typeface="Tahoma" panose="020B0604030504040204" pitchFamily="34" charset="0"/>
                <a:ea typeface="黑体" panose="02010609060101010101" pitchFamily="49" charset="-122"/>
              </a:defRPr>
            </a:lvl4pPr>
            <a:lvl5pPr marL="2057400" indent="-228600" eaLnBrk="0" hangingPunct="0">
              <a:defRPr sz="2000" b="1">
                <a:solidFill>
                  <a:schemeClr val="tx1"/>
                </a:solidFill>
                <a:latin typeface="Tahoma" panose="020B0604030504040204" pitchFamily="34" charset="0"/>
                <a:ea typeface="黑体" panose="02010609060101010101" pitchFamily="49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000" b="1">
                <a:solidFill>
                  <a:schemeClr val="tx1"/>
                </a:solidFill>
                <a:latin typeface="Tahoma" panose="020B0604030504040204" pitchFamily="34" charset="0"/>
                <a:ea typeface="黑体" panose="02010609060101010101" pitchFamily="49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000" b="1">
                <a:solidFill>
                  <a:schemeClr val="tx1"/>
                </a:solidFill>
                <a:latin typeface="Tahoma" panose="020B0604030504040204" pitchFamily="34" charset="0"/>
                <a:ea typeface="黑体" panose="02010609060101010101" pitchFamily="49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000" b="1">
                <a:solidFill>
                  <a:schemeClr val="tx1"/>
                </a:solidFill>
                <a:latin typeface="Tahoma" panose="020B0604030504040204" pitchFamily="34" charset="0"/>
                <a:ea typeface="黑体" panose="02010609060101010101" pitchFamily="49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000" b="1">
                <a:solidFill>
                  <a:schemeClr val="tx1"/>
                </a:solidFill>
                <a:latin typeface="Tahoma" panose="020B0604030504040204" pitchFamily="34" charset="0"/>
                <a:ea typeface="黑体" panose="02010609060101010101" pitchFamily="49" charset="-122"/>
              </a:defRPr>
            </a:lvl9pPr>
          </a:lstStyle>
          <a:p>
            <a:pPr marL="0" marR="0" lvl="0" indent="0" algn="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fld id="{D7650BDE-F793-43DC-9707-1B988DF154D2}" type="slidenum">
              <a:rPr kumimoji="0" lang="en-US" altLang="zh-CN" sz="1200" b="0" i="0" u="none" strike="noStrike" kern="1200" cap="none" spc="0" normalizeH="0" baseline="0" noProof="0">
                <a:ln>
                  <a:noFill/>
                </a:ln>
                <a:solidFill>
                  <a:schemeClr val="tx1"/>
                </a:solidFill>
                <a:effectLst>
                  <a:outerShdw blurRad="38100" dist="38100" dir="2700000" algn="tl">
                    <a:srgbClr val="000000"/>
                  </a:outerShdw>
                </a:effectLst>
                <a:uLnTx/>
                <a:uFillTx/>
                <a:latin typeface="Tahoma" panose="020B0604030504040204" pitchFamily="34" charset="0"/>
                <a:ea typeface="宋体" panose="02010600030101010101" pitchFamily="2" charset="-122"/>
                <a:cs typeface="+mn-cs"/>
              </a:rPr>
            </a:fld>
            <a:endParaRPr kumimoji="0" lang="en-US" altLang="zh-CN" sz="1200" b="0" i="0" u="none" strike="noStrike" kern="1200" cap="none" spc="0" normalizeH="0" baseline="0" noProof="0">
              <a:ln>
                <a:noFill/>
              </a:ln>
              <a:solidFill>
                <a:schemeClr val="tx1"/>
              </a:solidFill>
              <a:effectLst>
                <a:outerShdw blurRad="38100" dist="38100" dir="2700000" algn="tl">
                  <a:srgbClr val="000000"/>
                </a:outerShdw>
              </a:effectLst>
              <a:uLnTx/>
              <a:uFillTx/>
              <a:latin typeface="Tahoma" panose="020B0604030504040204" pitchFamily="34" charset="0"/>
              <a:ea typeface="宋体" panose="02010600030101010101" pitchFamily="2" charset="-122"/>
              <a:cs typeface="+mn-cs"/>
            </a:endParaRPr>
          </a:p>
        </p:txBody>
      </p:sp>
      <p:sp>
        <p:nvSpPr>
          <p:cNvPr id="80899" name="Text Box 3"/>
          <p:cNvSpPr txBox="1"/>
          <p:nvPr/>
        </p:nvSpPr>
        <p:spPr>
          <a:xfrm>
            <a:off x="2713038" y="942975"/>
            <a:ext cx="576262" cy="461963"/>
          </a:xfrm>
          <a:prstGeom prst="rect">
            <a:avLst/>
          </a:prstGeom>
          <a:noFill/>
          <a:ln w="38100" cap="flat" cmpd="sng">
            <a:solidFill>
              <a:schemeClr val="tx1"/>
            </a:solidFill>
            <a:prstDash val="solid"/>
            <a:miter/>
            <a:headEnd type="none" w="med" len="med"/>
            <a:tailEnd type="none" w="med" len="med"/>
          </a:ln>
        </p:spPr>
        <p:txBody>
          <a:bodyPr>
            <a:spAutoFit/>
          </a:bodyPr>
          <a:lstStyle>
            <a:lvl1pPr marL="342900" indent="-3429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80000"/>
              <a:buFont typeface="Wingdings" panose="05000000000000000000" pitchFamily="2" charset="2"/>
              <a:buChar char="n"/>
              <a:defRPr sz="3200" b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defRPr>
            </a:lvl1pPr>
            <a:lvl2pPr marL="742950" indent="-28575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Char char="–"/>
              <a:defRPr sz="2800">
                <a:solidFill>
                  <a:schemeClr val="tx1"/>
                </a:solidFill>
                <a:effectLst/>
                <a:latin typeface="+mn-lt"/>
                <a:ea typeface="+mn-ea"/>
              </a:defRPr>
            </a:lvl2pPr>
            <a:lvl3pPr marL="11430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Font typeface="Wingdings" panose="05000000000000000000" pitchFamily="2" charset="2"/>
              <a:buChar char="§"/>
              <a:defRPr sz="2400">
                <a:solidFill>
                  <a:schemeClr val="tx1"/>
                </a:solidFill>
                <a:effectLst/>
                <a:latin typeface="+mn-lt"/>
                <a:ea typeface="+mn-ea"/>
              </a:defRPr>
            </a:lvl3pPr>
            <a:lvl4pPr marL="16002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–"/>
              <a:defRPr sz="2000">
                <a:solidFill>
                  <a:schemeClr val="tx1"/>
                </a:solidFill>
                <a:effectLst/>
                <a:latin typeface="+mn-lt"/>
                <a:ea typeface="+mn-ea"/>
              </a:defRPr>
            </a:lvl4pPr>
            <a:lvl5pPr marL="20574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effectLst/>
                <a:latin typeface="+mn-lt"/>
                <a:ea typeface="+mn-ea"/>
              </a:defRPr>
            </a:lvl5pPr>
          </a:lstStyle>
          <a:p>
            <a:pPr marL="0" lvl="0" indent="0" eaLnBrk="1" hangingPunct="1">
              <a:spcBef>
                <a:spcPct val="50000"/>
              </a:spcBef>
              <a:buClrTx/>
              <a:buSzTx/>
              <a:buFontTx/>
              <a:buNone/>
            </a:pPr>
            <a:endParaRPr lang="zh-CN" altLang="zh-CN" sz="2400" b="1" dirty="0">
              <a:ea typeface="黑体" panose="02010609060101010101" pitchFamily="49" charset="-122"/>
            </a:endParaRPr>
          </a:p>
        </p:txBody>
      </p:sp>
      <p:sp>
        <p:nvSpPr>
          <p:cNvPr id="80900" name="Text Box 4"/>
          <p:cNvSpPr txBox="1"/>
          <p:nvPr/>
        </p:nvSpPr>
        <p:spPr>
          <a:xfrm>
            <a:off x="3289300" y="942975"/>
            <a:ext cx="576263" cy="461963"/>
          </a:xfrm>
          <a:prstGeom prst="rect">
            <a:avLst/>
          </a:prstGeom>
          <a:noFill/>
          <a:ln w="38100" cap="flat" cmpd="sng">
            <a:solidFill>
              <a:schemeClr val="tx1"/>
            </a:solidFill>
            <a:prstDash val="solid"/>
            <a:miter/>
            <a:headEnd type="none" w="med" len="med"/>
            <a:tailEnd type="none" w="med" len="med"/>
          </a:ln>
        </p:spPr>
        <p:txBody>
          <a:bodyPr>
            <a:spAutoFit/>
          </a:bodyPr>
          <a:lstStyle>
            <a:lvl1pPr marL="342900" indent="-3429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80000"/>
              <a:buFont typeface="Wingdings" panose="05000000000000000000" pitchFamily="2" charset="2"/>
              <a:buChar char="n"/>
              <a:defRPr sz="3200" b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defRPr>
            </a:lvl1pPr>
            <a:lvl2pPr marL="742950" indent="-28575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Char char="–"/>
              <a:defRPr sz="2800">
                <a:solidFill>
                  <a:schemeClr val="tx1"/>
                </a:solidFill>
                <a:effectLst/>
                <a:latin typeface="+mn-lt"/>
                <a:ea typeface="+mn-ea"/>
              </a:defRPr>
            </a:lvl2pPr>
            <a:lvl3pPr marL="11430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Font typeface="Wingdings" panose="05000000000000000000" pitchFamily="2" charset="2"/>
              <a:buChar char="§"/>
              <a:defRPr sz="2400">
                <a:solidFill>
                  <a:schemeClr val="tx1"/>
                </a:solidFill>
                <a:effectLst/>
                <a:latin typeface="+mn-lt"/>
                <a:ea typeface="+mn-ea"/>
              </a:defRPr>
            </a:lvl3pPr>
            <a:lvl4pPr marL="16002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–"/>
              <a:defRPr sz="2000">
                <a:solidFill>
                  <a:schemeClr val="tx1"/>
                </a:solidFill>
                <a:effectLst/>
                <a:latin typeface="+mn-lt"/>
                <a:ea typeface="+mn-ea"/>
              </a:defRPr>
            </a:lvl4pPr>
            <a:lvl5pPr marL="20574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effectLst/>
                <a:latin typeface="+mn-lt"/>
                <a:ea typeface="+mn-ea"/>
              </a:defRPr>
            </a:lvl5pPr>
          </a:lstStyle>
          <a:p>
            <a:pPr marL="0" lvl="0" indent="0" eaLnBrk="1" hangingPunct="1">
              <a:spcBef>
                <a:spcPct val="50000"/>
              </a:spcBef>
              <a:buClrTx/>
              <a:buSzTx/>
              <a:buFontTx/>
              <a:buNone/>
            </a:pPr>
            <a:endParaRPr lang="zh-CN" altLang="zh-CN" sz="2400" b="1" dirty="0">
              <a:ea typeface="黑体" panose="02010609060101010101" pitchFamily="49" charset="-122"/>
            </a:endParaRPr>
          </a:p>
        </p:txBody>
      </p:sp>
      <p:sp>
        <p:nvSpPr>
          <p:cNvPr id="80901" name="Text Box 5"/>
          <p:cNvSpPr txBox="1"/>
          <p:nvPr/>
        </p:nvSpPr>
        <p:spPr>
          <a:xfrm>
            <a:off x="3865563" y="942975"/>
            <a:ext cx="576262" cy="461963"/>
          </a:xfrm>
          <a:prstGeom prst="rect">
            <a:avLst/>
          </a:prstGeom>
          <a:noFill/>
          <a:ln w="38100" cap="flat" cmpd="sng">
            <a:solidFill>
              <a:schemeClr val="tx1"/>
            </a:solidFill>
            <a:prstDash val="solid"/>
            <a:miter/>
            <a:headEnd type="none" w="med" len="med"/>
            <a:tailEnd type="none" w="med" len="med"/>
          </a:ln>
        </p:spPr>
        <p:txBody>
          <a:bodyPr>
            <a:spAutoFit/>
          </a:bodyPr>
          <a:lstStyle>
            <a:lvl1pPr marL="342900" indent="-3429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80000"/>
              <a:buFont typeface="Wingdings" panose="05000000000000000000" pitchFamily="2" charset="2"/>
              <a:buChar char="n"/>
              <a:defRPr sz="3200" b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defRPr>
            </a:lvl1pPr>
            <a:lvl2pPr marL="742950" indent="-28575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Char char="–"/>
              <a:defRPr sz="2800">
                <a:solidFill>
                  <a:schemeClr val="tx1"/>
                </a:solidFill>
                <a:effectLst/>
                <a:latin typeface="+mn-lt"/>
                <a:ea typeface="+mn-ea"/>
              </a:defRPr>
            </a:lvl2pPr>
            <a:lvl3pPr marL="11430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Font typeface="Wingdings" panose="05000000000000000000" pitchFamily="2" charset="2"/>
              <a:buChar char="§"/>
              <a:defRPr sz="2400">
                <a:solidFill>
                  <a:schemeClr val="tx1"/>
                </a:solidFill>
                <a:effectLst/>
                <a:latin typeface="+mn-lt"/>
                <a:ea typeface="+mn-ea"/>
              </a:defRPr>
            </a:lvl3pPr>
            <a:lvl4pPr marL="16002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–"/>
              <a:defRPr sz="2000">
                <a:solidFill>
                  <a:schemeClr val="tx1"/>
                </a:solidFill>
                <a:effectLst/>
                <a:latin typeface="+mn-lt"/>
                <a:ea typeface="+mn-ea"/>
              </a:defRPr>
            </a:lvl4pPr>
            <a:lvl5pPr marL="20574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effectLst/>
                <a:latin typeface="+mn-lt"/>
                <a:ea typeface="+mn-ea"/>
              </a:defRPr>
            </a:lvl5pPr>
          </a:lstStyle>
          <a:p>
            <a:pPr marL="0" lvl="0" indent="0" eaLnBrk="1" hangingPunct="1">
              <a:spcBef>
                <a:spcPct val="50000"/>
              </a:spcBef>
              <a:buClrTx/>
              <a:buSzTx/>
              <a:buFontTx/>
              <a:buNone/>
            </a:pPr>
            <a:endParaRPr lang="zh-CN" altLang="zh-CN" sz="2400" b="1" dirty="0">
              <a:ea typeface="黑体" panose="02010609060101010101" pitchFamily="49" charset="-122"/>
            </a:endParaRPr>
          </a:p>
        </p:txBody>
      </p:sp>
      <p:sp>
        <p:nvSpPr>
          <p:cNvPr id="80902" name="Text Box 6"/>
          <p:cNvSpPr txBox="1"/>
          <p:nvPr/>
        </p:nvSpPr>
        <p:spPr>
          <a:xfrm>
            <a:off x="4441825" y="942975"/>
            <a:ext cx="576263" cy="461963"/>
          </a:xfrm>
          <a:prstGeom prst="rect">
            <a:avLst/>
          </a:prstGeom>
          <a:noFill/>
          <a:ln w="38100" cap="flat" cmpd="sng">
            <a:solidFill>
              <a:schemeClr val="tx1"/>
            </a:solidFill>
            <a:prstDash val="solid"/>
            <a:miter/>
            <a:headEnd type="none" w="med" len="med"/>
            <a:tailEnd type="none" w="med" len="med"/>
          </a:ln>
        </p:spPr>
        <p:txBody>
          <a:bodyPr>
            <a:spAutoFit/>
          </a:bodyPr>
          <a:lstStyle>
            <a:lvl1pPr marL="342900" indent="-3429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80000"/>
              <a:buFont typeface="Wingdings" panose="05000000000000000000" pitchFamily="2" charset="2"/>
              <a:buChar char="n"/>
              <a:defRPr sz="3200" b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defRPr>
            </a:lvl1pPr>
            <a:lvl2pPr marL="742950" indent="-28575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Char char="–"/>
              <a:defRPr sz="2800">
                <a:solidFill>
                  <a:schemeClr val="tx1"/>
                </a:solidFill>
                <a:effectLst/>
                <a:latin typeface="+mn-lt"/>
                <a:ea typeface="+mn-ea"/>
              </a:defRPr>
            </a:lvl2pPr>
            <a:lvl3pPr marL="11430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Font typeface="Wingdings" panose="05000000000000000000" pitchFamily="2" charset="2"/>
              <a:buChar char="§"/>
              <a:defRPr sz="2400">
                <a:solidFill>
                  <a:schemeClr val="tx1"/>
                </a:solidFill>
                <a:effectLst/>
                <a:latin typeface="+mn-lt"/>
                <a:ea typeface="+mn-ea"/>
              </a:defRPr>
            </a:lvl3pPr>
            <a:lvl4pPr marL="16002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–"/>
              <a:defRPr sz="2000">
                <a:solidFill>
                  <a:schemeClr val="tx1"/>
                </a:solidFill>
                <a:effectLst/>
                <a:latin typeface="+mn-lt"/>
                <a:ea typeface="+mn-ea"/>
              </a:defRPr>
            </a:lvl4pPr>
            <a:lvl5pPr marL="20574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effectLst/>
                <a:latin typeface="+mn-lt"/>
                <a:ea typeface="+mn-ea"/>
              </a:defRPr>
            </a:lvl5pPr>
          </a:lstStyle>
          <a:p>
            <a:pPr marL="0" lvl="0" indent="0" eaLnBrk="1" hangingPunct="1">
              <a:spcBef>
                <a:spcPct val="50000"/>
              </a:spcBef>
              <a:buClrTx/>
              <a:buSzTx/>
              <a:buFontTx/>
              <a:buNone/>
            </a:pPr>
            <a:endParaRPr lang="zh-CN" altLang="zh-CN" sz="2400" b="1" dirty="0">
              <a:ea typeface="黑体" panose="02010609060101010101" pitchFamily="49" charset="-122"/>
            </a:endParaRPr>
          </a:p>
        </p:txBody>
      </p:sp>
      <p:sp>
        <p:nvSpPr>
          <p:cNvPr id="80903" name="Text Box 7"/>
          <p:cNvSpPr txBox="1"/>
          <p:nvPr/>
        </p:nvSpPr>
        <p:spPr>
          <a:xfrm>
            <a:off x="5016500" y="942975"/>
            <a:ext cx="576263" cy="461963"/>
          </a:xfrm>
          <a:prstGeom prst="rect">
            <a:avLst/>
          </a:prstGeom>
          <a:noFill/>
          <a:ln w="38100" cap="flat" cmpd="sng">
            <a:solidFill>
              <a:schemeClr val="tx1"/>
            </a:solidFill>
            <a:prstDash val="solid"/>
            <a:miter/>
            <a:headEnd type="none" w="med" len="med"/>
            <a:tailEnd type="none" w="med" len="med"/>
          </a:ln>
        </p:spPr>
        <p:txBody>
          <a:bodyPr>
            <a:spAutoFit/>
          </a:bodyPr>
          <a:lstStyle>
            <a:lvl1pPr marL="342900" indent="-3429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80000"/>
              <a:buFont typeface="Wingdings" panose="05000000000000000000" pitchFamily="2" charset="2"/>
              <a:buChar char="n"/>
              <a:defRPr sz="3200" b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defRPr>
            </a:lvl1pPr>
            <a:lvl2pPr marL="742950" indent="-28575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Char char="–"/>
              <a:defRPr sz="2800">
                <a:solidFill>
                  <a:schemeClr val="tx1"/>
                </a:solidFill>
                <a:effectLst/>
                <a:latin typeface="+mn-lt"/>
                <a:ea typeface="+mn-ea"/>
              </a:defRPr>
            </a:lvl2pPr>
            <a:lvl3pPr marL="11430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Font typeface="Wingdings" panose="05000000000000000000" pitchFamily="2" charset="2"/>
              <a:buChar char="§"/>
              <a:defRPr sz="2400">
                <a:solidFill>
                  <a:schemeClr val="tx1"/>
                </a:solidFill>
                <a:effectLst/>
                <a:latin typeface="+mn-lt"/>
                <a:ea typeface="+mn-ea"/>
              </a:defRPr>
            </a:lvl3pPr>
            <a:lvl4pPr marL="16002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–"/>
              <a:defRPr sz="2000">
                <a:solidFill>
                  <a:schemeClr val="tx1"/>
                </a:solidFill>
                <a:effectLst/>
                <a:latin typeface="+mn-lt"/>
                <a:ea typeface="+mn-ea"/>
              </a:defRPr>
            </a:lvl4pPr>
            <a:lvl5pPr marL="20574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effectLst/>
                <a:latin typeface="+mn-lt"/>
                <a:ea typeface="+mn-ea"/>
              </a:defRPr>
            </a:lvl5pPr>
          </a:lstStyle>
          <a:p>
            <a:pPr marL="0" lvl="0" indent="0" eaLnBrk="1" hangingPunct="1">
              <a:spcBef>
                <a:spcPct val="50000"/>
              </a:spcBef>
              <a:buClrTx/>
              <a:buSzTx/>
              <a:buFontTx/>
              <a:buNone/>
            </a:pPr>
            <a:endParaRPr lang="zh-CN" altLang="zh-CN" sz="2400" b="1" dirty="0">
              <a:ea typeface="黑体" panose="02010609060101010101" pitchFamily="49" charset="-122"/>
            </a:endParaRPr>
          </a:p>
        </p:txBody>
      </p:sp>
      <p:sp>
        <p:nvSpPr>
          <p:cNvPr id="80904" name="Text Box 8"/>
          <p:cNvSpPr txBox="1"/>
          <p:nvPr/>
        </p:nvSpPr>
        <p:spPr>
          <a:xfrm>
            <a:off x="5592763" y="942975"/>
            <a:ext cx="576262" cy="461963"/>
          </a:xfrm>
          <a:prstGeom prst="rect">
            <a:avLst/>
          </a:prstGeom>
          <a:noFill/>
          <a:ln w="38100" cap="flat" cmpd="sng">
            <a:solidFill>
              <a:schemeClr val="tx1"/>
            </a:solidFill>
            <a:prstDash val="solid"/>
            <a:miter/>
            <a:headEnd type="none" w="med" len="med"/>
            <a:tailEnd type="none" w="med" len="med"/>
          </a:ln>
        </p:spPr>
        <p:txBody>
          <a:bodyPr>
            <a:spAutoFit/>
          </a:bodyPr>
          <a:lstStyle>
            <a:lvl1pPr marL="342900" indent="-3429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80000"/>
              <a:buFont typeface="Wingdings" panose="05000000000000000000" pitchFamily="2" charset="2"/>
              <a:buChar char="n"/>
              <a:defRPr sz="3200" b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defRPr>
            </a:lvl1pPr>
            <a:lvl2pPr marL="742950" indent="-28575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Char char="–"/>
              <a:defRPr sz="2800">
                <a:solidFill>
                  <a:schemeClr val="tx1"/>
                </a:solidFill>
                <a:effectLst/>
                <a:latin typeface="+mn-lt"/>
                <a:ea typeface="+mn-ea"/>
              </a:defRPr>
            </a:lvl2pPr>
            <a:lvl3pPr marL="11430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Font typeface="Wingdings" panose="05000000000000000000" pitchFamily="2" charset="2"/>
              <a:buChar char="§"/>
              <a:defRPr sz="2400">
                <a:solidFill>
                  <a:schemeClr val="tx1"/>
                </a:solidFill>
                <a:effectLst/>
                <a:latin typeface="+mn-lt"/>
                <a:ea typeface="+mn-ea"/>
              </a:defRPr>
            </a:lvl3pPr>
            <a:lvl4pPr marL="16002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–"/>
              <a:defRPr sz="2000">
                <a:solidFill>
                  <a:schemeClr val="tx1"/>
                </a:solidFill>
                <a:effectLst/>
                <a:latin typeface="+mn-lt"/>
                <a:ea typeface="+mn-ea"/>
              </a:defRPr>
            </a:lvl4pPr>
            <a:lvl5pPr marL="20574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effectLst/>
                <a:latin typeface="+mn-lt"/>
                <a:ea typeface="+mn-ea"/>
              </a:defRPr>
            </a:lvl5pPr>
          </a:lstStyle>
          <a:p>
            <a:pPr marL="0" lvl="0" indent="0" eaLnBrk="1" hangingPunct="1">
              <a:spcBef>
                <a:spcPct val="50000"/>
              </a:spcBef>
              <a:buClrTx/>
              <a:buSzTx/>
              <a:buFontTx/>
              <a:buNone/>
            </a:pPr>
            <a:endParaRPr lang="zh-CN" altLang="zh-CN" sz="2400" b="1" dirty="0">
              <a:ea typeface="黑体" panose="02010609060101010101" pitchFamily="49" charset="-122"/>
            </a:endParaRPr>
          </a:p>
        </p:txBody>
      </p:sp>
      <p:sp>
        <p:nvSpPr>
          <p:cNvPr id="80905" name="Text Box 9"/>
          <p:cNvSpPr txBox="1"/>
          <p:nvPr/>
        </p:nvSpPr>
        <p:spPr>
          <a:xfrm>
            <a:off x="6169025" y="942975"/>
            <a:ext cx="576263" cy="461963"/>
          </a:xfrm>
          <a:prstGeom prst="rect">
            <a:avLst/>
          </a:prstGeom>
          <a:noFill/>
          <a:ln w="38100" cap="flat" cmpd="sng">
            <a:solidFill>
              <a:schemeClr val="tx1"/>
            </a:solidFill>
            <a:prstDash val="solid"/>
            <a:miter/>
            <a:headEnd type="none" w="med" len="med"/>
            <a:tailEnd type="none" w="med" len="med"/>
          </a:ln>
        </p:spPr>
        <p:txBody>
          <a:bodyPr>
            <a:spAutoFit/>
          </a:bodyPr>
          <a:lstStyle>
            <a:lvl1pPr marL="342900" indent="-3429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80000"/>
              <a:buFont typeface="Wingdings" panose="05000000000000000000" pitchFamily="2" charset="2"/>
              <a:buChar char="n"/>
              <a:defRPr sz="3200" b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defRPr>
            </a:lvl1pPr>
            <a:lvl2pPr marL="742950" indent="-28575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Char char="–"/>
              <a:defRPr sz="2800">
                <a:solidFill>
                  <a:schemeClr val="tx1"/>
                </a:solidFill>
                <a:effectLst/>
                <a:latin typeface="+mn-lt"/>
                <a:ea typeface="+mn-ea"/>
              </a:defRPr>
            </a:lvl2pPr>
            <a:lvl3pPr marL="11430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Font typeface="Wingdings" panose="05000000000000000000" pitchFamily="2" charset="2"/>
              <a:buChar char="§"/>
              <a:defRPr sz="2400">
                <a:solidFill>
                  <a:schemeClr val="tx1"/>
                </a:solidFill>
                <a:effectLst/>
                <a:latin typeface="+mn-lt"/>
                <a:ea typeface="+mn-ea"/>
              </a:defRPr>
            </a:lvl3pPr>
            <a:lvl4pPr marL="16002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–"/>
              <a:defRPr sz="2000">
                <a:solidFill>
                  <a:schemeClr val="tx1"/>
                </a:solidFill>
                <a:effectLst/>
                <a:latin typeface="+mn-lt"/>
                <a:ea typeface="+mn-ea"/>
              </a:defRPr>
            </a:lvl4pPr>
            <a:lvl5pPr marL="20574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effectLst/>
                <a:latin typeface="+mn-lt"/>
                <a:ea typeface="+mn-ea"/>
              </a:defRPr>
            </a:lvl5pPr>
          </a:lstStyle>
          <a:p>
            <a:pPr marL="0" lvl="0" indent="0" eaLnBrk="1" hangingPunct="1">
              <a:spcBef>
                <a:spcPct val="50000"/>
              </a:spcBef>
              <a:buClrTx/>
              <a:buSzTx/>
              <a:buFontTx/>
              <a:buNone/>
            </a:pPr>
            <a:endParaRPr lang="zh-CN" altLang="zh-CN" sz="2400" b="1" dirty="0">
              <a:ea typeface="黑体" panose="02010609060101010101" pitchFamily="49" charset="-122"/>
            </a:endParaRPr>
          </a:p>
        </p:txBody>
      </p:sp>
      <p:sp>
        <p:nvSpPr>
          <p:cNvPr id="80906" name="Text Box 10"/>
          <p:cNvSpPr txBox="1"/>
          <p:nvPr/>
        </p:nvSpPr>
        <p:spPr>
          <a:xfrm>
            <a:off x="6745288" y="942975"/>
            <a:ext cx="576262" cy="461963"/>
          </a:xfrm>
          <a:prstGeom prst="rect">
            <a:avLst/>
          </a:prstGeom>
          <a:noFill/>
          <a:ln w="38100" cap="flat" cmpd="sng">
            <a:solidFill>
              <a:schemeClr val="tx1"/>
            </a:solidFill>
            <a:prstDash val="solid"/>
            <a:miter/>
            <a:headEnd type="none" w="med" len="med"/>
            <a:tailEnd type="none" w="med" len="med"/>
          </a:ln>
        </p:spPr>
        <p:txBody>
          <a:bodyPr>
            <a:spAutoFit/>
          </a:bodyPr>
          <a:lstStyle>
            <a:lvl1pPr marL="342900" indent="-3429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80000"/>
              <a:buFont typeface="Wingdings" panose="05000000000000000000" pitchFamily="2" charset="2"/>
              <a:buChar char="n"/>
              <a:defRPr sz="3200" b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defRPr>
            </a:lvl1pPr>
            <a:lvl2pPr marL="742950" indent="-28575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Char char="–"/>
              <a:defRPr sz="2800">
                <a:solidFill>
                  <a:schemeClr val="tx1"/>
                </a:solidFill>
                <a:effectLst/>
                <a:latin typeface="+mn-lt"/>
                <a:ea typeface="+mn-ea"/>
              </a:defRPr>
            </a:lvl2pPr>
            <a:lvl3pPr marL="11430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Font typeface="Wingdings" panose="05000000000000000000" pitchFamily="2" charset="2"/>
              <a:buChar char="§"/>
              <a:defRPr sz="2400">
                <a:solidFill>
                  <a:schemeClr val="tx1"/>
                </a:solidFill>
                <a:effectLst/>
                <a:latin typeface="+mn-lt"/>
                <a:ea typeface="+mn-ea"/>
              </a:defRPr>
            </a:lvl3pPr>
            <a:lvl4pPr marL="16002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–"/>
              <a:defRPr sz="2000">
                <a:solidFill>
                  <a:schemeClr val="tx1"/>
                </a:solidFill>
                <a:effectLst/>
                <a:latin typeface="+mn-lt"/>
                <a:ea typeface="+mn-ea"/>
              </a:defRPr>
            </a:lvl4pPr>
            <a:lvl5pPr marL="20574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effectLst/>
                <a:latin typeface="+mn-lt"/>
                <a:ea typeface="+mn-ea"/>
              </a:defRPr>
            </a:lvl5pPr>
          </a:lstStyle>
          <a:p>
            <a:pPr marL="0" lvl="0" indent="0" eaLnBrk="1" hangingPunct="1">
              <a:spcBef>
                <a:spcPct val="50000"/>
              </a:spcBef>
              <a:buClrTx/>
              <a:buSzTx/>
              <a:buFontTx/>
              <a:buNone/>
            </a:pPr>
            <a:endParaRPr lang="zh-CN" altLang="zh-CN" sz="2400" b="1" dirty="0">
              <a:ea typeface="黑体" panose="02010609060101010101" pitchFamily="49" charset="-122"/>
            </a:endParaRPr>
          </a:p>
        </p:txBody>
      </p:sp>
      <p:sp>
        <p:nvSpPr>
          <p:cNvPr id="80907" name="Text Box 11"/>
          <p:cNvSpPr txBox="1"/>
          <p:nvPr/>
        </p:nvSpPr>
        <p:spPr>
          <a:xfrm>
            <a:off x="7321550" y="942975"/>
            <a:ext cx="576263" cy="461963"/>
          </a:xfrm>
          <a:prstGeom prst="rect">
            <a:avLst/>
          </a:prstGeom>
          <a:noFill/>
          <a:ln w="38100" cap="flat" cmpd="sng">
            <a:solidFill>
              <a:schemeClr val="tx1"/>
            </a:solidFill>
            <a:prstDash val="solid"/>
            <a:miter/>
            <a:headEnd type="none" w="med" len="med"/>
            <a:tailEnd type="none" w="med" len="med"/>
          </a:ln>
        </p:spPr>
        <p:txBody>
          <a:bodyPr>
            <a:spAutoFit/>
          </a:bodyPr>
          <a:lstStyle>
            <a:lvl1pPr marL="342900" indent="-3429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80000"/>
              <a:buFont typeface="Wingdings" panose="05000000000000000000" pitchFamily="2" charset="2"/>
              <a:buChar char="n"/>
              <a:defRPr sz="3200" b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defRPr>
            </a:lvl1pPr>
            <a:lvl2pPr marL="742950" indent="-28575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Char char="–"/>
              <a:defRPr sz="2800">
                <a:solidFill>
                  <a:schemeClr val="tx1"/>
                </a:solidFill>
                <a:effectLst/>
                <a:latin typeface="+mn-lt"/>
                <a:ea typeface="+mn-ea"/>
              </a:defRPr>
            </a:lvl2pPr>
            <a:lvl3pPr marL="11430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Font typeface="Wingdings" panose="05000000000000000000" pitchFamily="2" charset="2"/>
              <a:buChar char="§"/>
              <a:defRPr sz="2400">
                <a:solidFill>
                  <a:schemeClr val="tx1"/>
                </a:solidFill>
                <a:effectLst/>
                <a:latin typeface="+mn-lt"/>
                <a:ea typeface="+mn-ea"/>
              </a:defRPr>
            </a:lvl3pPr>
            <a:lvl4pPr marL="16002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–"/>
              <a:defRPr sz="2000">
                <a:solidFill>
                  <a:schemeClr val="tx1"/>
                </a:solidFill>
                <a:effectLst/>
                <a:latin typeface="+mn-lt"/>
                <a:ea typeface="+mn-ea"/>
              </a:defRPr>
            </a:lvl4pPr>
            <a:lvl5pPr marL="20574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effectLst/>
                <a:latin typeface="+mn-lt"/>
                <a:ea typeface="+mn-ea"/>
              </a:defRPr>
            </a:lvl5pPr>
          </a:lstStyle>
          <a:p>
            <a:pPr marL="0" lvl="0" indent="0" eaLnBrk="1" hangingPunct="1">
              <a:spcBef>
                <a:spcPct val="50000"/>
              </a:spcBef>
              <a:buClrTx/>
              <a:buSzTx/>
              <a:buFontTx/>
              <a:buNone/>
            </a:pPr>
            <a:endParaRPr lang="zh-CN" altLang="zh-CN" sz="2400" b="1" dirty="0">
              <a:ea typeface="黑体" panose="02010609060101010101" pitchFamily="49" charset="-122"/>
            </a:endParaRPr>
          </a:p>
        </p:txBody>
      </p:sp>
      <p:sp>
        <p:nvSpPr>
          <p:cNvPr id="80908" name="Text Box 12"/>
          <p:cNvSpPr txBox="1"/>
          <p:nvPr/>
        </p:nvSpPr>
        <p:spPr>
          <a:xfrm>
            <a:off x="7896225" y="942975"/>
            <a:ext cx="576263" cy="461963"/>
          </a:xfrm>
          <a:prstGeom prst="rect">
            <a:avLst/>
          </a:prstGeom>
          <a:noFill/>
          <a:ln w="38100" cap="flat" cmpd="sng">
            <a:solidFill>
              <a:schemeClr val="tx1"/>
            </a:solidFill>
            <a:prstDash val="solid"/>
            <a:miter/>
            <a:headEnd type="none" w="med" len="med"/>
            <a:tailEnd type="none" w="med" len="med"/>
          </a:ln>
        </p:spPr>
        <p:txBody>
          <a:bodyPr>
            <a:spAutoFit/>
          </a:bodyPr>
          <a:lstStyle>
            <a:lvl1pPr marL="342900" indent="-3429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80000"/>
              <a:buFont typeface="Wingdings" panose="05000000000000000000" pitchFamily="2" charset="2"/>
              <a:buChar char="n"/>
              <a:defRPr sz="3200" b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defRPr>
            </a:lvl1pPr>
            <a:lvl2pPr marL="742950" indent="-28575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Char char="–"/>
              <a:defRPr sz="2800">
                <a:solidFill>
                  <a:schemeClr val="tx1"/>
                </a:solidFill>
                <a:effectLst/>
                <a:latin typeface="+mn-lt"/>
                <a:ea typeface="+mn-ea"/>
              </a:defRPr>
            </a:lvl2pPr>
            <a:lvl3pPr marL="11430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Font typeface="Wingdings" panose="05000000000000000000" pitchFamily="2" charset="2"/>
              <a:buChar char="§"/>
              <a:defRPr sz="2400">
                <a:solidFill>
                  <a:schemeClr val="tx1"/>
                </a:solidFill>
                <a:effectLst/>
                <a:latin typeface="+mn-lt"/>
                <a:ea typeface="+mn-ea"/>
              </a:defRPr>
            </a:lvl3pPr>
            <a:lvl4pPr marL="16002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–"/>
              <a:defRPr sz="2000">
                <a:solidFill>
                  <a:schemeClr val="tx1"/>
                </a:solidFill>
                <a:effectLst/>
                <a:latin typeface="+mn-lt"/>
                <a:ea typeface="+mn-ea"/>
              </a:defRPr>
            </a:lvl4pPr>
            <a:lvl5pPr marL="20574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effectLst/>
                <a:latin typeface="+mn-lt"/>
                <a:ea typeface="+mn-ea"/>
              </a:defRPr>
            </a:lvl5pPr>
          </a:lstStyle>
          <a:p>
            <a:pPr marL="0" lvl="0" indent="0" eaLnBrk="1" hangingPunct="1">
              <a:spcBef>
                <a:spcPct val="50000"/>
              </a:spcBef>
              <a:buClrTx/>
              <a:buSzTx/>
              <a:buFontTx/>
              <a:buNone/>
            </a:pPr>
            <a:endParaRPr lang="zh-CN" altLang="zh-CN" sz="2400" b="1" dirty="0">
              <a:ea typeface="黑体" panose="02010609060101010101" pitchFamily="49" charset="-122"/>
            </a:endParaRPr>
          </a:p>
        </p:txBody>
      </p:sp>
      <p:sp>
        <p:nvSpPr>
          <p:cNvPr id="80909" name="Text Box 13"/>
          <p:cNvSpPr txBox="1"/>
          <p:nvPr/>
        </p:nvSpPr>
        <p:spPr>
          <a:xfrm>
            <a:off x="1847850" y="908050"/>
            <a:ext cx="576263" cy="457200"/>
          </a:xfrm>
          <a:prstGeom prst="rect">
            <a:avLst/>
          </a:prstGeom>
          <a:noFill/>
          <a:ln w="38100">
            <a:noFill/>
          </a:ln>
        </p:spPr>
        <p:txBody>
          <a:bodyPr>
            <a:spAutoFit/>
          </a:bodyPr>
          <a:lstStyle>
            <a:lvl1pPr marL="342900" indent="-3429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80000"/>
              <a:buFont typeface="Wingdings" panose="05000000000000000000" pitchFamily="2" charset="2"/>
              <a:buChar char="n"/>
              <a:defRPr sz="3200" b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defRPr>
            </a:lvl1pPr>
            <a:lvl2pPr marL="742950" indent="-28575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Char char="–"/>
              <a:defRPr sz="2800">
                <a:solidFill>
                  <a:schemeClr val="tx1"/>
                </a:solidFill>
                <a:effectLst/>
                <a:latin typeface="+mn-lt"/>
                <a:ea typeface="+mn-ea"/>
              </a:defRPr>
            </a:lvl2pPr>
            <a:lvl3pPr marL="11430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Font typeface="Wingdings" panose="05000000000000000000" pitchFamily="2" charset="2"/>
              <a:buChar char="§"/>
              <a:defRPr sz="2400">
                <a:solidFill>
                  <a:schemeClr val="tx1"/>
                </a:solidFill>
                <a:effectLst/>
                <a:latin typeface="+mn-lt"/>
                <a:ea typeface="+mn-ea"/>
              </a:defRPr>
            </a:lvl3pPr>
            <a:lvl4pPr marL="16002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–"/>
              <a:defRPr sz="2000">
                <a:solidFill>
                  <a:schemeClr val="tx1"/>
                </a:solidFill>
                <a:effectLst/>
                <a:latin typeface="+mn-lt"/>
                <a:ea typeface="+mn-ea"/>
              </a:defRPr>
            </a:lvl4pPr>
            <a:lvl5pPr marL="20574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effectLst/>
                <a:latin typeface="+mn-lt"/>
                <a:ea typeface="+mn-ea"/>
              </a:defRPr>
            </a:lvl5pPr>
          </a:lstStyle>
          <a:p>
            <a:pPr marL="0" lvl="0" indent="0" eaLnBrk="1" hangingPunct="1">
              <a:spcBef>
                <a:spcPct val="50000"/>
              </a:spcBef>
              <a:buClrTx/>
              <a:buSzTx/>
              <a:buFontTx/>
              <a:buNone/>
            </a:pPr>
            <a:r>
              <a:rPr lang="en-US" altLang="zh-CN" sz="2400" b="1" dirty="0">
                <a:ea typeface="黑体" panose="02010609060101010101" pitchFamily="49" charset="-122"/>
              </a:rPr>
              <a:t>a</a:t>
            </a:r>
            <a:endParaRPr lang="en-US" altLang="zh-CN" sz="2400" b="1" dirty="0">
              <a:ea typeface="黑体" panose="02010609060101010101" pitchFamily="49" charset="-122"/>
            </a:endParaRPr>
          </a:p>
        </p:txBody>
      </p:sp>
      <p:sp>
        <p:nvSpPr>
          <p:cNvPr id="80910" name="Text Box 14"/>
          <p:cNvSpPr txBox="1"/>
          <p:nvPr/>
        </p:nvSpPr>
        <p:spPr>
          <a:xfrm>
            <a:off x="3359150" y="393700"/>
            <a:ext cx="576263" cy="457200"/>
          </a:xfrm>
          <a:prstGeom prst="rect">
            <a:avLst/>
          </a:prstGeom>
          <a:noFill/>
          <a:ln w="12700">
            <a:noFill/>
          </a:ln>
        </p:spPr>
        <p:txBody>
          <a:bodyPr>
            <a:spAutoFit/>
          </a:bodyPr>
          <a:lstStyle>
            <a:lvl1pPr marL="342900" indent="-3429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80000"/>
              <a:buFont typeface="Wingdings" panose="05000000000000000000" pitchFamily="2" charset="2"/>
              <a:buChar char="n"/>
              <a:defRPr sz="3200" b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defRPr>
            </a:lvl1pPr>
            <a:lvl2pPr marL="742950" indent="-28575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Char char="–"/>
              <a:defRPr sz="2800">
                <a:solidFill>
                  <a:schemeClr val="tx1"/>
                </a:solidFill>
                <a:effectLst/>
                <a:latin typeface="+mn-lt"/>
                <a:ea typeface="+mn-ea"/>
              </a:defRPr>
            </a:lvl2pPr>
            <a:lvl3pPr marL="11430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Font typeface="Wingdings" panose="05000000000000000000" pitchFamily="2" charset="2"/>
              <a:buChar char="§"/>
              <a:defRPr sz="2400">
                <a:solidFill>
                  <a:schemeClr val="tx1"/>
                </a:solidFill>
                <a:effectLst/>
                <a:latin typeface="+mn-lt"/>
                <a:ea typeface="+mn-ea"/>
              </a:defRPr>
            </a:lvl3pPr>
            <a:lvl4pPr marL="16002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–"/>
              <a:defRPr sz="2000">
                <a:solidFill>
                  <a:schemeClr val="tx1"/>
                </a:solidFill>
                <a:effectLst/>
                <a:latin typeface="+mn-lt"/>
                <a:ea typeface="+mn-ea"/>
              </a:defRPr>
            </a:lvl4pPr>
            <a:lvl5pPr marL="20574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effectLst/>
                <a:latin typeface="+mn-lt"/>
                <a:ea typeface="+mn-ea"/>
              </a:defRPr>
            </a:lvl5pPr>
          </a:lstStyle>
          <a:p>
            <a:pPr marL="0" lvl="0" indent="0" eaLnBrk="1" hangingPunct="1">
              <a:spcBef>
                <a:spcPct val="50000"/>
              </a:spcBef>
              <a:buClrTx/>
              <a:buSzTx/>
              <a:buFontTx/>
              <a:buNone/>
            </a:pPr>
            <a:r>
              <a:rPr lang="en-US" altLang="zh-CN" sz="2400" b="1" dirty="0">
                <a:ea typeface="黑体" panose="02010609060101010101" pitchFamily="49" charset="-122"/>
              </a:rPr>
              <a:t>1</a:t>
            </a:r>
            <a:endParaRPr lang="en-US" altLang="zh-CN" sz="2400" b="1" dirty="0">
              <a:ea typeface="黑体" panose="02010609060101010101" pitchFamily="49" charset="-122"/>
            </a:endParaRPr>
          </a:p>
        </p:txBody>
      </p:sp>
      <p:sp>
        <p:nvSpPr>
          <p:cNvPr id="80911" name="Text Box 15"/>
          <p:cNvSpPr txBox="1"/>
          <p:nvPr/>
        </p:nvSpPr>
        <p:spPr>
          <a:xfrm>
            <a:off x="3935413" y="393700"/>
            <a:ext cx="576262" cy="457200"/>
          </a:xfrm>
          <a:prstGeom prst="rect">
            <a:avLst/>
          </a:prstGeom>
          <a:noFill/>
          <a:ln w="12700">
            <a:noFill/>
          </a:ln>
        </p:spPr>
        <p:txBody>
          <a:bodyPr>
            <a:spAutoFit/>
          </a:bodyPr>
          <a:lstStyle>
            <a:lvl1pPr marL="342900" indent="-3429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80000"/>
              <a:buFont typeface="Wingdings" panose="05000000000000000000" pitchFamily="2" charset="2"/>
              <a:buChar char="n"/>
              <a:defRPr sz="3200" b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defRPr>
            </a:lvl1pPr>
            <a:lvl2pPr marL="742950" indent="-28575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Char char="–"/>
              <a:defRPr sz="2800">
                <a:solidFill>
                  <a:schemeClr val="tx1"/>
                </a:solidFill>
                <a:effectLst/>
                <a:latin typeface="+mn-lt"/>
                <a:ea typeface="+mn-ea"/>
              </a:defRPr>
            </a:lvl2pPr>
            <a:lvl3pPr marL="11430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Font typeface="Wingdings" panose="05000000000000000000" pitchFamily="2" charset="2"/>
              <a:buChar char="§"/>
              <a:defRPr sz="2400">
                <a:solidFill>
                  <a:schemeClr val="tx1"/>
                </a:solidFill>
                <a:effectLst/>
                <a:latin typeface="+mn-lt"/>
                <a:ea typeface="+mn-ea"/>
              </a:defRPr>
            </a:lvl3pPr>
            <a:lvl4pPr marL="16002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–"/>
              <a:defRPr sz="2000">
                <a:solidFill>
                  <a:schemeClr val="tx1"/>
                </a:solidFill>
                <a:effectLst/>
                <a:latin typeface="+mn-lt"/>
                <a:ea typeface="+mn-ea"/>
              </a:defRPr>
            </a:lvl4pPr>
            <a:lvl5pPr marL="20574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effectLst/>
                <a:latin typeface="+mn-lt"/>
                <a:ea typeface="+mn-ea"/>
              </a:defRPr>
            </a:lvl5pPr>
          </a:lstStyle>
          <a:p>
            <a:pPr marL="0" lvl="0" indent="0" eaLnBrk="1" hangingPunct="1">
              <a:spcBef>
                <a:spcPct val="50000"/>
              </a:spcBef>
              <a:buClrTx/>
              <a:buSzTx/>
              <a:buFontTx/>
              <a:buNone/>
            </a:pPr>
            <a:r>
              <a:rPr lang="en-US" altLang="zh-CN" sz="2400" b="1" dirty="0">
                <a:ea typeface="黑体" panose="02010609060101010101" pitchFamily="49" charset="-122"/>
              </a:rPr>
              <a:t>2</a:t>
            </a:r>
            <a:endParaRPr lang="en-US" altLang="zh-CN" sz="2400" b="1" dirty="0">
              <a:ea typeface="黑体" panose="02010609060101010101" pitchFamily="49" charset="-122"/>
            </a:endParaRPr>
          </a:p>
        </p:txBody>
      </p:sp>
      <p:sp>
        <p:nvSpPr>
          <p:cNvPr id="80912" name="Text Box 16"/>
          <p:cNvSpPr txBox="1"/>
          <p:nvPr/>
        </p:nvSpPr>
        <p:spPr>
          <a:xfrm>
            <a:off x="4511675" y="393700"/>
            <a:ext cx="576263" cy="457200"/>
          </a:xfrm>
          <a:prstGeom prst="rect">
            <a:avLst/>
          </a:prstGeom>
          <a:noFill/>
          <a:ln w="12700">
            <a:noFill/>
          </a:ln>
        </p:spPr>
        <p:txBody>
          <a:bodyPr>
            <a:spAutoFit/>
          </a:bodyPr>
          <a:lstStyle>
            <a:lvl1pPr marL="342900" indent="-3429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80000"/>
              <a:buFont typeface="Wingdings" panose="05000000000000000000" pitchFamily="2" charset="2"/>
              <a:buChar char="n"/>
              <a:defRPr sz="3200" b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defRPr>
            </a:lvl1pPr>
            <a:lvl2pPr marL="742950" indent="-28575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Char char="–"/>
              <a:defRPr sz="2800">
                <a:solidFill>
                  <a:schemeClr val="tx1"/>
                </a:solidFill>
                <a:effectLst/>
                <a:latin typeface="+mn-lt"/>
                <a:ea typeface="+mn-ea"/>
              </a:defRPr>
            </a:lvl2pPr>
            <a:lvl3pPr marL="11430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Font typeface="Wingdings" panose="05000000000000000000" pitchFamily="2" charset="2"/>
              <a:buChar char="§"/>
              <a:defRPr sz="2400">
                <a:solidFill>
                  <a:schemeClr val="tx1"/>
                </a:solidFill>
                <a:effectLst/>
                <a:latin typeface="+mn-lt"/>
                <a:ea typeface="+mn-ea"/>
              </a:defRPr>
            </a:lvl3pPr>
            <a:lvl4pPr marL="16002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–"/>
              <a:defRPr sz="2000">
                <a:solidFill>
                  <a:schemeClr val="tx1"/>
                </a:solidFill>
                <a:effectLst/>
                <a:latin typeface="+mn-lt"/>
                <a:ea typeface="+mn-ea"/>
              </a:defRPr>
            </a:lvl4pPr>
            <a:lvl5pPr marL="20574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effectLst/>
                <a:latin typeface="+mn-lt"/>
                <a:ea typeface="+mn-ea"/>
              </a:defRPr>
            </a:lvl5pPr>
          </a:lstStyle>
          <a:p>
            <a:pPr marL="0" lvl="0" indent="0" eaLnBrk="1" hangingPunct="1">
              <a:spcBef>
                <a:spcPct val="50000"/>
              </a:spcBef>
              <a:buClrTx/>
              <a:buSzTx/>
              <a:buFontTx/>
              <a:buNone/>
            </a:pPr>
            <a:r>
              <a:rPr lang="en-US" altLang="zh-CN" sz="2400" b="1" dirty="0">
                <a:ea typeface="黑体" panose="02010609060101010101" pitchFamily="49" charset="-122"/>
              </a:rPr>
              <a:t>3</a:t>
            </a:r>
            <a:endParaRPr lang="en-US" altLang="zh-CN" sz="2400" b="1" dirty="0">
              <a:ea typeface="黑体" panose="02010609060101010101" pitchFamily="49" charset="-122"/>
            </a:endParaRPr>
          </a:p>
        </p:txBody>
      </p:sp>
      <p:sp>
        <p:nvSpPr>
          <p:cNvPr id="80913" name="Text Box 17"/>
          <p:cNvSpPr txBox="1"/>
          <p:nvPr/>
        </p:nvSpPr>
        <p:spPr>
          <a:xfrm>
            <a:off x="5087938" y="393700"/>
            <a:ext cx="576262" cy="457200"/>
          </a:xfrm>
          <a:prstGeom prst="rect">
            <a:avLst/>
          </a:prstGeom>
          <a:noFill/>
          <a:ln w="12700">
            <a:noFill/>
          </a:ln>
        </p:spPr>
        <p:txBody>
          <a:bodyPr>
            <a:spAutoFit/>
          </a:bodyPr>
          <a:lstStyle>
            <a:lvl1pPr marL="342900" indent="-3429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80000"/>
              <a:buFont typeface="Wingdings" panose="05000000000000000000" pitchFamily="2" charset="2"/>
              <a:buChar char="n"/>
              <a:defRPr sz="3200" b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defRPr>
            </a:lvl1pPr>
            <a:lvl2pPr marL="742950" indent="-28575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Char char="–"/>
              <a:defRPr sz="2800">
                <a:solidFill>
                  <a:schemeClr val="tx1"/>
                </a:solidFill>
                <a:effectLst/>
                <a:latin typeface="+mn-lt"/>
                <a:ea typeface="+mn-ea"/>
              </a:defRPr>
            </a:lvl2pPr>
            <a:lvl3pPr marL="11430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Font typeface="Wingdings" panose="05000000000000000000" pitchFamily="2" charset="2"/>
              <a:buChar char="§"/>
              <a:defRPr sz="2400">
                <a:solidFill>
                  <a:schemeClr val="tx1"/>
                </a:solidFill>
                <a:effectLst/>
                <a:latin typeface="+mn-lt"/>
                <a:ea typeface="+mn-ea"/>
              </a:defRPr>
            </a:lvl3pPr>
            <a:lvl4pPr marL="16002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–"/>
              <a:defRPr sz="2000">
                <a:solidFill>
                  <a:schemeClr val="tx1"/>
                </a:solidFill>
                <a:effectLst/>
                <a:latin typeface="+mn-lt"/>
                <a:ea typeface="+mn-ea"/>
              </a:defRPr>
            </a:lvl4pPr>
            <a:lvl5pPr marL="20574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effectLst/>
                <a:latin typeface="+mn-lt"/>
                <a:ea typeface="+mn-ea"/>
              </a:defRPr>
            </a:lvl5pPr>
          </a:lstStyle>
          <a:p>
            <a:pPr marL="0" lvl="0" indent="0" eaLnBrk="1" hangingPunct="1">
              <a:spcBef>
                <a:spcPct val="50000"/>
              </a:spcBef>
              <a:buClrTx/>
              <a:buSzTx/>
              <a:buFontTx/>
              <a:buNone/>
            </a:pPr>
            <a:r>
              <a:rPr lang="en-US" altLang="zh-CN" sz="2400" b="1" dirty="0">
                <a:ea typeface="黑体" panose="02010609060101010101" pitchFamily="49" charset="-122"/>
              </a:rPr>
              <a:t>4</a:t>
            </a:r>
            <a:endParaRPr lang="en-US" altLang="zh-CN" sz="2400" b="1" dirty="0">
              <a:ea typeface="黑体" panose="02010609060101010101" pitchFamily="49" charset="-122"/>
            </a:endParaRPr>
          </a:p>
        </p:txBody>
      </p:sp>
      <p:sp>
        <p:nvSpPr>
          <p:cNvPr id="80914" name="Text Box 18"/>
          <p:cNvSpPr txBox="1"/>
          <p:nvPr/>
        </p:nvSpPr>
        <p:spPr>
          <a:xfrm>
            <a:off x="5662613" y="393700"/>
            <a:ext cx="576262" cy="457200"/>
          </a:xfrm>
          <a:prstGeom prst="rect">
            <a:avLst/>
          </a:prstGeom>
          <a:noFill/>
          <a:ln w="12700">
            <a:noFill/>
          </a:ln>
        </p:spPr>
        <p:txBody>
          <a:bodyPr>
            <a:spAutoFit/>
          </a:bodyPr>
          <a:lstStyle>
            <a:lvl1pPr marL="342900" indent="-3429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80000"/>
              <a:buFont typeface="Wingdings" panose="05000000000000000000" pitchFamily="2" charset="2"/>
              <a:buChar char="n"/>
              <a:defRPr sz="3200" b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defRPr>
            </a:lvl1pPr>
            <a:lvl2pPr marL="742950" indent="-28575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Char char="–"/>
              <a:defRPr sz="2800">
                <a:solidFill>
                  <a:schemeClr val="tx1"/>
                </a:solidFill>
                <a:effectLst/>
                <a:latin typeface="+mn-lt"/>
                <a:ea typeface="+mn-ea"/>
              </a:defRPr>
            </a:lvl2pPr>
            <a:lvl3pPr marL="11430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Font typeface="Wingdings" panose="05000000000000000000" pitchFamily="2" charset="2"/>
              <a:buChar char="§"/>
              <a:defRPr sz="2400">
                <a:solidFill>
                  <a:schemeClr val="tx1"/>
                </a:solidFill>
                <a:effectLst/>
                <a:latin typeface="+mn-lt"/>
                <a:ea typeface="+mn-ea"/>
              </a:defRPr>
            </a:lvl3pPr>
            <a:lvl4pPr marL="16002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–"/>
              <a:defRPr sz="2000">
                <a:solidFill>
                  <a:schemeClr val="tx1"/>
                </a:solidFill>
                <a:effectLst/>
                <a:latin typeface="+mn-lt"/>
                <a:ea typeface="+mn-ea"/>
              </a:defRPr>
            </a:lvl4pPr>
            <a:lvl5pPr marL="20574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effectLst/>
                <a:latin typeface="+mn-lt"/>
                <a:ea typeface="+mn-ea"/>
              </a:defRPr>
            </a:lvl5pPr>
          </a:lstStyle>
          <a:p>
            <a:pPr marL="0" lvl="0" indent="0" eaLnBrk="1" hangingPunct="1">
              <a:spcBef>
                <a:spcPct val="50000"/>
              </a:spcBef>
              <a:buClrTx/>
              <a:buSzTx/>
              <a:buFontTx/>
              <a:buNone/>
            </a:pPr>
            <a:r>
              <a:rPr lang="en-US" altLang="zh-CN" sz="2400" b="1" dirty="0">
                <a:ea typeface="黑体" panose="02010609060101010101" pitchFamily="49" charset="-122"/>
              </a:rPr>
              <a:t>5</a:t>
            </a:r>
            <a:endParaRPr lang="en-US" altLang="zh-CN" sz="2400" b="1" dirty="0">
              <a:ea typeface="黑体" panose="02010609060101010101" pitchFamily="49" charset="-122"/>
            </a:endParaRPr>
          </a:p>
        </p:txBody>
      </p:sp>
      <p:sp>
        <p:nvSpPr>
          <p:cNvPr id="80915" name="Text Box 19"/>
          <p:cNvSpPr txBox="1"/>
          <p:nvPr/>
        </p:nvSpPr>
        <p:spPr>
          <a:xfrm>
            <a:off x="6238875" y="393700"/>
            <a:ext cx="576263" cy="457200"/>
          </a:xfrm>
          <a:prstGeom prst="rect">
            <a:avLst/>
          </a:prstGeom>
          <a:noFill/>
          <a:ln w="12700">
            <a:noFill/>
          </a:ln>
        </p:spPr>
        <p:txBody>
          <a:bodyPr>
            <a:spAutoFit/>
          </a:bodyPr>
          <a:lstStyle>
            <a:lvl1pPr marL="342900" indent="-3429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80000"/>
              <a:buFont typeface="Wingdings" panose="05000000000000000000" pitchFamily="2" charset="2"/>
              <a:buChar char="n"/>
              <a:defRPr sz="3200" b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defRPr>
            </a:lvl1pPr>
            <a:lvl2pPr marL="742950" indent="-28575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Char char="–"/>
              <a:defRPr sz="2800">
                <a:solidFill>
                  <a:schemeClr val="tx1"/>
                </a:solidFill>
                <a:effectLst/>
                <a:latin typeface="+mn-lt"/>
                <a:ea typeface="+mn-ea"/>
              </a:defRPr>
            </a:lvl2pPr>
            <a:lvl3pPr marL="11430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Font typeface="Wingdings" panose="05000000000000000000" pitchFamily="2" charset="2"/>
              <a:buChar char="§"/>
              <a:defRPr sz="2400">
                <a:solidFill>
                  <a:schemeClr val="tx1"/>
                </a:solidFill>
                <a:effectLst/>
                <a:latin typeface="+mn-lt"/>
                <a:ea typeface="+mn-ea"/>
              </a:defRPr>
            </a:lvl3pPr>
            <a:lvl4pPr marL="16002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–"/>
              <a:defRPr sz="2000">
                <a:solidFill>
                  <a:schemeClr val="tx1"/>
                </a:solidFill>
                <a:effectLst/>
                <a:latin typeface="+mn-lt"/>
                <a:ea typeface="+mn-ea"/>
              </a:defRPr>
            </a:lvl4pPr>
            <a:lvl5pPr marL="20574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effectLst/>
                <a:latin typeface="+mn-lt"/>
                <a:ea typeface="+mn-ea"/>
              </a:defRPr>
            </a:lvl5pPr>
          </a:lstStyle>
          <a:p>
            <a:pPr marL="0" lvl="0" indent="0" eaLnBrk="1" hangingPunct="1">
              <a:spcBef>
                <a:spcPct val="50000"/>
              </a:spcBef>
              <a:buClrTx/>
              <a:buSzTx/>
              <a:buFontTx/>
              <a:buNone/>
            </a:pPr>
            <a:r>
              <a:rPr lang="en-US" altLang="zh-CN" sz="2400" b="1" dirty="0">
                <a:ea typeface="黑体" panose="02010609060101010101" pitchFamily="49" charset="-122"/>
              </a:rPr>
              <a:t>6</a:t>
            </a:r>
            <a:endParaRPr lang="en-US" altLang="zh-CN" sz="2400" b="1" dirty="0">
              <a:ea typeface="黑体" panose="02010609060101010101" pitchFamily="49" charset="-122"/>
            </a:endParaRPr>
          </a:p>
        </p:txBody>
      </p:sp>
      <p:sp>
        <p:nvSpPr>
          <p:cNvPr id="80916" name="Text Box 20"/>
          <p:cNvSpPr txBox="1"/>
          <p:nvPr/>
        </p:nvSpPr>
        <p:spPr>
          <a:xfrm>
            <a:off x="6815138" y="393700"/>
            <a:ext cx="576262" cy="457200"/>
          </a:xfrm>
          <a:prstGeom prst="rect">
            <a:avLst/>
          </a:prstGeom>
          <a:noFill/>
          <a:ln w="12700">
            <a:noFill/>
          </a:ln>
        </p:spPr>
        <p:txBody>
          <a:bodyPr>
            <a:spAutoFit/>
          </a:bodyPr>
          <a:lstStyle>
            <a:lvl1pPr marL="342900" indent="-3429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80000"/>
              <a:buFont typeface="Wingdings" panose="05000000000000000000" pitchFamily="2" charset="2"/>
              <a:buChar char="n"/>
              <a:defRPr sz="3200" b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defRPr>
            </a:lvl1pPr>
            <a:lvl2pPr marL="742950" indent="-28575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Char char="–"/>
              <a:defRPr sz="2800">
                <a:solidFill>
                  <a:schemeClr val="tx1"/>
                </a:solidFill>
                <a:effectLst/>
                <a:latin typeface="+mn-lt"/>
                <a:ea typeface="+mn-ea"/>
              </a:defRPr>
            </a:lvl2pPr>
            <a:lvl3pPr marL="11430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Font typeface="Wingdings" panose="05000000000000000000" pitchFamily="2" charset="2"/>
              <a:buChar char="§"/>
              <a:defRPr sz="2400">
                <a:solidFill>
                  <a:schemeClr val="tx1"/>
                </a:solidFill>
                <a:effectLst/>
                <a:latin typeface="+mn-lt"/>
                <a:ea typeface="+mn-ea"/>
              </a:defRPr>
            </a:lvl3pPr>
            <a:lvl4pPr marL="16002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–"/>
              <a:defRPr sz="2000">
                <a:solidFill>
                  <a:schemeClr val="tx1"/>
                </a:solidFill>
                <a:effectLst/>
                <a:latin typeface="+mn-lt"/>
                <a:ea typeface="+mn-ea"/>
              </a:defRPr>
            </a:lvl4pPr>
            <a:lvl5pPr marL="20574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effectLst/>
                <a:latin typeface="+mn-lt"/>
                <a:ea typeface="+mn-ea"/>
              </a:defRPr>
            </a:lvl5pPr>
          </a:lstStyle>
          <a:p>
            <a:pPr marL="0" lvl="0" indent="0" eaLnBrk="1" hangingPunct="1">
              <a:spcBef>
                <a:spcPct val="50000"/>
              </a:spcBef>
              <a:buClrTx/>
              <a:buSzTx/>
              <a:buFontTx/>
              <a:buNone/>
            </a:pPr>
            <a:r>
              <a:rPr lang="en-US" altLang="zh-CN" sz="2400" b="1" dirty="0">
                <a:ea typeface="黑体" panose="02010609060101010101" pitchFamily="49" charset="-122"/>
              </a:rPr>
              <a:t>7</a:t>
            </a:r>
            <a:endParaRPr lang="en-US" altLang="zh-CN" sz="2400" b="1" dirty="0">
              <a:ea typeface="黑体" panose="02010609060101010101" pitchFamily="49" charset="-122"/>
            </a:endParaRPr>
          </a:p>
        </p:txBody>
      </p:sp>
      <p:sp>
        <p:nvSpPr>
          <p:cNvPr id="80917" name="Text Box 21"/>
          <p:cNvSpPr txBox="1"/>
          <p:nvPr/>
        </p:nvSpPr>
        <p:spPr>
          <a:xfrm>
            <a:off x="7391400" y="393700"/>
            <a:ext cx="576263" cy="457200"/>
          </a:xfrm>
          <a:prstGeom prst="rect">
            <a:avLst/>
          </a:prstGeom>
          <a:noFill/>
          <a:ln w="12700">
            <a:noFill/>
          </a:ln>
        </p:spPr>
        <p:txBody>
          <a:bodyPr>
            <a:spAutoFit/>
          </a:bodyPr>
          <a:lstStyle>
            <a:lvl1pPr marL="342900" indent="-3429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80000"/>
              <a:buFont typeface="Wingdings" panose="05000000000000000000" pitchFamily="2" charset="2"/>
              <a:buChar char="n"/>
              <a:defRPr sz="3200" b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defRPr>
            </a:lvl1pPr>
            <a:lvl2pPr marL="742950" indent="-28575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Char char="–"/>
              <a:defRPr sz="2800">
                <a:solidFill>
                  <a:schemeClr val="tx1"/>
                </a:solidFill>
                <a:effectLst/>
                <a:latin typeface="+mn-lt"/>
                <a:ea typeface="+mn-ea"/>
              </a:defRPr>
            </a:lvl2pPr>
            <a:lvl3pPr marL="11430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Font typeface="Wingdings" panose="05000000000000000000" pitchFamily="2" charset="2"/>
              <a:buChar char="§"/>
              <a:defRPr sz="2400">
                <a:solidFill>
                  <a:schemeClr val="tx1"/>
                </a:solidFill>
                <a:effectLst/>
                <a:latin typeface="+mn-lt"/>
                <a:ea typeface="+mn-ea"/>
              </a:defRPr>
            </a:lvl3pPr>
            <a:lvl4pPr marL="16002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–"/>
              <a:defRPr sz="2000">
                <a:solidFill>
                  <a:schemeClr val="tx1"/>
                </a:solidFill>
                <a:effectLst/>
                <a:latin typeface="+mn-lt"/>
                <a:ea typeface="+mn-ea"/>
              </a:defRPr>
            </a:lvl4pPr>
            <a:lvl5pPr marL="20574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effectLst/>
                <a:latin typeface="+mn-lt"/>
                <a:ea typeface="+mn-ea"/>
              </a:defRPr>
            </a:lvl5pPr>
          </a:lstStyle>
          <a:p>
            <a:pPr marL="0" lvl="0" indent="0" eaLnBrk="1" hangingPunct="1">
              <a:spcBef>
                <a:spcPct val="50000"/>
              </a:spcBef>
              <a:buClrTx/>
              <a:buSzTx/>
              <a:buFontTx/>
              <a:buNone/>
            </a:pPr>
            <a:r>
              <a:rPr lang="en-US" altLang="zh-CN" sz="2400" b="1" dirty="0">
                <a:ea typeface="黑体" panose="02010609060101010101" pitchFamily="49" charset="-122"/>
              </a:rPr>
              <a:t>8</a:t>
            </a:r>
            <a:endParaRPr lang="en-US" altLang="zh-CN" sz="2400" b="1" dirty="0">
              <a:ea typeface="黑体" panose="02010609060101010101" pitchFamily="49" charset="-122"/>
            </a:endParaRPr>
          </a:p>
        </p:txBody>
      </p:sp>
      <p:sp>
        <p:nvSpPr>
          <p:cNvPr id="80918" name="Text Box 22"/>
          <p:cNvSpPr txBox="1"/>
          <p:nvPr/>
        </p:nvSpPr>
        <p:spPr>
          <a:xfrm>
            <a:off x="7967663" y="393700"/>
            <a:ext cx="576262" cy="457200"/>
          </a:xfrm>
          <a:prstGeom prst="rect">
            <a:avLst/>
          </a:prstGeom>
          <a:noFill/>
          <a:ln w="12700">
            <a:noFill/>
          </a:ln>
        </p:spPr>
        <p:txBody>
          <a:bodyPr>
            <a:spAutoFit/>
          </a:bodyPr>
          <a:lstStyle>
            <a:lvl1pPr marL="342900" indent="-3429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80000"/>
              <a:buFont typeface="Wingdings" panose="05000000000000000000" pitchFamily="2" charset="2"/>
              <a:buChar char="n"/>
              <a:defRPr sz="3200" b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defRPr>
            </a:lvl1pPr>
            <a:lvl2pPr marL="742950" indent="-28575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Char char="–"/>
              <a:defRPr sz="2800">
                <a:solidFill>
                  <a:schemeClr val="tx1"/>
                </a:solidFill>
                <a:effectLst/>
                <a:latin typeface="+mn-lt"/>
                <a:ea typeface="+mn-ea"/>
              </a:defRPr>
            </a:lvl2pPr>
            <a:lvl3pPr marL="11430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Font typeface="Wingdings" panose="05000000000000000000" pitchFamily="2" charset="2"/>
              <a:buChar char="§"/>
              <a:defRPr sz="2400">
                <a:solidFill>
                  <a:schemeClr val="tx1"/>
                </a:solidFill>
                <a:effectLst/>
                <a:latin typeface="+mn-lt"/>
                <a:ea typeface="+mn-ea"/>
              </a:defRPr>
            </a:lvl3pPr>
            <a:lvl4pPr marL="16002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–"/>
              <a:defRPr sz="2000">
                <a:solidFill>
                  <a:schemeClr val="tx1"/>
                </a:solidFill>
                <a:effectLst/>
                <a:latin typeface="+mn-lt"/>
                <a:ea typeface="+mn-ea"/>
              </a:defRPr>
            </a:lvl4pPr>
            <a:lvl5pPr marL="20574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effectLst/>
                <a:latin typeface="+mn-lt"/>
                <a:ea typeface="+mn-ea"/>
              </a:defRPr>
            </a:lvl5pPr>
          </a:lstStyle>
          <a:p>
            <a:pPr marL="0" lvl="0" indent="0" eaLnBrk="1" hangingPunct="1">
              <a:spcBef>
                <a:spcPct val="50000"/>
              </a:spcBef>
              <a:buClrTx/>
              <a:buSzTx/>
              <a:buFontTx/>
              <a:buNone/>
            </a:pPr>
            <a:r>
              <a:rPr lang="en-US" altLang="zh-CN" sz="2400" b="1" dirty="0">
                <a:ea typeface="黑体" panose="02010609060101010101" pitchFamily="49" charset="-122"/>
              </a:rPr>
              <a:t>9</a:t>
            </a:r>
            <a:endParaRPr lang="en-US" altLang="zh-CN" sz="2400" b="1" dirty="0">
              <a:ea typeface="黑体" panose="02010609060101010101" pitchFamily="49" charset="-122"/>
            </a:endParaRPr>
          </a:p>
        </p:txBody>
      </p:sp>
      <p:sp>
        <p:nvSpPr>
          <p:cNvPr id="80919" name="Text Box 23"/>
          <p:cNvSpPr txBox="1"/>
          <p:nvPr/>
        </p:nvSpPr>
        <p:spPr>
          <a:xfrm>
            <a:off x="2711450" y="404813"/>
            <a:ext cx="576263" cy="457200"/>
          </a:xfrm>
          <a:prstGeom prst="rect">
            <a:avLst/>
          </a:prstGeom>
          <a:noFill/>
          <a:ln w="12700">
            <a:noFill/>
          </a:ln>
        </p:spPr>
        <p:txBody>
          <a:bodyPr>
            <a:spAutoFit/>
          </a:bodyPr>
          <a:lstStyle>
            <a:lvl1pPr marL="342900" indent="-3429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80000"/>
              <a:buFont typeface="Wingdings" panose="05000000000000000000" pitchFamily="2" charset="2"/>
              <a:buChar char="n"/>
              <a:defRPr sz="3200" b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defRPr>
            </a:lvl1pPr>
            <a:lvl2pPr marL="742950" indent="-28575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Char char="–"/>
              <a:defRPr sz="2800">
                <a:solidFill>
                  <a:schemeClr val="tx1"/>
                </a:solidFill>
                <a:effectLst/>
                <a:latin typeface="+mn-lt"/>
                <a:ea typeface="+mn-ea"/>
              </a:defRPr>
            </a:lvl2pPr>
            <a:lvl3pPr marL="11430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Font typeface="Wingdings" panose="05000000000000000000" pitchFamily="2" charset="2"/>
              <a:buChar char="§"/>
              <a:defRPr sz="2400">
                <a:solidFill>
                  <a:schemeClr val="tx1"/>
                </a:solidFill>
                <a:effectLst/>
                <a:latin typeface="+mn-lt"/>
                <a:ea typeface="+mn-ea"/>
              </a:defRPr>
            </a:lvl3pPr>
            <a:lvl4pPr marL="16002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–"/>
              <a:defRPr sz="2000">
                <a:solidFill>
                  <a:schemeClr val="tx1"/>
                </a:solidFill>
                <a:effectLst/>
                <a:latin typeface="+mn-lt"/>
                <a:ea typeface="+mn-ea"/>
              </a:defRPr>
            </a:lvl4pPr>
            <a:lvl5pPr marL="20574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effectLst/>
                <a:latin typeface="+mn-lt"/>
                <a:ea typeface="+mn-ea"/>
              </a:defRPr>
            </a:lvl5pPr>
          </a:lstStyle>
          <a:p>
            <a:pPr marL="0" lvl="0" indent="0" eaLnBrk="1" hangingPunct="1">
              <a:spcBef>
                <a:spcPct val="50000"/>
              </a:spcBef>
              <a:buClrTx/>
              <a:buSzTx/>
              <a:buFontTx/>
              <a:buNone/>
            </a:pPr>
            <a:r>
              <a:rPr lang="en-US" altLang="zh-CN" sz="2400" b="1" dirty="0">
                <a:ea typeface="黑体" panose="02010609060101010101" pitchFamily="49" charset="-122"/>
              </a:rPr>
              <a:t>0</a:t>
            </a:r>
            <a:endParaRPr lang="en-US" altLang="zh-CN" sz="2400" b="1" dirty="0">
              <a:ea typeface="黑体" panose="02010609060101010101" pitchFamily="49" charset="-122"/>
            </a:endParaRPr>
          </a:p>
        </p:txBody>
      </p:sp>
      <p:sp>
        <p:nvSpPr>
          <p:cNvPr id="80920" name="Text Box 24"/>
          <p:cNvSpPr txBox="1"/>
          <p:nvPr/>
        </p:nvSpPr>
        <p:spPr>
          <a:xfrm>
            <a:off x="1703388" y="404813"/>
            <a:ext cx="1042987" cy="457200"/>
          </a:xfrm>
          <a:prstGeom prst="rect">
            <a:avLst/>
          </a:prstGeom>
          <a:noFill/>
          <a:ln w="12700">
            <a:noFill/>
          </a:ln>
        </p:spPr>
        <p:txBody>
          <a:bodyPr>
            <a:spAutoFit/>
          </a:bodyPr>
          <a:lstStyle>
            <a:lvl1pPr marL="342900" indent="-3429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80000"/>
              <a:buFont typeface="Wingdings" panose="05000000000000000000" pitchFamily="2" charset="2"/>
              <a:buChar char="n"/>
              <a:defRPr sz="3200" b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defRPr>
            </a:lvl1pPr>
            <a:lvl2pPr marL="742950" indent="-28575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Char char="–"/>
              <a:defRPr sz="2800">
                <a:solidFill>
                  <a:schemeClr val="tx1"/>
                </a:solidFill>
                <a:effectLst/>
                <a:latin typeface="+mn-lt"/>
                <a:ea typeface="+mn-ea"/>
              </a:defRPr>
            </a:lvl2pPr>
            <a:lvl3pPr marL="11430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Font typeface="Wingdings" panose="05000000000000000000" pitchFamily="2" charset="2"/>
              <a:buChar char="§"/>
              <a:defRPr sz="2400">
                <a:solidFill>
                  <a:schemeClr val="tx1"/>
                </a:solidFill>
                <a:effectLst/>
                <a:latin typeface="+mn-lt"/>
                <a:ea typeface="+mn-ea"/>
              </a:defRPr>
            </a:lvl3pPr>
            <a:lvl4pPr marL="16002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–"/>
              <a:defRPr sz="2000">
                <a:solidFill>
                  <a:schemeClr val="tx1"/>
                </a:solidFill>
                <a:effectLst/>
                <a:latin typeface="+mn-lt"/>
                <a:ea typeface="+mn-ea"/>
              </a:defRPr>
            </a:lvl4pPr>
            <a:lvl5pPr marL="20574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effectLst/>
                <a:latin typeface="+mn-lt"/>
                <a:ea typeface="+mn-ea"/>
              </a:defRPr>
            </a:lvl5pPr>
          </a:lstStyle>
          <a:p>
            <a:pPr marL="0" lvl="0" indent="0" eaLnBrk="1" hangingPunct="1">
              <a:spcBef>
                <a:spcPct val="50000"/>
              </a:spcBef>
              <a:buClrTx/>
              <a:buSzTx/>
              <a:buFontTx/>
              <a:buNone/>
            </a:pPr>
            <a:r>
              <a:rPr lang="zh-CN" altLang="en-US" sz="2400" b="1" dirty="0">
                <a:ea typeface="黑体" panose="02010609060101010101" pitchFamily="49" charset="-122"/>
              </a:rPr>
              <a:t>下标</a:t>
            </a:r>
            <a:endParaRPr lang="zh-CN" altLang="en-US" sz="2400" b="1" dirty="0">
              <a:ea typeface="黑体" panose="02010609060101010101" pitchFamily="49" charset="-122"/>
            </a:endParaRPr>
          </a:p>
        </p:txBody>
      </p:sp>
      <p:sp>
        <p:nvSpPr>
          <p:cNvPr id="80921" name="Rectangle 25"/>
          <p:cNvSpPr/>
          <p:nvPr/>
        </p:nvSpPr>
        <p:spPr>
          <a:xfrm>
            <a:off x="1919288" y="1916113"/>
            <a:ext cx="8229600" cy="2519362"/>
          </a:xfrm>
          <a:prstGeom prst="rect">
            <a:avLst/>
          </a:prstGeom>
          <a:noFill/>
          <a:ln w="9525">
            <a:noFill/>
          </a:ln>
        </p:spPr>
        <p:txBody>
          <a:bodyPr/>
          <a:lstStyle>
            <a:lvl1pPr marL="342900" indent="-3429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80000"/>
              <a:buFont typeface="Wingdings" panose="05000000000000000000" pitchFamily="2" charset="2"/>
              <a:buChar char="n"/>
              <a:defRPr sz="3200" b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defRPr>
            </a:lvl1pPr>
            <a:lvl2pPr marL="742950" indent="-28575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Char char="–"/>
              <a:defRPr sz="2800">
                <a:solidFill>
                  <a:schemeClr val="tx1"/>
                </a:solidFill>
                <a:effectLst/>
                <a:latin typeface="+mn-lt"/>
                <a:ea typeface="+mn-ea"/>
              </a:defRPr>
            </a:lvl2pPr>
            <a:lvl3pPr marL="11430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Font typeface="Wingdings" panose="05000000000000000000" pitchFamily="2" charset="2"/>
              <a:buChar char="§"/>
              <a:defRPr sz="2400">
                <a:solidFill>
                  <a:schemeClr val="tx1"/>
                </a:solidFill>
                <a:effectLst/>
                <a:latin typeface="+mn-lt"/>
                <a:ea typeface="+mn-ea"/>
              </a:defRPr>
            </a:lvl3pPr>
            <a:lvl4pPr marL="16002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–"/>
              <a:defRPr sz="2000">
                <a:solidFill>
                  <a:schemeClr val="tx1"/>
                </a:solidFill>
                <a:effectLst/>
                <a:latin typeface="+mn-lt"/>
                <a:ea typeface="+mn-ea"/>
              </a:defRPr>
            </a:lvl4pPr>
            <a:lvl5pPr marL="20574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effectLst/>
                <a:latin typeface="+mn-lt"/>
                <a:ea typeface="+mn-ea"/>
              </a:defRPr>
            </a:lvl5pPr>
          </a:lstStyle>
          <a:p>
            <a:pPr marL="609600" lvl="0" indent="-609600" eaLnBrk="1" hangingPunct="1">
              <a:buFont typeface="Wingdings" panose="05000000000000000000" pitchFamily="2" charset="2"/>
              <a:buAutoNum type="arabicPeriod"/>
            </a:pPr>
            <a:r>
              <a:rPr lang="en-US" altLang="zh-CN" sz="2400" b="1" dirty="0">
                <a:ea typeface="黑体" panose="02010609060101010101" pitchFamily="49" charset="-122"/>
              </a:rPr>
              <a:t>i=0</a:t>
            </a:r>
            <a:endParaRPr lang="en-US" altLang="zh-CN" sz="2400" b="1" dirty="0">
              <a:ea typeface="黑体" panose="02010609060101010101" pitchFamily="49" charset="-122"/>
            </a:endParaRPr>
          </a:p>
          <a:p>
            <a:pPr marL="990600" lvl="1" indent="-533400" eaLnBrk="1" hangingPunct="1">
              <a:buFont typeface="Wingdings" panose="05000000000000000000" pitchFamily="2" charset="2"/>
              <a:buAutoNum type="circleNumDbPlain"/>
            </a:pPr>
            <a:r>
              <a:rPr lang="en-US" altLang="zh-CN" sz="2400" b="1" dirty="0">
                <a:ea typeface="黑体" panose="02010609060101010101" pitchFamily="49" charset="-122"/>
              </a:rPr>
              <a:t>a[0]=1</a:t>
            </a:r>
            <a:endParaRPr lang="en-US" altLang="zh-CN" sz="2400" b="1" dirty="0">
              <a:ea typeface="黑体" panose="02010609060101010101" pitchFamily="49" charset="-122"/>
            </a:endParaRPr>
          </a:p>
          <a:p>
            <a:pPr marL="990600" lvl="1" indent="-533400" eaLnBrk="1" hangingPunct="1">
              <a:buFont typeface="Wingdings" panose="05000000000000000000" pitchFamily="2" charset="2"/>
              <a:buAutoNum type="circleNumDbPlain"/>
            </a:pPr>
            <a:r>
              <a:rPr lang="en-US" altLang="zh-CN" sz="2400" b="1" dirty="0">
                <a:ea typeface="黑体" panose="02010609060101010101" pitchFamily="49" charset="-122"/>
              </a:rPr>
              <a:t>j=-1&gt;0,</a:t>
            </a:r>
            <a:r>
              <a:rPr lang="zh-CN" altLang="en-US" sz="2400" b="1" dirty="0">
                <a:ea typeface="黑体" panose="02010609060101010101" pitchFamily="49" charset="-122"/>
              </a:rPr>
              <a:t>不执行</a:t>
            </a:r>
            <a:r>
              <a:rPr lang="en-US" altLang="zh-CN" sz="2400" b="1" dirty="0">
                <a:ea typeface="黑体" panose="02010609060101010101" pitchFamily="49" charset="-122"/>
              </a:rPr>
              <a:t>j</a:t>
            </a:r>
            <a:r>
              <a:rPr lang="zh-CN" altLang="en-US" sz="2400" b="1" dirty="0">
                <a:ea typeface="黑体" panose="02010609060101010101" pitchFamily="49" charset="-122"/>
              </a:rPr>
              <a:t>循环</a:t>
            </a:r>
            <a:endParaRPr lang="zh-CN" altLang="en-US" sz="2400" b="1" dirty="0">
              <a:ea typeface="黑体" panose="02010609060101010101" pitchFamily="49" charset="-122"/>
            </a:endParaRPr>
          </a:p>
          <a:p>
            <a:pPr marL="990600" lvl="1" indent="-533400" eaLnBrk="1" hangingPunct="1">
              <a:buFont typeface="Wingdings" panose="05000000000000000000" pitchFamily="2" charset="2"/>
              <a:buNone/>
            </a:pPr>
            <a:endParaRPr lang="en-US" altLang="zh-CN" sz="2400" b="1" dirty="0">
              <a:ea typeface="黑体" panose="02010609060101010101" pitchFamily="49" charset="-122"/>
            </a:endParaRPr>
          </a:p>
        </p:txBody>
      </p:sp>
      <p:sp>
        <p:nvSpPr>
          <p:cNvPr id="1564698" name="Text Box 26"/>
          <p:cNvSpPr txBox="1"/>
          <p:nvPr/>
        </p:nvSpPr>
        <p:spPr>
          <a:xfrm>
            <a:off x="2711450" y="942975"/>
            <a:ext cx="576263" cy="461963"/>
          </a:xfrm>
          <a:prstGeom prst="rect">
            <a:avLst/>
          </a:prstGeom>
          <a:solidFill>
            <a:schemeClr val="bg1"/>
          </a:solidFill>
          <a:ln w="38100" cap="flat" cmpd="sng">
            <a:solidFill>
              <a:schemeClr val="tx1"/>
            </a:solidFill>
            <a:prstDash val="solid"/>
            <a:miter/>
            <a:headEnd type="none" w="med" len="med"/>
            <a:tailEnd type="none" w="med" len="med"/>
          </a:ln>
        </p:spPr>
        <p:txBody>
          <a:bodyPr>
            <a:spAutoFit/>
          </a:bodyPr>
          <a:lstStyle>
            <a:lvl1pPr marL="342900" indent="-3429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80000"/>
              <a:buFont typeface="Wingdings" panose="05000000000000000000" pitchFamily="2" charset="2"/>
              <a:buChar char="n"/>
              <a:defRPr sz="3200" b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defRPr>
            </a:lvl1pPr>
            <a:lvl2pPr marL="742950" indent="-28575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Char char="–"/>
              <a:defRPr sz="2800">
                <a:solidFill>
                  <a:schemeClr val="tx1"/>
                </a:solidFill>
                <a:effectLst/>
                <a:latin typeface="+mn-lt"/>
                <a:ea typeface="+mn-ea"/>
              </a:defRPr>
            </a:lvl2pPr>
            <a:lvl3pPr marL="11430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Font typeface="Wingdings" panose="05000000000000000000" pitchFamily="2" charset="2"/>
              <a:buChar char="§"/>
              <a:defRPr sz="2400">
                <a:solidFill>
                  <a:schemeClr val="tx1"/>
                </a:solidFill>
                <a:effectLst/>
                <a:latin typeface="+mn-lt"/>
                <a:ea typeface="+mn-ea"/>
              </a:defRPr>
            </a:lvl3pPr>
            <a:lvl4pPr marL="16002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–"/>
              <a:defRPr sz="2000">
                <a:solidFill>
                  <a:schemeClr val="tx1"/>
                </a:solidFill>
                <a:effectLst/>
                <a:latin typeface="+mn-lt"/>
                <a:ea typeface="+mn-ea"/>
              </a:defRPr>
            </a:lvl4pPr>
            <a:lvl5pPr marL="20574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effectLst/>
                <a:latin typeface="+mn-lt"/>
                <a:ea typeface="+mn-ea"/>
              </a:defRPr>
            </a:lvl5pPr>
          </a:lstStyle>
          <a:p>
            <a:pPr marL="0" lvl="0" indent="0" eaLnBrk="1" hangingPunct="1">
              <a:spcBef>
                <a:spcPct val="50000"/>
              </a:spcBef>
              <a:buClrTx/>
              <a:buSzTx/>
              <a:buFontTx/>
              <a:buNone/>
            </a:pPr>
            <a:r>
              <a:rPr lang="en-US" altLang="zh-CN" sz="2400" b="1" dirty="0">
                <a:ea typeface="黑体" panose="02010609060101010101" pitchFamily="49" charset="-122"/>
              </a:rPr>
              <a:t>1</a:t>
            </a:r>
            <a:endParaRPr lang="en-US" altLang="zh-CN" sz="2400" b="1" dirty="0">
              <a:ea typeface="黑体" panose="02010609060101010101" pitchFamily="49" charset="-122"/>
            </a:endParaRPr>
          </a:p>
        </p:txBody>
      </p:sp>
      <p:sp>
        <p:nvSpPr>
          <p:cNvPr id="80923" name="Text Box 27"/>
          <p:cNvSpPr txBox="1"/>
          <p:nvPr/>
        </p:nvSpPr>
        <p:spPr>
          <a:xfrm>
            <a:off x="8472488" y="404813"/>
            <a:ext cx="576262" cy="457200"/>
          </a:xfrm>
          <a:prstGeom prst="rect">
            <a:avLst/>
          </a:prstGeom>
          <a:noFill/>
          <a:ln w="12700">
            <a:noFill/>
          </a:ln>
        </p:spPr>
        <p:txBody>
          <a:bodyPr>
            <a:spAutoFit/>
          </a:bodyPr>
          <a:lstStyle>
            <a:lvl1pPr marL="342900" indent="-3429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80000"/>
              <a:buFont typeface="Wingdings" panose="05000000000000000000" pitchFamily="2" charset="2"/>
              <a:buChar char="n"/>
              <a:defRPr sz="3200" b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defRPr>
            </a:lvl1pPr>
            <a:lvl2pPr marL="742950" indent="-28575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Char char="–"/>
              <a:defRPr sz="2800">
                <a:solidFill>
                  <a:schemeClr val="tx1"/>
                </a:solidFill>
                <a:effectLst/>
                <a:latin typeface="+mn-lt"/>
                <a:ea typeface="+mn-ea"/>
              </a:defRPr>
            </a:lvl2pPr>
            <a:lvl3pPr marL="11430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Font typeface="Wingdings" panose="05000000000000000000" pitchFamily="2" charset="2"/>
              <a:buChar char="§"/>
              <a:defRPr sz="2400">
                <a:solidFill>
                  <a:schemeClr val="tx1"/>
                </a:solidFill>
                <a:effectLst/>
                <a:latin typeface="+mn-lt"/>
                <a:ea typeface="+mn-ea"/>
              </a:defRPr>
            </a:lvl3pPr>
            <a:lvl4pPr marL="16002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–"/>
              <a:defRPr sz="2000">
                <a:solidFill>
                  <a:schemeClr val="tx1"/>
                </a:solidFill>
                <a:effectLst/>
                <a:latin typeface="+mn-lt"/>
                <a:ea typeface="+mn-ea"/>
              </a:defRPr>
            </a:lvl4pPr>
            <a:lvl5pPr marL="20574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effectLst/>
                <a:latin typeface="+mn-lt"/>
                <a:ea typeface="+mn-ea"/>
              </a:defRPr>
            </a:lvl5pPr>
          </a:lstStyle>
          <a:p>
            <a:pPr marL="0" lvl="0" indent="0" eaLnBrk="1" hangingPunct="1">
              <a:spcBef>
                <a:spcPct val="50000"/>
              </a:spcBef>
              <a:buClrTx/>
              <a:buSzTx/>
              <a:buFontTx/>
              <a:buNone/>
            </a:pPr>
            <a:r>
              <a:rPr lang="en-US" altLang="zh-CN" sz="2400" b="1" dirty="0">
                <a:ea typeface="黑体" panose="02010609060101010101" pitchFamily="49" charset="-122"/>
              </a:rPr>
              <a:t>10</a:t>
            </a:r>
            <a:endParaRPr lang="en-US" altLang="zh-CN" sz="2400" b="1" dirty="0">
              <a:ea typeface="黑体" panose="02010609060101010101" pitchFamily="49" charset="-122"/>
            </a:endParaRPr>
          </a:p>
        </p:txBody>
      </p:sp>
      <p:sp>
        <p:nvSpPr>
          <p:cNvPr id="80924" name="Text Box 28"/>
          <p:cNvSpPr txBox="1"/>
          <p:nvPr/>
        </p:nvSpPr>
        <p:spPr>
          <a:xfrm>
            <a:off x="8472488" y="942975"/>
            <a:ext cx="576262" cy="461963"/>
          </a:xfrm>
          <a:prstGeom prst="rect">
            <a:avLst/>
          </a:prstGeom>
          <a:noFill/>
          <a:ln w="38100" cap="flat" cmpd="sng">
            <a:solidFill>
              <a:schemeClr val="tx1"/>
            </a:solidFill>
            <a:prstDash val="solid"/>
            <a:miter/>
            <a:headEnd type="none" w="med" len="med"/>
            <a:tailEnd type="none" w="med" len="med"/>
          </a:ln>
        </p:spPr>
        <p:txBody>
          <a:bodyPr>
            <a:spAutoFit/>
          </a:bodyPr>
          <a:lstStyle>
            <a:lvl1pPr marL="342900" indent="-3429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80000"/>
              <a:buFont typeface="Wingdings" panose="05000000000000000000" pitchFamily="2" charset="2"/>
              <a:buChar char="n"/>
              <a:defRPr sz="3200" b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defRPr>
            </a:lvl1pPr>
            <a:lvl2pPr marL="742950" indent="-28575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Char char="–"/>
              <a:defRPr sz="2800">
                <a:solidFill>
                  <a:schemeClr val="tx1"/>
                </a:solidFill>
                <a:effectLst/>
                <a:latin typeface="+mn-lt"/>
                <a:ea typeface="+mn-ea"/>
              </a:defRPr>
            </a:lvl2pPr>
            <a:lvl3pPr marL="11430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Font typeface="Wingdings" panose="05000000000000000000" pitchFamily="2" charset="2"/>
              <a:buChar char="§"/>
              <a:defRPr sz="2400">
                <a:solidFill>
                  <a:schemeClr val="tx1"/>
                </a:solidFill>
                <a:effectLst/>
                <a:latin typeface="+mn-lt"/>
                <a:ea typeface="+mn-ea"/>
              </a:defRPr>
            </a:lvl3pPr>
            <a:lvl4pPr marL="16002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–"/>
              <a:defRPr sz="2000">
                <a:solidFill>
                  <a:schemeClr val="tx1"/>
                </a:solidFill>
                <a:effectLst/>
                <a:latin typeface="+mn-lt"/>
                <a:ea typeface="+mn-ea"/>
              </a:defRPr>
            </a:lvl4pPr>
            <a:lvl5pPr marL="20574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effectLst/>
                <a:latin typeface="+mn-lt"/>
                <a:ea typeface="+mn-ea"/>
              </a:defRPr>
            </a:lvl5pPr>
          </a:lstStyle>
          <a:p>
            <a:pPr marL="0" lvl="0" indent="0" eaLnBrk="1" hangingPunct="1">
              <a:spcBef>
                <a:spcPct val="50000"/>
              </a:spcBef>
              <a:buClrTx/>
              <a:buSzTx/>
              <a:buFontTx/>
              <a:buNone/>
            </a:pPr>
            <a:endParaRPr lang="zh-CN" altLang="zh-CN" sz="2400" b="1" dirty="0">
              <a:ea typeface="黑体" panose="02010609060101010101" pitchFamily="49" charset="-122"/>
            </a:endParaRPr>
          </a:p>
        </p:txBody>
      </p:sp>
      <p:sp>
        <p:nvSpPr>
          <p:cNvPr id="64541" name="Rectangle 20"/>
          <p:cNvSpPr>
            <a:spLocks noChangeArrowheads="1"/>
          </p:cNvSpPr>
          <p:nvPr/>
        </p:nvSpPr>
        <p:spPr bwMode="auto">
          <a:xfrm>
            <a:off x="6778625" y="4173538"/>
            <a:ext cx="3889375" cy="267811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anchor="ctr">
            <a:spAutoFit/>
          </a:bodyPr>
          <a:lstStyle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r>
              <a:rPr kumimoji="0" lang="en-US" altLang="zh-CN" sz="2400" b="1" i="0" u="none" strike="noStrike" kern="1200" cap="none" spc="0" normalizeH="0" baseline="0" noProof="0" dirty="0">
                <a:ln>
                  <a:noFill/>
                </a:ln>
                <a:solidFill>
                  <a:srgbClr val="FFFF00"/>
                </a:solidFill>
                <a:effectLst/>
                <a:uLnTx/>
                <a:uFillTx/>
                <a:latin typeface="Arial" panose="020B0604020202020204" pitchFamily="34" charset="0"/>
                <a:ea typeface="宋体" panose="02010600030101010101" pitchFamily="2" charset="-122"/>
                <a:cs typeface="+mn-cs"/>
              </a:rPr>
              <a:t>1</a:t>
            </a:r>
            <a:endParaRPr kumimoji="0" lang="en-US" altLang="zh-CN" sz="2400" b="1" i="0" u="none" strike="noStrike" kern="1200" cap="none" spc="0" normalizeH="0" baseline="0" noProof="0" dirty="0">
              <a:ln>
                <a:noFill/>
              </a:ln>
              <a:solidFill>
                <a:srgbClr val="FFFF00"/>
              </a:solidFill>
              <a:effectLst/>
              <a:uLnTx/>
              <a:uFillTx/>
              <a:latin typeface="Arial" panose="020B0604020202020204" pitchFamily="34" charset="0"/>
              <a:ea typeface="宋体" panose="02010600030101010101" pitchFamily="2" charset="-122"/>
              <a:cs typeface="+mn-cs"/>
            </a:endParaRPr>
          </a:p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r>
              <a:rPr kumimoji="0" lang="en-US" altLang="zh-CN" sz="2400" b="1" i="0" u="none" strike="noStrike" kern="1200" cap="none" spc="0" normalizeH="0" baseline="0" noProof="0" dirty="0">
                <a:ln>
                  <a:noFill/>
                </a:ln>
                <a:solidFill>
                  <a:schemeClr val="tx1">
                    <a:lumMod val="50000"/>
                  </a:schemeClr>
                </a:solidFill>
                <a:effectLst/>
                <a:uLnTx/>
                <a:uFillTx/>
                <a:latin typeface="Arial" panose="020B0604020202020204" pitchFamily="34" charset="0"/>
                <a:ea typeface="宋体" panose="02010600030101010101" pitchFamily="2" charset="-122"/>
                <a:cs typeface="+mn-cs"/>
              </a:rPr>
              <a:t>1     1</a:t>
            </a:r>
            <a:endParaRPr kumimoji="0" lang="en-US" altLang="zh-CN" sz="2400" b="1" i="0" u="none" strike="noStrike" kern="1200" cap="none" spc="0" normalizeH="0" baseline="0" noProof="0" dirty="0">
              <a:ln>
                <a:noFill/>
              </a:ln>
              <a:solidFill>
                <a:schemeClr val="tx1">
                  <a:lumMod val="50000"/>
                </a:schemeClr>
              </a:solidFill>
              <a:effectLst/>
              <a:uLnTx/>
              <a:uFillTx/>
              <a:latin typeface="Arial" panose="020B0604020202020204" pitchFamily="34" charset="0"/>
              <a:ea typeface="宋体" panose="02010600030101010101" pitchFamily="2" charset="-122"/>
              <a:cs typeface="+mn-cs"/>
            </a:endParaRPr>
          </a:p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r>
              <a:rPr kumimoji="0" lang="en-US" altLang="zh-CN" sz="2400" b="1" i="0" u="none" strike="noStrike" kern="1200" cap="none" spc="0" normalizeH="0" baseline="0" noProof="0" dirty="0">
                <a:ln>
                  <a:noFill/>
                </a:ln>
                <a:solidFill>
                  <a:schemeClr val="tx1">
                    <a:lumMod val="50000"/>
                  </a:schemeClr>
                </a:solidFill>
                <a:effectLst/>
                <a:uLnTx/>
                <a:uFillTx/>
                <a:latin typeface="Arial" panose="020B0604020202020204" pitchFamily="34" charset="0"/>
                <a:ea typeface="宋体" panose="02010600030101010101" pitchFamily="2" charset="-122"/>
                <a:cs typeface="+mn-cs"/>
              </a:rPr>
              <a:t>1     2      1</a:t>
            </a:r>
            <a:endParaRPr kumimoji="0" lang="en-US" altLang="zh-CN" sz="2400" b="1" i="0" u="none" strike="noStrike" kern="1200" cap="none" spc="0" normalizeH="0" baseline="0" noProof="0" dirty="0">
              <a:ln>
                <a:noFill/>
              </a:ln>
              <a:solidFill>
                <a:schemeClr val="tx1">
                  <a:lumMod val="50000"/>
                </a:schemeClr>
              </a:solidFill>
              <a:effectLst/>
              <a:uLnTx/>
              <a:uFillTx/>
              <a:latin typeface="Arial" panose="020B0604020202020204" pitchFamily="34" charset="0"/>
              <a:ea typeface="宋体" panose="02010600030101010101" pitchFamily="2" charset="-122"/>
              <a:cs typeface="+mn-cs"/>
            </a:endParaRPr>
          </a:p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r>
              <a:rPr kumimoji="0" lang="en-US" altLang="zh-CN" sz="2400" b="1" i="0" u="none" strike="noStrike" kern="1200" cap="none" spc="0" normalizeH="0" baseline="0" noProof="0" dirty="0">
                <a:ln>
                  <a:noFill/>
                </a:ln>
                <a:solidFill>
                  <a:schemeClr val="tx1">
                    <a:lumMod val="50000"/>
                  </a:schemeClr>
                </a:solidFill>
                <a:effectLst/>
                <a:uLnTx/>
                <a:uFillTx/>
                <a:latin typeface="Arial" panose="020B0604020202020204" pitchFamily="34" charset="0"/>
                <a:ea typeface="宋体" panose="02010600030101010101" pitchFamily="2" charset="-122"/>
                <a:cs typeface="+mn-cs"/>
              </a:rPr>
              <a:t>1      3     3      1</a:t>
            </a:r>
            <a:endParaRPr kumimoji="0" lang="en-US" altLang="zh-CN" sz="2400" b="1" i="0" u="none" strike="noStrike" kern="1200" cap="none" spc="0" normalizeH="0" baseline="0" noProof="0" dirty="0">
              <a:ln>
                <a:noFill/>
              </a:ln>
              <a:solidFill>
                <a:schemeClr val="tx1">
                  <a:lumMod val="50000"/>
                </a:schemeClr>
              </a:solidFill>
              <a:effectLst/>
              <a:uLnTx/>
              <a:uFillTx/>
              <a:latin typeface="Arial" panose="020B0604020202020204" pitchFamily="34" charset="0"/>
              <a:ea typeface="宋体" panose="02010600030101010101" pitchFamily="2" charset="-122"/>
              <a:cs typeface="+mn-cs"/>
            </a:endParaRPr>
          </a:p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r>
              <a:rPr kumimoji="0" lang="en-US" altLang="zh-CN" sz="2400" b="1" i="0" u="none" strike="noStrike" kern="1200" cap="none" spc="0" normalizeH="0" baseline="0" noProof="0" dirty="0">
                <a:ln>
                  <a:noFill/>
                </a:ln>
                <a:solidFill>
                  <a:schemeClr val="tx1">
                    <a:lumMod val="50000"/>
                  </a:schemeClr>
                </a:solidFill>
                <a:effectLst/>
                <a:uLnTx/>
                <a:uFillTx/>
                <a:latin typeface="Arial" panose="020B0604020202020204" pitchFamily="34" charset="0"/>
                <a:ea typeface="宋体" panose="02010600030101010101" pitchFamily="2" charset="-122"/>
                <a:cs typeface="+mn-cs"/>
              </a:rPr>
              <a:t>1      4      6      4     1</a:t>
            </a:r>
            <a:endParaRPr kumimoji="0" lang="en-US" altLang="zh-CN" sz="2400" b="1" i="0" u="none" strike="noStrike" kern="1200" cap="none" spc="0" normalizeH="0" baseline="0" noProof="0" dirty="0">
              <a:ln>
                <a:noFill/>
              </a:ln>
              <a:solidFill>
                <a:schemeClr val="tx1">
                  <a:lumMod val="50000"/>
                </a:schemeClr>
              </a:solidFill>
              <a:effectLst/>
              <a:uLnTx/>
              <a:uFillTx/>
              <a:latin typeface="Arial" panose="020B0604020202020204" pitchFamily="34" charset="0"/>
              <a:ea typeface="宋体" panose="02010600030101010101" pitchFamily="2" charset="-122"/>
              <a:cs typeface="+mn-cs"/>
            </a:endParaRPr>
          </a:p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r>
              <a:rPr kumimoji="0" lang="en-US" altLang="zh-CN" sz="2400" b="1" i="0" u="none" strike="noStrike" kern="1200" cap="none" spc="0" normalizeH="0" baseline="0" noProof="0" dirty="0">
                <a:ln>
                  <a:noFill/>
                </a:ln>
                <a:solidFill>
                  <a:schemeClr val="tx1">
                    <a:lumMod val="50000"/>
                  </a:schemeClr>
                </a:solidFill>
                <a:effectLst/>
                <a:uLnTx/>
                <a:uFillTx/>
                <a:latin typeface="Arial" panose="020B0604020202020204" pitchFamily="34" charset="0"/>
                <a:ea typeface="宋体" panose="02010600030101010101" pitchFamily="2" charset="-122"/>
                <a:cs typeface="+mn-cs"/>
              </a:rPr>
              <a:t>1      5      10    10      5     1</a:t>
            </a:r>
            <a:endParaRPr kumimoji="0" lang="en-US" altLang="zh-CN" sz="2400" b="1" i="0" u="none" strike="noStrike" kern="1200" cap="none" spc="0" normalizeH="0" baseline="0" noProof="0" dirty="0">
              <a:ln>
                <a:noFill/>
              </a:ln>
              <a:solidFill>
                <a:schemeClr val="tx1">
                  <a:lumMod val="50000"/>
                </a:schemeClr>
              </a:solidFill>
              <a:effectLst/>
              <a:uLnTx/>
              <a:uFillTx/>
              <a:latin typeface="Arial" panose="020B0604020202020204" pitchFamily="34" charset="0"/>
              <a:ea typeface="宋体" panose="02010600030101010101" pitchFamily="2" charset="-122"/>
              <a:cs typeface="+mn-cs"/>
            </a:endParaRPr>
          </a:p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r>
              <a:rPr kumimoji="0" lang="en-US" altLang="zh-CN" sz="2400" b="1" i="0" u="none" strike="noStrike" kern="1200" cap="none" spc="0" normalizeH="0" baseline="0" noProof="0" dirty="0">
                <a:ln>
                  <a:noFill/>
                </a:ln>
                <a:solidFill>
                  <a:schemeClr val="tx1">
                    <a:lumMod val="50000"/>
                  </a:schemeClr>
                </a:solidFill>
                <a:effectLst/>
                <a:uLnTx/>
                <a:uFillTx/>
                <a:latin typeface="Arial" panose="020B0604020202020204" pitchFamily="34" charset="0"/>
                <a:ea typeface="宋体" panose="02010600030101010101" pitchFamily="2" charset="-122"/>
                <a:cs typeface="+mn-cs"/>
              </a:rPr>
              <a:t>...      ...      ...</a:t>
            </a:r>
            <a:endParaRPr kumimoji="0" lang="en-US" altLang="zh-CN" sz="2400" b="1" i="0" u="none" strike="noStrike" kern="1200" cap="none" spc="0" normalizeH="0" baseline="0" noProof="0" dirty="0">
              <a:ln>
                <a:noFill/>
              </a:ln>
              <a:solidFill>
                <a:schemeClr val="tx1">
                  <a:lumMod val="50000"/>
                </a:schemeClr>
              </a:solidFill>
              <a:effectLst/>
              <a:uLnTx/>
              <a:uFillTx/>
              <a:latin typeface="Arial" panose="020B0604020202020204" pitchFamily="34" charset="0"/>
              <a:ea typeface="宋体" panose="02010600030101010101" pitchFamily="2" charset="-122"/>
              <a:cs typeface="+mn-cs"/>
            </a:endParaRPr>
          </a:p>
        </p:txBody>
      </p:sp>
    </p:spTree>
  </p:cSld>
  <p:clrMapOvr>
    <a:masterClrMapping/>
  </p:clrMapOvr>
  <p:transition spd="slow"/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6469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564698" grpId="0" bldLvl="0" animBg="1"/>
    </p:bldLst>
  </p:timing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30" name="灯片编号占位符 3"/>
          <p:cNvSpPr txBox="1">
            <a:spLocks noGrp="1"/>
          </p:cNvSpPr>
          <p:nvPr>
            <p:ph type="sldNum" sz="quarter" idx="4"/>
          </p:nvPr>
        </p:nvSpPr>
        <p:spPr bwMode="auto"/>
        <p:txBody>
          <a:bodyPr wrap="square" lIns="91440" tIns="45720" rIns="91440" bIns="45720" numCol="1" anchor="b" anchorCtr="0" compatLnSpc="1"/>
          <a:lstStyle>
            <a:lvl1pPr eaLnBrk="0" hangingPunct="0">
              <a:defRPr sz="2000" b="1">
                <a:solidFill>
                  <a:schemeClr val="tx1"/>
                </a:solidFill>
                <a:latin typeface="Tahoma" panose="020B0604030504040204" pitchFamily="34" charset="0"/>
                <a:ea typeface="黑体" panose="02010609060101010101" pitchFamily="49" charset="-122"/>
              </a:defRPr>
            </a:lvl1pPr>
            <a:lvl2pPr marL="742950" indent="-285750" eaLnBrk="0" hangingPunct="0">
              <a:defRPr sz="2000" b="1">
                <a:solidFill>
                  <a:schemeClr val="tx1"/>
                </a:solidFill>
                <a:latin typeface="Tahoma" panose="020B0604030504040204" pitchFamily="34" charset="0"/>
                <a:ea typeface="黑体" panose="02010609060101010101" pitchFamily="49" charset="-122"/>
              </a:defRPr>
            </a:lvl2pPr>
            <a:lvl3pPr marL="1143000" indent="-228600" eaLnBrk="0" hangingPunct="0">
              <a:defRPr sz="2000" b="1">
                <a:solidFill>
                  <a:schemeClr val="tx1"/>
                </a:solidFill>
                <a:latin typeface="Tahoma" panose="020B0604030504040204" pitchFamily="34" charset="0"/>
                <a:ea typeface="黑体" panose="02010609060101010101" pitchFamily="49" charset="-122"/>
              </a:defRPr>
            </a:lvl3pPr>
            <a:lvl4pPr marL="1600200" indent="-228600" eaLnBrk="0" hangingPunct="0">
              <a:defRPr sz="2000" b="1">
                <a:solidFill>
                  <a:schemeClr val="tx1"/>
                </a:solidFill>
                <a:latin typeface="Tahoma" panose="020B0604030504040204" pitchFamily="34" charset="0"/>
                <a:ea typeface="黑体" panose="02010609060101010101" pitchFamily="49" charset="-122"/>
              </a:defRPr>
            </a:lvl4pPr>
            <a:lvl5pPr marL="2057400" indent="-228600" eaLnBrk="0" hangingPunct="0">
              <a:defRPr sz="2000" b="1">
                <a:solidFill>
                  <a:schemeClr val="tx1"/>
                </a:solidFill>
                <a:latin typeface="Tahoma" panose="020B0604030504040204" pitchFamily="34" charset="0"/>
                <a:ea typeface="黑体" panose="02010609060101010101" pitchFamily="49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000" b="1">
                <a:solidFill>
                  <a:schemeClr val="tx1"/>
                </a:solidFill>
                <a:latin typeface="Tahoma" panose="020B0604030504040204" pitchFamily="34" charset="0"/>
                <a:ea typeface="黑体" panose="02010609060101010101" pitchFamily="49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000" b="1">
                <a:solidFill>
                  <a:schemeClr val="tx1"/>
                </a:solidFill>
                <a:latin typeface="Tahoma" panose="020B0604030504040204" pitchFamily="34" charset="0"/>
                <a:ea typeface="黑体" panose="02010609060101010101" pitchFamily="49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000" b="1">
                <a:solidFill>
                  <a:schemeClr val="tx1"/>
                </a:solidFill>
                <a:latin typeface="Tahoma" panose="020B0604030504040204" pitchFamily="34" charset="0"/>
                <a:ea typeface="黑体" panose="02010609060101010101" pitchFamily="49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000" b="1">
                <a:solidFill>
                  <a:schemeClr val="tx1"/>
                </a:solidFill>
                <a:latin typeface="Tahoma" panose="020B0604030504040204" pitchFamily="34" charset="0"/>
                <a:ea typeface="黑体" panose="02010609060101010101" pitchFamily="49" charset="-122"/>
              </a:defRPr>
            </a:lvl9pPr>
          </a:lstStyle>
          <a:p>
            <a:pPr marL="0" marR="0" lvl="0" indent="0" algn="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fld id="{E6C4E507-3A8B-434B-803A-7805B49355DB}" type="slidenum">
              <a:rPr kumimoji="0" lang="en-US" altLang="zh-CN" sz="1200" b="0" i="0" u="none" strike="noStrike" kern="1200" cap="none" spc="0" normalizeH="0" baseline="0" noProof="0">
                <a:ln>
                  <a:noFill/>
                </a:ln>
                <a:solidFill>
                  <a:schemeClr val="tx1"/>
                </a:solidFill>
                <a:effectLst>
                  <a:outerShdw blurRad="38100" dist="38100" dir="2700000" algn="tl">
                    <a:srgbClr val="000000"/>
                  </a:outerShdw>
                </a:effectLst>
                <a:uLnTx/>
                <a:uFillTx/>
                <a:latin typeface="Tahoma" panose="020B0604030504040204" pitchFamily="34" charset="0"/>
                <a:ea typeface="宋体" panose="02010600030101010101" pitchFamily="2" charset="-122"/>
                <a:cs typeface="+mn-cs"/>
              </a:rPr>
            </a:fld>
            <a:endParaRPr kumimoji="0" lang="en-US" altLang="zh-CN" sz="1200" b="0" i="0" u="none" strike="noStrike" kern="1200" cap="none" spc="0" normalizeH="0" baseline="0" noProof="0">
              <a:ln>
                <a:noFill/>
              </a:ln>
              <a:solidFill>
                <a:schemeClr val="tx1"/>
              </a:solidFill>
              <a:effectLst>
                <a:outerShdw blurRad="38100" dist="38100" dir="2700000" algn="tl">
                  <a:srgbClr val="000000"/>
                </a:outerShdw>
              </a:effectLst>
              <a:uLnTx/>
              <a:uFillTx/>
              <a:latin typeface="Tahoma" panose="020B0604030504040204" pitchFamily="34" charset="0"/>
              <a:ea typeface="宋体" panose="02010600030101010101" pitchFamily="2" charset="-122"/>
              <a:cs typeface="+mn-cs"/>
            </a:endParaRPr>
          </a:p>
        </p:txBody>
      </p:sp>
      <p:sp>
        <p:nvSpPr>
          <p:cNvPr id="82947" name="Text Box 3"/>
          <p:cNvSpPr txBox="1"/>
          <p:nvPr/>
        </p:nvSpPr>
        <p:spPr>
          <a:xfrm>
            <a:off x="2713038" y="942975"/>
            <a:ext cx="576262" cy="461963"/>
          </a:xfrm>
          <a:prstGeom prst="rect">
            <a:avLst/>
          </a:prstGeom>
          <a:noFill/>
          <a:ln w="38100" cap="flat" cmpd="sng">
            <a:solidFill>
              <a:schemeClr val="tx1"/>
            </a:solidFill>
            <a:prstDash val="solid"/>
            <a:miter/>
            <a:headEnd type="none" w="med" len="med"/>
            <a:tailEnd type="none" w="med" len="med"/>
          </a:ln>
        </p:spPr>
        <p:txBody>
          <a:bodyPr>
            <a:spAutoFit/>
          </a:bodyPr>
          <a:lstStyle>
            <a:lvl1pPr marL="342900" indent="-3429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80000"/>
              <a:buFont typeface="Wingdings" panose="05000000000000000000" pitchFamily="2" charset="2"/>
              <a:buChar char="n"/>
              <a:defRPr sz="3200" b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defRPr>
            </a:lvl1pPr>
            <a:lvl2pPr marL="742950" indent="-28575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Char char="–"/>
              <a:defRPr sz="2800">
                <a:solidFill>
                  <a:schemeClr val="tx1"/>
                </a:solidFill>
                <a:effectLst/>
                <a:latin typeface="+mn-lt"/>
                <a:ea typeface="+mn-ea"/>
              </a:defRPr>
            </a:lvl2pPr>
            <a:lvl3pPr marL="11430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Font typeface="Wingdings" panose="05000000000000000000" pitchFamily="2" charset="2"/>
              <a:buChar char="§"/>
              <a:defRPr sz="2400">
                <a:solidFill>
                  <a:schemeClr val="tx1"/>
                </a:solidFill>
                <a:effectLst/>
                <a:latin typeface="+mn-lt"/>
                <a:ea typeface="+mn-ea"/>
              </a:defRPr>
            </a:lvl3pPr>
            <a:lvl4pPr marL="16002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–"/>
              <a:defRPr sz="2000">
                <a:solidFill>
                  <a:schemeClr val="tx1"/>
                </a:solidFill>
                <a:effectLst/>
                <a:latin typeface="+mn-lt"/>
                <a:ea typeface="+mn-ea"/>
              </a:defRPr>
            </a:lvl4pPr>
            <a:lvl5pPr marL="20574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effectLst/>
                <a:latin typeface="+mn-lt"/>
                <a:ea typeface="+mn-ea"/>
              </a:defRPr>
            </a:lvl5pPr>
          </a:lstStyle>
          <a:p>
            <a:pPr marL="0" lvl="0" indent="0" eaLnBrk="1" hangingPunct="1">
              <a:spcBef>
                <a:spcPct val="50000"/>
              </a:spcBef>
              <a:buClrTx/>
              <a:buSzTx/>
              <a:buFontTx/>
              <a:buNone/>
            </a:pPr>
            <a:r>
              <a:rPr lang="en-US" altLang="zh-CN" sz="2400" b="1" dirty="0">
                <a:ea typeface="黑体" panose="02010609060101010101" pitchFamily="49" charset="-122"/>
              </a:rPr>
              <a:t>1</a:t>
            </a:r>
            <a:endParaRPr lang="en-US" altLang="zh-CN" sz="2400" b="1" dirty="0">
              <a:ea typeface="黑体" panose="02010609060101010101" pitchFamily="49" charset="-122"/>
            </a:endParaRPr>
          </a:p>
        </p:txBody>
      </p:sp>
      <p:sp>
        <p:nvSpPr>
          <p:cNvPr id="82948" name="Text Box 4"/>
          <p:cNvSpPr txBox="1"/>
          <p:nvPr/>
        </p:nvSpPr>
        <p:spPr>
          <a:xfrm>
            <a:off x="3289300" y="942975"/>
            <a:ext cx="576263" cy="461963"/>
          </a:xfrm>
          <a:prstGeom prst="rect">
            <a:avLst/>
          </a:prstGeom>
          <a:noFill/>
          <a:ln w="38100" cap="flat" cmpd="sng">
            <a:solidFill>
              <a:schemeClr val="tx1"/>
            </a:solidFill>
            <a:prstDash val="solid"/>
            <a:miter/>
            <a:headEnd type="none" w="med" len="med"/>
            <a:tailEnd type="none" w="med" len="med"/>
          </a:ln>
        </p:spPr>
        <p:txBody>
          <a:bodyPr>
            <a:spAutoFit/>
          </a:bodyPr>
          <a:lstStyle>
            <a:lvl1pPr marL="342900" indent="-3429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80000"/>
              <a:buFont typeface="Wingdings" panose="05000000000000000000" pitchFamily="2" charset="2"/>
              <a:buChar char="n"/>
              <a:defRPr sz="3200" b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defRPr>
            </a:lvl1pPr>
            <a:lvl2pPr marL="742950" indent="-28575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Char char="–"/>
              <a:defRPr sz="2800">
                <a:solidFill>
                  <a:schemeClr val="tx1"/>
                </a:solidFill>
                <a:effectLst/>
                <a:latin typeface="+mn-lt"/>
                <a:ea typeface="+mn-ea"/>
              </a:defRPr>
            </a:lvl2pPr>
            <a:lvl3pPr marL="11430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Font typeface="Wingdings" panose="05000000000000000000" pitchFamily="2" charset="2"/>
              <a:buChar char="§"/>
              <a:defRPr sz="2400">
                <a:solidFill>
                  <a:schemeClr val="tx1"/>
                </a:solidFill>
                <a:effectLst/>
                <a:latin typeface="+mn-lt"/>
                <a:ea typeface="+mn-ea"/>
              </a:defRPr>
            </a:lvl3pPr>
            <a:lvl4pPr marL="16002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–"/>
              <a:defRPr sz="2000">
                <a:solidFill>
                  <a:schemeClr val="tx1"/>
                </a:solidFill>
                <a:effectLst/>
                <a:latin typeface="+mn-lt"/>
                <a:ea typeface="+mn-ea"/>
              </a:defRPr>
            </a:lvl4pPr>
            <a:lvl5pPr marL="20574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effectLst/>
                <a:latin typeface="+mn-lt"/>
                <a:ea typeface="+mn-ea"/>
              </a:defRPr>
            </a:lvl5pPr>
          </a:lstStyle>
          <a:p>
            <a:pPr marL="0" lvl="0" indent="0" eaLnBrk="1" hangingPunct="1">
              <a:spcBef>
                <a:spcPct val="50000"/>
              </a:spcBef>
              <a:buClrTx/>
              <a:buSzTx/>
              <a:buFontTx/>
              <a:buNone/>
            </a:pPr>
            <a:endParaRPr lang="zh-CN" altLang="zh-CN" sz="2400" b="1" dirty="0">
              <a:ea typeface="黑体" panose="02010609060101010101" pitchFamily="49" charset="-122"/>
            </a:endParaRPr>
          </a:p>
        </p:txBody>
      </p:sp>
      <p:sp>
        <p:nvSpPr>
          <p:cNvPr id="82949" name="Text Box 5"/>
          <p:cNvSpPr txBox="1"/>
          <p:nvPr/>
        </p:nvSpPr>
        <p:spPr>
          <a:xfrm>
            <a:off x="3865563" y="942975"/>
            <a:ext cx="576262" cy="461963"/>
          </a:xfrm>
          <a:prstGeom prst="rect">
            <a:avLst/>
          </a:prstGeom>
          <a:noFill/>
          <a:ln w="38100" cap="flat" cmpd="sng">
            <a:solidFill>
              <a:schemeClr val="tx1"/>
            </a:solidFill>
            <a:prstDash val="solid"/>
            <a:miter/>
            <a:headEnd type="none" w="med" len="med"/>
            <a:tailEnd type="none" w="med" len="med"/>
          </a:ln>
        </p:spPr>
        <p:txBody>
          <a:bodyPr>
            <a:spAutoFit/>
          </a:bodyPr>
          <a:lstStyle>
            <a:lvl1pPr marL="342900" indent="-3429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80000"/>
              <a:buFont typeface="Wingdings" panose="05000000000000000000" pitchFamily="2" charset="2"/>
              <a:buChar char="n"/>
              <a:defRPr sz="3200" b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defRPr>
            </a:lvl1pPr>
            <a:lvl2pPr marL="742950" indent="-28575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Char char="–"/>
              <a:defRPr sz="2800">
                <a:solidFill>
                  <a:schemeClr val="tx1"/>
                </a:solidFill>
                <a:effectLst/>
                <a:latin typeface="+mn-lt"/>
                <a:ea typeface="+mn-ea"/>
              </a:defRPr>
            </a:lvl2pPr>
            <a:lvl3pPr marL="11430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Font typeface="Wingdings" panose="05000000000000000000" pitchFamily="2" charset="2"/>
              <a:buChar char="§"/>
              <a:defRPr sz="2400">
                <a:solidFill>
                  <a:schemeClr val="tx1"/>
                </a:solidFill>
                <a:effectLst/>
                <a:latin typeface="+mn-lt"/>
                <a:ea typeface="+mn-ea"/>
              </a:defRPr>
            </a:lvl3pPr>
            <a:lvl4pPr marL="16002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–"/>
              <a:defRPr sz="2000">
                <a:solidFill>
                  <a:schemeClr val="tx1"/>
                </a:solidFill>
                <a:effectLst/>
                <a:latin typeface="+mn-lt"/>
                <a:ea typeface="+mn-ea"/>
              </a:defRPr>
            </a:lvl4pPr>
            <a:lvl5pPr marL="20574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effectLst/>
                <a:latin typeface="+mn-lt"/>
                <a:ea typeface="+mn-ea"/>
              </a:defRPr>
            </a:lvl5pPr>
          </a:lstStyle>
          <a:p>
            <a:pPr marL="0" lvl="0" indent="0" eaLnBrk="1" hangingPunct="1">
              <a:spcBef>
                <a:spcPct val="50000"/>
              </a:spcBef>
              <a:buClrTx/>
              <a:buSzTx/>
              <a:buFontTx/>
              <a:buNone/>
            </a:pPr>
            <a:endParaRPr lang="zh-CN" altLang="zh-CN" sz="2400" b="1" dirty="0">
              <a:ea typeface="黑体" panose="02010609060101010101" pitchFamily="49" charset="-122"/>
            </a:endParaRPr>
          </a:p>
        </p:txBody>
      </p:sp>
      <p:sp>
        <p:nvSpPr>
          <p:cNvPr id="82950" name="Text Box 6"/>
          <p:cNvSpPr txBox="1"/>
          <p:nvPr/>
        </p:nvSpPr>
        <p:spPr>
          <a:xfrm>
            <a:off x="4441825" y="942975"/>
            <a:ext cx="576263" cy="461963"/>
          </a:xfrm>
          <a:prstGeom prst="rect">
            <a:avLst/>
          </a:prstGeom>
          <a:noFill/>
          <a:ln w="38100" cap="flat" cmpd="sng">
            <a:solidFill>
              <a:schemeClr val="tx1"/>
            </a:solidFill>
            <a:prstDash val="solid"/>
            <a:miter/>
            <a:headEnd type="none" w="med" len="med"/>
            <a:tailEnd type="none" w="med" len="med"/>
          </a:ln>
        </p:spPr>
        <p:txBody>
          <a:bodyPr>
            <a:spAutoFit/>
          </a:bodyPr>
          <a:lstStyle>
            <a:lvl1pPr marL="342900" indent="-3429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80000"/>
              <a:buFont typeface="Wingdings" panose="05000000000000000000" pitchFamily="2" charset="2"/>
              <a:buChar char="n"/>
              <a:defRPr sz="3200" b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defRPr>
            </a:lvl1pPr>
            <a:lvl2pPr marL="742950" indent="-28575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Char char="–"/>
              <a:defRPr sz="2800">
                <a:solidFill>
                  <a:schemeClr val="tx1"/>
                </a:solidFill>
                <a:effectLst/>
                <a:latin typeface="+mn-lt"/>
                <a:ea typeface="+mn-ea"/>
              </a:defRPr>
            </a:lvl2pPr>
            <a:lvl3pPr marL="11430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Font typeface="Wingdings" panose="05000000000000000000" pitchFamily="2" charset="2"/>
              <a:buChar char="§"/>
              <a:defRPr sz="2400">
                <a:solidFill>
                  <a:schemeClr val="tx1"/>
                </a:solidFill>
                <a:effectLst/>
                <a:latin typeface="+mn-lt"/>
                <a:ea typeface="+mn-ea"/>
              </a:defRPr>
            </a:lvl3pPr>
            <a:lvl4pPr marL="16002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–"/>
              <a:defRPr sz="2000">
                <a:solidFill>
                  <a:schemeClr val="tx1"/>
                </a:solidFill>
                <a:effectLst/>
                <a:latin typeface="+mn-lt"/>
                <a:ea typeface="+mn-ea"/>
              </a:defRPr>
            </a:lvl4pPr>
            <a:lvl5pPr marL="20574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effectLst/>
                <a:latin typeface="+mn-lt"/>
                <a:ea typeface="+mn-ea"/>
              </a:defRPr>
            </a:lvl5pPr>
          </a:lstStyle>
          <a:p>
            <a:pPr marL="0" lvl="0" indent="0" eaLnBrk="1" hangingPunct="1">
              <a:spcBef>
                <a:spcPct val="50000"/>
              </a:spcBef>
              <a:buClrTx/>
              <a:buSzTx/>
              <a:buFontTx/>
              <a:buNone/>
            </a:pPr>
            <a:endParaRPr lang="zh-CN" altLang="zh-CN" sz="2400" b="1" dirty="0">
              <a:ea typeface="黑体" panose="02010609060101010101" pitchFamily="49" charset="-122"/>
            </a:endParaRPr>
          </a:p>
        </p:txBody>
      </p:sp>
      <p:sp>
        <p:nvSpPr>
          <p:cNvPr id="82951" name="Text Box 7"/>
          <p:cNvSpPr txBox="1"/>
          <p:nvPr/>
        </p:nvSpPr>
        <p:spPr>
          <a:xfrm>
            <a:off x="5016500" y="942975"/>
            <a:ext cx="576263" cy="461963"/>
          </a:xfrm>
          <a:prstGeom prst="rect">
            <a:avLst/>
          </a:prstGeom>
          <a:noFill/>
          <a:ln w="38100" cap="flat" cmpd="sng">
            <a:solidFill>
              <a:schemeClr val="tx1"/>
            </a:solidFill>
            <a:prstDash val="solid"/>
            <a:miter/>
            <a:headEnd type="none" w="med" len="med"/>
            <a:tailEnd type="none" w="med" len="med"/>
          </a:ln>
        </p:spPr>
        <p:txBody>
          <a:bodyPr>
            <a:spAutoFit/>
          </a:bodyPr>
          <a:lstStyle>
            <a:lvl1pPr marL="342900" indent="-3429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80000"/>
              <a:buFont typeface="Wingdings" panose="05000000000000000000" pitchFamily="2" charset="2"/>
              <a:buChar char="n"/>
              <a:defRPr sz="3200" b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defRPr>
            </a:lvl1pPr>
            <a:lvl2pPr marL="742950" indent="-28575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Char char="–"/>
              <a:defRPr sz="2800">
                <a:solidFill>
                  <a:schemeClr val="tx1"/>
                </a:solidFill>
                <a:effectLst/>
                <a:latin typeface="+mn-lt"/>
                <a:ea typeface="+mn-ea"/>
              </a:defRPr>
            </a:lvl2pPr>
            <a:lvl3pPr marL="11430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Font typeface="Wingdings" panose="05000000000000000000" pitchFamily="2" charset="2"/>
              <a:buChar char="§"/>
              <a:defRPr sz="2400">
                <a:solidFill>
                  <a:schemeClr val="tx1"/>
                </a:solidFill>
                <a:effectLst/>
                <a:latin typeface="+mn-lt"/>
                <a:ea typeface="+mn-ea"/>
              </a:defRPr>
            </a:lvl3pPr>
            <a:lvl4pPr marL="16002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–"/>
              <a:defRPr sz="2000">
                <a:solidFill>
                  <a:schemeClr val="tx1"/>
                </a:solidFill>
                <a:effectLst/>
                <a:latin typeface="+mn-lt"/>
                <a:ea typeface="+mn-ea"/>
              </a:defRPr>
            </a:lvl4pPr>
            <a:lvl5pPr marL="20574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effectLst/>
                <a:latin typeface="+mn-lt"/>
                <a:ea typeface="+mn-ea"/>
              </a:defRPr>
            </a:lvl5pPr>
          </a:lstStyle>
          <a:p>
            <a:pPr marL="0" lvl="0" indent="0" eaLnBrk="1" hangingPunct="1">
              <a:spcBef>
                <a:spcPct val="50000"/>
              </a:spcBef>
              <a:buClrTx/>
              <a:buSzTx/>
              <a:buFontTx/>
              <a:buNone/>
            </a:pPr>
            <a:endParaRPr lang="zh-CN" altLang="zh-CN" sz="2400" b="1" dirty="0">
              <a:ea typeface="黑体" panose="02010609060101010101" pitchFamily="49" charset="-122"/>
            </a:endParaRPr>
          </a:p>
        </p:txBody>
      </p:sp>
      <p:sp>
        <p:nvSpPr>
          <p:cNvPr id="82952" name="Text Box 8"/>
          <p:cNvSpPr txBox="1"/>
          <p:nvPr/>
        </p:nvSpPr>
        <p:spPr>
          <a:xfrm>
            <a:off x="5592763" y="942975"/>
            <a:ext cx="576262" cy="461963"/>
          </a:xfrm>
          <a:prstGeom prst="rect">
            <a:avLst/>
          </a:prstGeom>
          <a:noFill/>
          <a:ln w="38100" cap="flat" cmpd="sng">
            <a:solidFill>
              <a:schemeClr val="tx1"/>
            </a:solidFill>
            <a:prstDash val="solid"/>
            <a:miter/>
            <a:headEnd type="none" w="med" len="med"/>
            <a:tailEnd type="none" w="med" len="med"/>
          </a:ln>
        </p:spPr>
        <p:txBody>
          <a:bodyPr>
            <a:spAutoFit/>
          </a:bodyPr>
          <a:lstStyle>
            <a:lvl1pPr marL="342900" indent="-3429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80000"/>
              <a:buFont typeface="Wingdings" panose="05000000000000000000" pitchFamily="2" charset="2"/>
              <a:buChar char="n"/>
              <a:defRPr sz="3200" b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defRPr>
            </a:lvl1pPr>
            <a:lvl2pPr marL="742950" indent="-28575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Char char="–"/>
              <a:defRPr sz="2800">
                <a:solidFill>
                  <a:schemeClr val="tx1"/>
                </a:solidFill>
                <a:effectLst/>
                <a:latin typeface="+mn-lt"/>
                <a:ea typeface="+mn-ea"/>
              </a:defRPr>
            </a:lvl2pPr>
            <a:lvl3pPr marL="11430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Font typeface="Wingdings" panose="05000000000000000000" pitchFamily="2" charset="2"/>
              <a:buChar char="§"/>
              <a:defRPr sz="2400">
                <a:solidFill>
                  <a:schemeClr val="tx1"/>
                </a:solidFill>
                <a:effectLst/>
                <a:latin typeface="+mn-lt"/>
                <a:ea typeface="+mn-ea"/>
              </a:defRPr>
            </a:lvl3pPr>
            <a:lvl4pPr marL="16002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–"/>
              <a:defRPr sz="2000">
                <a:solidFill>
                  <a:schemeClr val="tx1"/>
                </a:solidFill>
                <a:effectLst/>
                <a:latin typeface="+mn-lt"/>
                <a:ea typeface="+mn-ea"/>
              </a:defRPr>
            </a:lvl4pPr>
            <a:lvl5pPr marL="20574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effectLst/>
                <a:latin typeface="+mn-lt"/>
                <a:ea typeface="+mn-ea"/>
              </a:defRPr>
            </a:lvl5pPr>
          </a:lstStyle>
          <a:p>
            <a:pPr marL="0" lvl="0" indent="0" eaLnBrk="1" hangingPunct="1">
              <a:spcBef>
                <a:spcPct val="50000"/>
              </a:spcBef>
              <a:buClrTx/>
              <a:buSzTx/>
              <a:buFontTx/>
              <a:buNone/>
            </a:pPr>
            <a:endParaRPr lang="zh-CN" altLang="zh-CN" sz="2400" b="1" dirty="0">
              <a:ea typeface="黑体" panose="02010609060101010101" pitchFamily="49" charset="-122"/>
            </a:endParaRPr>
          </a:p>
        </p:txBody>
      </p:sp>
      <p:sp>
        <p:nvSpPr>
          <p:cNvPr id="82953" name="Text Box 9"/>
          <p:cNvSpPr txBox="1"/>
          <p:nvPr/>
        </p:nvSpPr>
        <p:spPr>
          <a:xfrm>
            <a:off x="6169025" y="942975"/>
            <a:ext cx="576263" cy="461963"/>
          </a:xfrm>
          <a:prstGeom prst="rect">
            <a:avLst/>
          </a:prstGeom>
          <a:noFill/>
          <a:ln w="38100" cap="flat" cmpd="sng">
            <a:solidFill>
              <a:schemeClr val="tx1"/>
            </a:solidFill>
            <a:prstDash val="solid"/>
            <a:miter/>
            <a:headEnd type="none" w="med" len="med"/>
            <a:tailEnd type="none" w="med" len="med"/>
          </a:ln>
        </p:spPr>
        <p:txBody>
          <a:bodyPr>
            <a:spAutoFit/>
          </a:bodyPr>
          <a:lstStyle>
            <a:lvl1pPr marL="342900" indent="-3429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80000"/>
              <a:buFont typeface="Wingdings" panose="05000000000000000000" pitchFamily="2" charset="2"/>
              <a:buChar char="n"/>
              <a:defRPr sz="3200" b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defRPr>
            </a:lvl1pPr>
            <a:lvl2pPr marL="742950" indent="-28575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Char char="–"/>
              <a:defRPr sz="2800">
                <a:solidFill>
                  <a:schemeClr val="tx1"/>
                </a:solidFill>
                <a:effectLst/>
                <a:latin typeface="+mn-lt"/>
                <a:ea typeface="+mn-ea"/>
              </a:defRPr>
            </a:lvl2pPr>
            <a:lvl3pPr marL="11430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Font typeface="Wingdings" panose="05000000000000000000" pitchFamily="2" charset="2"/>
              <a:buChar char="§"/>
              <a:defRPr sz="2400">
                <a:solidFill>
                  <a:schemeClr val="tx1"/>
                </a:solidFill>
                <a:effectLst/>
                <a:latin typeface="+mn-lt"/>
                <a:ea typeface="+mn-ea"/>
              </a:defRPr>
            </a:lvl3pPr>
            <a:lvl4pPr marL="16002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–"/>
              <a:defRPr sz="2000">
                <a:solidFill>
                  <a:schemeClr val="tx1"/>
                </a:solidFill>
                <a:effectLst/>
                <a:latin typeface="+mn-lt"/>
                <a:ea typeface="+mn-ea"/>
              </a:defRPr>
            </a:lvl4pPr>
            <a:lvl5pPr marL="20574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effectLst/>
                <a:latin typeface="+mn-lt"/>
                <a:ea typeface="+mn-ea"/>
              </a:defRPr>
            </a:lvl5pPr>
          </a:lstStyle>
          <a:p>
            <a:pPr marL="0" lvl="0" indent="0" eaLnBrk="1" hangingPunct="1">
              <a:spcBef>
                <a:spcPct val="50000"/>
              </a:spcBef>
              <a:buClrTx/>
              <a:buSzTx/>
              <a:buFontTx/>
              <a:buNone/>
            </a:pPr>
            <a:endParaRPr lang="zh-CN" altLang="zh-CN" sz="2400" b="1" dirty="0">
              <a:ea typeface="黑体" panose="02010609060101010101" pitchFamily="49" charset="-122"/>
            </a:endParaRPr>
          </a:p>
        </p:txBody>
      </p:sp>
      <p:sp>
        <p:nvSpPr>
          <p:cNvPr id="82954" name="Text Box 10"/>
          <p:cNvSpPr txBox="1"/>
          <p:nvPr/>
        </p:nvSpPr>
        <p:spPr>
          <a:xfrm>
            <a:off x="6745288" y="942975"/>
            <a:ext cx="576262" cy="461963"/>
          </a:xfrm>
          <a:prstGeom prst="rect">
            <a:avLst/>
          </a:prstGeom>
          <a:noFill/>
          <a:ln w="38100" cap="flat" cmpd="sng">
            <a:solidFill>
              <a:schemeClr val="tx1"/>
            </a:solidFill>
            <a:prstDash val="solid"/>
            <a:miter/>
            <a:headEnd type="none" w="med" len="med"/>
            <a:tailEnd type="none" w="med" len="med"/>
          </a:ln>
        </p:spPr>
        <p:txBody>
          <a:bodyPr>
            <a:spAutoFit/>
          </a:bodyPr>
          <a:lstStyle>
            <a:lvl1pPr marL="342900" indent="-3429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80000"/>
              <a:buFont typeface="Wingdings" panose="05000000000000000000" pitchFamily="2" charset="2"/>
              <a:buChar char="n"/>
              <a:defRPr sz="3200" b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defRPr>
            </a:lvl1pPr>
            <a:lvl2pPr marL="742950" indent="-28575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Char char="–"/>
              <a:defRPr sz="2800">
                <a:solidFill>
                  <a:schemeClr val="tx1"/>
                </a:solidFill>
                <a:effectLst/>
                <a:latin typeface="+mn-lt"/>
                <a:ea typeface="+mn-ea"/>
              </a:defRPr>
            </a:lvl2pPr>
            <a:lvl3pPr marL="11430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Font typeface="Wingdings" panose="05000000000000000000" pitchFamily="2" charset="2"/>
              <a:buChar char="§"/>
              <a:defRPr sz="2400">
                <a:solidFill>
                  <a:schemeClr val="tx1"/>
                </a:solidFill>
                <a:effectLst/>
                <a:latin typeface="+mn-lt"/>
                <a:ea typeface="+mn-ea"/>
              </a:defRPr>
            </a:lvl3pPr>
            <a:lvl4pPr marL="16002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–"/>
              <a:defRPr sz="2000">
                <a:solidFill>
                  <a:schemeClr val="tx1"/>
                </a:solidFill>
                <a:effectLst/>
                <a:latin typeface="+mn-lt"/>
                <a:ea typeface="+mn-ea"/>
              </a:defRPr>
            </a:lvl4pPr>
            <a:lvl5pPr marL="20574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effectLst/>
                <a:latin typeface="+mn-lt"/>
                <a:ea typeface="+mn-ea"/>
              </a:defRPr>
            </a:lvl5pPr>
          </a:lstStyle>
          <a:p>
            <a:pPr marL="0" lvl="0" indent="0" eaLnBrk="1" hangingPunct="1">
              <a:spcBef>
                <a:spcPct val="50000"/>
              </a:spcBef>
              <a:buClrTx/>
              <a:buSzTx/>
              <a:buFontTx/>
              <a:buNone/>
            </a:pPr>
            <a:endParaRPr lang="zh-CN" altLang="zh-CN" sz="2400" b="1" dirty="0">
              <a:ea typeface="黑体" panose="02010609060101010101" pitchFamily="49" charset="-122"/>
            </a:endParaRPr>
          </a:p>
        </p:txBody>
      </p:sp>
      <p:sp>
        <p:nvSpPr>
          <p:cNvPr id="82955" name="Text Box 11"/>
          <p:cNvSpPr txBox="1"/>
          <p:nvPr/>
        </p:nvSpPr>
        <p:spPr>
          <a:xfrm>
            <a:off x="7321550" y="942975"/>
            <a:ext cx="576263" cy="461963"/>
          </a:xfrm>
          <a:prstGeom prst="rect">
            <a:avLst/>
          </a:prstGeom>
          <a:noFill/>
          <a:ln w="38100" cap="flat" cmpd="sng">
            <a:solidFill>
              <a:schemeClr val="tx1"/>
            </a:solidFill>
            <a:prstDash val="solid"/>
            <a:miter/>
            <a:headEnd type="none" w="med" len="med"/>
            <a:tailEnd type="none" w="med" len="med"/>
          </a:ln>
        </p:spPr>
        <p:txBody>
          <a:bodyPr>
            <a:spAutoFit/>
          </a:bodyPr>
          <a:lstStyle>
            <a:lvl1pPr marL="342900" indent="-3429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80000"/>
              <a:buFont typeface="Wingdings" panose="05000000000000000000" pitchFamily="2" charset="2"/>
              <a:buChar char="n"/>
              <a:defRPr sz="3200" b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defRPr>
            </a:lvl1pPr>
            <a:lvl2pPr marL="742950" indent="-28575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Char char="–"/>
              <a:defRPr sz="2800">
                <a:solidFill>
                  <a:schemeClr val="tx1"/>
                </a:solidFill>
                <a:effectLst/>
                <a:latin typeface="+mn-lt"/>
                <a:ea typeface="+mn-ea"/>
              </a:defRPr>
            </a:lvl2pPr>
            <a:lvl3pPr marL="11430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Font typeface="Wingdings" panose="05000000000000000000" pitchFamily="2" charset="2"/>
              <a:buChar char="§"/>
              <a:defRPr sz="2400">
                <a:solidFill>
                  <a:schemeClr val="tx1"/>
                </a:solidFill>
                <a:effectLst/>
                <a:latin typeface="+mn-lt"/>
                <a:ea typeface="+mn-ea"/>
              </a:defRPr>
            </a:lvl3pPr>
            <a:lvl4pPr marL="16002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–"/>
              <a:defRPr sz="2000">
                <a:solidFill>
                  <a:schemeClr val="tx1"/>
                </a:solidFill>
                <a:effectLst/>
                <a:latin typeface="+mn-lt"/>
                <a:ea typeface="+mn-ea"/>
              </a:defRPr>
            </a:lvl4pPr>
            <a:lvl5pPr marL="20574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effectLst/>
                <a:latin typeface="+mn-lt"/>
                <a:ea typeface="+mn-ea"/>
              </a:defRPr>
            </a:lvl5pPr>
          </a:lstStyle>
          <a:p>
            <a:pPr marL="0" lvl="0" indent="0" eaLnBrk="1" hangingPunct="1">
              <a:spcBef>
                <a:spcPct val="50000"/>
              </a:spcBef>
              <a:buClrTx/>
              <a:buSzTx/>
              <a:buFontTx/>
              <a:buNone/>
            </a:pPr>
            <a:endParaRPr lang="zh-CN" altLang="zh-CN" sz="2400" b="1" dirty="0">
              <a:ea typeface="黑体" panose="02010609060101010101" pitchFamily="49" charset="-122"/>
            </a:endParaRPr>
          </a:p>
        </p:txBody>
      </p:sp>
      <p:sp>
        <p:nvSpPr>
          <p:cNvPr id="82956" name="Text Box 12"/>
          <p:cNvSpPr txBox="1"/>
          <p:nvPr/>
        </p:nvSpPr>
        <p:spPr>
          <a:xfrm>
            <a:off x="7896225" y="942975"/>
            <a:ext cx="576263" cy="461963"/>
          </a:xfrm>
          <a:prstGeom prst="rect">
            <a:avLst/>
          </a:prstGeom>
          <a:noFill/>
          <a:ln w="38100" cap="flat" cmpd="sng">
            <a:solidFill>
              <a:schemeClr val="tx1"/>
            </a:solidFill>
            <a:prstDash val="solid"/>
            <a:miter/>
            <a:headEnd type="none" w="med" len="med"/>
            <a:tailEnd type="none" w="med" len="med"/>
          </a:ln>
        </p:spPr>
        <p:txBody>
          <a:bodyPr>
            <a:spAutoFit/>
          </a:bodyPr>
          <a:lstStyle>
            <a:lvl1pPr marL="342900" indent="-3429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80000"/>
              <a:buFont typeface="Wingdings" panose="05000000000000000000" pitchFamily="2" charset="2"/>
              <a:buChar char="n"/>
              <a:defRPr sz="3200" b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defRPr>
            </a:lvl1pPr>
            <a:lvl2pPr marL="742950" indent="-28575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Char char="–"/>
              <a:defRPr sz="2800">
                <a:solidFill>
                  <a:schemeClr val="tx1"/>
                </a:solidFill>
                <a:effectLst/>
                <a:latin typeface="+mn-lt"/>
                <a:ea typeface="+mn-ea"/>
              </a:defRPr>
            </a:lvl2pPr>
            <a:lvl3pPr marL="11430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Font typeface="Wingdings" panose="05000000000000000000" pitchFamily="2" charset="2"/>
              <a:buChar char="§"/>
              <a:defRPr sz="2400">
                <a:solidFill>
                  <a:schemeClr val="tx1"/>
                </a:solidFill>
                <a:effectLst/>
                <a:latin typeface="+mn-lt"/>
                <a:ea typeface="+mn-ea"/>
              </a:defRPr>
            </a:lvl3pPr>
            <a:lvl4pPr marL="16002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–"/>
              <a:defRPr sz="2000">
                <a:solidFill>
                  <a:schemeClr val="tx1"/>
                </a:solidFill>
                <a:effectLst/>
                <a:latin typeface="+mn-lt"/>
                <a:ea typeface="+mn-ea"/>
              </a:defRPr>
            </a:lvl4pPr>
            <a:lvl5pPr marL="20574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effectLst/>
                <a:latin typeface="+mn-lt"/>
                <a:ea typeface="+mn-ea"/>
              </a:defRPr>
            </a:lvl5pPr>
          </a:lstStyle>
          <a:p>
            <a:pPr marL="0" lvl="0" indent="0" eaLnBrk="1" hangingPunct="1">
              <a:spcBef>
                <a:spcPct val="50000"/>
              </a:spcBef>
              <a:buClrTx/>
              <a:buSzTx/>
              <a:buFontTx/>
              <a:buNone/>
            </a:pPr>
            <a:endParaRPr lang="zh-CN" altLang="zh-CN" sz="2400" b="1" dirty="0">
              <a:ea typeface="黑体" panose="02010609060101010101" pitchFamily="49" charset="-122"/>
            </a:endParaRPr>
          </a:p>
        </p:txBody>
      </p:sp>
      <p:sp>
        <p:nvSpPr>
          <p:cNvPr id="82957" name="Text Box 13"/>
          <p:cNvSpPr txBox="1"/>
          <p:nvPr/>
        </p:nvSpPr>
        <p:spPr>
          <a:xfrm>
            <a:off x="1847850" y="908050"/>
            <a:ext cx="576263" cy="457200"/>
          </a:xfrm>
          <a:prstGeom prst="rect">
            <a:avLst/>
          </a:prstGeom>
          <a:noFill/>
          <a:ln w="12700">
            <a:noFill/>
          </a:ln>
        </p:spPr>
        <p:txBody>
          <a:bodyPr>
            <a:spAutoFit/>
          </a:bodyPr>
          <a:lstStyle>
            <a:lvl1pPr marL="342900" indent="-3429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80000"/>
              <a:buFont typeface="Wingdings" panose="05000000000000000000" pitchFamily="2" charset="2"/>
              <a:buChar char="n"/>
              <a:defRPr sz="3200" b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defRPr>
            </a:lvl1pPr>
            <a:lvl2pPr marL="742950" indent="-28575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Char char="–"/>
              <a:defRPr sz="2800">
                <a:solidFill>
                  <a:schemeClr val="tx1"/>
                </a:solidFill>
                <a:effectLst/>
                <a:latin typeface="+mn-lt"/>
                <a:ea typeface="+mn-ea"/>
              </a:defRPr>
            </a:lvl2pPr>
            <a:lvl3pPr marL="11430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Font typeface="Wingdings" panose="05000000000000000000" pitchFamily="2" charset="2"/>
              <a:buChar char="§"/>
              <a:defRPr sz="2400">
                <a:solidFill>
                  <a:schemeClr val="tx1"/>
                </a:solidFill>
                <a:effectLst/>
                <a:latin typeface="+mn-lt"/>
                <a:ea typeface="+mn-ea"/>
              </a:defRPr>
            </a:lvl3pPr>
            <a:lvl4pPr marL="16002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–"/>
              <a:defRPr sz="2000">
                <a:solidFill>
                  <a:schemeClr val="tx1"/>
                </a:solidFill>
                <a:effectLst/>
                <a:latin typeface="+mn-lt"/>
                <a:ea typeface="+mn-ea"/>
              </a:defRPr>
            </a:lvl4pPr>
            <a:lvl5pPr marL="20574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effectLst/>
                <a:latin typeface="+mn-lt"/>
                <a:ea typeface="+mn-ea"/>
              </a:defRPr>
            </a:lvl5pPr>
          </a:lstStyle>
          <a:p>
            <a:pPr marL="0" lvl="0" indent="0" eaLnBrk="1" hangingPunct="1">
              <a:spcBef>
                <a:spcPct val="50000"/>
              </a:spcBef>
              <a:buClrTx/>
              <a:buSzTx/>
              <a:buFontTx/>
              <a:buNone/>
            </a:pPr>
            <a:r>
              <a:rPr lang="en-US" altLang="zh-CN" sz="2400" b="1" dirty="0">
                <a:ea typeface="黑体" panose="02010609060101010101" pitchFamily="49" charset="-122"/>
              </a:rPr>
              <a:t>a</a:t>
            </a:r>
            <a:endParaRPr lang="en-US" altLang="zh-CN" sz="2400" b="1" dirty="0">
              <a:ea typeface="黑体" panose="02010609060101010101" pitchFamily="49" charset="-122"/>
            </a:endParaRPr>
          </a:p>
        </p:txBody>
      </p:sp>
      <p:sp>
        <p:nvSpPr>
          <p:cNvPr id="82958" name="Text Box 14"/>
          <p:cNvSpPr txBox="1"/>
          <p:nvPr/>
        </p:nvSpPr>
        <p:spPr>
          <a:xfrm>
            <a:off x="3359150" y="393700"/>
            <a:ext cx="576263" cy="457200"/>
          </a:xfrm>
          <a:prstGeom prst="rect">
            <a:avLst/>
          </a:prstGeom>
          <a:noFill/>
          <a:ln w="12700">
            <a:noFill/>
          </a:ln>
        </p:spPr>
        <p:txBody>
          <a:bodyPr>
            <a:spAutoFit/>
          </a:bodyPr>
          <a:lstStyle>
            <a:lvl1pPr marL="342900" indent="-3429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80000"/>
              <a:buFont typeface="Wingdings" panose="05000000000000000000" pitchFamily="2" charset="2"/>
              <a:buChar char="n"/>
              <a:defRPr sz="3200" b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defRPr>
            </a:lvl1pPr>
            <a:lvl2pPr marL="742950" indent="-28575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Char char="–"/>
              <a:defRPr sz="2800">
                <a:solidFill>
                  <a:schemeClr val="tx1"/>
                </a:solidFill>
                <a:effectLst/>
                <a:latin typeface="+mn-lt"/>
                <a:ea typeface="+mn-ea"/>
              </a:defRPr>
            </a:lvl2pPr>
            <a:lvl3pPr marL="11430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Font typeface="Wingdings" panose="05000000000000000000" pitchFamily="2" charset="2"/>
              <a:buChar char="§"/>
              <a:defRPr sz="2400">
                <a:solidFill>
                  <a:schemeClr val="tx1"/>
                </a:solidFill>
                <a:effectLst/>
                <a:latin typeface="+mn-lt"/>
                <a:ea typeface="+mn-ea"/>
              </a:defRPr>
            </a:lvl3pPr>
            <a:lvl4pPr marL="16002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–"/>
              <a:defRPr sz="2000">
                <a:solidFill>
                  <a:schemeClr val="tx1"/>
                </a:solidFill>
                <a:effectLst/>
                <a:latin typeface="+mn-lt"/>
                <a:ea typeface="+mn-ea"/>
              </a:defRPr>
            </a:lvl4pPr>
            <a:lvl5pPr marL="20574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effectLst/>
                <a:latin typeface="+mn-lt"/>
                <a:ea typeface="+mn-ea"/>
              </a:defRPr>
            </a:lvl5pPr>
          </a:lstStyle>
          <a:p>
            <a:pPr marL="0" lvl="0" indent="0" eaLnBrk="1" hangingPunct="1">
              <a:spcBef>
                <a:spcPct val="50000"/>
              </a:spcBef>
              <a:buClrTx/>
              <a:buSzTx/>
              <a:buFontTx/>
              <a:buNone/>
            </a:pPr>
            <a:r>
              <a:rPr lang="en-US" altLang="zh-CN" sz="2400" b="1" dirty="0">
                <a:ea typeface="黑体" panose="02010609060101010101" pitchFamily="49" charset="-122"/>
              </a:rPr>
              <a:t>1</a:t>
            </a:r>
            <a:endParaRPr lang="en-US" altLang="zh-CN" sz="2400" b="1" dirty="0">
              <a:ea typeface="黑体" panose="02010609060101010101" pitchFamily="49" charset="-122"/>
            </a:endParaRPr>
          </a:p>
        </p:txBody>
      </p:sp>
      <p:sp>
        <p:nvSpPr>
          <p:cNvPr id="82959" name="Text Box 15"/>
          <p:cNvSpPr txBox="1"/>
          <p:nvPr/>
        </p:nvSpPr>
        <p:spPr>
          <a:xfrm>
            <a:off x="3935413" y="393700"/>
            <a:ext cx="576262" cy="457200"/>
          </a:xfrm>
          <a:prstGeom prst="rect">
            <a:avLst/>
          </a:prstGeom>
          <a:noFill/>
          <a:ln w="12700">
            <a:noFill/>
          </a:ln>
        </p:spPr>
        <p:txBody>
          <a:bodyPr>
            <a:spAutoFit/>
          </a:bodyPr>
          <a:lstStyle>
            <a:lvl1pPr marL="342900" indent="-3429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80000"/>
              <a:buFont typeface="Wingdings" panose="05000000000000000000" pitchFamily="2" charset="2"/>
              <a:buChar char="n"/>
              <a:defRPr sz="3200" b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defRPr>
            </a:lvl1pPr>
            <a:lvl2pPr marL="742950" indent="-28575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Char char="–"/>
              <a:defRPr sz="2800">
                <a:solidFill>
                  <a:schemeClr val="tx1"/>
                </a:solidFill>
                <a:effectLst/>
                <a:latin typeface="+mn-lt"/>
                <a:ea typeface="+mn-ea"/>
              </a:defRPr>
            </a:lvl2pPr>
            <a:lvl3pPr marL="11430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Font typeface="Wingdings" panose="05000000000000000000" pitchFamily="2" charset="2"/>
              <a:buChar char="§"/>
              <a:defRPr sz="2400">
                <a:solidFill>
                  <a:schemeClr val="tx1"/>
                </a:solidFill>
                <a:effectLst/>
                <a:latin typeface="+mn-lt"/>
                <a:ea typeface="+mn-ea"/>
              </a:defRPr>
            </a:lvl3pPr>
            <a:lvl4pPr marL="16002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–"/>
              <a:defRPr sz="2000">
                <a:solidFill>
                  <a:schemeClr val="tx1"/>
                </a:solidFill>
                <a:effectLst/>
                <a:latin typeface="+mn-lt"/>
                <a:ea typeface="+mn-ea"/>
              </a:defRPr>
            </a:lvl4pPr>
            <a:lvl5pPr marL="20574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effectLst/>
                <a:latin typeface="+mn-lt"/>
                <a:ea typeface="+mn-ea"/>
              </a:defRPr>
            </a:lvl5pPr>
          </a:lstStyle>
          <a:p>
            <a:pPr marL="0" lvl="0" indent="0" eaLnBrk="1" hangingPunct="1">
              <a:spcBef>
                <a:spcPct val="50000"/>
              </a:spcBef>
              <a:buClrTx/>
              <a:buSzTx/>
              <a:buFontTx/>
              <a:buNone/>
            </a:pPr>
            <a:r>
              <a:rPr lang="en-US" altLang="zh-CN" sz="2400" b="1" dirty="0">
                <a:ea typeface="黑体" panose="02010609060101010101" pitchFamily="49" charset="-122"/>
              </a:rPr>
              <a:t>2</a:t>
            </a:r>
            <a:endParaRPr lang="en-US" altLang="zh-CN" sz="2400" b="1" dirty="0">
              <a:ea typeface="黑体" panose="02010609060101010101" pitchFamily="49" charset="-122"/>
            </a:endParaRPr>
          </a:p>
        </p:txBody>
      </p:sp>
      <p:sp>
        <p:nvSpPr>
          <p:cNvPr id="82960" name="Text Box 16"/>
          <p:cNvSpPr txBox="1"/>
          <p:nvPr/>
        </p:nvSpPr>
        <p:spPr>
          <a:xfrm>
            <a:off x="4511675" y="393700"/>
            <a:ext cx="576263" cy="457200"/>
          </a:xfrm>
          <a:prstGeom prst="rect">
            <a:avLst/>
          </a:prstGeom>
          <a:noFill/>
          <a:ln w="12700">
            <a:noFill/>
          </a:ln>
        </p:spPr>
        <p:txBody>
          <a:bodyPr>
            <a:spAutoFit/>
          </a:bodyPr>
          <a:lstStyle>
            <a:lvl1pPr marL="342900" indent="-3429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80000"/>
              <a:buFont typeface="Wingdings" panose="05000000000000000000" pitchFamily="2" charset="2"/>
              <a:buChar char="n"/>
              <a:defRPr sz="3200" b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defRPr>
            </a:lvl1pPr>
            <a:lvl2pPr marL="742950" indent="-28575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Char char="–"/>
              <a:defRPr sz="2800">
                <a:solidFill>
                  <a:schemeClr val="tx1"/>
                </a:solidFill>
                <a:effectLst/>
                <a:latin typeface="+mn-lt"/>
                <a:ea typeface="+mn-ea"/>
              </a:defRPr>
            </a:lvl2pPr>
            <a:lvl3pPr marL="11430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Font typeface="Wingdings" panose="05000000000000000000" pitchFamily="2" charset="2"/>
              <a:buChar char="§"/>
              <a:defRPr sz="2400">
                <a:solidFill>
                  <a:schemeClr val="tx1"/>
                </a:solidFill>
                <a:effectLst/>
                <a:latin typeface="+mn-lt"/>
                <a:ea typeface="+mn-ea"/>
              </a:defRPr>
            </a:lvl3pPr>
            <a:lvl4pPr marL="16002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–"/>
              <a:defRPr sz="2000">
                <a:solidFill>
                  <a:schemeClr val="tx1"/>
                </a:solidFill>
                <a:effectLst/>
                <a:latin typeface="+mn-lt"/>
                <a:ea typeface="+mn-ea"/>
              </a:defRPr>
            </a:lvl4pPr>
            <a:lvl5pPr marL="20574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effectLst/>
                <a:latin typeface="+mn-lt"/>
                <a:ea typeface="+mn-ea"/>
              </a:defRPr>
            </a:lvl5pPr>
          </a:lstStyle>
          <a:p>
            <a:pPr marL="0" lvl="0" indent="0" eaLnBrk="1" hangingPunct="1">
              <a:spcBef>
                <a:spcPct val="50000"/>
              </a:spcBef>
              <a:buClrTx/>
              <a:buSzTx/>
              <a:buFontTx/>
              <a:buNone/>
            </a:pPr>
            <a:r>
              <a:rPr lang="en-US" altLang="zh-CN" sz="2400" b="1" dirty="0">
                <a:ea typeface="黑体" panose="02010609060101010101" pitchFamily="49" charset="-122"/>
              </a:rPr>
              <a:t>3</a:t>
            </a:r>
            <a:endParaRPr lang="en-US" altLang="zh-CN" sz="2400" b="1" dirty="0">
              <a:ea typeface="黑体" panose="02010609060101010101" pitchFamily="49" charset="-122"/>
            </a:endParaRPr>
          </a:p>
        </p:txBody>
      </p:sp>
      <p:sp>
        <p:nvSpPr>
          <p:cNvPr id="82961" name="Text Box 17"/>
          <p:cNvSpPr txBox="1"/>
          <p:nvPr/>
        </p:nvSpPr>
        <p:spPr>
          <a:xfrm>
            <a:off x="5087938" y="393700"/>
            <a:ext cx="576262" cy="457200"/>
          </a:xfrm>
          <a:prstGeom prst="rect">
            <a:avLst/>
          </a:prstGeom>
          <a:noFill/>
          <a:ln w="12700">
            <a:noFill/>
          </a:ln>
        </p:spPr>
        <p:txBody>
          <a:bodyPr>
            <a:spAutoFit/>
          </a:bodyPr>
          <a:lstStyle>
            <a:lvl1pPr marL="342900" indent="-3429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80000"/>
              <a:buFont typeface="Wingdings" panose="05000000000000000000" pitchFamily="2" charset="2"/>
              <a:buChar char="n"/>
              <a:defRPr sz="3200" b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defRPr>
            </a:lvl1pPr>
            <a:lvl2pPr marL="742950" indent="-28575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Char char="–"/>
              <a:defRPr sz="2800">
                <a:solidFill>
                  <a:schemeClr val="tx1"/>
                </a:solidFill>
                <a:effectLst/>
                <a:latin typeface="+mn-lt"/>
                <a:ea typeface="+mn-ea"/>
              </a:defRPr>
            </a:lvl2pPr>
            <a:lvl3pPr marL="11430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Font typeface="Wingdings" panose="05000000000000000000" pitchFamily="2" charset="2"/>
              <a:buChar char="§"/>
              <a:defRPr sz="2400">
                <a:solidFill>
                  <a:schemeClr val="tx1"/>
                </a:solidFill>
                <a:effectLst/>
                <a:latin typeface="+mn-lt"/>
                <a:ea typeface="+mn-ea"/>
              </a:defRPr>
            </a:lvl3pPr>
            <a:lvl4pPr marL="16002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–"/>
              <a:defRPr sz="2000">
                <a:solidFill>
                  <a:schemeClr val="tx1"/>
                </a:solidFill>
                <a:effectLst/>
                <a:latin typeface="+mn-lt"/>
                <a:ea typeface="+mn-ea"/>
              </a:defRPr>
            </a:lvl4pPr>
            <a:lvl5pPr marL="20574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effectLst/>
                <a:latin typeface="+mn-lt"/>
                <a:ea typeface="+mn-ea"/>
              </a:defRPr>
            </a:lvl5pPr>
          </a:lstStyle>
          <a:p>
            <a:pPr marL="0" lvl="0" indent="0" eaLnBrk="1" hangingPunct="1">
              <a:spcBef>
                <a:spcPct val="50000"/>
              </a:spcBef>
              <a:buClrTx/>
              <a:buSzTx/>
              <a:buFontTx/>
              <a:buNone/>
            </a:pPr>
            <a:r>
              <a:rPr lang="en-US" altLang="zh-CN" sz="2400" b="1" dirty="0">
                <a:ea typeface="黑体" panose="02010609060101010101" pitchFamily="49" charset="-122"/>
              </a:rPr>
              <a:t>4</a:t>
            </a:r>
            <a:endParaRPr lang="en-US" altLang="zh-CN" sz="2400" b="1" dirty="0">
              <a:ea typeface="黑体" panose="02010609060101010101" pitchFamily="49" charset="-122"/>
            </a:endParaRPr>
          </a:p>
        </p:txBody>
      </p:sp>
      <p:sp>
        <p:nvSpPr>
          <p:cNvPr id="82962" name="Text Box 18"/>
          <p:cNvSpPr txBox="1"/>
          <p:nvPr/>
        </p:nvSpPr>
        <p:spPr>
          <a:xfrm>
            <a:off x="5662613" y="393700"/>
            <a:ext cx="576262" cy="457200"/>
          </a:xfrm>
          <a:prstGeom prst="rect">
            <a:avLst/>
          </a:prstGeom>
          <a:noFill/>
          <a:ln w="12700">
            <a:noFill/>
          </a:ln>
        </p:spPr>
        <p:txBody>
          <a:bodyPr>
            <a:spAutoFit/>
          </a:bodyPr>
          <a:lstStyle>
            <a:lvl1pPr marL="342900" indent="-3429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80000"/>
              <a:buFont typeface="Wingdings" panose="05000000000000000000" pitchFamily="2" charset="2"/>
              <a:buChar char="n"/>
              <a:defRPr sz="3200" b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defRPr>
            </a:lvl1pPr>
            <a:lvl2pPr marL="742950" indent="-28575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Char char="–"/>
              <a:defRPr sz="2800">
                <a:solidFill>
                  <a:schemeClr val="tx1"/>
                </a:solidFill>
                <a:effectLst/>
                <a:latin typeface="+mn-lt"/>
                <a:ea typeface="+mn-ea"/>
              </a:defRPr>
            </a:lvl2pPr>
            <a:lvl3pPr marL="11430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Font typeface="Wingdings" panose="05000000000000000000" pitchFamily="2" charset="2"/>
              <a:buChar char="§"/>
              <a:defRPr sz="2400">
                <a:solidFill>
                  <a:schemeClr val="tx1"/>
                </a:solidFill>
                <a:effectLst/>
                <a:latin typeface="+mn-lt"/>
                <a:ea typeface="+mn-ea"/>
              </a:defRPr>
            </a:lvl3pPr>
            <a:lvl4pPr marL="16002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–"/>
              <a:defRPr sz="2000">
                <a:solidFill>
                  <a:schemeClr val="tx1"/>
                </a:solidFill>
                <a:effectLst/>
                <a:latin typeface="+mn-lt"/>
                <a:ea typeface="+mn-ea"/>
              </a:defRPr>
            </a:lvl4pPr>
            <a:lvl5pPr marL="20574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effectLst/>
                <a:latin typeface="+mn-lt"/>
                <a:ea typeface="+mn-ea"/>
              </a:defRPr>
            </a:lvl5pPr>
          </a:lstStyle>
          <a:p>
            <a:pPr marL="0" lvl="0" indent="0" eaLnBrk="1" hangingPunct="1">
              <a:spcBef>
                <a:spcPct val="50000"/>
              </a:spcBef>
              <a:buClrTx/>
              <a:buSzTx/>
              <a:buFontTx/>
              <a:buNone/>
            </a:pPr>
            <a:r>
              <a:rPr lang="en-US" altLang="zh-CN" sz="2400" b="1" dirty="0">
                <a:ea typeface="黑体" panose="02010609060101010101" pitchFamily="49" charset="-122"/>
              </a:rPr>
              <a:t>5</a:t>
            </a:r>
            <a:endParaRPr lang="en-US" altLang="zh-CN" sz="2400" b="1" dirty="0">
              <a:ea typeface="黑体" panose="02010609060101010101" pitchFamily="49" charset="-122"/>
            </a:endParaRPr>
          </a:p>
        </p:txBody>
      </p:sp>
      <p:sp>
        <p:nvSpPr>
          <p:cNvPr id="82963" name="Text Box 19"/>
          <p:cNvSpPr txBox="1"/>
          <p:nvPr/>
        </p:nvSpPr>
        <p:spPr>
          <a:xfrm>
            <a:off x="6238875" y="393700"/>
            <a:ext cx="576263" cy="457200"/>
          </a:xfrm>
          <a:prstGeom prst="rect">
            <a:avLst/>
          </a:prstGeom>
          <a:noFill/>
          <a:ln w="12700">
            <a:noFill/>
          </a:ln>
        </p:spPr>
        <p:txBody>
          <a:bodyPr>
            <a:spAutoFit/>
          </a:bodyPr>
          <a:lstStyle>
            <a:lvl1pPr marL="342900" indent="-3429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80000"/>
              <a:buFont typeface="Wingdings" panose="05000000000000000000" pitchFamily="2" charset="2"/>
              <a:buChar char="n"/>
              <a:defRPr sz="3200" b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defRPr>
            </a:lvl1pPr>
            <a:lvl2pPr marL="742950" indent="-28575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Char char="–"/>
              <a:defRPr sz="2800">
                <a:solidFill>
                  <a:schemeClr val="tx1"/>
                </a:solidFill>
                <a:effectLst/>
                <a:latin typeface="+mn-lt"/>
                <a:ea typeface="+mn-ea"/>
              </a:defRPr>
            </a:lvl2pPr>
            <a:lvl3pPr marL="11430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Font typeface="Wingdings" panose="05000000000000000000" pitchFamily="2" charset="2"/>
              <a:buChar char="§"/>
              <a:defRPr sz="2400">
                <a:solidFill>
                  <a:schemeClr val="tx1"/>
                </a:solidFill>
                <a:effectLst/>
                <a:latin typeface="+mn-lt"/>
                <a:ea typeface="+mn-ea"/>
              </a:defRPr>
            </a:lvl3pPr>
            <a:lvl4pPr marL="16002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–"/>
              <a:defRPr sz="2000">
                <a:solidFill>
                  <a:schemeClr val="tx1"/>
                </a:solidFill>
                <a:effectLst/>
                <a:latin typeface="+mn-lt"/>
                <a:ea typeface="+mn-ea"/>
              </a:defRPr>
            </a:lvl4pPr>
            <a:lvl5pPr marL="20574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effectLst/>
                <a:latin typeface="+mn-lt"/>
                <a:ea typeface="+mn-ea"/>
              </a:defRPr>
            </a:lvl5pPr>
          </a:lstStyle>
          <a:p>
            <a:pPr marL="0" lvl="0" indent="0" eaLnBrk="1" hangingPunct="1">
              <a:spcBef>
                <a:spcPct val="50000"/>
              </a:spcBef>
              <a:buClrTx/>
              <a:buSzTx/>
              <a:buFontTx/>
              <a:buNone/>
            </a:pPr>
            <a:r>
              <a:rPr lang="en-US" altLang="zh-CN" sz="2400" b="1" dirty="0">
                <a:ea typeface="黑体" panose="02010609060101010101" pitchFamily="49" charset="-122"/>
              </a:rPr>
              <a:t>6</a:t>
            </a:r>
            <a:endParaRPr lang="en-US" altLang="zh-CN" sz="2400" b="1" dirty="0">
              <a:ea typeface="黑体" panose="02010609060101010101" pitchFamily="49" charset="-122"/>
            </a:endParaRPr>
          </a:p>
        </p:txBody>
      </p:sp>
      <p:sp>
        <p:nvSpPr>
          <p:cNvPr id="82964" name="Text Box 20"/>
          <p:cNvSpPr txBox="1"/>
          <p:nvPr/>
        </p:nvSpPr>
        <p:spPr>
          <a:xfrm>
            <a:off x="6815138" y="393700"/>
            <a:ext cx="576262" cy="457200"/>
          </a:xfrm>
          <a:prstGeom prst="rect">
            <a:avLst/>
          </a:prstGeom>
          <a:noFill/>
          <a:ln w="12700">
            <a:noFill/>
          </a:ln>
        </p:spPr>
        <p:txBody>
          <a:bodyPr>
            <a:spAutoFit/>
          </a:bodyPr>
          <a:lstStyle>
            <a:lvl1pPr marL="342900" indent="-3429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80000"/>
              <a:buFont typeface="Wingdings" panose="05000000000000000000" pitchFamily="2" charset="2"/>
              <a:buChar char="n"/>
              <a:defRPr sz="3200" b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defRPr>
            </a:lvl1pPr>
            <a:lvl2pPr marL="742950" indent="-28575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Char char="–"/>
              <a:defRPr sz="2800">
                <a:solidFill>
                  <a:schemeClr val="tx1"/>
                </a:solidFill>
                <a:effectLst/>
                <a:latin typeface="+mn-lt"/>
                <a:ea typeface="+mn-ea"/>
              </a:defRPr>
            </a:lvl2pPr>
            <a:lvl3pPr marL="11430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Font typeface="Wingdings" panose="05000000000000000000" pitchFamily="2" charset="2"/>
              <a:buChar char="§"/>
              <a:defRPr sz="2400">
                <a:solidFill>
                  <a:schemeClr val="tx1"/>
                </a:solidFill>
                <a:effectLst/>
                <a:latin typeface="+mn-lt"/>
                <a:ea typeface="+mn-ea"/>
              </a:defRPr>
            </a:lvl3pPr>
            <a:lvl4pPr marL="16002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–"/>
              <a:defRPr sz="2000">
                <a:solidFill>
                  <a:schemeClr val="tx1"/>
                </a:solidFill>
                <a:effectLst/>
                <a:latin typeface="+mn-lt"/>
                <a:ea typeface="+mn-ea"/>
              </a:defRPr>
            </a:lvl4pPr>
            <a:lvl5pPr marL="20574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effectLst/>
                <a:latin typeface="+mn-lt"/>
                <a:ea typeface="+mn-ea"/>
              </a:defRPr>
            </a:lvl5pPr>
          </a:lstStyle>
          <a:p>
            <a:pPr marL="0" lvl="0" indent="0" eaLnBrk="1" hangingPunct="1">
              <a:spcBef>
                <a:spcPct val="50000"/>
              </a:spcBef>
              <a:buClrTx/>
              <a:buSzTx/>
              <a:buFontTx/>
              <a:buNone/>
            </a:pPr>
            <a:r>
              <a:rPr lang="en-US" altLang="zh-CN" sz="2400" b="1" dirty="0">
                <a:ea typeface="黑体" panose="02010609060101010101" pitchFamily="49" charset="-122"/>
              </a:rPr>
              <a:t>7</a:t>
            </a:r>
            <a:endParaRPr lang="en-US" altLang="zh-CN" sz="2400" b="1" dirty="0">
              <a:ea typeface="黑体" panose="02010609060101010101" pitchFamily="49" charset="-122"/>
            </a:endParaRPr>
          </a:p>
        </p:txBody>
      </p:sp>
      <p:sp>
        <p:nvSpPr>
          <p:cNvPr id="82965" name="Text Box 21"/>
          <p:cNvSpPr txBox="1"/>
          <p:nvPr/>
        </p:nvSpPr>
        <p:spPr>
          <a:xfrm>
            <a:off x="7391400" y="393700"/>
            <a:ext cx="576263" cy="457200"/>
          </a:xfrm>
          <a:prstGeom prst="rect">
            <a:avLst/>
          </a:prstGeom>
          <a:noFill/>
          <a:ln w="12700">
            <a:noFill/>
          </a:ln>
        </p:spPr>
        <p:txBody>
          <a:bodyPr>
            <a:spAutoFit/>
          </a:bodyPr>
          <a:lstStyle>
            <a:lvl1pPr marL="342900" indent="-3429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80000"/>
              <a:buFont typeface="Wingdings" panose="05000000000000000000" pitchFamily="2" charset="2"/>
              <a:buChar char="n"/>
              <a:defRPr sz="3200" b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defRPr>
            </a:lvl1pPr>
            <a:lvl2pPr marL="742950" indent="-28575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Char char="–"/>
              <a:defRPr sz="2800">
                <a:solidFill>
                  <a:schemeClr val="tx1"/>
                </a:solidFill>
                <a:effectLst/>
                <a:latin typeface="+mn-lt"/>
                <a:ea typeface="+mn-ea"/>
              </a:defRPr>
            </a:lvl2pPr>
            <a:lvl3pPr marL="11430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Font typeface="Wingdings" panose="05000000000000000000" pitchFamily="2" charset="2"/>
              <a:buChar char="§"/>
              <a:defRPr sz="2400">
                <a:solidFill>
                  <a:schemeClr val="tx1"/>
                </a:solidFill>
                <a:effectLst/>
                <a:latin typeface="+mn-lt"/>
                <a:ea typeface="+mn-ea"/>
              </a:defRPr>
            </a:lvl3pPr>
            <a:lvl4pPr marL="16002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–"/>
              <a:defRPr sz="2000">
                <a:solidFill>
                  <a:schemeClr val="tx1"/>
                </a:solidFill>
                <a:effectLst/>
                <a:latin typeface="+mn-lt"/>
                <a:ea typeface="+mn-ea"/>
              </a:defRPr>
            </a:lvl4pPr>
            <a:lvl5pPr marL="20574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effectLst/>
                <a:latin typeface="+mn-lt"/>
                <a:ea typeface="+mn-ea"/>
              </a:defRPr>
            </a:lvl5pPr>
          </a:lstStyle>
          <a:p>
            <a:pPr marL="0" lvl="0" indent="0" eaLnBrk="1" hangingPunct="1">
              <a:spcBef>
                <a:spcPct val="50000"/>
              </a:spcBef>
              <a:buClrTx/>
              <a:buSzTx/>
              <a:buFontTx/>
              <a:buNone/>
            </a:pPr>
            <a:r>
              <a:rPr lang="en-US" altLang="zh-CN" sz="2400" b="1" dirty="0">
                <a:ea typeface="黑体" panose="02010609060101010101" pitchFamily="49" charset="-122"/>
              </a:rPr>
              <a:t>8</a:t>
            </a:r>
            <a:endParaRPr lang="en-US" altLang="zh-CN" sz="2400" b="1" dirty="0">
              <a:ea typeface="黑体" panose="02010609060101010101" pitchFamily="49" charset="-122"/>
            </a:endParaRPr>
          </a:p>
        </p:txBody>
      </p:sp>
      <p:sp>
        <p:nvSpPr>
          <p:cNvPr id="82966" name="Text Box 22"/>
          <p:cNvSpPr txBox="1"/>
          <p:nvPr/>
        </p:nvSpPr>
        <p:spPr>
          <a:xfrm>
            <a:off x="7967663" y="393700"/>
            <a:ext cx="576262" cy="457200"/>
          </a:xfrm>
          <a:prstGeom prst="rect">
            <a:avLst/>
          </a:prstGeom>
          <a:noFill/>
          <a:ln w="12700">
            <a:noFill/>
          </a:ln>
        </p:spPr>
        <p:txBody>
          <a:bodyPr>
            <a:spAutoFit/>
          </a:bodyPr>
          <a:lstStyle>
            <a:lvl1pPr marL="342900" indent="-3429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80000"/>
              <a:buFont typeface="Wingdings" panose="05000000000000000000" pitchFamily="2" charset="2"/>
              <a:buChar char="n"/>
              <a:defRPr sz="3200" b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defRPr>
            </a:lvl1pPr>
            <a:lvl2pPr marL="742950" indent="-28575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Char char="–"/>
              <a:defRPr sz="2800">
                <a:solidFill>
                  <a:schemeClr val="tx1"/>
                </a:solidFill>
                <a:effectLst/>
                <a:latin typeface="+mn-lt"/>
                <a:ea typeface="+mn-ea"/>
              </a:defRPr>
            </a:lvl2pPr>
            <a:lvl3pPr marL="11430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Font typeface="Wingdings" panose="05000000000000000000" pitchFamily="2" charset="2"/>
              <a:buChar char="§"/>
              <a:defRPr sz="2400">
                <a:solidFill>
                  <a:schemeClr val="tx1"/>
                </a:solidFill>
                <a:effectLst/>
                <a:latin typeface="+mn-lt"/>
                <a:ea typeface="+mn-ea"/>
              </a:defRPr>
            </a:lvl3pPr>
            <a:lvl4pPr marL="16002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–"/>
              <a:defRPr sz="2000">
                <a:solidFill>
                  <a:schemeClr val="tx1"/>
                </a:solidFill>
                <a:effectLst/>
                <a:latin typeface="+mn-lt"/>
                <a:ea typeface="+mn-ea"/>
              </a:defRPr>
            </a:lvl4pPr>
            <a:lvl5pPr marL="20574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effectLst/>
                <a:latin typeface="+mn-lt"/>
                <a:ea typeface="+mn-ea"/>
              </a:defRPr>
            </a:lvl5pPr>
          </a:lstStyle>
          <a:p>
            <a:pPr marL="0" lvl="0" indent="0" eaLnBrk="1" hangingPunct="1">
              <a:spcBef>
                <a:spcPct val="50000"/>
              </a:spcBef>
              <a:buClrTx/>
              <a:buSzTx/>
              <a:buFontTx/>
              <a:buNone/>
            </a:pPr>
            <a:r>
              <a:rPr lang="en-US" altLang="zh-CN" sz="2400" b="1" dirty="0">
                <a:ea typeface="黑体" panose="02010609060101010101" pitchFamily="49" charset="-122"/>
              </a:rPr>
              <a:t>9</a:t>
            </a:r>
            <a:endParaRPr lang="en-US" altLang="zh-CN" sz="2400" b="1" dirty="0">
              <a:ea typeface="黑体" panose="02010609060101010101" pitchFamily="49" charset="-122"/>
            </a:endParaRPr>
          </a:p>
        </p:txBody>
      </p:sp>
      <p:sp>
        <p:nvSpPr>
          <p:cNvPr id="82967" name="Text Box 23"/>
          <p:cNvSpPr txBox="1"/>
          <p:nvPr/>
        </p:nvSpPr>
        <p:spPr>
          <a:xfrm>
            <a:off x="2711450" y="404813"/>
            <a:ext cx="576263" cy="457200"/>
          </a:xfrm>
          <a:prstGeom prst="rect">
            <a:avLst/>
          </a:prstGeom>
          <a:noFill/>
          <a:ln w="12700">
            <a:noFill/>
          </a:ln>
        </p:spPr>
        <p:txBody>
          <a:bodyPr>
            <a:spAutoFit/>
          </a:bodyPr>
          <a:lstStyle>
            <a:lvl1pPr marL="342900" indent="-3429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80000"/>
              <a:buFont typeface="Wingdings" panose="05000000000000000000" pitchFamily="2" charset="2"/>
              <a:buChar char="n"/>
              <a:defRPr sz="3200" b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defRPr>
            </a:lvl1pPr>
            <a:lvl2pPr marL="742950" indent="-28575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Char char="–"/>
              <a:defRPr sz="2800">
                <a:solidFill>
                  <a:schemeClr val="tx1"/>
                </a:solidFill>
                <a:effectLst/>
                <a:latin typeface="+mn-lt"/>
                <a:ea typeface="+mn-ea"/>
              </a:defRPr>
            </a:lvl2pPr>
            <a:lvl3pPr marL="11430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Font typeface="Wingdings" panose="05000000000000000000" pitchFamily="2" charset="2"/>
              <a:buChar char="§"/>
              <a:defRPr sz="2400">
                <a:solidFill>
                  <a:schemeClr val="tx1"/>
                </a:solidFill>
                <a:effectLst/>
                <a:latin typeface="+mn-lt"/>
                <a:ea typeface="+mn-ea"/>
              </a:defRPr>
            </a:lvl3pPr>
            <a:lvl4pPr marL="16002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–"/>
              <a:defRPr sz="2000">
                <a:solidFill>
                  <a:schemeClr val="tx1"/>
                </a:solidFill>
                <a:effectLst/>
                <a:latin typeface="+mn-lt"/>
                <a:ea typeface="+mn-ea"/>
              </a:defRPr>
            </a:lvl4pPr>
            <a:lvl5pPr marL="20574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effectLst/>
                <a:latin typeface="+mn-lt"/>
                <a:ea typeface="+mn-ea"/>
              </a:defRPr>
            </a:lvl5pPr>
          </a:lstStyle>
          <a:p>
            <a:pPr marL="0" lvl="0" indent="0" eaLnBrk="1" hangingPunct="1">
              <a:spcBef>
                <a:spcPct val="50000"/>
              </a:spcBef>
              <a:buClrTx/>
              <a:buSzTx/>
              <a:buFontTx/>
              <a:buNone/>
            </a:pPr>
            <a:r>
              <a:rPr lang="en-US" altLang="zh-CN" sz="2400" b="1" dirty="0">
                <a:ea typeface="黑体" panose="02010609060101010101" pitchFamily="49" charset="-122"/>
              </a:rPr>
              <a:t>0</a:t>
            </a:r>
            <a:endParaRPr lang="en-US" altLang="zh-CN" sz="2400" b="1" dirty="0">
              <a:ea typeface="黑体" panose="02010609060101010101" pitchFamily="49" charset="-122"/>
            </a:endParaRPr>
          </a:p>
        </p:txBody>
      </p:sp>
      <p:sp>
        <p:nvSpPr>
          <p:cNvPr id="82968" name="Text Box 24"/>
          <p:cNvSpPr txBox="1"/>
          <p:nvPr/>
        </p:nvSpPr>
        <p:spPr>
          <a:xfrm>
            <a:off x="1703388" y="404813"/>
            <a:ext cx="1042987" cy="457200"/>
          </a:xfrm>
          <a:prstGeom prst="rect">
            <a:avLst/>
          </a:prstGeom>
          <a:noFill/>
          <a:ln w="12700">
            <a:noFill/>
          </a:ln>
        </p:spPr>
        <p:txBody>
          <a:bodyPr>
            <a:spAutoFit/>
          </a:bodyPr>
          <a:lstStyle>
            <a:lvl1pPr marL="342900" indent="-3429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80000"/>
              <a:buFont typeface="Wingdings" panose="05000000000000000000" pitchFamily="2" charset="2"/>
              <a:buChar char="n"/>
              <a:defRPr sz="3200" b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defRPr>
            </a:lvl1pPr>
            <a:lvl2pPr marL="742950" indent="-28575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Char char="–"/>
              <a:defRPr sz="2800">
                <a:solidFill>
                  <a:schemeClr val="tx1"/>
                </a:solidFill>
                <a:effectLst/>
                <a:latin typeface="+mn-lt"/>
                <a:ea typeface="+mn-ea"/>
              </a:defRPr>
            </a:lvl2pPr>
            <a:lvl3pPr marL="11430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Font typeface="Wingdings" panose="05000000000000000000" pitchFamily="2" charset="2"/>
              <a:buChar char="§"/>
              <a:defRPr sz="2400">
                <a:solidFill>
                  <a:schemeClr val="tx1"/>
                </a:solidFill>
                <a:effectLst/>
                <a:latin typeface="+mn-lt"/>
                <a:ea typeface="+mn-ea"/>
              </a:defRPr>
            </a:lvl3pPr>
            <a:lvl4pPr marL="16002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–"/>
              <a:defRPr sz="2000">
                <a:solidFill>
                  <a:schemeClr val="tx1"/>
                </a:solidFill>
                <a:effectLst/>
                <a:latin typeface="+mn-lt"/>
                <a:ea typeface="+mn-ea"/>
              </a:defRPr>
            </a:lvl4pPr>
            <a:lvl5pPr marL="20574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effectLst/>
                <a:latin typeface="+mn-lt"/>
                <a:ea typeface="+mn-ea"/>
              </a:defRPr>
            </a:lvl5pPr>
          </a:lstStyle>
          <a:p>
            <a:pPr marL="0" lvl="0" indent="0" eaLnBrk="1" hangingPunct="1">
              <a:spcBef>
                <a:spcPct val="50000"/>
              </a:spcBef>
              <a:buClrTx/>
              <a:buSzTx/>
              <a:buFontTx/>
              <a:buNone/>
            </a:pPr>
            <a:r>
              <a:rPr lang="zh-CN" altLang="en-US" sz="2400" b="1" dirty="0">
                <a:ea typeface="黑体" panose="02010609060101010101" pitchFamily="49" charset="-122"/>
              </a:rPr>
              <a:t>下标</a:t>
            </a:r>
            <a:endParaRPr lang="zh-CN" altLang="en-US" sz="2400" b="1" dirty="0">
              <a:ea typeface="黑体" panose="02010609060101010101" pitchFamily="49" charset="-122"/>
            </a:endParaRPr>
          </a:p>
        </p:txBody>
      </p:sp>
      <p:sp>
        <p:nvSpPr>
          <p:cNvPr id="82969" name="Rectangle 25"/>
          <p:cNvSpPr/>
          <p:nvPr/>
        </p:nvSpPr>
        <p:spPr>
          <a:xfrm>
            <a:off x="1919288" y="1916113"/>
            <a:ext cx="8229600" cy="2519362"/>
          </a:xfrm>
          <a:prstGeom prst="rect">
            <a:avLst/>
          </a:prstGeom>
          <a:noFill/>
          <a:ln w="9525">
            <a:noFill/>
          </a:ln>
        </p:spPr>
        <p:txBody>
          <a:bodyPr/>
          <a:lstStyle>
            <a:lvl1pPr marL="342900" indent="-3429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80000"/>
              <a:buFont typeface="Wingdings" panose="05000000000000000000" pitchFamily="2" charset="2"/>
              <a:buChar char="n"/>
              <a:defRPr sz="3200" b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defRPr>
            </a:lvl1pPr>
            <a:lvl2pPr marL="742950" indent="-28575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Char char="–"/>
              <a:defRPr sz="2800">
                <a:solidFill>
                  <a:schemeClr val="tx1"/>
                </a:solidFill>
                <a:effectLst/>
                <a:latin typeface="+mn-lt"/>
                <a:ea typeface="+mn-ea"/>
              </a:defRPr>
            </a:lvl2pPr>
            <a:lvl3pPr marL="11430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Font typeface="Wingdings" panose="05000000000000000000" pitchFamily="2" charset="2"/>
              <a:buChar char="§"/>
              <a:defRPr sz="2400">
                <a:solidFill>
                  <a:schemeClr val="tx1"/>
                </a:solidFill>
                <a:effectLst/>
                <a:latin typeface="+mn-lt"/>
                <a:ea typeface="+mn-ea"/>
              </a:defRPr>
            </a:lvl3pPr>
            <a:lvl4pPr marL="16002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–"/>
              <a:defRPr sz="2000">
                <a:solidFill>
                  <a:schemeClr val="tx1"/>
                </a:solidFill>
                <a:effectLst/>
                <a:latin typeface="+mn-lt"/>
                <a:ea typeface="+mn-ea"/>
              </a:defRPr>
            </a:lvl4pPr>
            <a:lvl5pPr marL="20574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effectLst/>
                <a:latin typeface="+mn-lt"/>
                <a:ea typeface="+mn-ea"/>
              </a:defRPr>
            </a:lvl5pPr>
          </a:lstStyle>
          <a:p>
            <a:pPr marL="609600" lvl="0" indent="-609600" eaLnBrk="1" hangingPunct="1">
              <a:buFont typeface="Wingdings" panose="05000000000000000000" pitchFamily="2" charset="2"/>
              <a:buAutoNum type="arabicPeriod" startAt="2"/>
            </a:pPr>
            <a:r>
              <a:rPr lang="en-US" altLang="zh-CN" sz="2400" b="1" dirty="0">
                <a:ea typeface="黑体" panose="02010609060101010101" pitchFamily="49" charset="-122"/>
              </a:rPr>
              <a:t>i=1</a:t>
            </a:r>
            <a:endParaRPr lang="en-US" altLang="zh-CN" sz="2400" b="1" dirty="0">
              <a:ea typeface="黑体" panose="02010609060101010101" pitchFamily="49" charset="-122"/>
            </a:endParaRPr>
          </a:p>
          <a:p>
            <a:pPr marL="990600" lvl="1" indent="-533400" eaLnBrk="1" hangingPunct="1">
              <a:buFont typeface="Wingdings" panose="05000000000000000000" pitchFamily="2" charset="2"/>
              <a:buAutoNum type="circleNumDbPlain"/>
            </a:pPr>
            <a:r>
              <a:rPr lang="en-US" altLang="zh-CN" sz="2400" b="1" dirty="0">
                <a:ea typeface="黑体" panose="02010609060101010101" pitchFamily="49" charset="-122"/>
              </a:rPr>
              <a:t>a[1]=1</a:t>
            </a:r>
            <a:endParaRPr lang="en-US" altLang="zh-CN" sz="2400" b="1" dirty="0">
              <a:ea typeface="黑体" panose="02010609060101010101" pitchFamily="49" charset="-122"/>
            </a:endParaRPr>
          </a:p>
          <a:p>
            <a:pPr marL="990600" lvl="1" indent="-533400" eaLnBrk="1" hangingPunct="1">
              <a:buFont typeface="Wingdings" panose="05000000000000000000" pitchFamily="2" charset="2"/>
              <a:buAutoNum type="circleNumDbPlain"/>
            </a:pPr>
            <a:r>
              <a:rPr lang="en-US" altLang="zh-CN" sz="2400" b="1" dirty="0">
                <a:ea typeface="黑体" panose="02010609060101010101" pitchFamily="49" charset="-122"/>
              </a:rPr>
              <a:t>j=0&gt;0,</a:t>
            </a:r>
            <a:r>
              <a:rPr lang="zh-CN" altLang="en-US" sz="2400" b="1" dirty="0">
                <a:ea typeface="黑体" panose="02010609060101010101" pitchFamily="49" charset="-122"/>
              </a:rPr>
              <a:t>不执行</a:t>
            </a:r>
            <a:r>
              <a:rPr lang="en-US" altLang="zh-CN" sz="2400" b="1" dirty="0">
                <a:ea typeface="黑体" panose="02010609060101010101" pitchFamily="49" charset="-122"/>
              </a:rPr>
              <a:t>j</a:t>
            </a:r>
            <a:r>
              <a:rPr lang="zh-CN" altLang="en-US" sz="2400" b="1" dirty="0">
                <a:ea typeface="黑体" panose="02010609060101010101" pitchFamily="49" charset="-122"/>
              </a:rPr>
              <a:t>循环</a:t>
            </a:r>
            <a:endParaRPr lang="zh-CN" altLang="en-US" sz="2400" b="1" dirty="0">
              <a:ea typeface="黑体" panose="02010609060101010101" pitchFamily="49" charset="-122"/>
            </a:endParaRPr>
          </a:p>
          <a:p>
            <a:pPr marL="990600" lvl="1" indent="-533400" eaLnBrk="1" hangingPunct="1">
              <a:buFont typeface="Wingdings" panose="05000000000000000000" pitchFamily="2" charset="2"/>
              <a:buNone/>
            </a:pPr>
            <a:endParaRPr lang="en-US" altLang="zh-CN" sz="2400" b="1" dirty="0">
              <a:ea typeface="黑体" panose="02010609060101010101" pitchFamily="49" charset="-122"/>
            </a:endParaRPr>
          </a:p>
        </p:txBody>
      </p:sp>
      <p:sp>
        <p:nvSpPr>
          <p:cNvPr id="1566746" name="Text Box 26"/>
          <p:cNvSpPr txBox="1"/>
          <p:nvPr/>
        </p:nvSpPr>
        <p:spPr>
          <a:xfrm>
            <a:off x="3287713" y="942975"/>
            <a:ext cx="576262" cy="461963"/>
          </a:xfrm>
          <a:prstGeom prst="rect">
            <a:avLst/>
          </a:prstGeom>
          <a:solidFill>
            <a:schemeClr val="bg1"/>
          </a:solidFill>
          <a:ln w="38100" cap="flat" cmpd="sng">
            <a:solidFill>
              <a:schemeClr val="tx1"/>
            </a:solidFill>
            <a:prstDash val="solid"/>
            <a:miter/>
            <a:headEnd type="none" w="med" len="med"/>
            <a:tailEnd type="none" w="med" len="med"/>
          </a:ln>
        </p:spPr>
        <p:txBody>
          <a:bodyPr>
            <a:spAutoFit/>
          </a:bodyPr>
          <a:lstStyle>
            <a:lvl1pPr marL="342900" indent="-3429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80000"/>
              <a:buFont typeface="Wingdings" panose="05000000000000000000" pitchFamily="2" charset="2"/>
              <a:buChar char="n"/>
              <a:defRPr sz="3200" b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defRPr>
            </a:lvl1pPr>
            <a:lvl2pPr marL="742950" indent="-28575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Char char="–"/>
              <a:defRPr sz="2800">
                <a:solidFill>
                  <a:schemeClr val="tx1"/>
                </a:solidFill>
                <a:effectLst/>
                <a:latin typeface="+mn-lt"/>
                <a:ea typeface="+mn-ea"/>
              </a:defRPr>
            </a:lvl2pPr>
            <a:lvl3pPr marL="11430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Font typeface="Wingdings" panose="05000000000000000000" pitchFamily="2" charset="2"/>
              <a:buChar char="§"/>
              <a:defRPr sz="2400">
                <a:solidFill>
                  <a:schemeClr val="tx1"/>
                </a:solidFill>
                <a:effectLst/>
                <a:latin typeface="+mn-lt"/>
                <a:ea typeface="+mn-ea"/>
              </a:defRPr>
            </a:lvl3pPr>
            <a:lvl4pPr marL="16002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–"/>
              <a:defRPr sz="2000">
                <a:solidFill>
                  <a:schemeClr val="tx1"/>
                </a:solidFill>
                <a:effectLst/>
                <a:latin typeface="+mn-lt"/>
                <a:ea typeface="+mn-ea"/>
              </a:defRPr>
            </a:lvl4pPr>
            <a:lvl5pPr marL="20574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effectLst/>
                <a:latin typeface="+mn-lt"/>
                <a:ea typeface="+mn-ea"/>
              </a:defRPr>
            </a:lvl5pPr>
          </a:lstStyle>
          <a:p>
            <a:pPr marL="0" lvl="0" indent="0" eaLnBrk="1" hangingPunct="1">
              <a:spcBef>
                <a:spcPct val="50000"/>
              </a:spcBef>
              <a:buClrTx/>
              <a:buSzTx/>
              <a:buFontTx/>
              <a:buNone/>
            </a:pPr>
            <a:r>
              <a:rPr lang="en-US" altLang="zh-CN" sz="2400" b="1" dirty="0">
                <a:ea typeface="黑体" panose="02010609060101010101" pitchFamily="49" charset="-122"/>
              </a:rPr>
              <a:t>1</a:t>
            </a:r>
            <a:endParaRPr lang="en-US" altLang="zh-CN" sz="2400" b="1" dirty="0">
              <a:ea typeface="黑体" panose="02010609060101010101" pitchFamily="49" charset="-122"/>
            </a:endParaRPr>
          </a:p>
        </p:txBody>
      </p:sp>
      <p:sp>
        <p:nvSpPr>
          <p:cNvPr id="82971" name="Text Box 27"/>
          <p:cNvSpPr txBox="1"/>
          <p:nvPr/>
        </p:nvSpPr>
        <p:spPr>
          <a:xfrm>
            <a:off x="8472488" y="404813"/>
            <a:ext cx="576262" cy="457200"/>
          </a:xfrm>
          <a:prstGeom prst="rect">
            <a:avLst/>
          </a:prstGeom>
          <a:noFill/>
          <a:ln w="12700">
            <a:noFill/>
          </a:ln>
        </p:spPr>
        <p:txBody>
          <a:bodyPr>
            <a:spAutoFit/>
          </a:bodyPr>
          <a:lstStyle>
            <a:lvl1pPr marL="342900" indent="-3429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80000"/>
              <a:buFont typeface="Wingdings" panose="05000000000000000000" pitchFamily="2" charset="2"/>
              <a:buChar char="n"/>
              <a:defRPr sz="3200" b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defRPr>
            </a:lvl1pPr>
            <a:lvl2pPr marL="742950" indent="-28575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Char char="–"/>
              <a:defRPr sz="2800">
                <a:solidFill>
                  <a:schemeClr val="tx1"/>
                </a:solidFill>
                <a:effectLst/>
                <a:latin typeface="+mn-lt"/>
                <a:ea typeface="+mn-ea"/>
              </a:defRPr>
            </a:lvl2pPr>
            <a:lvl3pPr marL="11430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Font typeface="Wingdings" panose="05000000000000000000" pitchFamily="2" charset="2"/>
              <a:buChar char="§"/>
              <a:defRPr sz="2400">
                <a:solidFill>
                  <a:schemeClr val="tx1"/>
                </a:solidFill>
                <a:effectLst/>
                <a:latin typeface="+mn-lt"/>
                <a:ea typeface="+mn-ea"/>
              </a:defRPr>
            </a:lvl3pPr>
            <a:lvl4pPr marL="16002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–"/>
              <a:defRPr sz="2000">
                <a:solidFill>
                  <a:schemeClr val="tx1"/>
                </a:solidFill>
                <a:effectLst/>
                <a:latin typeface="+mn-lt"/>
                <a:ea typeface="+mn-ea"/>
              </a:defRPr>
            </a:lvl4pPr>
            <a:lvl5pPr marL="20574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effectLst/>
                <a:latin typeface="+mn-lt"/>
                <a:ea typeface="+mn-ea"/>
              </a:defRPr>
            </a:lvl5pPr>
          </a:lstStyle>
          <a:p>
            <a:pPr marL="0" lvl="0" indent="0" eaLnBrk="1" hangingPunct="1">
              <a:spcBef>
                <a:spcPct val="50000"/>
              </a:spcBef>
              <a:buClrTx/>
              <a:buSzTx/>
              <a:buFontTx/>
              <a:buNone/>
            </a:pPr>
            <a:r>
              <a:rPr lang="en-US" altLang="zh-CN" sz="2400" b="1" dirty="0">
                <a:ea typeface="黑体" panose="02010609060101010101" pitchFamily="49" charset="-122"/>
              </a:rPr>
              <a:t>10</a:t>
            </a:r>
            <a:endParaRPr lang="en-US" altLang="zh-CN" sz="2400" b="1" dirty="0">
              <a:ea typeface="黑体" panose="02010609060101010101" pitchFamily="49" charset="-122"/>
            </a:endParaRPr>
          </a:p>
        </p:txBody>
      </p:sp>
      <p:sp>
        <p:nvSpPr>
          <p:cNvPr id="82972" name="Text Box 28"/>
          <p:cNvSpPr txBox="1"/>
          <p:nvPr/>
        </p:nvSpPr>
        <p:spPr>
          <a:xfrm>
            <a:off x="8472488" y="942975"/>
            <a:ext cx="576262" cy="461963"/>
          </a:xfrm>
          <a:prstGeom prst="rect">
            <a:avLst/>
          </a:prstGeom>
          <a:noFill/>
          <a:ln w="38100" cap="flat" cmpd="sng">
            <a:solidFill>
              <a:schemeClr val="tx1"/>
            </a:solidFill>
            <a:prstDash val="solid"/>
            <a:miter/>
            <a:headEnd type="none" w="med" len="med"/>
            <a:tailEnd type="none" w="med" len="med"/>
          </a:ln>
        </p:spPr>
        <p:txBody>
          <a:bodyPr>
            <a:spAutoFit/>
          </a:bodyPr>
          <a:lstStyle>
            <a:lvl1pPr marL="342900" indent="-3429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80000"/>
              <a:buFont typeface="Wingdings" panose="05000000000000000000" pitchFamily="2" charset="2"/>
              <a:buChar char="n"/>
              <a:defRPr sz="3200" b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defRPr>
            </a:lvl1pPr>
            <a:lvl2pPr marL="742950" indent="-28575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Char char="–"/>
              <a:defRPr sz="2800">
                <a:solidFill>
                  <a:schemeClr val="tx1"/>
                </a:solidFill>
                <a:effectLst/>
                <a:latin typeface="+mn-lt"/>
                <a:ea typeface="+mn-ea"/>
              </a:defRPr>
            </a:lvl2pPr>
            <a:lvl3pPr marL="11430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Font typeface="Wingdings" panose="05000000000000000000" pitchFamily="2" charset="2"/>
              <a:buChar char="§"/>
              <a:defRPr sz="2400">
                <a:solidFill>
                  <a:schemeClr val="tx1"/>
                </a:solidFill>
                <a:effectLst/>
                <a:latin typeface="+mn-lt"/>
                <a:ea typeface="+mn-ea"/>
              </a:defRPr>
            </a:lvl3pPr>
            <a:lvl4pPr marL="16002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–"/>
              <a:defRPr sz="2000">
                <a:solidFill>
                  <a:schemeClr val="tx1"/>
                </a:solidFill>
                <a:effectLst/>
                <a:latin typeface="+mn-lt"/>
                <a:ea typeface="+mn-ea"/>
              </a:defRPr>
            </a:lvl4pPr>
            <a:lvl5pPr marL="20574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effectLst/>
                <a:latin typeface="+mn-lt"/>
                <a:ea typeface="+mn-ea"/>
              </a:defRPr>
            </a:lvl5pPr>
          </a:lstStyle>
          <a:p>
            <a:pPr marL="0" lvl="0" indent="0" eaLnBrk="1" hangingPunct="1">
              <a:spcBef>
                <a:spcPct val="50000"/>
              </a:spcBef>
              <a:buClrTx/>
              <a:buSzTx/>
              <a:buFontTx/>
              <a:buNone/>
            </a:pPr>
            <a:endParaRPr lang="zh-CN" altLang="zh-CN" sz="2400" b="1" dirty="0">
              <a:ea typeface="黑体" panose="02010609060101010101" pitchFamily="49" charset="-122"/>
            </a:endParaRPr>
          </a:p>
        </p:txBody>
      </p:sp>
      <p:sp>
        <p:nvSpPr>
          <p:cNvPr id="65565" name="Rectangle 20"/>
          <p:cNvSpPr>
            <a:spLocks noChangeArrowheads="1"/>
          </p:cNvSpPr>
          <p:nvPr/>
        </p:nvSpPr>
        <p:spPr bwMode="auto">
          <a:xfrm>
            <a:off x="6778625" y="4173538"/>
            <a:ext cx="3889375" cy="267811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anchor="ctr">
            <a:spAutoFit/>
          </a:bodyPr>
          <a:lstStyle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r>
              <a:rPr kumimoji="0" lang="en-US" altLang="zh-CN" sz="2400" b="1" i="0" u="none" strike="noStrike" kern="1200" cap="none" spc="0" normalizeH="0" baseline="0" noProof="0" dirty="0">
                <a:ln>
                  <a:noFill/>
                </a:ln>
                <a:solidFill>
                  <a:srgbClr val="FFFF00"/>
                </a:solidFill>
                <a:effectLst/>
                <a:uLnTx/>
                <a:uFillTx/>
                <a:latin typeface="Arial" panose="020B0604020202020204" pitchFamily="34" charset="0"/>
                <a:ea typeface="宋体" panose="02010600030101010101" pitchFamily="2" charset="-122"/>
                <a:cs typeface="+mn-cs"/>
              </a:rPr>
              <a:t>1</a:t>
            </a:r>
            <a:endParaRPr kumimoji="0" lang="en-US" altLang="zh-CN" sz="2400" b="1" i="0" u="none" strike="noStrike" kern="1200" cap="none" spc="0" normalizeH="0" baseline="0" noProof="0" dirty="0">
              <a:ln>
                <a:noFill/>
              </a:ln>
              <a:solidFill>
                <a:srgbClr val="FFFF00"/>
              </a:solidFill>
              <a:effectLst/>
              <a:uLnTx/>
              <a:uFillTx/>
              <a:latin typeface="Arial" panose="020B0604020202020204" pitchFamily="34" charset="0"/>
              <a:ea typeface="宋体" panose="02010600030101010101" pitchFamily="2" charset="-122"/>
              <a:cs typeface="+mn-cs"/>
            </a:endParaRPr>
          </a:p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r>
              <a:rPr kumimoji="0" lang="en-US" altLang="zh-CN" sz="2400" b="1" i="0" u="none" strike="noStrike" kern="1200" cap="none" spc="0" normalizeH="0" baseline="0" noProof="0" dirty="0">
                <a:ln>
                  <a:noFill/>
                </a:ln>
                <a:solidFill>
                  <a:srgbClr val="FFFF00"/>
                </a:solidFill>
                <a:effectLst/>
                <a:uLnTx/>
                <a:uFillTx/>
                <a:latin typeface="Arial" panose="020B0604020202020204" pitchFamily="34" charset="0"/>
                <a:ea typeface="宋体" panose="02010600030101010101" pitchFamily="2" charset="-122"/>
                <a:cs typeface="+mn-cs"/>
              </a:rPr>
              <a:t>1     1</a:t>
            </a:r>
            <a:endParaRPr kumimoji="0" lang="en-US" altLang="zh-CN" sz="2400" b="1" i="0" u="none" strike="noStrike" kern="1200" cap="none" spc="0" normalizeH="0" baseline="0" noProof="0" dirty="0">
              <a:ln>
                <a:noFill/>
              </a:ln>
              <a:solidFill>
                <a:srgbClr val="FFFF00"/>
              </a:solidFill>
              <a:effectLst/>
              <a:uLnTx/>
              <a:uFillTx/>
              <a:latin typeface="Arial" panose="020B0604020202020204" pitchFamily="34" charset="0"/>
              <a:ea typeface="宋体" panose="02010600030101010101" pitchFamily="2" charset="-122"/>
              <a:cs typeface="+mn-cs"/>
            </a:endParaRPr>
          </a:p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r>
              <a:rPr kumimoji="0" lang="en-US" altLang="zh-CN" sz="2400" b="1" i="0" u="none" strike="noStrike" kern="1200" cap="none" spc="0" normalizeH="0" baseline="0" noProof="0" dirty="0">
                <a:ln>
                  <a:noFill/>
                </a:ln>
                <a:solidFill>
                  <a:schemeClr val="tx1">
                    <a:lumMod val="50000"/>
                  </a:schemeClr>
                </a:solidFill>
                <a:effectLst/>
                <a:uLnTx/>
                <a:uFillTx/>
                <a:latin typeface="Arial" panose="020B0604020202020204" pitchFamily="34" charset="0"/>
                <a:ea typeface="宋体" panose="02010600030101010101" pitchFamily="2" charset="-122"/>
                <a:cs typeface="+mn-cs"/>
              </a:rPr>
              <a:t>1     2      1</a:t>
            </a:r>
            <a:endParaRPr kumimoji="0" lang="en-US" altLang="zh-CN" sz="2400" b="1" i="0" u="none" strike="noStrike" kern="1200" cap="none" spc="0" normalizeH="0" baseline="0" noProof="0" dirty="0">
              <a:ln>
                <a:noFill/>
              </a:ln>
              <a:solidFill>
                <a:schemeClr val="tx1">
                  <a:lumMod val="50000"/>
                </a:schemeClr>
              </a:solidFill>
              <a:effectLst/>
              <a:uLnTx/>
              <a:uFillTx/>
              <a:latin typeface="Arial" panose="020B0604020202020204" pitchFamily="34" charset="0"/>
              <a:ea typeface="宋体" panose="02010600030101010101" pitchFamily="2" charset="-122"/>
              <a:cs typeface="+mn-cs"/>
            </a:endParaRPr>
          </a:p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r>
              <a:rPr kumimoji="0" lang="en-US" altLang="zh-CN" sz="2400" b="1" i="0" u="none" strike="noStrike" kern="1200" cap="none" spc="0" normalizeH="0" baseline="0" noProof="0" dirty="0">
                <a:ln>
                  <a:noFill/>
                </a:ln>
                <a:solidFill>
                  <a:schemeClr val="tx1">
                    <a:lumMod val="50000"/>
                  </a:schemeClr>
                </a:solidFill>
                <a:effectLst/>
                <a:uLnTx/>
                <a:uFillTx/>
                <a:latin typeface="Arial" panose="020B0604020202020204" pitchFamily="34" charset="0"/>
                <a:ea typeface="宋体" panose="02010600030101010101" pitchFamily="2" charset="-122"/>
                <a:cs typeface="+mn-cs"/>
              </a:rPr>
              <a:t>1      3     3      1</a:t>
            </a:r>
            <a:endParaRPr kumimoji="0" lang="en-US" altLang="zh-CN" sz="2400" b="1" i="0" u="none" strike="noStrike" kern="1200" cap="none" spc="0" normalizeH="0" baseline="0" noProof="0" dirty="0">
              <a:ln>
                <a:noFill/>
              </a:ln>
              <a:solidFill>
                <a:schemeClr val="tx1">
                  <a:lumMod val="50000"/>
                </a:schemeClr>
              </a:solidFill>
              <a:effectLst/>
              <a:uLnTx/>
              <a:uFillTx/>
              <a:latin typeface="Arial" panose="020B0604020202020204" pitchFamily="34" charset="0"/>
              <a:ea typeface="宋体" panose="02010600030101010101" pitchFamily="2" charset="-122"/>
              <a:cs typeface="+mn-cs"/>
            </a:endParaRPr>
          </a:p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r>
              <a:rPr kumimoji="0" lang="en-US" altLang="zh-CN" sz="2400" b="1" i="0" u="none" strike="noStrike" kern="1200" cap="none" spc="0" normalizeH="0" baseline="0" noProof="0" dirty="0">
                <a:ln>
                  <a:noFill/>
                </a:ln>
                <a:solidFill>
                  <a:schemeClr val="tx1">
                    <a:lumMod val="50000"/>
                  </a:schemeClr>
                </a:solidFill>
                <a:effectLst/>
                <a:uLnTx/>
                <a:uFillTx/>
                <a:latin typeface="Arial" panose="020B0604020202020204" pitchFamily="34" charset="0"/>
                <a:ea typeface="宋体" panose="02010600030101010101" pitchFamily="2" charset="-122"/>
                <a:cs typeface="+mn-cs"/>
              </a:rPr>
              <a:t>1      4      6      4     1</a:t>
            </a:r>
            <a:endParaRPr kumimoji="0" lang="en-US" altLang="zh-CN" sz="2400" b="1" i="0" u="none" strike="noStrike" kern="1200" cap="none" spc="0" normalizeH="0" baseline="0" noProof="0" dirty="0">
              <a:ln>
                <a:noFill/>
              </a:ln>
              <a:solidFill>
                <a:schemeClr val="tx1">
                  <a:lumMod val="50000"/>
                </a:schemeClr>
              </a:solidFill>
              <a:effectLst/>
              <a:uLnTx/>
              <a:uFillTx/>
              <a:latin typeface="Arial" panose="020B0604020202020204" pitchFamily="34" charset="0"/>
              <a:ea typeface="宋体" panose="02010600030101010101" pitchFamily="2" charset="-122"/>
              <a:cs typeface="+mn-cs"/>
            </a:endParaRPr>
          </a:p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r>
              <a:rPr kumimoji="0" lang="en-US" altLang="zh-CN" sz="2400" b="1" i="0" u="none" strike="noStrike" kern="1200" cap="none" spc="0" normalizeH="0" baseline="0" noProof="0" dirty="0">
                <a:ln>
                  <a:noFill/>
                </a:ln>
                <a:solidFill>
                  <a:schemeClr val="tx1">
                    <a:lumMod val="50000"/>
                  </a:schemeClr>
                </a:solidFill>
                <a:effectLst/>
                <a:uLnTx/>
                <a:uFillTx/>
                <a:latin typeface="Arial" panose="020B0604020202020204" pitchFamily="34" charset="0"/>
                <a:ea typeface="宋体" panose="02010600030101010101" pitchFamily="2" charset="-122"/>
                <a:cs typeface="+mn-cs"/>
              </a:rPr>
              <a:t>1      5      10    10      5     1</a:t>
            </a:r>
            <a:endParaRPr kumimoji="0" lang="en-US" altLang="zh-CN" sz="2400" b="1" i="0" u="none" strike="noStrike" kern="1200" cap="none" spc="0" normalizeH="0" baseline="0" noProof="0" dirty="0">
              <a:ln>
                <a:noFill/>
              </a:ln>
              <a:solidFill>
                <a:schemeClr val="tx1">
                  <a:lumMod val="50000"/>
                </a:schemeClr>
              </a:solidFill>
              <a:effectLst/>
              <a:uLnTx/>
              <a:uFillTx/>
              <a:latin typeface="Arial" panose="020B0604020202020204" pitchFamily="34" charset="0"/>
              <a:ea typeface="宋体" panose="02010600030101010101" pitchFamily="2" charset="-122"/>
              <a:cs typeface="+mn-cs"/>
            </a:endParaRPr>
          </a:p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r>
              <a:rPr kumimoji="0" lang="en-US" altLang="zh-CN" sz="2400" b="1" i="0" u="none" strike="noStrike" kern="1200" cap="none" spc="0" normalizeH="0" baseline="0" noProof="0" dirty="0">
                <a:ln>
                  <a:noFill/>
                </a:ln>
                <a:solidFill>
                  <a:schemeClr val="tx1">
                    <a:lumMod val="50000"/>
                  </a:schemeClr>
                </a:solidFill>
                <a:effectLst/>
                <a:uLnTx/>
                <a:uFillTx/>
                <a:latin typeface="Arial" panose="020B0604020202020204" pitchFamily="34" charset="0"/>
                <a:ea typeface="宋体" panose="02010600030101010101" pitchFamily="2" charset="-122"/>
                <a:cs typeface="+mn-cs"/>
              </a:rPr>
              <a:t>...      ...      ...</a:t>
            </a:r>
            <a:endParaRPr kumimoji="0" lang="en-US" altLang="zh-CN" sz="2400" b="1" i="0" u="none" strike="noStrike" kern="1200" cap="none" spc="0" normalizeH="0" baseline="0" noProof="0" dirty="0">
              <a:ln>
                <a:noFill/>
              </a:ln>
              <a:solidFill>
                <a:schemeClr val="tx1">
                  <a:lumMod val="50000"/>
                </a:schemeClr>
              </a:solidFill>
              <a:effectLst/>
              <a:uLnTx/>
              <a:uFillTx/>
              <a:latin typeface="Arial" panose="020B0604020202020204" pitchFamily="34" charset="0"/>
              <a:ea typeface="宋体" panose="02010600030101010101" pitchFamily="2" charset="-122"/>
              <a:cs typeface="+mn-cs"/>
            </a:endParaRPr>
          </a:p>
        </p:txBody>
      </p:sp>
    </p:spTree>
  </p:cSld>
  <p:clrMapOvr>
    <a:masterClrMapping/>
  </p:clrMapOvr>
  <p:transition spd="slow"/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6674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566746" grpId="0" bldLvl="0" animBg="1"/>
    </p:bldLst>
  </p:timing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31" name="灯片编号占位符 3"/>
          <p:cNvSpPr txBox="1">
            <a:spLocks noGrp="1"/>
          </p:cNvSpPr>
          <p:nvPr>
            <p:ph type="sldNum" sz="quarter" idx="4"/>
          </p:nvPr>
        </p:nvSpPr>
        <p:spPr bwMode="auto"/>
        <p:txBody>
          <a:bodyPr wrap="square" lIns="91440" tIns="45720" rIns="91440" bIns="45720" numCol="1" anchor="b" anchorCtr="0" compatLnSpc="1"/>
          <a:lstStyle>
            <a:lvl1pPr eaLnBrk="0" hangingPunct="0">
              <a:defRPr sz="2000" b="1">
                <a:solidFill>
                  <a:schemeClr val="tx1"/>
                </a:solidFill>
                <a:latin typeface="Tahoma" panose="020B0604030504040204" pitchFamily="34" charset="0"/>
                <a:ea typeface="黑体" panose="02010609060101010101" pitchFamily="49" charset="-122"/>
              </a:defRPr>
            </a:lvl1pPr>
            <a:lvl2pPr marL="742950" indent="-285750" eaLnBrk="0" hangingPunct="0">
              <a:defRPr sz="2000" b="1">
                <a:solidFill>
                  <a:schemeClr val="tx1"/>
                </a:solidFill>
                <a:latin typeface="Tahoma" panose="020B0604030504040204" pitchFamily="34" charset="0"/>
                <a:ea typeface="黑体" panose="02010609060101010101" pitchFamily="49" charset="-122"/>
              </a:defRPr>
            </a:lvl2pPr>
            <a:lvl3pPr marL="1143000" indent="-228600" eaLnBrk="0" hangingPunct="0">
              <a:defRPr sz="2000" b="1">
                <a:solidFill>
                  <a:schemeClr val="tx1"/>
                </a:solidFill>
                <a:latin typeface="Tahoma" panose="020B0604030504040204" pitchFamily="34" charset="0"/>
                <a:ea typeface="黑体" panose="02010609060101010101" pitchFamily="49" charset="-122"/>
              </a:defRPr>
            </a:lvl3pPr>
            <a:lvl4pPr marL="1600200" indent="-228600" eaLnBrk="0" hangingPunct="0">
              <a:defRPr sz="2000" b="1">
                <a:solidFill>
                  <a:schemeClr val="tx1"/>
                </a:solidFill>
                <a:latin typeface="Tahoma" panose="020B0604030504040204" pitchFamily="34" charset="0"/>
                <a:ea typeface="黑体" panose="02010609060101010101" pitchFamily="49" charset="-122"/>
              </a:defRPr>
            </a:lvl4pPr>
            <a:lvl5pPr marL="2057400" indent="-228600" eaLnBrk="0" hangingPunct="0">
              <a:defRPr sz="2000" b="1">
                <a:solidFill>
                  <a:schemeClr val="tx1"/>
                </a:solidFill>
                <a:latin typeface="Tahoma" panose="020B0604030504040204" pitchFamily="34" charset="0"/>
                <a:ea typeface="黑体" panose="02010609060101010101" pitchFamily="49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000" b="1">
                <a:solidFill>
                  <a:schemeClr val="tx1"/>
                </a:solidFill>
                <a:latin typeface="Tahoma" panose="020B0604030504040204" pitchFamily="34" charset="0"/>
                <a:ea typeface="黑体" panose="02010609060101010101" pitchFamily="49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000" b="1">
                <a:solidFill>
                  <a:schemeClr val="tx1"/>
                </a:solidFill>
                <a:latin typeface="Tahoma" panose="020B0604030504040204" pitchFamily="34" charset="0"/>
                <a:ea typeface="黑体" panose="02010609060101010101" pitchFamily="49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000" b="1">
                <a:solidFill>
                  <a:schemeClr val="tx1"/>
                </a:solidFill>
                <a:latin typeface="Tahoma" panose="020B0604030504040204" pitchFamily="34" charset="0"/>
                <a:ea typeface="黑体" panose="02010609060101010101" pitchFamily="49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000" b="1">
                <a:solidFill>
                  <a:schemeClr val="tx1"/>
                </a:solidFill>
                <a:latin typeface="Tahoma" panose="020B0604030504040204" pitchFamily="34" charset="0"/>
                <a:ea typeface="黑体" panose="02010609060101010101" pitchFamily="49" charset="-122"/>
              </a:defRPr>
            </a:lvl9pPr>
          </a:lstStyle>
          <a:p>
            <a:pPr marL="0" marR="0" lvl="0" indent="0" algn="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fld id="{EF5885C8-A5A5-4255-86A1-EE77363CCF9D}" type="slidenum">
              <a:rPr kumimoji="0" lang="en-US" altLang="zh-CN" sz="1200" b="0" i="0" u="none" strike="noStrike" kern="1200" cap="none" spc="0" normalizeH="0" baseline="0" noProof="0">
                <a:ln>
                  <a:noFill/>
                </a:ln>
                <a:solidFill>
                  <a:schemeClr val="tx1"/>
                </a:solidFill>
                <a:effectLst>
                  <a:outerShdw blurRad="38100" dist="38100" dir="2700000" algn="tl">
                    <a:srgbClr val="000000"/>
                  </a:outerShdw>
                </a:effectLst>
                <a:uLnTx/>
                <a:uFillTx/>
                <a:latin typeface="Tahoma" panose="020B0604030504040204" pitchFamily="34" charset="0"/>
                <a:ea typeface="宋体" panose="02010600030101010101" pitchFamily="2" charset="-122"/>
                <a:cs typeface="+mn-cs"/>
              </a:rPr>
            </a:fld>
            <a:endParaRPr kumimoji="0" lang="en-US" altLang="zh-CN" sz="1200" b="0" i="0" u="none" strike="noStrike" kern="1200" cap="none" spc="0" normalizeH="0" baseline="0" noProof="0">
              <a:ln>
                <a:noFill/>
              </a:ln>
              <a:solidFill>
                <a:schemeClr val="tx1"/>
              </a:solidFill>
              <a:effectLst>
                <a:outerShdw blurRad="38100" dist="38100" dir="2700000" algn="tl">
                  <a:srgbClr val="000000"/>
                </a:outerShdw>
              </a:effectLst>
              <a:uLnTx/>
              <a:uFillTx/>
              <a:latin typeface="Tahoma" panose="020B0604030504040204" pitchFamily="34" charset="0"/>
              <a:ea typeface="宋体" panose="02010600030101010101" pitchFamily="2" charset="-122"/>
              <a:cs typeface="+mn-cs"/>
            </a:endParaRPr>
          </a:p>
        </p:txBody>
      </p:sp>
      <p:sp>
        <p:nvSpPr>
          <p:cNvPr id="84995" name="Text Box 3"/>
          <p:cNvSpPr txBox="1"/>
          <p:nvPr/>
        </p:nvSpPr>
        <p:spPr>
          <a:xfrm>
            <a:off x="2713038" y="942975"/>
            <a:ext cx="576262" cy="461963"/>
          </a:xfrm>
          <a:prstGeom prst="rect">
            <a:avLst/>
          </a:prstGeom>
          <a:noFill/>
          <a:ln w="38100" cap="flat" cmpd="sng">
            <a:solidFill>
              <a:schemeClr val="tx1"/>
            </a:solidFill>
            <a:prstDash val="solid"/>
            <a:miter/>
            <a:headEnd type="none" w="med" len="med"/>
            <a:tailEnd type="none" w="med" len="med"/>
          </a:ln>
        </p:spPr>
        <p:txBody>
          <a:bodyPr>
            <a:spAutoFit/>
          </a:bodyPr>
          <a:lstStyle>
            <a:lvl1pPr marL="342900" indent="-3429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80000"/>
              <a:buFont typeface="Wingdings" panose="05000000000000000000" pitchFamily="2" charset="2"/>
              <a:buChar char="n"/>
              <a:defRPr sz="3200" b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defRPr>
            </a:lvl1pPr>
            <a:lvl2pPr marL="742950" indent="-28575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Char char="–"/>
              <a:defRPr sz="2800">
                <a:solidFill>
                  <a:schemeClr val="tx1"/>
                </a:solidFill>
                <a:effectLst/>
                <a:latin typeface="+mn-lt"/>
                <a:ea typeface="+mn-ea"/>
              </a:defRPr>
            </a:lvl2pPr>
            <a:lvl3pPr marL="11430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Font typeface="Wingdings" panose="05000000000000000000" pitchFamily="2" charset="2"/>
              <a:buChar char="§"/>
              <a:defRPr sz="2400">
                <a:solidFill>
                  <a:schemeClr val="tx1"/>
                </a:solidFill>
                <a:effectLst/>
                <a:latin typeface="+mn-lt"/>
                <a:ea typeface="+mn-ea"/>
              </a:defRPr>
            </a:lvl3pPr>
            <a:lvl4pPr marL="16002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–"/>
              <a:defRPr sz="2000">
                <a:solidFill>
                  <a:schemeClr val="tx1"/>
                </a:solidFill>
                <a:effectLst/>
                <a:latin typeface="+mn-lt"/>
                <a:ea typeface="+mn-ea"/>
              </a:defRPr>
            </a:lvl4pPr>
            <a:lvl5pPr marL="20574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effectLst/>
                <a:latin typeface="+mn-lt"/>
                <a:ea typeface="+mn-ea"/>
              </a:defRPr>
            </a:lvl5pPr>
          </a:lstStyle>
          <a:p>
            <a:pPr marL="0" lvl="0" indent="0" eaLnBrk="1" hangingPunct="1">
              <a:spcBef>
                <a:spcPct val="50000"/>
              </a:spcBef>
              <a:buClrTx/>
              <a:buSzTx/>
              <a:buFontTx/>
              <a:buNone/>
            </a:pPr>
            <a:r>
              <a:rPr lang="en-US" altLang="zh-CN" sz="2400" b="1" dirty="0">
                <a:ea typeface="黑体" panose="02010609060101010101" pitchFamily="49" charset="-122"/>
              </a:rPr>
              <a:t>1</a:t>
            </a:r>
            <a:endParaRPr lang="en-US" altLang="zh-CN" sz="2400" b="1" dirty="0">
              <a:ea typeface="黑体" panose="02010609060101010101" pitchFamily="49" charset="-122"/>
            </a:endParaRPr>
          </a:p>
        </p:txBody>
      </p:sp>
      <p:sp>
        <p:nvSpPr>
          <p:cNvPr id="84996" name="Text Box 4"/>
          <p:cNvSpPr txBox="1"/>
          <p:nvPr/>
        </p:nvSpPr>
        <p:spPr>
          <a:xfrm>
            <a:off x="3289300" y="942975"/>
            <a:ext cx="576263" cy="461963"/>
          </a:xfrm>
          <a:prstGeom prst="rect">
            <a:avLst/>
          </a:prstGeom>
          <a:noFill/>
          <a:ln w="38100" cap="flat" cmpd="sng">
            <a:solidFill>
              <a:schemeClr val="tx1"/>
            </a:solidFill>
            <a:prstDash val="solid"/>
            <a:miter/>
            <a:headEnd type="none" w="med" len="med"/>
            <a:tailEnd type="none" w="med" len="med"/>
          </a:ln>
        </p:spPr>
        <p:txBody>
          <a:bodyPr>
            <a:spAutoFit/>
          </a:bodyPr>
          <a:lstStyle>
            <a:lvl1pPr marL="342900" indent="-3429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80000"/>
              <a:buFont typeface="Wingdings" panose="05000000000000000000" pitchFamily="2" charset="2"/>
              <a:buChar char="n"/>
              <a:defRPr sz="3200" b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defRPr>
            </a:lvl1pPr>
            <a:lvl2pPr marL="742950" indent="-28575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Char char="–"/>
              <a:defRPr sz="2800">
                <a:solidFill>
                  <a:schemeClr val="tx1"/>
                </a:solidFill>
                <a:effectLst/>
                <a:latin typeface="+mn-lt"/>
                <a:ea typeface="+mn-ea"/>
              </a:defRPr>
            </a:lvl2pPr>
            <a:lvl3pPr marL="11430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Font typeface="Wingdings" panose="05000000000000000000" pitchFamily="2" charset="2"/>
              <a:buChar char="§"/>
              <a:defRPr sz="2400">
                <a:solidFill>
                  <a:schemeClr val="tx1"/>
                </a:solidFill>
                <a:effectLst/>
                <a:latin typeface="+mn-lt"/>
                <a:ea typeface="+mn-ea"/>
              </a:defRPr>
            </a:lvl3pPr>
            <a:lvl4pPr marL="16002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–"/>
              <a:defRPr sz="2000">
                <a:solidFill>
                  <a:schemeClr val="tx1"/>
                </a:solidFill>
                <a:effectLst/>
                <a:latin typeface="+mn-lt"/>
                <a:ea typeface="+mn-ea"/>
              </a:defRPr>
            </a:lvl4pPr>
            <a:lvl5pPr marL="20574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effectLst/>
                <a:latin typeface="+mn-lt"/>
                <a:ea typeface="+mn-ea"/>
              </a:defRPr>
            </a:lvl5pPr>
          </a:lstStyle>
          <a:p>
            <a:pPr marL="0" lvl="0" indent="0" eaLnBrk="1" hangingPunct="1">
              <a:spcBef>
                <a:spcPct val="50000"/>
              </a:spcBef>
              <a:buClrTx/>
              <a:buSzTx/>
              <a:buFontTx/>
              <a:buNone/>
            </a:pPr>
            <a:r>
              <a:rPr lang="en-US" altLang="zh-CN" sz="2400" b="1" dirty="0">
                <a:ea typeface="黑体" panose="02010609060101010101" pitchFamily="49" charset="-122"/>
              </a:rPr>
              <a:t>1</a:t>
            </a:r>
            <a:endParaRPr lang="en-US" altLang="zh-CN" sz="2400" b="1" dirty="0">
              <a:ea typeface="黑体" panose="02010609060101010101" pitchFamily="49" charset="-122"/>
            </a:endParaRPr>
          </a:p>
        </p:txBody>
      </p:sp>
      <p:sp>
        <p:nvSpPr>
          <p:cNvPr id="84997" name="Text Box 5"/>
          <p:cNvSpPr txBox="1"/>
          <p:nvPr/>
        </p:nvSpPr>
        <p:spPr>
          <a:xfrm>
            <a:off x="3865563" y="942975"/>
            <a:ext cx="576262" cy="461963"/>
          </a:xfrm>
          <a:prstGeom prst="rect">
            <a:avLst/>
          </a:prstGeom>
          <a:noFill/>
          <a:ln w="38100" cap="flat" cmpd="sng">
            <a:solidFill>
              <a:schemeClr val="tx1"/>
            </a:solidFill>
            <a:prstDash val="solid"/>
            <a:miter/>
            <a:headEnd type="none" w="med" len="med"/>
            <a:tailEnd type="none" w="med" len="med"/>
          </a:ln>
        </p:spPr>
        <p:txBody>
          <a:bodyPr>
            <a:spAutoFit/>
          </a:bodyPr>
          <a:lstStyle>
            <a:lvl1pPr marL="342900" indent="-3429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80000"/>
              <a:buFont typeface="Wingdings" panose="05000000000000000000" pitchFamily="2" charset="2"/>
              <a:buChar char="n"/>
              <a:defRPr sz="3200" b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defRPr>
            </a:lvl1pPr>
            <a:lvl2pPr marL="742950" indent="-28575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Char char="–"/>
              <a:defRPr sz="2800">
                <a:solidFill>
                  <a:schemeClr val="tx1"/>
                </a:solidFill>
                <a:effectLst/>
                <a:latin typeface="+mn-lt"/>
                <a:ea typeface="+mn-ea"/>
              </a:defRPr>
            </a:lvl2pPr>
            <a:lvl3pPr marL="11430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Font typeface="Wingdings" panose="05000000000000000000" pitchFamily="2" charset="2"/>
              <a:buChar char="§"/>
              <a:defRPr sz="2400">
                <a:solidFill>
                  <a:schemeClr val="tx1"/>
                </a:solidFill>
                <a:effectLst/>
                <a:latin typeface="+mn-lt"/>
                <a:ea typeface="+mn-ea"/>
              </a:defRPr>
            </a:lvl3pPr>
            <a:lvl4pPr marL="16002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–"/>
              <a:defRPr sz="2000">
                <a:solidFill>
                  <a:schemeClr val="tx1"/>
                </a:solidFill>
                <a:effectLst/>
                <a:latin typeface="+mn-lt"/>
                <a:ea typeface="+mn-ea"/>
              </a:defRPr>
            </a:lvl4pPr>
            <a:lvl5pPr marL="20574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effectLst/>
                <a:latin typeface="+mn-lt"/>
                <a:ea typeface="+mn-ea"/>
              </a:defRPr>
            </a:lvl5pPr>
          </a:lstStyle>
          <a:p>
            <a:pPr marL="0" lvl="0" indent="0" eaLnBrk="1" hangingPunct="1">
              <a:spcBef>
                <a:spcPct val="50000"/>
              </a:spcBef>
              <a:buClrTx/>
              <a:buSzTx/>
              <a:buFontTx/>
              <a:buNone/>
            </a:pPr>
            <a:endParaRPr lang="zh-CN" altLang="zh-CN" sz="2400" b="1" dirty="0">
              <a:ea typeface="黑体" panose="02010609060101010101" pitchFamily="49" charset="-122"/>
            </a:endParaRPr>
          </a:p>
        </p:txBody>
      </p:sp>
      <p:sp>
        <p:nvSpPr>
          <p:cNvPr id="84998" name="Text Box 6"/>
          <p:cNvSpPr txBox="1"/>
          <p:nvPr/>
        </p:nvSpPr>
        <p:spPr>
          <a:xfrm>
            <a:off x="4441825" y="942975"/>
            <a:ext cx="576263" cy="461963"/>
          </a:xfrm>
          <a:prstGeom prst="rect">
            <a:avLst/>
          </a:prstGeom>
          <a:noFill/>
          <a:ln w="38100" cap="flat" cmpd="sng">
            <a:solidFill>
              <a:schemeClr val="tx1"/>
            </a:solidFill>
            <a:prstDash val="solid"/>
            <a:miter/>
            <a:headEnd type="none" w="med" len="med"/>
            <a:tailEnd type="none" w="med" len="med"/>
          </a:ln>
        </p:spPr>
        <p:txBody>
          <a:bodyPr>
            <a:spAutoFit/>
          </a:bodyPr>
          <a:lstStyle>
            <a:lvl1pPr marL="342900" indent="-3429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80000"/>
              <a:buFont typeface="Wingdings" panose="05000000000000000000" pitchFamily="2" charset="2"/>
              <a:buChar char="n"/>
              <a:defRPr sz="3200" b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defRPr>
            </a:lvl1pPr>
            <a:lvl2pPr marL="742950" indent="-28575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Char char="–"/>
              <a:defRPr sz="2800">
                <a:solidFill>
                  <a:schemeClr val="tx1"/>
                </a:solidFill>
                <a:effectLst/>
                <a:latin typeface="+mn-lt"/>
                <a:ea typeface="+mn-ea"/>
              </a:defRPr>
            </a:lvl2pPr>
            <a:lvl3pPr marL="11430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Font typeface="Wingdings" panose="05000000000000000000" pitchFamily="2" charset="2"/>
              <a:buChar char="§"/>
              <a:defRPr sz="2400">
                <a:solidFill>
                  <a:schemeClr val="tx1"/>
                </a:solidFill>
                <a:effectLst/>
                <a:latin typeface="+mn-lt"/>
                <a:ea typeface="+mn-ea"/>
              </a:defRPr>
            </a:lvl3pPr>
            <a:lvl4pPr marL="16002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–"/>
              <a:defRPr sz="2000">
                <a:solidFill>
                  <a:schemeClr val="tx1"/>
                </a:solidFill>
                <a:effectLst/>
                <a:latin typeface="+mn-lt"/>
                <a:ea typeface="+mn-ea"/>
              </a:defRPr>
            </a:lvl4pPr>
            <a:lvl5pPr marL="20574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effectLst/>
                <a:latin typeface="+mn-lt"/>
                <a:ea typeface="+mn-ea"/>
              </a:defRPr>
            </a:lvl5pPr>
          </a:lstStyle>
          <a:p>
            <a:pPr marL="0" lvl="0" indent="0" eaLnBrk="1" hangingPunct="1">
              <a:spcBef>
                <a:spcPct val="50000"/>
              </a:spcBef>
              <a:buClrTx/>
              <a:buSzTx/>
              <a:buFontTx/>
              <a:buNone/>
            </a:pPr>
            <a:endParaRPr lang="zh-CN" altLang="zh-CN" sz="2400" b="1" dirty="0">
              <a:ea typeface="黑体" panose="02010609060101010101" pitchFamily="49" charset="-122"/>
            </a:endParaRPr>
          </a:p>
        </p:txBody>
      </p:sp>
      <p:sp>
        <p:nvSpPr>
          <p:cNvPr id="84999" name="Text Box 7"/>
          <p:cNvSpPr txBox="1"/>
          <p:nvPr/>
        </p:nvSpPr>
        <p:spPr>
          <a:xfrm>
            <a:off x="5016500" y="942975"/>
            <a:ext cx="576263" cy="461963"/>
          </a:xfrm>
          <a:prstGeom prst="rect">
            <a:avLst/>
          </a:prstGeom>
          <a:noFill/>
          <a:ln w="38100" cap="flat" cmpd="sng">
            <a:solidFill>
              <a:schemeClr val="tx1"/>
            </a:solidFill>
            <a:prstDash val="solid"/>
            <a:miter/>
            <a:headEnd type="none" w="med" len="med"/>
            <a:tailEnd type="none" w="med" len="med"/>
          </a:ln>
        </p:spPr>
        <p:txBody>
          <a:bodyPr>
            <a:spAutoFit/>
          </a:bodyPr>
          <a:lstStyle>
            <a:lvl1pPr marL="342900" indent="-3429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80000"/>
              <a:buFont typeface="Wingdings" panose="05000000000000000000" pitchFamily="2" charset="2"/>
              <a:buChar char="n"/>
              <a:defRPr sz="3200" b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defRPr>
            </a:lvl1pPr>
            <a:lvl2pPr marL="742950" indent="-28575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Char char="–"/>
              <a:defRPr sz="2800">
                <a:solidFill>
                  <a:schemeClr val="tx1"/>
                </a:solidFill>
                <a:effectLst/>
                <a:latin typeface="+mn-lt"/>
                <a:ea typeface="+mn-ea"/>
              </a:defRPr>
            </a:lvl2pPr>
            <a:lvl3pPr marL="11430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Font typeface="Wingdings" panose="05000000000000000000" pitchFamily="2" charset="2"/>
              <a:buChar char="§"/>
              <a:defRPr sz="2400">
                <a:solidFill>
                  <a:schemeClr val="tx1"/>
                </a:solidFill>
                <a:effectLst/>
                <a:latin typeface="+mn-lt"/>
                <a:ea typeface="+mn-ea"/>
              </a:defRPr>
            </a:lvl3pPr>
            <a:lvl4pPr marL="16002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–"/>
              <a:defRPr sz="2000">
                <a:solidFill>
                  <a:schemeClr val="tx1"/>
                </a:solidFill>
                <a:effectLst/>
                <a:latin typeface="+mn-lt"/>
                <a:ea typeface="+mn-ea"/>
              </a:defRPr>
            </a:lvl4pPr>
            <a:lvl5pPr marL="20574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effectLst/>
                <a:latin typeface="+mn-lt"/>
                <a:ea typeface="+mn-ea"/>
              </a:defRPr>
            </a:lvl5pPr>
          </a:lstStyle>
          <a:p>
            <a:pPr marL="0" lvl="0" indent="0" eaLnBrk="1" hangingPunct="1">
              <a:spcBef>
                <a:spcPct val="50000"/>
              </a:spcBef>
              <a:buClrTx/>
              <a:buSzTx/>
              <a:buFontTx/>
              <a:buNone/>
            </a:pPr>
            <a:endParaRPr lang="zh-CN" altLang="zh-CN" sz="2400" b="1" dirty="0">
              <a:ea typeface="黑体" panose="02010609060101010101" pitchFamily="49" charset="-122"/>
            </a:endParaRPr>
          </a:p>
        </p:txBody>
      </p:sp>
      <p:sp>
        <p:nvSpPr>
          <p:cNvPr id="85000" name="Text Box 8"/>
          <p:cNvSpPr txBox="1"/>
          <p:nvPr/>
        </p:nvSpPr>
        <p:spPr>
          <a:xfrm>
            <a:off x="5592763" y="942975"/>
            <a:ext cx="576262" cy="461963"/>
          </a:xfrm>
          <a:prstGeom prst="rect">
            <a:avLst/>
          </a:prstGeom>
          <a:noFill/>
          <a:ln w="38100" cap="flat" cmpd="sng">
            <a:solidFill>
              <a:schemeClr val="tx1"/>
            </a:solidFill>
            <a:prstDash val="solid"/>
            <a:miter/>
            <a:headEnd type="none" w="med" len="med"/>
            <a:tailEnd type="none" w="med" len="med"/>
          </a:ln>
        </p:spPr>
        <p:txBody>
          <a:bodyPr>
            <a:spAutoFit/>
          </a:bodyPr>
          <a:lstStyle>
            <a:lvl1pPr marL="342900" indent="-3429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80000"/>
              <a:buFont typeface="Wingdings" panose="05000000000000000000" pitchFamily="2" charset="2"/>
              <a:buChar char="n"/>
              <a:defRPr sz="3200" b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defRPr>
            </a:lvl1pPr>
            <a:lvl2pPr marL="742950" indent="-28575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Char char="–"/>
              <a:defRPr sz="2800">
                <a:solidFill>
                  <a:schemeClr val="tx1"/>
                </a:solidFill>
                <a:effectLst/>
                <a:latin typeface="+mn-lt"/>
                <a:ea typeface="+mn-ea"/>
              </a:defRPr>
            </a:lvl2pPr>
            <a:lvl3pPr marL="11430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Font typeface="Wingdings" panose="05000000000000000000" pitchFamily="2" charset="2"/>
              <a:buChar char="§"/>
              <a:defRPr sz="2400">
                <a:solidFill>
                  <a:schemeClr val="tx1"/>
                </a:solidFill>
                <a:effectLst/>
                <a:latin typeface="+mn-lt"/>
                <a:ea typeface="+mn-ea"/>
              </a:defRPr>
            </a:lvl3pPr>
            <a:lvl4pPr marL="16002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–"/>
              <a:defRPr sz="2000">
                <a:solidFill>
                  <a:schemeClr val="tx1"/>
                </a:solidFill>
                <a:effectLst/>
                <a:latin typeface="+mn-lt"/>
                <a:ea typeface="+mn-ea"/>
              </a:defRPr>
            </a:lvl4pPr>
            <a:lvl5pPr marL="20574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effectLst/>
                <a:latin typeface="+mn-lt"/>
                <a:ea typeface="+mn-ea"/>
              </a:defRPr>
            </a:lvl5pPr>
          </a:lstStyle>
          <a:p>
            <a:pPr marL="0" lvl="0" indent="0" eaLnBrk="1" hangingPunct="1">
              <a:spcBef>
                <a:spcPct val="50000"/>
              </a:spcBef>
              <a:buClrTx/>
              <a:buSzTx/>
              <a:buFontTx/>
              <a:buNone/>
            </a:pPr>
            <a:endParaRPr lang="zh-CN" altLang="zh-CN" sz="2400" b="1" dirty="0">
              <a:ea typeface="黑体" panose="02010609060101010101" pitchFamily="49" charset="-122"/>
            </a:endParaRPr>
          </a:p>
        </p:txBody>
      </p:sp>
      <p:sp>
        <p:nvSpPr>
          <p:cNvPr id="85001" name="Text Box 9"/>
          <p:cNvSpPr txBox="1"/>
          <p:nvPr/>
        </p:nvSpPr>
        <p:spPr>
          <a:xfrm>
            <a:off x="6169025" y="942975"/>
            <a:ext cx="576263" cy="461963"/>
          </a:xfrm>
          <a:prstGeom prst="rect">
            <a:avLst/>
          </a:prstGeom>
          <a:noFill/>
          <a:ln w="38100" cap="flat" cmpd="sng">
            <a:solidFill>
              <a:schemeClr val="tx1"/>
            </a:solidFill>
            <a:prstDash val="solid"/>
            <a:miter/>
            <a:headEnd type="none" w="med" len="med"/>
            <a:tailEnd type="none" w="med" len="med"/>
          </a:ln>
        </p:spPr>
        <p:txBody>
          <a:bodyPr>
            <a:spAutoFit/>
          </a:bodyPr>
          <a:lstStyle>
            <a:lvl1pPr marL="342900" indent="-3429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80000"/>
              <a:buFont typeface="Wingdings" panose="05000000000000000000" pitchFamily="2" charset="2"/>
              <a:buChar char="n"/>
              <a:defRPr sz="3200" b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defRPr>
            </a:lvl1pPr>
            <a:lvl2pPr marL="742950" indent="-28575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Char char="–"/>
              <a:defRPr sz="2800">
                <a:solidFill>
                  <a:schemeClr val="tx1"/>
                </a:solidFill>
                <a:effectLst/>
                <a:latin typeface="+mn-lt"/>
                <a:ea typeface="+mn-ea"/>
              </a:defRPr>
            </a:lvl2pPr>
            <a:lvl3pPr marL="11430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Font typeface="Wingdings" panose="05000000000000000000" pitchFamily="2" charset="2"/>
              <a:buChar char="§"/>
              <a:defRPr sz="2400">
                <a:solidFill>
                  <a:schemeClr val="tx1"/>
                </a:solidFill>
                <a:effectLst/>
                <a:latin typeface="+mn-lt"/>
                <a:ea typeface="+mn-ea"/>
              </a:defRPr>
            </a:lvl3pPr>
            <a:lvl4pPr marL="16002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–"/>
              <a:defRPr sz="2000">
                <a:solidFill>
                  <a:schemeClr val="tx1"/>
                </a:solidFill>
                <a:effectLst/>
                <a:latin typeface="+mn-lt"/>
                <a:ea typeface="+mn-ea"/>
              </a:defRPr>
            </a:lvl4pPr>
            <a:lvl5pPr marL="20574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effectLst/>
                <a:latin typeface="+mn-lt"/>
                <a:ea typeface="+mn-ea"/>
              </a:defRPr>
            </a:lvl5pPr>
          </a:lstStyle>
          <a:p>
            <a:pPr marL="0" lvl="0" indent="0" eaLnBrk="1" hangingPunct="1">
              <a:spcBef>
                <a:spcPct val="50000"/>
              </a:spcBef>
              <a:buClrTx/>
              <a:buSzTx/>
              <a:buFontTx/>
              <a:buNone/>
            </a:pPr>
            <a:endParaRPr lang="zh-CN" altLang="zh-CN" sz="2400" b="1" dirty="0">
              <a:ea typeface="黑体" panose="02010609060101010101" pitchFamily="49" charset="-122"/>
            </a:endParaRPr>
          </a:p>
        </p:txBody>
      </p:sp>
      <p:sp>
        <p:nvSpPr>
          <p:cNvPr id="85002" name="Text Box 10"/>
          <p:cNvSpPr txBox="1"/>
          <p:nvPr/>
        </p:nvSpPr>
        <p:spPr>
          <a:xfrm>
            <a:off x="6745288" y="942975"/>
            <a:ext cx="576262" cy="461963"/>
          </a:xfrm>
          <a:prstGeom prst="rect">
            <a:avLst/>
          </a:prstGeom>
          <a:noFill/>
          <a:ln w="38100" cap="flat" cmpd="sng">
            <a:solidFill>
              <a:schemeClr val="tx1"/>
            </a:solidFill>
            <a:prstDash val="solid"/>
            <a:miter/>
            <a:headEnd type="none" w="med" len="med"/>
            <a:tailEnd type="none" w="med" len="med"/>
          </a:ln>
        </p:spPr>
        <p:txBody>
          <a:bodyPr>
            <a:spAutoFit/>
          </a:bodyPr>
          <a:lstStyle>
            <a:lvl1pPr marL="342900" indent="-3429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80000"/>
              <a:buFont typeface="Wingdings" panose="05000000000000000000" pitchFamily="2" charset="2"/>
              <a:buChar char="n"/>
              <a:defRPr sz="3200" b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defRPr>
            </a:lvl1pPr>
            <a:lvl2pPr marL="742950" indent="-28575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Char char="–"/>
              <a:defRPr sz="2800">
                <a:solidFill>
                  <a:schemeClr val="tx1"/>
                </a:solidFill>
                <a:effectLst/>
                <a:latin typeface="+mn-lt"/>
                <a:ea typeface="+mn-ea"/>
              </a:defRPr>
            </a:lvl2pPr>
            <a:lvl3pPr marL="11430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Font typeface="Wingdings" panose="05000000000000000000" pitchFamily="2" charset="2"/>
              <a:buChar char="§"/>
              <a:defRPr sz="2400">
                <a:solidFill>
                  <a:schemeClr val="tx1"/>
                </a:solidFill>
                <a:effectLst/>
                <a:latin typeface="+mn-lt"/>
                <a:ea typeface="+mn-ea"/>
              </a:defRPr>
            </a:lvl3pPr>
            <a:lvl4pPr marL="16002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–"/>
              <a:defRPr sz="2000">
                <a:solidFill>
                  <a:schemeClr val="tx1"/>
                </a:solidFill>
                <a:effectLst/>
                <a:latin typeface="+mn-lt"/>
                <a:ea typeface="+mn-ea"/>
              </a:defRPr>
            </a:lvl4pPr>
            <a:lvl5pPr marL="20574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effectLst/>
                <a:latin typeface="+mn-lt"/>
                <a:ea typeface="+mn-ea"/>
              </a:defRPr>
            </a:lvl5pPr>
          </a:lstStyle>
          <a:p>
            <a:pPr marL="0" lvl="0" indent="0" eaLnBrk="1" hangingPunct="1">
              <a:spcBef>
                <a:spcPct val="50000"/>
              </a:spcBef>
              <a:buClrTx/>
              <a:buSzTx/>
              <a:buFontTx/>
              <a:buNone/>
            </a:pPr>
            <a:endParaRPr lang="zh-CN" altLang="zh-CN" sz="2400" b="1" dirty="0">
              <a:ea typeface="黑体" panose="02010609060101010101" pitchFamily="49" charset="-122"/>
            </a:endParaRPr>
          </a:p>
        </p:txBody>
      </p:sp>
      <p:sp>
        <p:nvSpPr>
          <p:cNvPr id="85003" name="Text Box 11"/>
          <p:cNvSpPr txBox="1"/>
          <p:nvPr/>
        </p:nvSpPr>
        <p:spPr>
          <a:xfrm>
            <a:off x="7321550" y="942975"/>
            <a:ext cx="576263" cy="461963"/>
          </a:xfrm>
          <a:prstGeom prst="rect">
            <a:avLst/>
          </a:prstGeom>
          <a:noFill/>
          <a:ln w="38100" cap="flat" cmpd="sng">
            <a:solidFill>
              <a:schemeClr val="tx1"/>
            </a:solidFill>
            <a:prstDash val="solid"/>
            <a:miter/>
            <a:headEnd type="none" w="med" len="med"/>
            <a:tailEnd type="none" w="med" len="med"/>
          </a:ln>
        </p:spPr>
        <p:txBody>
          <a:bodyPr>
            <a:spAutoFit/>
          </a:bodyPr>
          <a:lstStyle>
            <a:lvl1pPr marL="342900" indent="-3429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80000"/>
              <a:buFont typeface="Wingdings" panose="05000000000000000000" pitchFamily="2" charset="2"/>
              <a:buChar char="n"/>
              <a:defRPr sz="3200" b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defRPr>
            </a:lvl1pPr>
            <a:lvl2pPr marL="742950" indent="-28575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Char char="–"/>
              <a:defRPr sz="2800">
                <a:solidFill>
                  <a:schemeClr val="tx1"/>
                </a:solidFill>
                <a:effectLst/>
                <a:latin typeface="+mn-lt"/>
                <a:ea typeface="+mn-ea"/>
              </a:defRPr>
            </a:lvl2pPr>
            <a:lvl3pPr marL="11430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Font typeface="Wingdings" panose="05000000000000000000" pitchFamily="2" charset="2"/>
              <a:buChar char="§"/>
              <a:defRPr sz="2400">
                <a:solidFill>
                  <a:schemeClr val="tx1"/>
                </a:solidFill>
                <a:effectLst/>
                <a:latin typeface="+mn-lt"/>
                <a:ea typeface="+mn-ea"/>
              </a:defRPr>
            </a:lvl3pPr>
            <a:lvl4pPr marL="16002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–"/>
              <a:defRPr sz="2000">
                <a:solidFill>
                  <a:schemeClr val="tx1"/>
                </a:solidFill>
                <a:effectLst/>
                <a:latin typeface="+mn-lt"/>
                <a:ea typeface="+mn-ea"/>
              </a:defRPr>
            </a:lvl4pPr>
            <a:lvl5pPr marL="20574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effectLst/>
                <a:latin typeface="+mn-lt"/>
                <a:ea typeface="+mn-ea"/>
              </a:defRPr>
            </a:lvl5pPr>
          </a:lstStyle>
          <a:p>
            <a:pPr marL="0" lvl="0" indent="0" eaLnBrk="1" hangingPunct="1">
              <a:spcBef>
                <a:spcPct val="50000"/>
              </a:spcBef>
              <a:buClrTx/>
              <a:buSzTx/>
              <a:buFontTx/>
              <a:buNone/>
            </a:pPr>
            <a:endParaRPr lang="zh-CN" altLang="zh-CN" sz="2400" b="1" dirty="0">
              <a:ea typeface="黑体" panose="02010609060101010101" pitchFamily="49" charset="-122"/>
            </a:endParaRPr>
          </a:p>
        </p:txBody>
      </p:sp>
      <p:sp>
        <p:nvSpPr>
          <p:cNvPr id="85004" name="Text Box 12"/>
          <p:cNvSpPr txBox="1"/>
          <p:nvPr/>
        </p:nvSpPr>
        <p:spPr>
          <a:xfrm>
            <a:off x="7896225" y="942975"/>
            <a:ext cx="576263" cy="461963"/>
          </a:xfrm>
          <a:prstGeom prst="rect">
            <a:avLst/>
          </a:prstGeom>
          <a:noFill/>
          <a:ln w="38100" cap="flat" cmpd="sng">
            <a:solidFill>
              <a:schemeClr val="tx1"/>
            </a:solidFill>
            <a:prstDash val="solid"/>
            <a:miter/>
            <a:headEnd type="none" w="med" len="med"/>
            <a:tailEnd type="none" w="med" len="med"/>
          </a:ln>
        </p:spPr>
        <p:txBody>
          <a:bodyPr>
            <a:spAutoFit/>
          </a:bodyPr>
          <a:lstStyle>
            <a:lvl1pPr marL="342900" indent="-3429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80000"/>
              <a:buFont typeface="Wingdings" panose="05000000000000000000" pitchFamily="2" charset="2"/>
              <a:buChar char="n"/>
              <a:defRPr sz="3200" b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defRPr>
            </a:lvl1pPr>
            <a:lvl2pPr marL="742950" indent="-28575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Char char="–"/>
              <a:defRPr sz="2800">
                <a:solidFill>
                  <a:schemeClr val="tx1"/>
                </a:solidFill>
                <a:effectLst/>
                <a:latin typeface="+mn-lt"/>
                <a:ea typeface="+mn-ea"/>
              </a:defRPr>
            </a:lvl2pPr>
            <a:lvl3pPr marL="11430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Font typeface="Wingdings" panose="05000000000000000000" pitchFamily="2" charset="2"/>
              <a:buChar char="§"/>
              <a:defRPr sz="2400">
                <a:solidFill>
                  <a:schemeClr val="tx1"/>
                </a:solidFill>
                <a:effectLst/>
                <a:latin typeface="+mn-lt"/>
                <a:ea typeface="+mn-ea"/>
              </a:defRPr>
            </a:lvl3pPr>
            <a:lvl4pPr marL="16002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–"/>
              <a:defRPr sz="2000">
                <a:solidFill>
                  <a:schemeClr val="tx1"/>
                </a:solidFill>
                <a:effectLst/>
                <a:latin typeface="+mn-lt"/>
                <a:ea typeface="+mn-ea"/>
              </a:defRPr>
            </a:lvl4pPr>
            <a:lvl5pPr marL="20574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effectLst/>
                <a:latin typeface="+mn-lt"/>
                <a:ea typeface="+mn-ea"/>
              </a:defRPr>
            </a:lvl5pPr>
          </a:lstStyle>
          <a:p>
            <a:pPr marL="0" lvl="0" indent="0" eaLnBrk="1" hangingPunct="1">
              <a:spcBef>
                <a:spcPct val="50000"/>
              </a:spcBef>
              <a:buClrTx/>
              <a:buSzTx/>
              <a:buFontTx/>
              <a:buNone/>
            </a:pPr>
            <a:endParaRPr lang="zh-CN" altLang="zh-CN" sz="2400" b="1" dirty="0">
              <a:ea typeface="黑体" panose="02010609060101010101" pitchFamily="49" charset="-122"/>
            </a:endParaRPr>
          </a:p>
        </p:txBody>
      </p:sp>
      <p:sp>
        <p:nvSpPr>
          <p:cNvPr id="85005" name="Text Box 13"/>
          <p:cNvSpPr txBox="1"/>
          <p:nvPr/>
        </p:nvSpPr>
        <p:spPr>
          <a:xfrm>
            <a:off x="1847850" y="908050"/>
            <a:ext cx="576263" cy="457200"/>
          </a:xfrm>
          <a:prstGeom prst="rect">
            <a:avLst/>
          </a:prstGeom>
          <a:noFill/>
          <a:ln w="12700">
            <a:noFill/>
          </a:ln>
        </p:spPr>
        <p:txBody>
          <a:bodyPr>
            <a:spAutoFit/>
          </a:bodyPr>
          <a:lstStyle>
            <a:lvl1pPr marL="342900" indent="-3429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80000"/>
              <a:buFont typeface="Wingdings" panose="05000000000000000000" pitchFamily="2" charset="2"/>
              <a:buChar char="n"/>
              <a:defRPr sz="3200" b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defRPr>
            </a:lvl1pPr>
            <a:lvl2pPr marL="742950" indent="-28575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Char char="–"/>
              <a:defRPr sz="2800">
                <a:solidFill>
                  <a:schemeClr val="tx1"/>
                </a:solidFill>
                <a:effectLst/>
                <a:latin typeface="+mn-lt"/>
                <a:ea typeface="+mn-ea"/>
              </a:defRPr>
            </a:lvl2pPr>
            <a:lvl3pPr marL="11430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Font typeface="Wingdings" panose="05000000000000000000" pitchFamily="2" charset="2"/>
              <a:buChar char="§"/>
              <a:defRPr sz="2400">
                <a:solidFill>
                  <a:schemeClr val="tx1"/>
                </a:solidFill>
                <a:effectLst/>
                <a:latin typeface="+mn-lt"/>
                <a:ea typeface="+mn-ea"/>
              </a:defRPr>
            </a:lvl3pPr>
            <a:lvl4pPr marL="16002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–"/>
              <a:defRPr sz="2000">
                <a:solidFill>
                  <a:schemeClr val="tx1"/>
                </a:solidFill>
                <a:effectLst/>
                <a:latin typeface="+mn-lt"/>
                <a:ea typeface="+mn-ea"/>
              </a:defRPr>
            </a:lvl4pPr>
            <a:lvl5pPr marL="20574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effectLst/>
                <a:latin typeface="+mn-lt"/>
                <a:ea typeface="+mn-ea"/>
              </a:defRPr>
            </a:lvl5pPr>
          </a:lstStyle>
          <a:p>
            <a:pPr marL="0" lvl="0" indent="0" eaLnBrk="1" hangingPunct="1">
              <a:spcBef>
                <a:spcPct val="50000"/>
              </a:spcBef>
              <a:buClrTx/>
              <a:buSzTx/>
              <a:buFontTx/>
              <a:buNone/>
            </a:pPr>
            <a:r>
              <a:rPr lang="en-US" altLang="zh-CN" sz="2400" b="1" dirty="0">
                <a:ea typeface="黑体" panose="02010609060101010101" pitchFamily="49" charset="-122"/>
              </a:rPr>
              <a:t>a</a:t>
            </a:r>
            <a:endParaRPr lang="en-US" altLang="zh-CN" sz="2400" b="1" dirty="0">
              <a:ea typeface="黑体" panose="02010609060101010101" pitchFamily="49" charset="-122"/>
            </a:endParaRPr>
          </a:p>
        </p:txBody>
      </p:sp>
      <p:sp>
        <p:nvSpPr>
          <p:cNvPr id="85006" name="Text Box 14"/>
          <p:cNvSpPr txBox="1"/>
          <p:nvPr/>
        </p:nvSpPr>
        <p:spPr>
          <a:xfrm>
            <a:off x="3359150" y="393700"/>
            <a:ext cx="576263" cy="457200"/>
          </a:xfrm>
          <a:prstGeom prst="rect">
            <a:avLst/>
          </a:prstGeom>
          <a:noFill/>
          <a:ln w="12700">
            <a:noFill/>
          </a:ln>
        </p:spPr>
        <p:txBody>
          <a:bodyPr>
            <a:spAutoFit/>
          </a:bodyPr>
          <a:lstStyle>
            <a:lvl1pPr marL="342900" indent="-3429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80000"/>
              <a:buFont typeface="Wingdings" panose="05000000000000000000" pitchFamily="2" charset="2"/>
              <a:buChar char="n"/>
              <a:defRPr sz="3200" b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defRPr>
            </a:lvl1pPr>
            <a:lvl2pPr marL="742950" indent="-28575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Char char="–"/>
              <a:defRPr sz="2800">
                <a:solidFill>
                  <a:schemeClr val="tx1"/>
                </a:solidFill>
                <a:effectLst/>
                <a:latin typeface="+mn-lt"/>
                <a:ea typeface="+mn-ea"/>
              </a:defRPr>
            </a:lvl2pPr>
            <a:lvl3pPr marL="11430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Font typeface="Wingdings" panose="05000000000000000000" pitchFamily="2" charset="2"/>
              <a:buChar char="§"/>
              <a:defRPr sz="2400">
                <a:solidFill>
                  <a:schemeClr val="tx1"/>
                </a:solidFill>
                <a:effectLst/>
                <a:latin typeface="+mn-lt"/>
                <a:ea typeface="+mn-ea"/>
              </a:defRPr>
            </a:lvl3pPr>
            <a:lvl4pPr marL="16002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–"/>
              <a:defRPr sz="2000">
                <a:solidFill>
                  <a:schemeClr val="tx1"/>
                </a:solidFill>
                <a:effectLst/>
                <a:latin typeface="+mn-lt"/>
                <a:ea typeface="+mn-ea"/>
              </a:defRPr>
            </a:lvl4pPr>
            <a:lvl5pPr marL="20574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effectLst/>
                <a:latin typeface="+mn-lt"/>
                <a:ea typeface="+mn-ea"/>
              </a:defRPr>
            </a:lvl5pPr>
          </a:lstStyle>
          <a:p>
            <a:pPr marL="0" lvl="0" indent="0" eaLnBrk="1" hangingPunct="1">
              <a:spcBef>
                <a:spcPct val="50000"/>
              </a:spcBef>
              <a:buClrTx/>
              <a:buSzTx/>
              <a:buFontTx/>
              <a:buNone/>
            </a:pPr>
            <a:r>
              <a:rPr lang="en-US" altLang="zh-CN" sz="2400" b="1" dirty="0">
                <a:ea typeface="黑体" panose="02010609060101010101" pitchFamily="49" charset="-122"/>
              </a:rPr>
              <a:t>1</a:t>
            </a:r>
            <a:endParaRPr lang="en-US" altLang="zh-CN" sz="2400" b="1" dirty="0">
              <a:ea typeface="黑体" panose="02010609060101010101" pitchFamily="49" charset="-122"/>
            </a:endParaRPr>
          </a:p>
        </p:txBody>
      </p:sp>
      <p:sp>
        <p:nvSpPr>
          <p:cNvPr id="85007" name="Text Box 15"/>
          <p:cNvSpPr txBox="1"/>
          <p:nvPr/>
        </p:nvSpPr>
        <p:spPr>
          <a:xfrm>
            <a:off x="3935413" y="393700"/>
            <a:ext cx="576262" cy="457200"/>
          </a:xfrm>
          <a:prstGeom prst="rect">
            <a:avLst/>
          </a:prstGeom>
          <a:noFill/>
          <a:ln w="12700">
            <a:noFill/>
          </a:ln>
        </p:spPr>
        <p:txBody>
          <a:bodyPr>
            <a:spAutoFit/>
          </a:bodyPr>
          <a:lstStyle>
            <a:lvl1pPr marL="342900" indent="-3429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80000"/>
              <a:buFont typeface="Wingdings" panose="05000000000000000000" pitchFamily="2" charset="2"/>
              <a:buChar char="n"/>
              <a:defRPr sz="3200" b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defRPr>
            </a:lvl1pPr>
            <a:lvl2pPr marL="742950" indent="-28575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Char char="–"/>
              <a:defRPr sz="2800">
                <a:solidFill>
                  <a:schemeClr val="tx1"/>
                </a:solidFill>
                <a:effectLst/>
                <a:latin typeface="+mn-lt"/>
                <a:ea typeface="+mn-ea"/>
              </a:defRPr>
            </a:lvl2pPr>
            <a:lvl3pPr marL="11430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Font typeface="Wingdings" panose="05000000000000000000" pitchFamily="2" charset="2"/>
              <a:buChar char="§"/>
              <a:defRPr sz="2400">
                <a:solidFill>
                  <a:schemeClr val="tx1"/>
                </a:solidFill>
                <a:effectLst/>
                <a:latin typeface="+mn-lt"/>
                <a:ea typeface="+mn-ea"/>
              </a:defRPr>
            </a:lvl3pPr>
            <a:lvl4pPr marL="16002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–"/>
              <a:defRPr sz="2000">
                <a:solidFill>
                  <a:schemeClr val="tx1"/>
                </a:solidFill>
                <a:effectLst/>
                <a:latin typeface="+mn-lt"/>
                <a:ea typeface="+mn-ea"/>
              </a:defRPr>
            </a:lvl4pPr>
            <a:lvl5pPr marL="20574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effectLst/>
                <a:latin typeface="+mn-lt"/>
                <a:ea typeface="+mn-ea"/>
              </a:defRPr>
            </a:lvl5pPr>
          </a:lstStyle>
          <a:p>
            <a:pPr marL="0" lvl="0" indent="0" eaLnBrk="1" hangingPunct="1">
              <a:spcBef>
                <a:spcPct val="50000"/>
              </a:spcBef>
              <a:buClrTx/>
              <a:buSzTx/>
              <a:buFontTx/>
              <a:buNone/>
            </a:pPr>
            <a:r>
              <a:rPr lang="en-US" altLang="zh-CN" sz="2400" b="1" dirty="0">
                <a:ea typeface="黑体" panose="02010609060101010101" pitchFamily="49" charset="-122"/>
              </a:rPr>
              <a:t>2</a:t>
            </a:r>
            <a:endParaRPr lang="en-US" altLang="zh-CN" sz="2400" b="1" dirty="0">
              <a:ea typeface="黑体" panose="02010609060101010101" pitchFamily="49" charset="-122"/>
            </a:endParaRPr>
          </a:p>
        </p:txBody>
      </p:sp>
      <p:sp>
        <p:nvSpPr>
          <p:cNvPr id="85008" name="Text Box 16"/>
          <p:cNvSpPr txBox="1"/>
          <p:nvPr/>
        </p:nvSpPr>
        <p:spPr>
          <a:xfrm>
            <a:off x="4511675" y="393700"/>
            <a:ext cx="576263" cy="457200"/>
          </a:xfrm>
          <a:prstGeom prst="rect">
            <a:avLst/>
          </a:prstGeom>
          <a:noFill/>
          <a:ln w="12700">
            <a:noFill/>
          </a:ln>
        </p:spPr>
        <p:txBody>
          <a:bodyPr>
            <a:spAutoFit/>
          </a:bodyPr>
          <a:lstStyle>
            <a:lvl1pPr marL="342900" indent="-3429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80000"/>
              <a:buFont typeface="Wingdings" panose="05000000000000000000" pitchFamily="2" charset="2"/>
              <a:buChar char="n"/>
              <a:defRPr sz="3200" b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defRPr>
            </a:lvl1pPr>
            <a:lvl2pPr marL="742950" indent="-28575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Char char="–"/>
              <a:defRPr sz="2800">
                <a:solidFill>
                  <a:schemeClr val="tx1"/>
                </a:solidFill>
                <a:effectLst/>
                <a:latin typeface="+mn-lt"/>
                <a:ea typeface="+mn-ea"/>
              </a:defRPr>
            </a:lvl2pPr>
            <a:lvl3pPr marL="11430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Font typeface="Wingdings" panose="05000000000000000000" pitchFamily="2" charset="2"/>
              <a:buChar char="§"/>
              <a:defRPr sz="2400">
                <a:solidFill>
                  <a:schemeClr val="tx1"/>
                </a:solidFill>
                <a:effectLst/>
                <a:latin typeface="+mn-lt"/>
                <a:ea typeface="+mn-ea"/>
              </a:defRPr>
            </a:lvl3pPr>
            <a:lvl4pPr marL="16002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–"/>
              <a:defRPr sz="2000">
                <a:solidFill>
                  <a:schemeClr val="tx1"/>
                </a:solidFill>
                <a:effectLst/>
                <a:latin typeface="+mn-lt"/>
                <a:ea typeface="+mn-ea"/>
              </a:defRPr>
            </a:lvl4pPr>
            <a:lvl5pPr marL="20574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effectLst/>
                <a:latin typeface="+mn-lt"/>
                <a:ea typeface="+mn-ea"/>
              </a:defRPr>
            </a:lvl5pPr>
          </a:lstStyle>
          <a:p>
            <a:pPr marL="0" lvl="0" indent="0" eaLnBrk="1" hangingPunct="1">
              <a:spcBef>
                <a:spcPct val="50000"/>
              </a:spcBef>
              <a:buClrTx/>
              <a:buSzTx/>
              <a:buFontTx/>
              <a:buNone/>
            </a:pPr>
            <a:r>
              <a:rPr lang="en-US" altLang="zh-CN" sz="2400" b="1" dirty="0">
                <a:ea typeface="黑体" panose="02010609060101010101" pitchFamily="49" charset="-122"/>
              </a:rPr>
              <a:t>3</a:t>
            </a:r>
            <a:endParaRPr lang="en-US" altLang="zh-CN" sz="2400" b="1" dirty="0">
              <a:ea typeface="黑体" panose="02010609060101010101" pitchFamily="49" charset="-122"/>
            </a:endParaRPr>
          </a:p>
        </p:txBody>
      </p:sp>
      <p:sp>
        <p:nvSpPr>
          <p:cNvPr id="85009" name="Text Box 17"/>
          <p:cNvSpPr txBox="1"/>
          <p:nvPr/>
        </p:nvSpPr>
        <p:spPr>
          <a:xfrm>
            <a:off x="5087938" y="393700"/>
            <a:ext cx="576262" cy="457200"/>
          </a:xfrm>
          <a:prstGeom prst="rect">
            <a:avLst/>
          </a:prstGeom>
          <a:noFill/>
          <a:ln w="12700">
            <a:noFill/>
          </a:ln>
        </p:spPr>
        <p:txBody>
          <a:bodyPr>
            <a:spAutoFit/>
          </a:bodyPr>
          <a:lstStyle>
            <a:lvl1pPr marL="342900" indent="-3429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80000"/>
              <a:buFont typeface="Wingdings" panose="05000000000000000000" pitchFamily="2" charset="2"/>
              <a:buChar char="n"/>
              <a:defRPr sz="3200" b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defRPr>
            </a:lvl1pPr>
            <a:lvl2pPr marL="742950" indent="-28575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Char char="–"/>
              <a:defRPr sz="2800">
                <a:solidFill>
                  <a:schemeClr val="tx1"/>
                </a:solidFill>
                <a:effectLst/>
                <a:latin typeface="+mn-lt"/>
                <a:ea typeface="+mn-ea"/>
              </a:defRPr>
            </a:lvl2pPr>
            <a:lvl3pPr marL="11430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Font typeface="Wingdings" panose="05000000000000000000" pitchFamily="2" charset="2"/>
              <a:buChar char="§"/>
              <a:defRPr sz="2400">
                <a:solidFill>
                  <a:schemeClr val="tx1"/>
                </a:solidFill>
                <a:effectLst/>
                <a:latin typeface="+mn-lt"/>
                <a:ea typeface="+mn-ea"/>
              </a:defRPr>
            </a:lvl3pPr>
            <a:lvl4pPr marL="16002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–"/>
              <a:defRPr sz="2000">
                <a:solidFill>
                  <a:schemeClr val="tx1"/>
                </a:solidFill>
                <a:effectLst/>
                <a:latin typeface="+mn-lt"/>
                <a:ea typeface="+mn-ea"/>
              </a:defRPr>
            </a:lvl4pPr>
            <a:lvl5pPr marL="20574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effectLst/>
                <a:latin typeface="+mn-lt"/>
                <a:ea typeface="+mn-ea"/>
              </a:defRPr>
            </a:lvl5pPr>
          </a:lstStyle>
          <a:p>
            <a:pPr marL="0" lvl="0" indent="0" eaLnBrk="1" hangingPunct="1">
              <a:spcBef>
                <a:spcPct val="50000"/>
              </a:spcBef>
              <a:buClrTx/>
              <a:buSzTx/>
              <a:buFontTx/>
              <a:buNone/>
            </a:pPr>
            <a:r>
              <a:rPr lang="en-US" altLang="zh-CN" sz="2400" b="1" dirty="0">
                <a:ea typeface="黑体" panose="02010609060101010101" pitchFamily="49" charset="-122"/>
              </a:rPr>
              <a:t>4</a:t>
            </a:r>
            <a:endParaRPr lang="en-US" altLang="zh-CN" sz="2400" b="1" dirty="0">
              <a:ea typeface="黑体" panose="02010609060101010101" pitchFamily="49" charset="-122"/>
            </a:endParaRPr>
          </a:p>
        </p:txBody>
      </p:sp>
      <p:sp>
        <p:nvSpPr>
          <p:cNvPr id="85010" name="Text Box 18"/>
          <p:cNvSpPr txBox="1"/>
          <p:nvPr/>
        </p:nvSpPr>
        <p:spPr>
          <a:xfrm>
            <a:off x="5662613" y="393700"/>
            <a:ext cx="576262" cy="457200"/>
          </a:xfrm>
          <a:prstGeom prst="rect">
            <a:avLst/>
          </a:prstGeom>
          <a:noFill/>
          <a:ln w="12700">
            <a:noFill/>
          </a:ln>
        </p:spPr>
        <p:txBody>
          <a:bodyPr>
            <a:spAutoFit/>
          </a:bodyPr>
          <a:lstStyle>
            <a:lvl1pPr marL="342900" indent="-3429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80000"/>
              <a:buFont typeface="Wingdings" panose="05000000000000000000" pitchFamily="2" charset="2"/>
              <a:buChar char="n"/>
              <a:defRPr sz="3200" b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defRPr>
            </a:lvl1pPr>
            <a:lvl2pPr marL="742950" indent="-28575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Char char="–"/>
              <a:defRPr sz="2800">
                <a:solidFill>
                  <a:schemeClr val="tx1"/>
                </a:solidFill>
                <a:effectLst/>
                <a:latin typeface="+mn-lt"/>
                <a:ea typeface="+mn-ea"/>
              </a:defRPr>
            </a:lvl2pPr>
            <a:lvl3pPr marL="11430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Font typeface="Wingdings" panose="05000000000000000000" pitchFamily="2" charset="2"/>
              <a:buChar char="§"/>
              <a:defRPr sz="2400">
                <a:solidFill>
                  <a:schemeClr val="tx1"/>
                </a:solidFill>
                <a:effectLst/>
                <a:latin typeface="+mn-lt"/>
                <a:ea typeface="+mn-ea"/>
              </a:defRPr>
            </a:lvl3pPr>
            <a:lvl4pPr marL="16002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–"/>
              <a:defRPr sz="2000">
                <a:solidFill>
                  <a:schemeClr val="tx1"/>
                </a:solidFill>
                <a:effectLst/>
                <a:latin typeface="+mn-lt"/>
                <a:ea typeface="+mn-ea"/>
              </a:defRPr>
            </a:lvl4pPr>
            <a:lvl5pPr marL="20574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effectLst/>
                <a:latin typeface="+mn-lt"/>
                <a:ea typeface="+mn-ea"/>
              </a:defRPr>
            </a:lvl5pPr>
          </a:lstStyle>
          <a:p>
            <a:pPr marL="0" lvl="0" indent="0" eaLnBrk="1" hangingPunct="1">
              <a:spcBef>
                <a:spcPct val="50000"/>
              </a:spcBef>
              <a:buClrTx/>
              <a:buSzTx/>
              <a:buFontTx/>
              <a:buNone/>
            </a:pPr>
            <a:r>
              <a:rPr lang="en-US" altLang="zh-CN" sz="2400" b="1" dirty="0">
                <a:ea typeface="黑体" panose="02010609060101010101" pitchFamily="49" charset="-122"/>
              </a:rPr>
              <a:t>5</a:t>
            </a:r>
            <a:endParaRPr lang="en-US" altLang="zh-CN" sz="2400" b="1" dirty="0">
              <a:ea typeface="黑体" panose="02010609060101010101" pitchFamily="49" charset="-122"/>
            </a:endParaRPr>
          </a:p>
        </p:txBody>
      </p:sp>
      <p:sp>
        <p:nvSpPr>
          <p:cNvPr id="85011" name="Text Box 19"/>
          <p:cNvSpPr txBox="1"/>
          <p:nvPr/>
        </p:nvSpPr>
        <p:spPr>
          <a:xfrm>
            <a:off x="6238875" y="393700"/>
            <a:ext cx="576263" cy="457200"/>
          </a:xfrm>
          <a:prstGeom prst="rect">
            <a:avLst/>
          </a:prstGeom>
          <a:noFill/>
          <a:ln w="12700">
            <a:noFill/>
          </a:ln>
        </p:spPr>
        <p:txBody>
          <a:bodyPr>
            <a:spAutoFit/>
          </a:bodyPr>
          <a:lstStyle>
            <a:lvl1pPr marL="342900" indent="-3429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80000"/>
              <a:buFont typeface="Wingdings" panose="05000000000000000000" pitchFamily="2" charset="2"/>
              <a:buChar char="n"/>
              <a:defRPr sz="3200" b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defRPr>
            </a:lvl1pPr>
            <a:lvl2pPr marL="742950" indent="-28575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Char char="–"/>
              <a:defRPr sz="2800">
                <a:solidFill>
                  <a:schemeClr val="tx1"/>
                </a:solidFill>
                <a:effectLst/>
                <a:latin typeface="+mn-lt"/>
                <a:ea typeface="+mn-ea"/>
              </a:defRPr>
            </a:lvl2pPr>
            <a:lvl3pPr marL="11430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Font typeface="Wingdings" panose="05000000000000000000" pitchFamily="2" charset="2"/>
              <a:buChar char="§"/>
              <a:defRPr sz="2400">
                <a:solidFill>
                  <a:schemeClr val="tx1"/>
                </a:solidFill>
                <a:effectLst/>
                <a:latin typeface="+mn-lt"/>
                <a:ea typeface="+mn-ea"/>
              </a:defRPr>
            </a:lvl3pPr>
            <a:lvl4pPr marL="16002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–"/>
              <a:defRPr sz="2000">
                <a:solidFill>
                  <a:schemeClr val="tx1"/>
                </a:solidFill>
                <a:effectLst/>
                <a:latin typeface="+mn-lt"/>
                <a:ea typeface="+mn-ea"/>
              </a:defRPr>
            </a:lvl4pPr>
            <a:lvl5pPr marL="20574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effectLst/>
                <a:latin typeface="+mn-lt"/>
                <a:ea typeface="+mn-ea"/>
              </a:defRPr>
            </a:lvl5pPr>
          </a:lstStyle>
          <a:p>
            <a:pPr marL="0" lvl="0" indent="0" eaLnBrk="1" hangingPunct="1">
              <a:spcBef>
                <a:spcPct val="50000"/>
              </a:spcBef>
              <a:buClrTx/>
              <a:buSzTx/>
              <a:buFontTx/>
              <a:buNone/>
            </a:pPr>
            <a:r>
              <a:rPr lang="en-US" altLang="zh-CN" sz="2400" b="1" dirty="0">
                <a:ea typeface="黑体" panose="02010609060101010101" pitchFamily="49" charset="-122"/>
              </a:rPr>
              <a:t>6</a:t>
            </a:r>
            <a:endParaRPr lang="en-US" altLang="zh-CN" sz="2400" b="1" dirty="0">
              <a:ea typeface="黑体" panose="02010609060101010101" pitchFamily="49" charset="-122"/>
            </a:endParaRPr>
          </a:p>
        </p:txBody>
      </p:sp>
      <p:sp>
        <p:nvSpPr>
          <p:cNvPr id="85012" name="Text Box 20"/>
          <p:cNvSpPr txBox="1"/>
          <p:nvPr/>
        </p:nvSpPr>
        <p:spPr>
          <a:xfrm>
            <a:off x="6815138" y="393700"/>
            <a:ext cx="576262" cy="457200"/>
          </a:xfrm>
          <a:prstGeom prst="rect">
            <a:avLst/>
          </a:prstGeom>
          <a:noFill/>
          <a:ln w="12700">
            <a:noFill/>
          </a:ln>
        </p:spPr>
        <p:txBody>
          <a:bodyPr>
            <a:spAutoFit/>
          </a:bodyPr>
          <a:lstStyle>
            <a:lvl1pPr marL="342900" indent="-3429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80000"/>
              <a:buFont typeface="Wingdings" panose="05000000000000000000" pitchFamily="2" charset="2"/>
              <a:buChar char="n"/>
              <a:defRPr sz="3200" b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defRPr>
            </a:lvl1pPr>
            <a:lvl2pPr marL="742950" indent="-28575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Char char="–"/>
              <a:defRPr sz="2800">
                <a:solidFill>
                  <a:schemeClr val="tx1"/>
                </a:solidFill>
                <a:effectLst/>
                <a:latin typeface="+mn-lt"/>
                <a:ea typeface="+mn-ea"/>
              </a:defRPr>
            </a:lvl2pPr>
            <a:lvl3pPr marL="11430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Font typeface="Wingdings" panose="05000000000000000000" pitchFamily="2" charset="2"/>
              <a:buChar char="§"/>
              <a:defRPr sz="2400">
                <a:solidFill>
                  <a:schemeClr val="tx1"/>
                </a:solidFill>
                <a:effectLst/>
                <a:latin typeface="+mn-lt"/>
                <a:ea typeface="+mn-ea"/>
              </a:defRPr>
            </a:lvl3pPr>
            <a:lvl4pPr marL="16002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–"/>
              <a:defRPr sz="2000">
                <a:solidFill>
                  <a:schemeClr val="tx1"/>
                </a:solidFill>
                <a:effectLst/>
                <a:latin typeface="+mn-lt"/>
                <a:ea typeface="+mn-ea"/>
              </a:defRPr>
            </a:lvl4pPr>
            <a:lvl5pPr marL="20574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effectLst/>
                <a:latin typeface="+mn-lt"/>
                <a:ea typeface="+mn-ea"/>
              </a:defRPr>
            </a:lvl5pPr>
          </a:lstStyle>
          <a:p>
            <a:pPr marL="0" lvl="0" indent="0" eaLnBrk="1" hangingPunct="1">
              <a:spcBef>
                <a:spcPct val="50000"/>
              </a:spcBef>
              <a:buClrTx/>
              <a:buSzTx/>
              <a:buFontTx/>
              <a:buNone/>
            </a:pPr>
            <a:r>
              <a:rPr lang="en-US" altLang="zh-CN" sz="2400" b="1" dirty="0">
                <a:ea typeface="黑体" panose="02010609060101010101" pitchFamily="49" charset="-122"/>
              </a:rPr>
              <a:t>7</a:t>
            </a:r>
            <a:endParaRPr lang="en-US" altLang="zh-CN" sz="2400" b="1" dirty="0">
              <a:ea typeface="黑体" panose="02010609060101010101" pitchFamily="49" charset="-122"/>
            </a:endParaRPr>
          </a:p>
        </p:txBody>
      </p:sp>
      <p:sp>
        <p:nvSpPr>
          <p:cNvPr id="85013" name="Text Box 21"/>
          <p:cNvSpPr txBox="1"/>
          <p:nvPr/>
        </p:nvSpPr>
        <p:spPr>
          <a:xfrm>
            <a:off x="7391400" y="393700"/>
            <a:ext cx="576263" cy="457200"/>
          </a:xfrm>
          <a:prstGeom prst="rect">
            <a:avLst/>
          </a:prstGeom>
          <a:noFill/>
          <a:ln w="12700">
            <a:noFill/>
          </a:ln>
        </p:spPr>
        <p:txBody>
          <a:bodyPr>
            <a:spAutoFit/>
          </a:bodyPr>
          <a:lstStyle>
            <a:lvl1pPr marL="342900" indent="-3429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80000"/>
              <a:buFont typeface="Wingdings" panose="05000000000000000000" pitchFamily="2" charset="2"/>
              <a:buChar char="n"/>
              <a:defRPr sz="3200" b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defRPr>
            </a:lvl1pPr>
            <a:lvl2pPr marL="742950" indent="-28575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Char char="–"/>
              <a:defRPr sz="2800">
                <a:solidFill>
                  <a:schemeClr val="tx1"/>
                </a:solidFill>
                <a:effectLst/>
                <a:latin typeface="+mn-lt"/>
                <a:ea typeface="+mn-ea"/>
              </a:defRPr>
            </a:lvl2pPr>
            <a:lvl3pPr marL="11430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Font typeface="Wingdings" panose="05000000000000000000" pitchFamily="2" charset="2"/>
              <a:buChar char="§"/>
              <a:defRPr sz="2400">
                <a:solidFill>
                  <a:schemeClr val="tx1"/>
                </a:solidFill>
                <a:effectLst/>
                <a:latin typeface="+mn-lt"/>
                <a:ea typeface="+mn-ea"/>
              </a:defRPr>
            </a:lvl3pPr>
            <a:lvl4pPr marL="16002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–"/>
              <a:defRPr sz="2000">
                <a:solidFill>
                  <a:schemeClr val="tx1"/>
                </a:solidFill>
                <a:effectLst/>
                <a:latin typeface="+mn-lt"/>
                <a:ea typeface="+mn-ea"/>
              </a:defRPr>
            </a:lvl4pPr>
            <a:lvl5pPr marL="20574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effectLst/>
                <a:latin typeface="+mn-lt"/>
                <a:ea typeface="+mn-ea"/>
              </a:defRPr>
            </a:lvl5pPr>
          </a:lstStyle>
          <a:p>
            <a:pPr marL="0" lvl="0" indent="0" eaLnBrk="1" hangingPunct="1">
              <a:spcBef>
                <a:spcPct val="50000"/>
              </a:spcBef>
              <a:buClrTx/>
              <a:buSzTx/>
              <a:buFontTx/>
              <a:buNone/>
            </a:pPr>
            <a:r>
              <a:rPr lang="en-US" altLang="zh-CN" sz="2400" b="1" dirty="0">
                <a:ea typeface="黑体" panose="02010609060101010101" pitchFamily="49" charset="-122"/>
              </a:rPr>
              <a:t>8</a:t>
            </a:r>
            <a:endParaRPr lang="en-US" altLang="zh-CN" sz="2400" b="1" dirty="0">
              <a:ea typeface="黑体" panose="02010609060101010101" pitchFamily="49" charset="-122"/>
            </a:endParaRPr>
          </a:p>
        </p:txBody>
      </p:sp>
      <p:sp>
        <p:nvSpPr>
          <p:cNvPr id="85014" name="Text Box 22"/>
          <p:cNvSpPr txBox="1"/>
          <p:nvPr/>
        </p:nvSpPr>
        <p:spPr>
          <a:xfrm>
            <a:off x="7967663" y="393700"/>
            <a:ext cx="576262" cy="457200"/>
          </a:xfrm>
          <a:prstGeom prst="rect">
            <a:avLst/>
          </a:prstGeom>
          <a:noFill/>
          <a:ln w="12700">
            <a:noFill/>
          </a:ln>
        </p:spPr>
        <p:txBody>
          <a:bodyPr>
            <a:spAutoFit/>
          </a:bodyPr>
          <a:lstStyle>
            <a:lvl1pPr marL="342900" indent="-3429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80000"/>
              <a:buFont typeface="Wingdings" panose="05000000000000000000" pitchFamily="2" charset="2"/>
              <a:buChar char="n"/>
              <a:defRPr sz="3200" b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defRPr>
            </a:lvl1pPr>
            <a:lvl2pPr marL="742950" indent="-28575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Char char="–"/>
              <a:defRPr sz="2800">
                <a:solidFill>
                  <a:schemeClr val="tx1"/>
                </a:solidFill>
                <a:effectLst/>
                <a:latin typeface="+mn-lt"/>
                <a:ea typeface="+mn-ea"/>
              </a:defRPr>
            </a:lvl2pPr>
            <a:lvl3pPr marL="11430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Font typeface="Wingdings" panose="05000000000000000000" pitchFamily="2" charset="2"/>
              <a:buChar char="§"/>
              <a:defRPr sz="2400">
                <a:solidFill>
                  <a:schemeClr val="tx1"/>
                </a:solidFill>
                <a:effectLst/>
                <a:latin typeface="+mn-lt"/>
                <a:ea typeface="+mn-ea"/>
              </a:defRPr>
            </a:lvl3pPr>
            <a:lvl4pPr marL="16002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–"/>
              <a:defRPr sz="2000">
                <a:solidFill>
                  <a:schemeClr val="tx1"/>
                </a:solidFill>
                <a:effectLst/>
                <a:latin typeface="+mn-lt"/>
                <a:ea typeface="+mn-ea"/>
              </a:defRPr>
            </a:lvl4pPr>
            <a:lvl5pPr marL="20574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effectLst/>
                <a:latin typeface="+mn-lt"/>
                <a:ea typeface="+mn-ea"/>
              </a:defRPr>
            </a:lvl5pPr>
          </a:lstStyle>
          <a:p>
            <a:pPr marL="0" lvl="0" indent="0" eaLnBrk="1" hangingPunct="1">
              <a:spcBef>
                <a:spcPct val="50000"/>
              </a:spcBef>
              <a:buClrTx/>
              <a:buSzTx/>
              <a:buFontTx/>
              <a:buNone/>
            </a:pPr>
            <a:r>
              <a:rPr lang="en-US" altLang="zh-CN" sz="2400" b="1" dirty="0">
                <a:ea typeface="黑体" panose="02010609060101010101" pitchFamily="49" charset="-122"/>
              </a:rPr>
              <a:t>9</a:t>
            </a:r>
            <a:endParaRPr lang="en-US" altLang="zh-CN" sz="2400" b="1" dirty="0">
              <a:ea typeface="黑体" panose="02010609060101010101" pitchFamily="49" charset="-122"/>
            </a:endParaRPr>
          </a:p>
        </p:txBody>
      </p:sp>
      <p:sp>
        <p:nvSpPr>
          <p:cNvPr id="85015" name="Text Box 23"/>
          <p:cNvSpPr txBox="1"/>
          <p:nvPr/>
        </p:nvSpPr>
        <p:spPr>
          <a:xfrm>
            <a:off x="2711450" y="404813"/>
            <a:ext cx="576263" cy="457200"/>
          </a:xfrm>
          <a:prstGeom prst="rect">
            <a:avLst/>
          </a:prstGeom>
          <a:noFill/>
          <a:ln w="12700">
            <a:noFill/>
          </a:ln>
        </p:spPr>
        <p:txBody>
          <a:bodyPr>
            <a:spAutoFit/>
          </a:bodyPr>
          <a:lstStyle>
            <a:lvl1pPr marL="342900" indent="-3429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80000"/>
              <a:buFont typeface="Wingdings" panose="05000000000000000000" pitchFamily="2" charset="2"/>
              <a:buChar char="n"/>
              <a:defRPr sz="3200" b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defRPr>
            </a:lvl1pPr>
            <a:lvl2pPr marL="742950" indent="-28575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Char char="–"/>
              <a:defRPr sz="2800">
                <a:solidFill>
                  <a:schemeClr val="tx1"/>
                </a:solidFill>
                <a:effectLst/>
                <a:latin typeface="+mn-lt"/>
                <a:ea typeface="+mn-ea"/>
              </a:defRPr>
            </a:lvl2pPr>
            <a:lvl3pPr marL="11430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Font typeface="Wingdings" panose="05000000000000000000" pitchFamily="2" charset="2"/>
              <a:buChar char="§"/>
              <a:defRPr sz="2400">
                <a:solidFill>
                  <a:schemeClr val="tx1"/>
                </a:solidFill>
                <a:effectLst/>
                <a:latin typeface="+mn-lt"/>
                <a:ea typeface="+mn-ea"/>
              </a:defRPr>
            </a:lvl3pPr>
            <a:lvl4pPr marL="16002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–"/>
              <a:defRPr sz="2000">
                <a:solidFill>
                  <a:schemeClr val="tx1"/>
                </a:solidFill>
                <a:effectLst/>
                <a:latin typeface="+mn-lt"/>
                <a:ea typeface="+mn-ea"/>
              </a:defRPr>
            </a:lvl4pPr>
            <a:lvl5pPr marL="20574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effectLst/>
                <a:latin typeface="+mn-lt"/>
                <a:ea typeface="+mn-ea"/>
              </a:defRPr>
            </a:lvl5pPr>
          </a:lstStyle>
          <a:p>
            <a:pPr marL="0" lvl="0" indent="0" eaLnBrk="1" hangingPunct="1">
              <a:spcBef>
                <a:spcPct val="50000"/>
              </a:spcBef>
              <a:buClrTx/>
              <a:buSzTx/>
              <a:buFontTx/>
              <a:buNone/>
            </a:pPr>
            <a:r>
              <a:rPr lang="en-US" altLang="zh-CN" sz="2400" b="1" dirty="0">
                <a:ea typeface="黑体" panose="02010609060101010101" pitchFamily="49" charset="-122"/>
              </a:rPr>
              <a:t>0</a:t>
            </a:r>
            <a:endParaRPr lang="en-US" altLang="zh-CN" sz="2400" b="1" dirty="0">
              <a:ea typeface="黑体" panose="02010609060101010101" pitchFamily="49" charset="-122"/>
            </a:endParaRPr>
          </a:p>
        </p:txBody>
      </p:sp>
      <p:sp>
        <p:nvSpPr>
          <p:cNvPr id="85016" name="Text Box 24"/>
          <p:cNvSpPr txBox="1"/>
          <p:nvPr/>
        </p:nvSpPr>
        <p:spPr>
          <a:xfrm>
            <a:off x="1703388" y="404813"/>
            <a:ext cx="1042987" cy="457200"/>
          </a:xfrm>
          <a:prstGeom prst="rect">
            <a:avLst/>
          </a:prstGeom>
          <a:noFill/>
          <a:ln w="12700">
            <a:noFill/>
          </a:ln>
        </p:spPr>
        <p:txBody>
          <a:bodyPr>
            <a:spAutoFit/>
          </a:bodyPr>
          <a:lstStyle>
            <a:lvl1pPr marL="342900" indent="-3429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80000"/>
              <a:buFont typeface="Wingdings" panose="05000000000000000000" pitchFamily="2" charset="2"/>
              <a:buChar char="n"/>
              <a:defRPr sz="3200" b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defRPr>
            </a:lvl1pPr>
            <a:lvl2pPr marL="742950" indent="-28575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Char char="–"/>
              <a:defRPr sz="2800">
                <a:solidFill>
                  <a:schemeClr val="tx1"/>
                </a:solidFill>
                <a:effectLst/>
                <a:latin typeface="+mn-lt"/>
                <a:ea typeface="+mn-ea"/>
              </a:defRPr>
            </a:lvl2pPr>
            <a:lvl3pPr marL="11430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Font typeface="Wingdings" panose="05000000000000000000" pitchFamily="2" charset="2"/>
              <a:buChar char="§"/>
              <a:defRPr sz="2400">
                <a:solidFill>
                  <a:schemeClr val="tx1"/>
                </a:solidFill>
                <a:effectLst/>
                <a:latin typeface="+mn-lt"/>
                <a:ea typeface="+mn-ea"/>
              </a:defRPr>
            </a:lvl3pPr>
            <a:lvl4pPr marL="16002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–"/>
              <a:defRPr sz="2000">
                <a:solidFill>
                  <a:schemeClr val="tx1"/>
                </a:solidFill>
                <a:effectLst/>
                <a:latin typeface="+mn-lt"/>
                <a:ea typeface="+mn-ea"/>
              </a:defRPr>
            </a:lvl4pPr>
            <a:lvl5pPr marL="20574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effectLst/>
                <a:latin typeface="+mn-lt"/>
                <a:ea typeface="+mn-ea"/>
              </a:defRPr>
            </a:lvl5pPr>
          </a:lstStyle>
          <a:p>
            <a:pPr marL="0" lvl="0" indent="0" eaLnBrk="1" hangingPunct="1">
              <a:spcBef>
                <a:spcPct val="50000"/>
              </a:spcBef>
              <a:buClrTx/>
              <a:buSzTx/>
              <a:buFontTx/>
              <a:buNone/>
            </a:pPr>
            <a:r>
              <a:rPr lang="zh-CN" altLang="en-US" sz="2400" b="1" dirty="0">
                <a:ea typeface="黑体" panose="02010609060101010101" pitchFamily="49" charset="-122"/>
              </a:rPr>
              <a:t>下标</a:t>
            </a:r>
            <a:endParaRPr lang="zh-CN" altLang="en-US" sz="2400" b="1" dirty="0">
              <a:ea typeface="黑体" panose="02010609060101010101" pitchFamily="49" charset="-122"/>
            </a:endParaRPr>
          </a:p>
        </p:txBody>
      </p:sp>
      <p:sp>
        <p:nvSpPr>
          <p:cNvPr id="85017" name="Rectangle 25"/>
          <p:cNvSpPr/>
          <p:nvPr/>
        </p:nvSpPr>
        <p:spPr>
          <a:xfrm>
            <a:off x="1919288" y="1916113"/>
            <a:ext cx="8229600" cy="2519362"/>
          </a:xfrm>
          <a:prstGeom prst="rect">
            <a:avLst/>
          </a:prstGeom>
          <a:noFill/>
          <a:ln w="9525">
            <a:noFill/>
          </a:ln>
        </p:spPr>
        <p:txBody>
          <a:bodyPr/>
          <a:lstStyle>
            <a:lvl1pPr marL="342900" indent="-3429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80000"/>
              <a:buFont typeface="Wingdings" panose="05000000000000000000" pitchFamily="2" charset="2"/>
              <a:buChar char="n"/>
              <a:defRPr sz="3200" b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defRPr>
            </a:lvl1pPr>
            <a:lvl2pPr marL="742950" indent="-28575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Char char="–"/>
              <a:defRPr sz="2800">
                <a:solidFill>
                  <a:schemeClr val="tx1"/>
                </a:solidFill>
                <a:effectLst/>
                <a:latin typeface="+mn-lt"/>
                <a:ea typeface="+mn-ea"/>
              </a:defRPr>
            </a:lvl2pPr>
            <a:lvl3pPr marL="11430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Font typeface="Wingdings" panose="05000000000000000000" pitchFamily="2" charset="2"/>
              <a:buChar char="§"/>
              <a:defRPr sz="2400">
                <a:solidFill>
                  <a:schemeClr val="tx1"/>
                </a:solidFill>
                <a:effectLst/>
                <a:latin typeface="+mn-lt"/>
                <a:ea typeface="+mn-ea"/>
              </a:defRPr>
            </a:lvl3pPr>
            <a:lvl4pPr marL="16002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–"/>
              <a:defRPr sz="2000">
                <a:solidFill>
                  <a:schemeClr val="tx1"/>
                </a:solidFill>
                <a:effectLst/>
                <a:latin typeface="+mn-lt"/>
                <a:ea typeface="+mn-ea"/>
              </a:defRPr>
            </a:lvl4pPr>
            <a:lvl5pPr marL="20574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effectLst/>
                <a:latin typeface="+mn-lt"/>
                <a:ea typeface="+mn-ea"/>
              </a:defRPr>
            </a:lvl5pPr>
          </a:lstStyle>
          <a:p>
            <a:pPr marL="609600" lvl="0" indent="-609600" eaLnBrk="1" hangingPunct="1">
              <a:buFont typeface="Wingdings" panose="05000000000000000000" pitchFamily="2" charset="2"/>
              <a:buAutoNum type="arabicPeriod" startAt="3"/>
            </a:pPr>
            <a:r>
              <a:rPr lang="en-US" altLang="zh-CN" sz="2400" b="1" dirty="0">
                <a:ea typeface="黑体" panose="02010609060101010101" pitchFamily="49" charset="-122"/>
              </a:rPr>
              <a:t>i=2</a:t>
            </a:r>
            <a:endParaRPr lang="en-US" altLang="zh-CN" sz="2400" b="1" dirty="0">
              <a:ea typeface="黑体" panose="02010609060101010101" pitchFamily="49" charset="-122"/>
            </a:endParaRPr>
          </a:p>
          <a:p>
            <a:pPr marL="990600" lvl="1" indent="-533400" eaLnBrk="1" hangingPunct="1">
              <a:buFont typeface="Wingdings" panose="05000000000000000000" pitchFamily="2" charset="2"/>
              <a:buAutoNum type="circleNumDbPlain"/>
            </a:pPr>
            <a:r>
              <a:rPr lang="en-US" altLang="zh-CN" sz="2400" b="1" dirty="0">
                <a:ea typeface="黑体" panose="02010609060101010101" pitchFamily="49" charset="-122"/>
              </a:rPr>
              <a:t>a[2]=1</a:t>
            </a:r>
            <a:endParaRPr lang="en-US" altLang="zh-CN" sz="2400" b="1" dirty="0">
              <a:ea typeface="黑体" panose="02010609060101010101" pitchFamily="49" charset="-122"/>
            </a:endParaRPr>
          </a:p>
          <a:p>
            <a:pPr marL="990600" lvl="1" indent="-533400" eaLnBrk="1" hangingPunct="1">
              <a:buFont typeface="Wingdings" panose="05000000000000000000" pitchFamily="2" charset="2"/>
              <a:buAutoNum type="circleNumDbPlain"/>
            </a:pPr>
            <a:r>
              <a:rPr lang="en-US" altLang="zh-CN" sz="2400" b="1" dirty="0">
                <a:ea typeface="黑体" panose="02010609060101010101" pitchFamily="49" charset="-122"/>
              </a:rPr>
              <a:t>j=1&gt;0</a:t>
            </a:r>
            <a:br>
              <a:rPr lang="en-US" altLang="zh-CN" sz="2400" b="1" dirty="0">
                <a:ea typeface="黑体" panose="02010609060101010101" pitchFamily="49" charset="-122"/>
              </a:rPr>
            </a:br>
            <a:r>
              <a:rPr lang="en-US" altLang="zh-CN" sz="2400" b="1" dirty="0">
                <a:ea typeface="黑体" panose="02010609060101010101" pitchFamily="49" charset="-122"/>
              </a:rPr>
              <a:t>a[1]=a[1]+a[0]=2</a:t>
            </a:r>
            <a:endParaRPr lang="en-US" altLang="zh-CN" sz="2400" b="1" dirty="0">
              <a:ea typeface="黑体" panose="02010609060101010101" pitchFamily="49" charset="-122"/>
            </a:endParaRPr>
          </a:p>
          <a:p>
            <a:pPr marL="990600" lvl="1" indent="-533400" eaLnBrk="1" hangingPunct="1">
              <a:buFont typeface="Wingdings" panose="05000000000000000000" pitchFamily="2" charset="2"/>
              <a:buNone/>
            </a:pPr>
            <a:endParaRPr lang="en-US" altLang="zh-CN" sz="2400" b="1" dirty="0">
              <a:ea typeface="黑体" panose="02010609060101010101" pitchFamily="49" charset="-122"/>
            </a:endParaRPr>
          </a:p>
        </p:txBody>
      </p:sp>
      <p:sp>
        <p:nvSpPr>
          <p:cNvPr id="1568794" name="Text Box 26"/>
          <p:cNvSpPr txBox="1"/>
          <p:nvPr/>
        </p:nvSpPr>
        <p:spPr>
          <a:xfrm>
            <a:off x="3863975" y="939800"/>
            <a:ext cx="576263" cy="461963"/>
          </a:xfrm>
          <a:prstGeom prst="rect">
            <a:avLst/>
          </a:prstGeom>
          <a:solidFill>
            <a:schemeClr val="bg1"/>
          </a:solidFill>
          <a:ln w="38100" cap="flat" cmpd="sng">
            <a:solidFill>
              <a:schemeClr val="tx1"/>
            </a:solidFill>
            <a:prstDash val="solid"/>
            <a:miter/>
            <a:headEnd type="none" w="med" len="med"/>
            <a:tailEnd type="none" w="med" len="med"/>
          </a:ln>
        </p:spPr>
        <p:txBody>
          <a:bodyPr>
            <a:spAutoFit/>
          </a:bodyPr>
          <a:lstStyle>
            <a:lvl1pPr marL="342900" indent="-3429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80000"/>
              <a:buFont typeface="Wingdings" panose="05000000000000000000" pitchFamily="2" charset="2"/>
              <a:buChar char="n"/>
              <a:defRPr sz="3200" b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defRPr>
            </a:lvl1pPr>
            <a:lvl2pPr marL="742950" indent="-28575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Char char="–"/>
              <a:defRPr sz="2800">
                <a:solidFill>
                  <a:schemeClr val="tx1"/>
                </a:solidFill>
                <a:effectLst/>
                <a:latin typeface="+mn-lt"/>
                <a:ea typeface="+mn-ea"/>
              </a:defRPr>
            </a:lvl2pPr>
            <a:lvl3pPr marL="11430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Font typeface="Wingdings" panose="05000000000000000000" pitchFamily="2" charset="2"/>
              <a:buChar char="§"/>
              <a:defRPr sz="2400">
                <a:solidFill>
                  <a:schemeClr val="tx1"/>
                </a:solidFill>
                <a:effectLst/>
                <a:latin typeface="+mn-lt"/>
                <a:ea typeface="+mn-ea"/>
              </a:defRPr>
            </a:lvl3pPr>
            <a:lvl4pPr marL="16002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–"/>
              <a:defRPr sz="2000">
                <a:solidFill>
                  <a:schemeClr val="tx1"/>
                </a:solidFill>
                <a:effectLst/>
                <a:latin typeface="+mn-lt"/>
                <a:ea typeface="+mn-ea"/>
              </a:defRPr>
            </a:lvl4pPr>
            <a:lvl5pPr marL="20574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effectLst/>
                <a:latin typeface="+mn-lt"/>
                <a:ea typeface="+mn-ea"/>
              </a:defRPr>
            </a:lvl5pPr>
          </a:lstStyle>
          <a:p>
            <a:pPr marL="0" lvl="0" indent="0" eaLnBrk="1" hangingPunct="1">
              <a:spcBef>
                <a:spcPct val="50000"/>
              </a:spcBef>
              <a:buClrTx/>
              <a:buSzTx/>
              <a:buFontTx/>
              <a:buNone/>
            </a:pPr>
            <a:r>
              <a:rPr lang="en-US" altLang="zh-CN" sz="2400" b="1" dirty="0">
                <a:ea typeface="黑体" panose="02010609060101010101" pitchFamily="49" charset="-122"/>
              </a:rPr>
              <a:t>1</a:t>
            </a:r>
            <a:endParaRPr lang="en-US" altLang="zh-CN" sz="2400" b="1" dirty="0">
              <a:ea typeface="黑体" panose="02010609060101010101" pitchFamily="49" charset="-122"/>
            </a:endParaRPr>
          </a:p>
        </p:txBody>
      </p:sp>
      <p:sp>
        <p:nvSpPr>
          <p:cNvPr id="1568795" name="Text Box 27"/>
          <p:cNvSpPr txBox="1"/>
          <p:nvPr/>
        </p:nvSpPr>
        <p:spPr>
          <a:xfrm>
            <a:off x="3287713" y="939800"/>
            <a:ext cx="576262" cy="461963"/>
          </a:xfrm>
          <a:prstGeom prst="rect">
            <a:avLst/>
          </a:prstGeom>
          <a:solidFill>
            <a:schemeClr val="bg1"/>
          </a:solidFill>
          <a:ln w="38100" cap="flat" cmpd="sng">
            <a:solidFill>
              <a:schemeClr val="tx1"/>
            </a:solidFill>
            <a:prstDash val="solid"/>
            <a:miter/>
            <a:headEnd type="none" w="med" len="med"/>
            <a:tailEnd type="none" w="med" len="med"/>
          </a:ln>
        </p:spPr>
        <p:txBody>
          <a:bodyPr>
            <a:spAutoFit/>
          </a:bodyPr>
          <a:lstStyle>
            <a:lvl1pPr marL="342900" indent="-3429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80000"/>
              <a:buFont typeface="Wingdings" panose="05000000000000000000" pitchFamily="2" charset="2"/>
              <a:buChar char="n"/>
              <a:defRPr sz="3200" b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defRPr>
            </a:lvl1pPr>
            <a:lvl2pPr marL="742950" indent="-28575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Char char="–"/>
              <a:defRPr sz="2800">
                <a:solidFill>
                  <a:schemeClr val="tx1"/>
                </a:solidFill>
                <a:effectLst/>
                <a:latin typeface="+mn-lt"/>
                <a:ea typeface="+mn-ea"/>
              </a:defRPr>
            </a:lvl2pPr>
            <a:lvl3pPr marL="11430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Font typeface="Wingdings" panose="05000000000000000000" pitchFamily="2" charset="2"/>
              <a:buChar char="§"/>
              <a:defRPr sz="2400">
                <a:solidFill>
                  <a:schemeClr val="tx1"/>
                </a:solidFill>
                <a:effectLst/>
                <a:latin typeface="+mn-lt"/>
                <a:ea typeface="+mn-ea"/>
              </a:defRPr>
            </a:lvl3pPr>
            <a:lvl4pPr marL="16002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–"/>
              <a:defRPr sz="2000">
                <a:solidFill>
                  <a:schemeClr val="tx1"/>
                </a:solidFill>
                <a:effectLst/>
                <a:latin typeface="+mn-lt"/>
                <a:ea typeface="+mn-ea"/>
              </a:defRPr>
            </a:lvl4pPr>
            <a:lvl5pPr marL="20574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effectLst/>
                <a:latin typeface="+mn-lt"/>
                <a:ea typeface="+mn-ea"/>
              </a:defRPr>
            </a:lvl5pPr>
          </a:lstStyle>
          <a:p>
            <a:pPr marL="0" lvl="0" indent="0" eaLnBrk="1" hangingPunct="1">
              <a:spcBef>
                <a:spcPct val="50000"/>
              </a:spcBef>
              <a:buClrTx/>
              <a:buSzTx/>
              <a:buFontTx/>
              <a:buNone/>
            </a:pPr>
            <a:r>
              <a:rPr lang="en-US" altLang="zh-CN" sz="2400" b="1" dirty="0">
                <a:solidFill>
                  <a:srgbClr val="FFFF00"/>
                </a:solidFill>
                <a:ea typeface="黑体" panose="02010609060101010101" pitchFamily="49" charset="-122"/>
              </a:rPr>
              <a:t>2</a:t>
            </a:r>
            <a:endParaRPr lang="en-US" altLang="zh-CN" sz="2400" b="1" dirty="0">
              <a:solidFill>
                <a:srgbClr val="FFFF00"/>
              </a:solidFill>
              <a:ea typeface="黑体" panose="02010609060101010101" pitchFamily="49" charset="-122"/>
            </a:endParaRPr>
          </a:p>
        </p:txBody>
      </p:sp>
      <p:sp>
        <p:nvSpPr>
          <p:cNvPr id="85020" name="Text Box 28"/>
          <p:cNvSpPr txBox="1"/>
          <p:nvPr/>
        </p:nvSpPr>
        <p:spPr>
          <a:xfrm>
            <a:off x="8472488" y="404813"/>
            <a:ext cx="576262" cy="457200"/>
          </a:xfrm>
          <a:prstGeom prst="rect">
            <a:avLst/>
          </a:prstGeom>
          <a:noFill/>
          <a:ln w="12700">
            <a:noFill/>
          </a:ln>
        </p:spPr>
        <p:txBody>
          <a:bodyPr>
            <a:spAutoFit/>
          </a:bodyPr>
          <a:lstStyle>
            <a:lvl1pPr marL="342900" indent="-3429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80000"/>
              <a:buFont typeface="Wingdings" panose="05000000000000000000" pitchFamily="2" charset="2"/>
              <a:buChar char="n"/>
              <a:defRPr sz="3200" b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defRPr>
            </a:lvl1pPr>
            <a:lvl2pPr marL="742950" indent="-28575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Char char="–"/>
              <a:defRPr sz="2800">
                <a:solidFill>
                  <a:schemeClr val="tx1"/>
                </a:solidFill>
                <a:effectLst/>
                <a:latin typeface="+mn-lt"/>
                <a:ea typeface="+mn-ea"/>
              </a:defRPr>
            </a:lvl2pPr>
            <a:lvl3pPr marL="11430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Font typeface="Wingdings" panose="05000000000000000000" pitchFamily="2" charset="2"/>
              <a:buChar char="§"/>
              <a:defRPr sz="2400">
                <a:solidFill>
                  <a:schemeClr val="tx1"/>
                </a:solidFill>
                <a:effectLst/>
                <a:latin typeface="+mn-lt"/>
                <a:ea typeface="+mn-ea"/>
              </a:defRPr>
            </a:lvl3pPr>
            <a:lvl4pPr marL="16002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–"/>
              <a:defRPr sz="2000">
                <a:solidFill>
                  <a:schemeClr val="tx1"/>
                </a:solidFill>
                <a:effectLst/>
                <a:latin typeface="+mn-lt"/>
                <a:ea typeface="+mn-ea"/>
              </a:defRPr>
            </a:lvl4pPr>
            <a:lvl5pPr marL="20574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effectLst/>
                <a:latin typeface="+mn-lt"/>
                <a:ea typeface="+mn-ea"/>
              </a:defRPr>
            </a:lvl5pPr>
          </a:lstStyle>
          <a:p>
            <a:pPr marL="0" lvl="0" indent="0" eaLnBrk="1" hangingPunct="1">
              <a:spcBef>
                <a:spcPct val="50000"/>
              </a:spcBef>
              <a:buClrTx/>
              <a:buSzTx/>
              <a:buFontTx/>
              <a:buNone/>
            </a:pPr>
            <a:r>
              <a:rPr lang="en-US" altLang="zh-CN" sz="2400" b="1" dirty="0">
                <a:ea typeface="黑体" panose="02010609060101010101" pitchFamily="49" charset="-122"/>
              </a:rPr>
              <a:t>10</a:t>
            </a:r>
            <a:endParaRPr lang="en-US" altLang="zh-CN" sz="2400" b="1" dirty="0">
              <a:ea typeface="黑体" panose="02010609060101010101" pitchFamily="49" charset="-122"/>
            </a:endParaRPr>
          </a:p>
        </p:txBody>
      </p:sp>
      <p:sp>
        <p:nvSpPr>
          <p:cNvPr id="85021" name="Text Box 29"/>
          <p:cNvSpPr txBox="1"/>
          <p:nvPr/>
        </p:nvSpPr>
        <p:spPr>
          <a:xfrm>
            <a:off x="8472488" y="942975"/>
            <a:ext cx="576262" cy="461963"/>
          </a:xfrm>
          <a:prstGeom prst="rect">
            <a:avLst/>
          </a:prstGeom>
          <a:noFill/>
          <a:ln w="38100" cap="flat" cmpd="sng">
            <a:solidFill>
              <a:schemeClr val="tx1"/>
            </a:solidFill>
            <a:prstDash val="solid"/>
            <a:miter/>
            <a:headEnd type="none" w="med" len="med"/>
            <a:tailEnd type="none" w="med" len="med"/>
          </a:ln>
        </p:spPr>
        <p:txBody>
          <a:bodyPr>
            <a:spAutoFit/>
          </a:bodyPr>
          <a:lstStyle>
            <a:lvl1pPr marL="342900" indent="-3429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80000"/>
              <a:buFont typeface="Wingdings" panose="05000000000000000000" pitchFamily="2" charset="2"/>
              <a:buChar char="n"/>
              <a:defRPr sz="3200" b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defRPr>
            </a:lvl1pPr>
            <a:lvl2pPr marL="742950" indent="-28575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Char char="–"/>
              <a:defRPr sz="2800">
                <a:solidFill>
                  <a:schemeClr val="tx1"/>
                </a:solidFill>
                <a:effectLst/>
                <a:latin typeface="+mn-lt"/>
                <a:ea typeface="+mn-ea"/>
              </a:defRPr>
            </a:lvl2pPr>
            <a:lvl3pPr marL="11430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Font typeface="Wingdings" panose="05000000000000000000" pitchFamily="2" charset="2"/>
              <a:buChar char="§"/>
              <a:defRPr sz="2400">
                <a:solidFill>
                  <a:schemeClr val="tx1"/>
                </a:solidFill>
                <a:effectLst/>
                <a:latin typeface="+mn-lt"/>
                <a:ea typeface="+mn-ea"/>
              </a:defRPr>
            </a:lvl3pPr>
            <a:lvl4pPr marL="16002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–"/>
              <a:defRPr sz="2000">
                <a:solidFill>
                  <a:schemeClr val="tx1"/>
                </a:solidFill>
                <a:effectLst/>
                <a:latin typeface="+mn-lt"/>
                <a:ea typeface="+mn-ea"/>
              </a:defRPr>
            </a:lvl4pPr>
            <a:lvl5pPr marL="20574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effectLst/>
                <a:latin typeface="+mn-lt"/>
                <a:ea typeface="+mn-ea"/>
              </a:defRPr>
            </a:lvl5pPr>
          </a:lstStyle>
          <a:p>
            <a:pPr marL="0" lvl="0" indent="0" eaLnBrk="1" hangingPunct="1">
              <a:spcBef>
                <a:spcPct val="50000"/>
              </a:spcBef>
              <a:buClrTx/>
              <a:buSzTx/>
              <a:buFontTx/>
              <a:buNone/>
            </a:pPr>
            <a:endParaRPr lang="zh-CN" altLang="zh-CN" sz="2400" b="1" dirty="0">
              <a:ea typeface="黑体" panose="02010609060101010101" pitchFamily="49" charset="-122"/>
            </a:endParaRPr>
          </a:p>
        </p:txBody>
      </p:sp>
      <p:sp>
        <p:nvSpPr>
          <p:cNvPr id="66590" name="Rectangle 20"/>
          <p:cNvSpPr>
            <a:spLocks noChangeArrowheads="1"/>
          </p:cNvSpPr>
          <p:nvPr/>
        </p:nvSpPr>
        <p:spPr bwMode="auto">
          <a:xfrm>
            <a:off x="6778625" y="4173538"/>
            <a:ext cx="3889375" cy="267811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anchor="ctr">
            <a:spAutoFit/>
          </a:bodyPr>
          <a:lstStyle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r>
              <a:rPr kumimoji="0" lang="en-US" altLang="zh-CN" sz="2400" b="1" i="0" u="none" strike="noStrike" kern="1200" cap="none" spc="0" normalizeH="0" baseline="0" noProof="0" dirty="0">
                <a:ln>
                  <a:noFill/>
                </a:ln>
                <a:solidFill>
                  <a:srgbClr val="FFFF00"/>
                </a:solidFill>
                <a:effectLst/>
                <a:uLnTx/>
                <a:uFillTx/>
                <a:latin typeface="Arial" panose="020B0604020202020204" pitchFamily="34" charset="0"/>
                <a:ea typeface="宋体" panose="02010600030101010101" pitchFamily="2" charset="-122"/>
                <a:cs typeface="+mn-cs"/>
              </a:rPr>
              <a:t>1</a:t>
            </a:r>
            <a:endParaRPr kumimoji="0" lang="en-US" altLang="zh-CN" sz="2400" b="1" i="0" u="none" strike="noStrike" kern="1200" cap="none" spc="0" normalizeH="0" baseline="0" noProof="0" dirty="0">
              <a:ln>
                <a:noFill/>
              </a:ln>
              <a:solidFill>
                <a:srgbClr val="FFFF00"/>
              </a:solidFill>
              <a:effectLst/>
              <a:uLnTx/>
              <a:uFillTx/>
              <a:latin typeface="Arial" panose="020B0604020202020204" pitchFamily="34" charset="0"/>
              <a:ea typeface="宋体" panose="02010600030101010101" pitchFamily="2" charset="-122"/>
              <a:cs typeface="+mn-cs"/>
            </a:endParaRPr>
          </a:p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r>
              <a:rPr kumimoji="0" lang="en-US" altLang="zh-CN" sz="2400" b="1" i="0" u="none" strike="noStrike" kern="1200" cap="none" spc="0" normalizeH="0" baseline="0" noProof="0" dirty="0">
                <a:ln>
                  <a:noFill/>
                </a:ln>
                <a:solidFill>
                  <a:srgbClr val="FFFF00"/>
                </a:solidFill>
                <a:effectLst/>
                <a:uLnTx/>
                <a:uFillTx/>
                <a:latin typeface="Arial" panose="020B0604020202020204" pitchFamily="34" charset="0"/>
                <a:ea typeface="宋体" panose="02010600030101010101" pitchFamily="2" charset="-122"/>
                <a:cs typeface="+mn-cs"/>
              </a:rPr>
              <a:t>1     1</a:t>
            </a:r>
            <a:endParaRPr kumimoji="0" lang="en-US" altLang="zh-CN" sz="2400" b="1" i="0" u="none" strike="noStrike" kern="1200" cap="none" spc="0" normalizeH="0" baseline="0" noProof="0" dirty="0">
              <a:ln>
                <a:noFill/>
              </a:ln>
              <a:solidFill>
                <a:srgbClr val="FFFF00"/>
              </a:solidFill>
              <a:effectLst/>
              <a:uLnTx/>
              <a:uFillTx/>
              <a:latin typeface="Arial" panose="020B0604020202020204" pitchFamily="34" charset="0"/>
              <a:ea typeface="宋体" panose="02010600030101010101" pitchFamily="2" charset="-122"/>
              <a:cs typeface="+mn-cs"/>
            </a:endParaRPr>
          </a:p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r>
              <a:rPr kumimoji="0" lang="en-US" altLang="zh-CN" sz="2400" b="1" i="0" u="none" strike="noStrike" kern="1200" cap="none" spc="0" normalizeH="0" baseline="0" noProof="0" dirty="0">
                <a:ln>
                  <a:noFill/>
                </a:ln>
                <a:solidFill>
                  <a:srgbClr val="FFFF00"/>
                </a:solidFill>
                <a:effectLst/>
                <a:uLnTx/>
                <a:uFillTx/>
                <a:latin typeface="Arial" panose="020B0604020202020204" pitchFamily="34" charset="0"/>
                <a:ea typeface="宋体" panose="02010600030101010101" pitchFamily="2" charset="-122"/>
                <a:cs typeface="+mn-cs"/>
              </a:rPr>
              <a:t>1     2      1</a:t>
            </a:r>
            <a:endParaRPr kumimoji="0" lang="en-US" altLang="zh-CN" sz="2400" b="1" i="0" u="none" strike="noStrike" kern="1200" cap="none" spc="0" normalizeH="0" baseline="0" noProof="0" dirty="0">
              <a:ln>
                <a:noFill/>
              </a:ln>
              <a:solidFill>
                <a:srgbClr val="FFFF00"/>
              </a:solidFill>
              <a:effectLst/>
              <a:uLnTx/>
              <a:uFillTx/>
              <a:latin typeface="Arial" panose="020B0604020202020204" pitchFamily="34" charset="0"/>
              <a:ea typeface="宋体" panose="02010600030101010101" pitchFamily="2" charset="-122"/>
              <a:cs typeface="+mn-cs"/>
            </a:endParaRPr>
          </a:p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r>
              <a:rPr kumimoji="0" lang="en-US" altLang="zh-CN" sz="2400" b="1" i="0" u="none" strike="noStrike" kern="1200" cap="none" spc="0" normalizeH="0" baseline="0" noProof="0" dirty="0">
                <a:ln>
                  <a:noFill/>
                </a:ln>
                <a:solidFill>
                  <a:schemeClr val="tx1">
                    <a:lumMod val="50000"/>
                  </a:schemeClr>
                </a:solidFill>
                <a:effectLst/>
                <a:uLnTx/>
                <a:uFillTx/>
                <a:latin typeface="Arial" panose="020B0604020202020204" pitchFamily="34" charset="0"/>
                <a:ea typeface="宋体" panose="02010600030101010101" pitchFamily="2" charset="-122"/>
                <a:cs typeface="+mn-cs"/>
              </a:rPr>
              <a:t>1      3     3      1</a:t>
            </a:r>
            <a:endParaRPr kumimoji="0" lang="en-US" altLang="zh-CN" sz="2400" b="1" i="0" u="none" strike="noStrike" kern="1200" cap="none" spc="0" normalizeH="0" baseline="0" noProof="0" dirty="0">
              <a:ln>
                <a:noFill/>
              </a:ln>
              <a:solidFill>
                <a:schemeClr val="tx1">
                  <a:lumMod val="50000"/>
                </a:schemeClr>
              </a:solidFill>
              <a:effectLst/>
              <a:uLnTx/>
              <a:uFillTx/>
              <a:latin typeface="Arial" panose="020B0604020202020204" pitchFamily="34" charset="0"/>
              <a:ea typeface="宋体" panose="02010600030101010101" pitchFamily="2" charset="-122"/>
              <a:cs typeface="+mn-cs"/>
            </a:endParaRPr>
          </a:p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r>
              <a:rPr kumimoji="0" lang="en-US" altLang="zh-CN" sz="2400" b="1" i="0" u="none" strike="noStrike" kern="1200" cap="none" spc="0" normalizeH="0" baseline="0" noProof="0" dirty="0">
                <a:ln>
                  <a:noFill/>
                </a:ln>
                <a:solidFill>
                  <a:schemeClr val="tx1">
                    <a:lumMod val="50000"/>
                  </a:schemeClr>
                </a:solidFill>
                <a:effectLst/>
                <a:uLnTx/>
                <a:uFillTx/>
                <a:latin typeface="Arial" panose="020B0604020202020204" pitchFamily="34" charset="0"/>
                <a:ea typeface="宋体" panose="02010600030101010101" pitchFamily="2" charset="-122"/>
                <a:cs typeface="+mn-cs"/>
              </a:rPr>
              <a:t>1      4      6      4     1</a:t>
            </a:r>
            <a:endParaRPr kumimoji="0" lang="en-US" altLang="zh-CN" sz="2400" b="1" i="0" u="none" strike="noStrike" kern="1200" cap="none" spc="0" normalizeH="0" baseline="0" noProof="0" dirty="0">
              <a:ln>
                <a:noFill/>
              </a:ln>
              <a:solidFill>
                <a:schemeClr val="tx1">
                  <a:lumMod val="50000"/>
                </a:schemeClr>
              </a:solidFill>
              <a:effectLst/>
              <a:uLnTx/>
              <a:uFillTx/>
              <a:latin typeface="Arial" panose="020B0604020202020204" pitchFamily="34" charset="0"/>
              <a:ea typeface="宋体" panose="02010600030101010101" pitchFamily="2" charset="-122"/>
              <a:cs typeface="+mn-cs"/>
            </a:endParaRPr>
          </a:p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r>
              <a:rPr kumimoji="0" lang="en-US" altLang="zh-CN" sz="2400" b="1" i="0" u="none" strike="noStrike" kern="1200" cap="none" spc="0" normalizeH="0" baseline="0" noProof="0" dirty="0">
                <a:ln>
                  <a:noFill/>
                </a:ln>
                <a:solidFill>
                  <a:schemeClr val="tx1">
                    <a:lumMod val="50000"/>
                  </a:schemeClr>
                </a:solidFill>
                <a:effectLst/>
                <a:uLnTx/>
                <a:uFillTx/>
                <a:latin typeface="Arial" panose="020B0604020202020204" pitchFamily="34" charset="0"/>
                <a:ea typeface="宋体" panose="02010600030101010101" pitchFamily="2" charset="-122"/>
                <a:cs typeface="+mn-cs"/>
              </a:rPr>
              <a:t>1      5      10    10      5     1</a:t>
            </a:r>
            <a:endParaRPr kumimoji="0" lang="en-US" altLang="zh-CN" sz="2400" b="1" i="0" u="none" strike="noStrike" kern="1200" cap="none" spc="0" normalizeH="0" baseline="0" noProof="0" dirty="0">
              <a:ln>
                <a:noFill/>
              </a:ln>
              <a:solidFill>
                <a:schemeClr val="tx1">
                  <a:lumMod val="50000"/>
                </a:schemeClr>
              </a:solidFill>
              <a:effectLst/>
              <a:uLnTx/>
              <a:uFillTx/>
              <a:latin typeface="Arial" panose="020B0604020202020204" pitchFamily="34" charset="0"/>
              <a:ea typeface="宋体" panose="02010600030101010101" pitchFamily="2" charset="-122"/>
              <a:cs typeface="+mn-cs"/>
            </a:endParaRPr>
          </a:p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r>
              <a:rPr kumimoji="0" lang="en-US" altLang="zh-CN" sz="2400" b="1" i="0" u="none" strike="noStrike" kern="1200" cap="none" spc="0" normalizeH="0" baseline="0" noProof="0" dirty="0">
                <a:ln>
                  <a:noFill/>
                </a:ln>
                <a:solidFill>
                  <a:schemeClr val="tx1">
                    <a:lumMod val="50000"/>
                  </a:schemeClr>
                </a:solidFill>
                <a:effectLst/>
                <a:uLnTx/>
                <a:uFillTx/>
                <a:latin typeface="Arial" panose="020B0604020202020204" pitchFamily="34" charset="0"/>
                <a:ea typeface="宋体" panose="02010600030101010101" pitchFamily="2" charset="-122"/>
                <a:cs typeface="+mn-cs"/>
              </a:rPr>
              <a:t>...      ...      ...</a:t>
            </a:r>
            <a:endParaRPr kumimoji="0" lang="en-US" altLang="zh-CN" sz="2400" b="1" i="0" u="none" strike="noStrike" kern="1200" cap="none" spc="0" normalizeH="0" baseline="0" noProof="0" dirty="0">
              <a:ln>
                <a:noFill/>
              </a:ln>
              <a:solidFill>
                <a:schemeClr val="tx1">
                  <a:lumMod val="50000"/>
                </a:schemeClr>
              </a:solidFill>
              <a:effectLst/>
              <a:uLnTx/>
              <a:uFillTx/>
              <a:latin typeface="Arial" panose="020B0604020202020204" pitchFamily="34" charset="0"/>
              <a:ea typeface="宋体" panose="02010600030101010101" pitchFamily="2" charset="-122"/>
              <a:cs typeface="+mn-cs"/>
            </a:endParaRPr>
          </a:p>
        </p:txBody>
      </p:sp>
    </p:spTree>
  </p:cSld>
  <p:clrMapOvr>
    <a:masterClrMapping/>
  </p:clrMapOvr>
  <p:transition spd="slow"/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6879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6879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568794" grpId="0" bldLvl="0" animBg="1"/>
      <p:bldP spid="1568795" grpId="0" bldLvl="0" animBg="1"/>
    </p:bldLst>
  </p:timing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32" name="灯片编号占位符 3"/>
          <p:cNvSpPr txBox="1">
            <a:spLocks noGrp="1"/>
          </p:cNvSpPr>
          <p:nvPr>
            <p:ph type="sldNum" sz="quarter" idx="4"/>
          </p:nvPr>
        </p:nvSpPr>
        <p:spPr bwMode="auto"/>
        <p:txBody>
          <a:bodyPr wrap="square" lIns="91440" tIns="45720" rIns="91440" bIns="45720" numCol="1" anchor="b" anchorCtr="0" compatLnSpc="1"/>
          <a:lstStyle>
            <a:lvl1pPr eaLnBrk="0" hangingPunct="0">
              <a:defRPr sz="2000" b="1">
                <a:solidFill>
                  <a:schemeClr val="tx1"/>
                </a:solidFill>
                <a:latin typeface="Tahoma" panose="020B0604030504040204" pitchFamily="34" charset="0"/>
                <a:ea typeface="黑体" panose="02010609060101010101" pitchFamily="49" charset="-122"/>
              </a:defRPr>
            </a:lvl1pPr>
            <a:lvl2pPr marL="742950" indent="-285750" eaLnBrk="0" hangingPunct="0">
              <a:defRPr sz="2000" b="1">
                <a:solidFill>
                  <a:schemeClr val="tx1"/>
                </a:solidFill>
                <a:latin typeface="Tahoma" panose="020B0604030504040204" pitchFamily="34" charset="0"/>
                <a:ea typeface="黑体" panose="02010609060101010101" pitchFamily="49" charset="-122"/>
              </a:defRPr>
            </a:lvl2pPr>
            <a:lvl3pPr marL="1143000" indent="-228600" eaLnBrk="0" hangingPunct="0">
              <a:defRPr sz="2000" b="1">
                <a:solidFill>
                  <a:schemeClr val="tx1"/>
                </a:solidFill>
                <a:latin typeface="Tahoma" panose="020B0604030504040204" pitchFamily="34" charset="0"/>
                <a:ea typeface="黑体" panose="02010609060101010101" pitchFamily="49" charset="-122"/>
              </a:defRPr>
            </a:lvl3pPr>
            <a:lvl4pPr marL="1600200" indent="-228600" eaLnBrk="0" hangingPunct="0">
              <a:defRPr sz="2000" b="1">
                <a:solidFill>
                  <a:schemeClr val="tx1"/>
                </a:solidFill>
                <a:latin typeface="Tahoma" panose="020B0604030504040204" pitchFamily="34" charset="0"/>
                <a:ea typeface="黑体" panose="02010609060101010101" pitchFamily="49" charset="-122"/>
              </a:defRPr>
            </a:lvl4pPr>
            <a:lvl5pPr marL="2057400" indent="-228600" eaLnBrk="0" hangingPunct="0">
              <a:defRPr sz="2000" b="1">
                <a:solidFill>
                  <a:schemeClr val="tx1"/>
                </a:solidFill>
                <a:latin typeface="Tahoma" panose="020B0604030504040204" pitchFamily="34" charset="0"/>
                <a:ea typeface="黑体" panose="02010609060101010101" pitchFamily="49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000" b="1">
                <a:solidFill>
                  <a:schemeClr val="tx1"/>
                </a:solidFill>
                <a:latin typeface="Tahoma" panose="020B0604030504040204" pitchFamily="34" charset="0"/>
                <a:ea typeface="黑体" panose="02010609060101010101" pitchFamily="49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000" b="1">
                <a:solidFill>
                  <a:schemeClr val="tx1"/>
                </a:solidFill>
                <a:latin typeface="Tahoma" panose="020B0604030504040204" pitchFamily="34" charset="0"/>
                <a:ea typeface="黑体" panose="02010609060101010101" pitchFamily="49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000" b="1">
                <a:solidFill>
                  <a:schemeClr val="tx1"/>
                </a:solidFill>
                <a:latin typeface="Tahoma" panose="020B0604030504040204" pitchFamily="34" charset="0"/>
                <a:ea typeface="黑体" panose="02010609060101010101" pitchFamily="49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000" b="1">
                <a:solidFill>
                  <a:schemeClr val="tx1"/>
                </a:solidFill>
                <a:latin typeface="Tahoma" panose="020B0604030504040204" pitchFamily="34" charset="0"/>
                <a:ea typeface="黑体" panose="02010609060101010101" pitchFamily="49" charset="-122"/>
              </a:defRPr>
            </a:lvl9pPr>
          </a:lstStyle>
          <a:p>
            <a:pPr marL="0" marR="0" lvl="0" indent="0" algn="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fld id="{184BF167-170B-400F-AEB9-0AA2BC7E5151}" type="slidenum">
              <a:rPr kumimoji="0" lang="en-US" altLang="zh-CN" sz="1200" b="0" i="0" u="none" strike="noStrike" kern="1200" cap="none" spc="0" normalizeH="0" baseline="0" noProof="0">
                <a:ln>
                  <a:noFill/>
                </a:ln>
                <a:solidFill>
                  <a:schemeClr val="tx1"/>
                </a:solidFill>
                <a:effectLst>
                  <a:outerShdw blurRad="38100" dist="38100" dir="2700000" algn="tl">
                    <a:srgbClr val="000000"/>
                  </a:outerShdw>
                </a:effectLst>
                <a:uLnTx/>
                <a:uFillTx/>
                <a:latin typeface="Tahoma" panose="020B0604030504040204" pitchFamily="34" charset="0"/>
                <a:ea typeface="宋体" panose="02010600030101010101" pitchFamily="2" charset="-122"/>
                <a:cs typeface="+mn-cs"/>
              </a:rPr>
            </a:fld>
            <a:endParaRPr kumimoji="0" lang="en-US" altLang="zh-CN" sz="1200" b="0" i="0" u="none" strike="noStrike" kern="1200" cap="none" spc="0" normalizeH="0" baseline="0" noProof="0">
              <a:ln>
                <a:noFill/>
              </a:ln>
              <a:solidFill>
                <a:schemeClr val="tx1"/>
              </a:solidFill>
              <a:effectLst>
                <a:outerShdw blurRad="38100" dist="38100" dir="2700000" algn="tl">
                  <a:srgbClr val="000000"/>
                </a:outerShdw>
              </a:effectLst>
              <a:uLnTx/>
              <a:uFillTx/>
              <a:latin typeface="Tahoma" panose="020B0604030504040204" pitchFamily="34" charset="0"/>
              <a:ea typeface="宋体" panose="02010600030101010101" pitchFamily="2" charset="-122"/>
              <a:cs typeface="+mn-cs"/>
            </a:endParaRPr>
          </a:p>
        </p:txBody>
      </p:sp>
      <p:sp>
        <p:nvSpPr>
          <p:cNvPr id="87043" name="Text Box 3"/>
          <p:cNvSpPr txBox="1"/>
          <p:nvPr/>
        </p:nvSpPr>
        <p:spPr>
          <a:xfrm>
            <a:off x="2713038" y="942975"/>
            <a:ext cx="576262" cy="461963"/>
          </a:xfrm>
          <a:prstGeom prst="rect">
            <a:avLst/>
          </a:prstGeom>
          <a:noFill/>
          <a:ln w="38100" cap="flat" cmpd="sng">
            <a:solidFill>
              <a:schemeClr val="tx1"/>
            </a:solidFill>
            <a:prstDash val="solid"/>
            <a:miter/>
            <a:headEnd type="none" w="med" len="med"/>
            <a:tailEnd type="none" w="med" len="med"/>
          </a:ln>
        </p:spPr>
        <p:txBody>
          <a:bodyPr>
            <a:spAutoFit/>
          </a:bodyPr>
          <a:lstStyle>
            <a:lvl1pPr marL="342900" indent="-3429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80000"/>
              <a:buFont typeface="Wingdings" panose="05000000000000000000" pitchFamily="2" charset="2"/>
              <a:buChar char="n"/>
              <a:defRPr sz="3200" b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defRPr>
            </a:lvl1pPr>
            <a:lvl2pPr marL="742950" indent="-28575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Char char="–"/>
              <a:defRPr sz="2800">
                <a:solidFill>
                  <a:schemeClr val="tx1"/>
                </a:solidFill>
                <a:effectLst/>
                <a:latin typeface="+mn-lt"/>
                <a:ea typeface="+mn-ea"/>
              </a:defRPr>
            </a:lvl2pPr>
            <a:lvl3pPr marL="11430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Font typeface="Wingdings" panose="05000000000000000000" pitchFamily="2" charset="2"/>
              <a:buChar char="§"/>
              <a:defRPr sz="2400">
                <a:solidFill>
                  <a:schemeClr val="tx1"/>
                </a:solidFill>
                <a:effectLst/>
                <a:latin typeface="+mn-lt"/>
                <a:ea typeface="+mn-ea"/>
              </a:defRPr>
            </a:lvl3pPr>
            <a:lvl4pPr marL="16002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–"/>
              <a:defRPr sz="2000">
                <a:solidFill>
                  <a:schemeClr val="tx1"/>
                </a:solidFill>
                <a:effectLst/>
                <a:latin typeface="+mn-lt"/>
                <a:ea typeface="+mn-ea"/>
              </a:defRPr>
            </a:lvl4pPr>
            <a:lvl5pPr marL="20574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effectLst/>
                <a:latin typeface="+mn-lt"/>
                <a:ea typeface="+mn-ea"/>
              </a:defRPr>
            </a:lvl5pPr>
          </a:lstStyle>
          <a:p>
            <a:pPr marL="0" lvl="0" indent="0" eaLnBrk="1" hangingPunct="1">
              <a:spcBef>
                <a:spcPct val="50000"/>
              </a:spcBef>
              <a:buClrTx/>
              <a:buSzTx/>
              <a:buFontTx/>
              <a:buNone/>
            </a:pPr>
            <a:r>
              <a:rPr lang="en-US" altLang="zh-CN" sz="2400" b="1" dirty="0">
                <a:ea typeface="黑体" panose="02010609060101010101" pitchFamily="49" charset="-122"/>
              </a:rPr>
              <a:t>1</a:t>
            </a:r>
            <a:endParaRPr lang="en-US" altLang="zh-CN" sz="2400" b="1" dirty="0">
              <a:ea typeface="黑体" panose="02010609060101010101" pitchFamily="49" charset="-122"/>
            </a:endParaRPr>
          </a:p>
        </p:txBody>
      </p:sp>
      <p:sp>
        <p:nvSpPr>
          <p:cNvPr id="87044" name="Text Box 4"/>
          <p:cNvSpPr txBox="1"/>
          <p:nvPr/>
        </p:nvSpPr>
        <p:spPr>
          <a:xfrm>
            <a:off x="3289300" y="942975"/>
            <a:ext cx="576263" cy="461963"/>
          </a:xfrm>
          <a:prstGeom prst="rect">
            <a:avLst/>
          </a:prstGeom>
          <a:noFill/>
          <a:ln w="38100" cap="flat" cmpd="sng">
            <a:solidFill>
              <a:schemeClr val="tx1"/>
            </a:solidFill>
            <a:prstDash val="solid"/>
            <a:miter/>
            <a:headEnd type="none" w="med" len="med"/>
            <a:tailEnd type="none" w="med" len="med"/>
          </a:ln>
        </p:spPr>
        <p:txBody>
          <a:bodyPr>
            <a:spAutoFit/>
          </a:bodyPr>
          <a:lstStyle>
            <a:lvl1pPr marL="342900" indent="-3429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80000"/>
              <a:buFont typeface="Wingdings" panose="05000000000000000000" pitchFamily="2" charset="2"/>
              <a:buChar char="n"/>
              <a:defRPr sz="3200" b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defRPr>
            </a:lvl1pPr>
            <a:lvl2pPr marL="742950" indent="-28575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Char char="–"/>
              <a:defRPr sz="2800">
                <a:solidFill>
                  <a:schemeClr val="tx1"/>
                </a:solidFill>
                <a:effectLst/>
                <a:latin typeface="+mn-lt"/>
                <a:ea typeface="+mn-ea"/>
              </a:defRPr>
            </a:lvl2pPr>
            <a:lvl3pPr marL="11430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Font typeface="Wingdings" panose="05000000000000000000" pitchFamily="2" charset="2"/>
              <a:buChar char="§"/>
              <a:defRPr sz="2400">
                <a:solidFill>
                  <a:schemeClr val="tx1"/>
                </a:solidFill>
                <a:effectLst/>
                <a:latin typeface="+mn-lt"/>
                <a:ea typeface="+mn-ea"/>
              </a:defRPr>
            </a:lvl3pPr>
            <a:lvl4pPr marL="16002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–"/>
              <a:defRPr sz="2000">
                <a:solidFill>
                  <a:schemeClr val="tx1"/>
                </a:solidFill>
                <a:effectLst/>
                <a:latin typeface="+mn-lt"/>
                <a:ea typeface="+mn-ea"/>
              </a:defRPr>
            </a:lvl4pPr>
            <a:lvl5pPr marL="20574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effectLst/>
                <a:latin typeface="+mn-lt"/>
                <a:ea typeface="+mn-ea"/>
              </a:defRPr>
            </a:lvl5pPr>
          </a:lstStyle>
          <a:p>
            <a:pPr marL="0" lvl="0" indent="0" eaLnBrk="1" hangingPunct="1">
              <a:spcBef>
                <a:spcPct val="50000"/>
              </a:spcBef>
              <a:buClrTx/>
              <a:buSzTx/>
              <a:buFontTx/>
              <a:buNone/>
            </a:pPr>
            <a:r>
              <a:rPr lang="en-US" altLang="zh-CN" sz="2400" b="1" dirty="0">
                <a:ea typeface="黑体" panose="02010609060101010101" pitchFamily="49" charset="-122"/>
              </a:rPr>
              <a:t>2</a:t>
            </a:r>
            <a:endParaRPr lang="en-US" altLang="zh-CN" sz="2400" b="1" dirty="0">
              <a:ea typeface="黑体" panose="02010609060101010101" pitchFamily="49" charset="-122"/>
            </a:endParaRPr>
          </a:p>
        </p:txBody>
      </p:sp>
      <p:sp>
        <p:nvSpPr>
          <p:cNvPr id="87045" name="Text Box 5"/>
          <p:cNvSpPr txBox="1"/>
          <p:nvPr/>
        </p:nvSpPr>
        <p:spPr>
          <a:xfrm>
            <a:off x="3865563" y="942975"/>
            <a:ext cx="576262" cy="461963"/>
          </a:xfrm>
          <a:prstGeom prst="rect">
            <a:avLst/>
          </a:prstGeom>
          <a:noFill/>
          <a:ln w="38100" cap="flat" cmpd="sng">
            <a:solidFill>
              <a:schemeClr val="tx1"/>
            </a:solidFill>
            <a:prstDash val="solid"/>
            <a:miter/>
            <a:headEnd type="none" w="med" len="med"/>
            <a:tailEnd type="none" w="med" len="med"/>
          </a:ln>
        </p:spPr>
        <p:txBody>
          <a:bodyPr>
            <a:spAutoFit/>
          </a:bodyPr>
          <a:lstStyle>
            <a:lvl1pPr marL="342900" indent="-3429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80000"/>
              <a:buFont typeface="Wingdings" panose="05000000000000000000" pitchFamily="2" charset="2"/>
              <a:buChar char="n"/>
              <a:defRPr sz="3200" b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defRPr>
            </a:lvl1pPr>
            <a:lvl2pPr marL="742950" indent="-28575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Char char="–"/>
              <a:defRPr sz="2800">
                <a:solidFill>
                  <a:schemeClr val="tx1"/>
                </a:solidFill>
                <a:effectLst/>
                <a:latin typeface="+mn-lt"/>
                <a:ea typeface="+mn-ea"/>
              </a:defRPr>
            </a:lvl2pPr>
            <a:lvl3pPr marL="11430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Font typeface="Wingdings" panose="05000000000000000000" pitchFamily="2" charset="2"/>
              <a:buChar char="§"/>
              <a:defRPr sz="2400">
                <a:solidFill>
                  <a:schemeClr val="tx1"/>
                </a:solidFill>
                <a:effectLst/>
                <a:latin typeface="+mn-lt"/>
                <a:ea typeface="+mn-ea"/>
              </a:defRPr>
            </a:lvl3pPr>
            <a:lvl4pPr marL="16002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–"/>
              <a:defRPr sz="2000">
                <a:solidFill>
                  <a:schemeClr val="tx1"/>
                </a:solidFill>
                <a:effectLst/>
                <a:latin typeface="+mn-lt"/>
                <a:ea typeface="+mn-ea"/>
              </a:defRPr>
            </a:lvl4pPr>
            <a:lvl5pPr marL="20574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effectLst/>
                <a:latin typeface="+mn-lt"/>
                <a:ea typeface="+mn-ea"/>
              </a:defRPr>
            </a:lvl5pPr>
          </a:lstStyle>
          <a:p>
            <a:pPr marL="0" lvl="0" indent="0" eaLnBrk="1" hangingPunct="1">
              <a:spcBef>
                <a:spcPct val="50000"/>
              </a:spcBef>
              <a:buClrTx/>
              <a:buSzTx/>
              <a:buFontTx/>
              <a:buNone/>
            </a:pPr>
            <a:r>
              <a:rPr lang="en-US" altLang="zh-CN" sz="2400" b="1" dirty="0">
                <a:ea typeface="黑体" panose="02010609060101010101" pitchFamily="49" charset="-122"/>
              </a:rPr>
              <a:t>1</a:t>
            </a:r>
            <a:endParaRPr lang="en-US" altLang="zh-CN" sz="2400" b="1" dirty="0">
              <a:ea typeface="黑体" panose="02010609060101010101" pitchFamily="49" charset="-122"/>
            </a:endParaRPr>
          </a:p>
        </p:txBody>
      </p:sp>
      <p:sp>
        <p:nvSpPr>
          <p:cNvPr id="87046" name="Text Box 6"/>
          <p:cNvSpPr txBox="1"/>
          <p:nvPr/>
        </p:nvSpPr>
        <p:spPr>
          <a:xfrm>
            <a:off x="4441825" y="942975"/>
            <a:ext cx="576263" cy="461963"/>
          </a:xfrm>
          <a:prstGeom prst="rect">
            <a:avLst/>
          </a:prstGeom>
          <a:noFill/>
          <a:ln w="38100" cap="flat" cmpd="sng">
            <a:solidFill>
              <a:schemeClr val="tx1"/>
            </a:solidFill>
            <a:prstDash val="solid"/>
            <a:miter/>
            <a:headEnd type="none" w="med" len="med"/>
            <a:tailEnd type="none" w="med" len="med"/>
          </a:ln>
        </p:spPr>
        <p:txBody>
          <a:bodyPr>
            <a:spAutoFit/>
          </a:bodyPr>
          <a:lstStyle>
            <a:lvl1pPr marL="342900" indent="-3429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80000"/>
              <a:buFont typeface="Wingdings" panose="05000000000000000000" pitchFamily="2" charset="2"/>
              <a:buChar char="n"/>
              <a:defRPr sz="3200" b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defRPr>
            </a:lvl1pPr>
            <a:lvl2pPr marL="742950" indent="-28575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Char char="–"/>
              <a:defRPr sz="2800">
                <a:solidFill>
                  <a:schemeClr val="tx1"/>
                </a:solidFill>
                <a:effectLst/>
                <a:latin typeface="+mn-lt"/>
                <a:ea typeface="+mn-ea"/>
              </a:defRPr>
            </a:lvl2pPr>
            <a:lvl3pPr marL="11430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Font typeface="Wingdings" panose="05000000000000000000" pitchFamily="2" charset="2"/>
              <a:buChar char="§"/>
              <a:defRPr sz="2400">
                <a:solidFill>
                  <a:schemeClr val="tx1"/>
                </a:solidFill>
                <a:effectLst/>
                <a:latin typeface="+mn-lt"/>
                <a:ea typeface="+mn-ea"/>
              </a:defRPr>
            </a:lvl3pPr>
            <a:lvl4pPr marL="16002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–"/>
              <a:defRPr sz="2000">
                <a:solidFill>
                  <a:schemeClr val="tx1"/>
                </a:solidFill>
                <a:effectLst/>
                <a:latin typeface="+mn-lt"/>
                <a:ea typeface="+mn-ea"/>
              </a:defRPr>
            </a:lvl4pPr>
            <a:lvl5pPr marL="20574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effectLst/>
                <a:latin typeface="+mn-lt"/>
                <a:ea typeface="+mn-ea"/>
              </a:defRPr>
            </a:lvl5pPr>
          </a:lstStyle>
          <a:p>
            <a:pPr marL="0" lvl="0" indent="0" eaLnBrk="1" hangingPunct="1">
              <a:spcBef>
                <a:spcPct val="50000"/>
              </a:spcBef>
              <a:buClrTx/>
              <a:buSzTx/>
              <a:buFontTx/>
              <a:buNone/>
            </a:pPr>
            <a:endParaRPr lang="zh-CN" altLang="zh-CN" sz="2400" b="1" dirty="0">
              <a:ea typeface="黑体" panose="02010609060101010101" pitchFamily="49" charset="-122"/>
            </a:endParaRPr>
          </a:p>
        </p:txBody>
      </p:sp>
      <p:sp>
        <p:nvSpPr>
          <p:cNvPr id="87047" name="Text Box 7"/>
          <p:cNvSpPr txBox="1"/>
          <p:nvPr/>
        </p:nvSpPr>
        <p:spPr>
          <a:xfrm>
            <a:off x="5016500" y="942975"/>
            <a:ext cx="576263" cy="461963"/>
          </a:xfrm>
          <a:prstGeom prst="rect">
            <a:avLst/>
          </a:prstGeom>
          <a:noFill/>
          <a:ln w="38100" cap="flat" cmpd="sng">
            <a:solidFill>
              <a:schemeClr val="tx1"/>
            </a:solidFill>
            <a:prstDash val="solid"/>
            <a:miter/>
            <a:headEnd type="none" w="med" len="med"/>
            <a:tailEnd type="none" w="med" len="med"/>
          </a:ln>
        </p:spPr>
        <p:txBody>
          <a:bodyPr>
            <a:spAutoFit/>
          </a:bodyPr>
          <a:lstStyle>
            <a:lvl1pPr marL="342900" indent="-3429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80000"/>
              <a:buFont typeface="Wingdings" panose="05000000000000000000" pitchFamily="2" charset="2"/>
              <a:buChar char="n"/>
              <a:defRPr sz="3200" b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defRPr>
            </a:lvl1pPr>
            <a:lvl2pPr marL="742950" indent="-28575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Char char="–"/>
              <a:defRPr sz="2800">
                <a:solidFill>
                  <a:schemeClr val="tx1"/>
                </a:solidFill>
                <a:effectLst/>
                <a:latin typeface="+mn-lt"/>
                <a:ea typeface="+mn-ea"/>
              </a:defRPr>
            </a:lvl2pPr>
            <a:lvl3pPr marL="11430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Font typeface="Wingdings" panose="05000000000000000000" pitchFamily="2" charset="2"/>
              <a:buChar char="§"/>
              <a:defRPr sz="2400">
                <a:solidFill>
                  <a:schemeClr val="tx1"/>
                </a:solidFill>
                <a:effectLst/>
                <a:latin typeface="+mn-lt"/>
                <a:ea typeface="+mn-ea"/>
              </a:defRPr>
            </a:lvl3pPr>
            <a:lvl4pPr marL="16002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–"/>
              <a:defRPr sz="2000">
                <a:solidFill>
                  <a:schemeClr val="tx1"/>
                </a:solidFill>
                <a:effectLst/>
                <a:latin typeface="+mn-lt"/>
                <a:ea typeface="+mn-ea"/>
              </a:defRPr>
            </a:lvl4pPr>
            <a:lvl5pPr marL="20574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effectLst/>
                <a:latin typeface="+mn-lt"/>
                <a:ea typeface="+mn-ea"/>
              </a:defRPr>
            </a:lvl5pPr>
          </a:lstStyle>
          <a:p>
            <a:pPr marL="0" lvl="0" indent="0" eaLnBrk="1" hangingPunct="1">
              <a:spcBef>
                <a:spcPct val="50000"/>
              </a:spcBef>
              <a:buClrTx/>
              <a:buSzTx/>
              <a:buFontTx/>
              <a:buNone/>
            </a:pPr>
            <a:endParaRPr lang="zh-CN" altLang="zh-CN" sz="2400" b="1" dirty="0">
              <a:ea typeface="黑体" panose="02010609060101010101" pitchFamily="49" charset="-122"/>
            </a:endParaRPr>
          </a:p>
        </p:txBody>
      </p:sp>
      <p:sp>
        <p:nvSpPr>
          <p:cNvPr id="87048" name="Text Box 8"/>
          <p:cNvSpPr txBox="1"/>
          <p:nvPr/>
        </p:nvSpPr>
        <p:spPr>
          <a:xfrm>
            <a:off x="5592763" y="942975"/>
            <a:ext cx="576262" cy="461963"/>
          </a:xfrm>
          <a:prstGeom prst="rect">
            <a:avLst/>
          </a:prstGeom>
          <a:noFill/>
          <a:ln w="38100" cap="flat" cmpd="sng">
            <a:solidFill>
              <a:schemeClr val="tx1"/>
            </a:solidFill>
            <a:prstDash val="solid"/>
            <a:miter/>
            <a:headEnd type="none" w="med" len="med"/>
            <a:tailEnd type="none" w="med" len="med"/>
          </a:ln>
        </p:spPr>
        <p:txBody>
          <a:bodyPr>
            <a:spAutoFit/>
          </a:bodyPr>
          <a:lstStyle>
            <a:lvl1pPr marL="342900" indent="-3429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80000"/>
              <a:buFont typeface="Wingdings" panose="05000000000000000000" pitchFamily="2" charset="2"/>
              <a:buChar char="n"/>
              <a:defRPr sz="3200" b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defRPr>
            </a:lvl1pPr>
            <a:lvl2pPr marL="742950" indent="-28575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Char char="–"/>
              <a:defRPr sz="2800">
                <a:solidFill>
                  <a:schemeClr val="tx1"/>
                </a:solidFill>
                <a:effectLst/>
                <a:latin typeface="+mn-lt"/>
                <a:ea typeface="+mn-ea"/>
              </a:defRPr>
            </a:lvl2pPr>
            <a:lvl3pPr marL="11430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Font typeface="Wingdings" panose="05000000000000000000" pitchFamily="2" charset="2"/>
              <a:buChar char="§"/>
              <a:defRPr sz="2400">
                <a:solidFill>
                  <a:schemeClr val="tx1"/>
                </a:solidFill>
                <a:effectLst/>
                <a:latin typeface="+mn-lt"/>
                <a:ea typeface="+mn-ea"/>
              </a:defRPr>
            </a:lvl3pPr>
            <a:lvl4pPr marL="16002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–"/>
              <a:defRPr sz="2000">
                <a:solidFill>
                  <a:schemeClr val="tx1"/>
                </a:solidFill>
                <a:effectLst/>
                <a:latin typeface="+mn-lt"/>
                <a:ea typeface="+mn-ea"/>
              </a:defRPr>
            </a:lvl4pPr>
            <a:lvl5pPr marL="20574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effectLst/>
                <a:latin typeface="+mn-lt"/>
                <a:ea typeface="+mn-ea"/>
              </a:defRPr>
            </a:lvl5pPr>
          </a:lstStyle>
          <a:p>
            <a:pPr marL="0" lvl="0" indent="0" eaLnBrk="1" hangingPunct="1">
              <a:spcBef>
                <a:spcPct val="50000"/>
              </a:spcBef>
              <a:buClrTx/>
              <a:buSzTx/>
              <a:buFontTx/>
              <a:buNone/>
            </a:pPr>
            <a:endParaRPr lang="zh-CN" altLang="zh-CN" sz="2400" b="1" dirty="0">
              <a:ea typeface="黑体" panose="02010609060101010101" pitchFamily="49" charset="-122"/>
            </a:endParaRPr>
          </a:p>
        </p:txBody>
      </p:sp>
      <p:sp>
        <p:nvSpPr>
          <p:cNvPr id="87049" name="Text Box 9"/>
          <p:cNvSpPr txBox="1"/>
          <p:nvPr/>
        </p:nvSpPr>
        <p:spPr>
          <a:xfrm>
            <a:off x="6169025" y="942975"/>
            <a:ext cx="576263" cy="461963"/>
          </a:xfrm>
          <a:prstGeom prst="rect">
            <a:avLst/>
          </a:prstGeom>
          <a:noFill/>
          <a:ln w="38100" cap="flat" cmpd="sng">
            <a:solidFill>
              <a:schemeClr val="tx1"/>
            </a:solidFill>
            <a:prstDash val="solid"/>
            <a:miter/>
            <a:headEnd type="none" w="med" len="med"/>
            <a:tailEnd type="none" w="med" len="med"/>
          </a:ln>
        </p:spPr>
        <p:txBody>
          <a:bodyPr>
            <a:spAutoFit/>
          </a:bodyPr>
          <a:lstStyle>
            <a:lvl1pPr marL="342900" indent="-3429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80000"/>
              <a:buFont typeface="Wingdings" panose="05000000000000000000" pitchFamily="2" charset="2"/>
              <a:buChar char="n"/>
              <a:defRPr sz="3200" b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defRPr>
            </a:lvl1pPr>
            <a:lvl2pPr marL="742950" indent="-28575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Char char="–"/>
              <a:defRPr sz="2800">
                <a:solidFill>
                  <a:schemeClr val="tx1"/>
                </a:solidFill>
                <a:effectLst/>
                <a:latin typeface="+mn-lt"/>
                <a:ea typeface="+mn-ea"/>
              </a:defRPr>
            </a:lvl2pPr>
            <a:lvl3pPr marL="11430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Font typeface="Wingdings" panose="05000000000000000000" pitchFamily="2" charset="2"/>
              <a:buChar char="§"/>
              <a:defRPr sz="2400">
                <a:solidFill>
                  <a:schemeClr val="tx1"/>
                </a:solidFill>
                <a:effectLst/>
                <a:latin typeface="+mn-lt"/>
                <a:ea typeface="+mn-ea"/>
              </a:defRPr>
            </a:lvl3pPr>
            <a:lvl4pPr marL="16002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–"/>
              <a:defRPr sz="2000">
                <a:solidFill>
                  <a:schemeClr val="tx1"/>
                </a:solidFill>
                <a:effectLst/>
                <a:latin typeface="+mn-lt"/>
                <a:ea typeface="+mn-ea"/>
              </a:defRPr>
            </a:lvl4pPr>
            <a:lvl5pPr marL="20574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effectLst/>
                <a:latin typeface="+mn-lt"/>
                <a:ea typeface="+mn-ea"/>
              </a:defRPr>
            </a:lvl5pPr>
          </a:lstStyle>
          <a:p>
            <a:pPr marL="0" lvl="0" indent="0" eaLnBrk="1" hangingPunct="1">
              <a:spcBef>
                <a:spcPct val="50000"/>
              </a:spcBef>
              <a:buClrTx/>
              <a:buSzTx/>
              <a:buFontTx/>
              <a:buNone/>
            </a:pPr>
            <a:endParaRPr lang="zh-CN" altLang="zh-CN" sz="2400" b="1" dirty="0">
              <a:ea typeface="黑体" panose="02010609060101010101" pitchFamily="49" charset="-122"/>
            </a:endParaRPr>
          </a:p>
        </p:txBody>
      </p:sp>
      <p:sp>
        <p:nvSpPr>
          <p:cNvPr id="87050" name="Text Box 10"/>
          <p:cNvSpPr txBox="1"/>
          <p:nvPr/>
        </p:nvSpPr>
        <p:spPr>
          <a:xfrm>
            <a:off x="6745288" y="942975"/>
            <a:ext cx="576262" cy="461963"/>
          </a:xfrm>
          <a:prstGeom prst="rect">
            <a:avLst/>
          </a:prstGeom>
          <a:noFill/>
          <a:ln w="38100" cap="flat" cmpd="sng">
            <a:solidFill>
              <a:schemeClr val="tx1"/>
            </a:solidFill>
            <a:prstDash val="solid"/>
            <a:miter/>
            <a:headEnd type="none" w="med" len="med"/>
            <a:tailEnd type="none" w="med" len="med"/>
          </a:ln>
        </p:spPr>
        <p:txBody>
          <a:bodyPr>
            <a:spAutoFit/>
          </a:bodyPr>
          <a:lstStyle>
            <a:lvl1pPr marL="342900" indent="-3429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80000"/>
              <a:buFont typeface="Wingdings" panose="05000000000000000000" pitchFamily="2" charset="2"/>
              <a:buChar char="n"/>
              <a:defRPr sz="3200" b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defRPr>
            </a:lvl1pPr>
            <a:lvl2pPr marL="742950" indent="-28575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Char char="–"/>
              <a:defRPr sz="2800">
                <a:solidFill>
                  <a:schemeClr val="tx1"/>
                </a:solidFill>
                <a:effectLst/>
                <a:latin typeface="+mn-lt"/>
                <a:ea typeface="+mn-ea"/>
              </a:defRPr>
            </a:lvl2pPr>
            <a:lvl3pPr marL="11430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Font typeface="Wingdings" panose="05000000000000000000" pitchFamily="2" charset="2"/>
              <a:buChar char="§"/>
              <a:defRPr sz="2400">
                <a:solidFill>
                  <a:schemeClr val="tx1"/>
                </a:solidFill>
                <a:effectLst/>
                <a:latin typeface="+mn-lt"/>
                <a:ea typeface="+mn-ea"/>
              </a:defRPr>
            </a:lvl3pPr>
            <a:lvl4pPr marL="16002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–"/>
              <a:defRPr sz="2000">
                <a:solidFill>
                  <a:schemeClr val="tx1"/>
                </a:solidFill>
                <a:effectLst/>
                <a:latin typeface="+mn-lt"/>
                <a:ea typeface="+mn-ea"/>
              </a:defRPr>
            </a:lvl4pPr>
            <a:lvl5pPr marL="20574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effectLst/>
                <a:latin typeface="+mn-lt"/>
                <a:ea typeface="+mn-ea"/>
              </a:defRPr>
            </a:lvl5pPr>
          </a:lstStyle>
          <a:p>
            <a:pPr marL="0" lvl="0" indent="0" eaLnBrk="1" hangingPunct="1">
              <a:spcBef>
                <a:spcPct val="50000"/>
              </a:spcBef>
              <a:buClrTx/>
              <a:buSzTx/>
              <a:buFontTx/>
              <a:buNone/>
            </a:pPr>
            <a:endParaRPr lang="zh-CN" altLang="zh-CN" sz="2400" b="1" dirty="0">
              <a:ea typeface="黑体" panose="02010609060101010101" pitchFamily="49" charset="-122"/>
            </a:endParaRPr>
          </a:p>
        </p:txBody>
      </p:sp>
      <p:sp>
        <p:nvSpPr>
          <p:cNvPr id="87051" name="Text Box 11"/>
          <p:cNvSpPr txBox="1"/>
          <p:nvPr/>
        </p:nvSpPr>
        <p:spPr>
          <a:xfrm>
            <a:off x="7321550" y="942975"/>
            <a:ext cx="576263" cy="461963"/>
          </a:xfrm>
          <a:prstGeom prst="rect">
            <a:avLst/>
          </a:prstGeom>
          <a:noFill/>
          <a:ln w="38100" cap="flat" cmpd="sng">
            <a:solidFill>
              <a:schemeClr val="tx1"/>
            </a:solidFill>
            <a:prstDash val="solid"/>
            <a:miter/>
            <a:headEnd type="none" w="med" len="med"/>
            <a:tailEnd type="none" w="med" len="med"/>
          </a:ln>
        </p:spPr>
        <p:txBody>
          <a:bodyPr>
            <a:spAutoFit/>
          </a:bodyPr>
          <a:lstStyle>
            <a:lvl1pPr marL="342900" indent="-3429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80000"/>
              <a:buFont typeface="Wingdings" panose="05000000000000000000" pitchFamily="2" charset="2"/>
              <a:buChar char="n"/>
              <a:defRPr sz="3200" b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defRPr>
            </a:lvl1pPr>
            <a:lvl2pPr marL="742950" indent="-28575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Char char="–"/>
              <a:defRPr sz="2800">
                <a:solidFill>
                  <a:schemeClr val="tx1"/>
                </a:solidFill>
                <a:effectLst/>
                <a:latin typeface="+mn-lt"/>
                <a:ea typeface="+mn-ea"/>
              </a:defRPr>
            </a:lvl2pPr>
            <a:lvl3pPr marL="11430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Font typeface="Wingdings" panose="05000000000000000000" pitchFamily="2" charset="2"/>
              <a:buChar char="§"/>
              <a:defRPr sz="2400">
                <a:solidFill>
                  <a:schemeClr val="tx1"/>
                </a:solidFill>
                <a:effectLst/>
                <a:latin typeface="+mn-lt"/>
                <a:ea typeface="+mn-ea"/>
              </a:defRPr>
            </a:lvl3pPr>
            <a:lvl4pPr marL="16002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–"/>
              <a:defRPr sz="2000">
                <a:solidFill>
                  <a:schemeClr val="tx1"/>
                </a:solidFill>
                <a:effectLst/>
                <a:latin typeface="+mn-lt"/>
                <a:ea typeface="+mn-ea"/>
              </a:defRPr>
            </a:lvl4pPr>
            <a:lvl5pPr marL="20574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effectLst/>
                <a:latin typeface="+mn-lt"/>
                <a:ea typeface="+mn-ea"/>
              </a:defRPr>
            </a:lvl5pPr>
          </a:lstStyle>
          <a:p>
            <a:pPr marL="0" lvl="0" indent="0" eaLnBrk="1" hangingPunct="1">
              <a:spcBef>
                <a:spcPct val="50000"/>
              </a:spcBef>
              <a:buClrTx/>
              <a:buSzTx/>
              <a:buFontTx/>
              <a:buNone/>
            </a:pPr>
            <a:endParaRPr lang="zh-CN" altLang="zh-CN" sz="2400" b="1" dirty="0">
              <a:ea typeface="黑体" panose="02010609060101010101" pitchFamily="49" charset="-122"/>
            </a:endParaRPr>
          </a:p>
        </p:txBody>
      </p:sp>
      <p:sp>
        <p:nvSpPr>
          <p:cNvPr id="87052" name="Text Box 12"/>
          <p:cNvSpPr txBox="1"/>
          <p:nvPr/>
        </p:nvSpPr>
        <p:spPr>
          <a:xfrm>
            <a:off x="7896225" y="942975"/>
            <a:ext cx="576263" cy="461963"/>
          </a:xfrm>
          <a:prstGeom prst="rect">
            <a:avLst/>
          </a:prstGeom>
          <a:noFill/>
          <a:ln w="38100" cap="flat" cmpd="sng">
            <a:solidFill>
              <a:schemeClr val="tx1"/>
            </a:solidFill>
            <a:prstDash val="solid"/>
            <a:miter/>
            <a:headEnd type="none" w="med" len="med"/>
            <a:tailEnd type="none" w="med" len="med"/>
          </a:ln>
        </p:spPr>
        <p:txBody>
          <a:bodyPr>
            <a:spAutoFit/>
          </a:bodyPr>
          <a:lstStyle>
            <a:lvl1pPr marL="342900" indent="-3429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80000"/>
              <a:buFont typeface="Wingdings" panose="05000000000000000000" pitchFamily="2" charset="2"/>
              <a:buChar char="n"/>
              <a:defRPr sz="3200" b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defRPr>
            </a:lvl1pPr>
            <a:lvl2pPr marL="742950" indent="-28575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Char char="–"/>
              <a:defRPr sz="2800">
                <a:solidFill>
                  <a:schemeClr val="tx1"/>
                </a:solidFill>
                <a:effectLst/>
                <a:latin typeface="+mn-lt"/>
                <a:ea typeface="+mn-ea"/>
              </a:defRPr>
            </a:lvl2pPr>
            <a:lvl3pPr marL="11430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Font typeface="Wingdings" panose="05000000000000000000" pitchFamily="2" charset="2"/>
              <a:buChar char="§"/>
              <a:defRPr sz="2400">
                <a:solidFill>
                  <a:schemeClr val="tx1"/>
                </a:solidFill>
                <a:effectLst/>
                <a:latin typeface="+mn-lt"/>
                <a:ea typeface="+mn-ea"/>
              </a:defRPr>
            </a:lvl3pPr>
            <a:lvl4pPr marL="16002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–"/>
              <a:defRPr sz="2000">
                <a:solidFill>
                  <a:schemeClr val="tx1"/>
                </a:solidFill>
                <a:effectLst/>
                <a:latin typeface="+mn-lt"/>
                <a:ea typeface="+mn-ea"/>
              </a:defRPr>
            </a:lvl4pPr>
            <a:lvl5pPr marL="20574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effectLst/>
                <a:latin typeface="+mn-lt"/>
                <a:ea typeface="+mn-ea"/>
              </a:defRPr>
            </a:lvl5pPr>
          </a:lstStyle>
          <a:p>
            <a:pPr marL="0" lvl="0" indent="0" eaLnBrk="1" hangingPunct="1">
              <a:spcBef>
                <a:spcPct val="50000"/>
              </a:spcBef>
              <a:buClrTx/>
              <a:buSzTx/>
              <a:buFontTx/>
              <a:buNone/>
            </a:pPr>
            <a:endParaRPr lang="zh-CN" altLang="zh-CN" sz="2400" b="1" dirty="0">
              <a:ea typeface="黑体" panose="02010609060101010101" pitchFamily="49" charset="-122"/>
            </a:endParaRPr>
          </a:p>
        </p:txBody>
      </p:sp>
      <p:sp>
        <p:nvSpPr>
          <p:cNvPr id="87053" name="Text Box 13"/>
          <p:cNvSpPr txBox="1"/>
          <p:nvPr/>
        </p:nvSpPr>
        <p:spPr>
          <a:xfrm>
            <a:off x="1847850" y="908050"/>
            <a:ext cx="576263" cy="457200"/>
          </a:xfrm>
          <a:prstGeom prst="rect">
            <a:avLst/>
          </a:prstGeom>
          <a:noFill/>
          <a:ln w="12700">
            <a:noFill/>
          </a:ln>
        </p:spPr>
        <p:txBody>
          <a:bodyPr>
            <a:spAutoFit/>
          </a:bodyPr>
          <a:lstStyle>
            <a:lvl1pPr marL="342900" indent="-3429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80000"/>
              <a:buFont typeface="Wingdings" panose="05000000000000000000" pitchFamily="2" charset="2"/>
              <a:buChar char="n"/>
              <a:defRPr sz="3200" b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defRPr>
            </a:lvl1pPr>
            <a:lvl2pPr marL="742950" indent="-28575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Char char="–"/>
              <a:defRPr sz="2800">
                <a:solidFill>
                  <a:schemeClr val="tx1"/>
                </a:solidFill>
                <a:effectLst/>
                <a:latin typeface="+mn-lt"/>
                <a:ea typeface="+mn-ea"/>
              </a:defRPr>
            </a:lvl2pPr>
            <a:lvl3pPr marL="11430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Font typeface="Wingdings" panose="05000000000000000000" pitchFamily="2" charset="2"/>
              <a:buChar char="§"/>
              <a:defRPr sz="2400">
                <a:solidFill>
                  <a:schemeClr val="tx1"/>
                </a:solidFill>
                <a:effectLst/>
                <a:latin typeface="+mn-lt"/>
                <a:ea typeface="+mn-ea"/>
              </a:defRPr>
            </a:lvl3pPr>
            <a:lvl4pPr marL="16002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–"/>
              <a:defRPr sz="2000">
                <a:solidFill>
                  <a:schemeClr val="tx1"/>
                </a:solidFill>
                <a:effectLst/>
                <a:latin typeface="+mn-lt"/>
                <a:ea typeface="+mn-ea"/>
              </a:defRPr>
            </a:lvl4pPr>
            <a:lvl5pPr marL="20574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effectLst/>
                <a:latin typeface="+mn-lt"/>
                <a:ea typeface="+mn-ea"/>
              </a:defRPr>
            </a:lvl5pPr>
          </a:lstStyle>
          <a:p>
            <a:pPr marL="0" lvl="0" indent="0" eaLnBrk="1" hangingPunct="1">
              <a:spcBef>
                <a:spcPct val="50000"/>
              </a:spcBef>
              <a:buClrTx/>
              <a:buSzTx/>
              <a:buFontTx/>
              <a:buNone/>
            </a:pPr>
            <a:r>
              <a:rPr lang="en-US" altLang="zh-CN" sz="2400" b="1" dirty="0">
                <a:ea typeface="黑体" panose="02010609060101010101" pitchFamily="49" charset="-122"/>
              </a:rPr>
              <a:t>a</a:t>
            </a:r>
            <a:endParaRPr lang="en-US" altLang="zh-CN" sz="2400" b="1" dirty="0">
              <a:ea typeface="黑体" panose="02010609060101010101" pitchFamily="49" charset="-122"/>
            </a:endParaRPr>
          </a:p>
        </p:txBody>
      </p:sp>
      <p:sp>
        <p:nvSpPr>
          <p:cNvPr id="87054" name="Text Box 14"/>
          <p:cNvSpPr txBox="1"/>
          <p:nvPr/>
        </p:nvSpPr>
        <p:spPr>
          <a:xfrm>
            <a:off x="3359150" y="393700"/>
            <a:ext cx="576263" cy="457200"/>
          </a:xfrm>
          <a:prstGeom prst="rect">
            <a:avLst/>
          </a:prstGeom>
          <a:noFill/>
          <a:ln w="12700">
            <a:noFill/>
          </a:ln>
        </p:spPr>
        <p:txBody>
          <a:bodyPr>
            <a:spAutoFit/>
          </a:bodyPr>
          <a:lstStyle>
            <a:lvl1pPr marL="342900" indent="-3429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80000"/>
              <a:buFont typeface="Wingdings" panose="05000000000000000000" pitchFamily="2" charset="2"/>
              <a:buChar char="n"/>
              <a:defRPr sz="3200" b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defRPr>
            </a:lvl1pPr>
            <a:lvl2pPr marL="742950" indent="-28575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Char char="–"/>
              <a:defRPr sz="2800">
                <a:solidFill>
                  <a:schemeClr val="tx1"/>
                </a:solidFill>
                <a:effectLst/>
                <a:latin typeface="+mn-lt"/>
                <a:ea typeface="+mn-ea"/>
              </a:defRPr>
            </a:lvl2pPr>
            <a:lvl3pPr marL="11430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Font typeface="Wingdings" panose="05000000000000000000" pitchFamily="2" charset="2"/>
              <a:buChar char="§"/>
              <a:defRPr sz="2400">
                <a:solidFill>
                  <a:schemeClr val="tx1"/>
                </a:solidFill>
                <a:effectLst/>
                <a:latin typeface="+mn-lt"/>
                <a:ea typeface="+mn-ea"/>
              </a:defRPr>
            </a:lvl3pPr>
            <a:lvl4pPr marL="16002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–"/>
              <a:defRPr sz="2000">
                <a:solidFill>
                  <a:schemeClr val="tx1"/>
                </a:solidFill>
                <a:effectLst/>
                <a:latin typeface="+mn-lt"/>
                <a:ea typeface="+mn-ea"/>
              </a:defRPr>
            </a:lvl4pPr>
            <a:lvl5pPr marL="20574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effectLst/>
                <a:latin typeface="+mn-lt"/>
                <a:ea typeface="+mn-ea"/>
              </a:defRPr>
            </a:lvl5pPr>
          </a:lstStyle>
          <a:p>
            <a:pPr marL="0" lvl="0" indent="0" eaLnBrk="1" hangingPunct="1">
              <a:spcBef>
                <a:spcPct val="50000"/>
              </a:spcBef>
              <a:buClrTx/>
              <a:buSzTx/>
              <a:buFontTx/>
              <a:buNone/>
            </a:pPr>
            <a:r>
              <a:rPr lang="en-US" altLang="zh-CN" sz="2400" b="1" dirty="0">
                <a:ea typeface="黑体" panose="02010609060101010101" pitchFamily="49" charset="-122"/>
              </a:rPr>
              <a:t>1</a:t>
            </a:r>
            <a:endParaRPr lang="en-US" altLang="zh-CN" sz="2400" b="1" dirty="0">
              <a:ea typeface="黑体" panose="02010609060101010101" pitchFamily="49" charset="-122"/>
            </a:endParaRPr>
          </a:p>
        </p:txBody>
      </p:sp>
      <p:sp>
        <p:nvSpPr>
          <p:cNvPr id="87055" name="Text Box 15"/>
          <p:cNvSpPr txBox="1"/>
          <p:nvPr/>
        </p:nvSpPr>
        <p:spPr>
          <a:xfrm>
            <a:off x="3935413" y="393700"/>
            <a:ext cx="576262" cy="457200"/>
          </a:xfrm>
          <a:prstGeom prst="rect">
            <a:avLst/>
          </a:prstGeom>
          <a:noFill/>
          <a:ln w="12700">
            <a:noFill/>
          </a:ln>
        </p:spPr>
        <p:txBody>
          <a:bodyPr>
            <a:spAutoFit/>
          </a:bodyPr>
          <a:lstStyle>
            <a:lvl1pPr marL="342900" indent="-3429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80000"/>
              <a:buFont typeface="Wingdings" panose="05000000000000000000" pitchFamily="2" charset="2"/>
              <a:buChar char="n"/>
              <a:defRPr sz="3200" b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defRPr>
            </a:lvl1pPr>
            <a:lvl2pPr marL="742950" indent="-28575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Char char="–"/>
              <a:defRPr sz="2800">
                <a:solidFill>
                  <a:schemeClr val="tx1"/>
                </a:solidFill>
                <a:effectLst/>
                <a:latin typeface="+mn-lt"/>
                <a:ea typeface="+mn-ea"/>
              </a:defRPr>
            </a:lvl2pPr>
            <a:lvl3pPr marL="11430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Font typeface="Wingdings" panose="05000000000000000000" pitchFamily="2" charset="2"/>
              <a:buChar char="§"/>
              <a:defRPr sz="2400">
                <a:solidFill>
                  <a:schemeClr val="tx1"/>
                </a:solidFill>
                <a:effectLst/>
                <a:latin typeface="+mn-lt"/>
                <a:ea typeface="+mn-ea"/>
              </a:defRPr>
            </a:lvl3pPr>
            <a:lvl4pPr marL="16002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–"/>
              <a:defRPr sz="2000">
                <a:solidFill>
                  <a:schemeClr val="tx1"/>
                </a:solidFill>
                <a:effectLst/>
                <a:latin typeface="+mn-lt"/>
                <a:ea typeface="+mn-ea"/>
              </a:defRPr>
            </a:lvl4pPr>
            <a:lvl5pPr marL="20574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effectLst/>
                <a:latin typeface="+mn-lt"/>
                <a:ea typeface="+mn-ea"/>
              </a:defRPr>
            </a:lvl5pPr>
          </a:lstStyle>
          <a:p>
            <a:pPr marL="0" lvl="0" indent="0" eaLnBrk="1" hangingPunct="1">
              <a:spcBef>
                <a:spcPct val="50000"/>
              </a:spcBef>
              <a:buClrTx/>
              <a:buSzTx/>
              <a:buFontTx/>
              <a:buNone/>
            </a:pPr>
            <a:r>
              <a:rPr lang="en-US" altLang="zh-CN" sz="2400" b="1" dirty="0">
                <a:ea typeface="黑体" panose="02010609060101010101" pitchFamily="49" charset="-122"/>
              </a:rPr>
              <a:t>2</a:t>
            </a:r>
            <a:endParaRPr lang="en-US" altLang="zh-CN" sz="2400" b="1" dirty="0">
              <a:ea typeface="黑体" panose="02010609060101010101" pitchFamily="49" charset="-122"/>
            </a:endParaRPr>
          </a:p>
        </p:txBody>
      </p:sp>
      <p:sp>
        <p:nvSpPr>
          <p:cNvPr id="87056" name="Text Box 16"/>
          <p:cNvSpPr txBox="1"/>
          <p:nvPr/>
        </p:nvSpPr>
        <p:spPr>
          <a:xfrm>
            <a:off x="4511675" y="393700"/>
            <a:ext cx="576263" cy="457200"/>
          </a:xfrm>
          <a:prstGeom prst="rect">
            <a:avLst/>
          </a:prstGeom>
          <a:noFill/>
          <a:ln w="12700">
            <a:noFill/>
          </a:ln>
        </p:spPr>
        <p:txBody>
          <a:bodyPr>
            <a:spAutoFit/>
          </a:bodyPr>
          <a:lstStyle>
            <a:lvl1pPr marL="342900" indent="-3429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80000"/>
              <a:buFont typeface="Wingdings" panose="05000000000000000000" pitchFamily="2" charset="2"/>
              <a:buChar char="n"/>
              <a:defRPr sz="3200" b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defRPr>
            </a:lvl1pPr>
            <a:lvl2pPr marL="742950" indent="-28575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Char char="–"/>
              <a:defRPr sz="2800">
                <a:solidFill>
                  <a:schemeClr val="tx1"/>
                </a:solidFill>
                <a:effectLst/>
                <a:latin typeface="+mn-lt"/>
                <a:ea typeface="+mn-ea"/>
              </a:defRPr>
            </a:lvl2pPr>
            <a:lvl3pPr marL="11430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Font typeface="Wingdings" panose="05000000000000000000" pitchFamily="2" charset="2"/>
              <a:buChar char="§"/>
              <a:defRPr sz="2400">
                <a:solidFill>
                  <a:schemeClr val="tx1"/>
                </a:solidFill>
                <a:effectLst/>
                <a:latin typeface="+mn-lt"/>
                <a:ea typeface="+mn-ea"/>
              </a:defRPr>
            </a:lvl3pPr>
            <a:lvl4pPr marL="16002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–"/>
              <a:defRPr sz="2000">
                <a:solidFill>
                  <a:schemeClr val="tx1"/>
                </a:solidFill>
                <a:effectLst/>
                <a:latin typeface="+mn-lt"/>
                <a:ea typeface="+mn-ea"/>
              </a:defRPr>
            </a:lvl4pPr>
            <a:lvl5pPr marL="20574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effectLst/>
                <a:latin typeface="+mn-lt"/>
                <a:ea typeface="+mn-ea"/>
              </a:defRPr>
            </a:lvl5pPr>
          </a:lstStyle>
          <a:p>
            <a:pPr marL="0" lvl="0" indent="0" eaLnBrk="1" hangingPunct="1">
              <a:spcBef>
                <a:spcPct val="50000"/>
              </a:spcBef>
              <a:buClrTx/>
              <a:buSzTx/>
              <a:buFontTx/>
              <a:buNone/>
            </a:pPr>
            <a:r>
              <a:rPr lang="en-US" altLang="zh-CN" sz="2400" b="1" dirty="0">
                <a:ea typeface="黑体" panose="02010609060101010101" pitchFamily="49" charset="-122"/>
              </a:rPr>
              <a:t>3</a:t>
            </a:r>
            <a:endParaRPr lang="en-US" altLang="zh-CN" sz="2400" b="1" dirty="0">
              <a:ea typeface="黑体" panose="02010609060101010101" pitchFamily="49" charset="-122"/>
            </a:endParaRPr>
          </a:p>
        </p:txBody>
      </p:sp>
      <p:sp>
        <p:nvSpPr>
          <p:cNvPr id="87057" name="Text Box 17"/>
          <p:cNvSpPr txBox="1"/>
          <p:nvPr/>
        </p:nvSpPr>
        <p:spPr>
          <a:xfrm>
            <a:off x="5087938" y="393700"/>
            <a:ext cx="576262" cy="457200"/>
          </a:xfrm>
          <a:prstGeom prst="rect">
            <a:avLst/>
          </a:prstGeom>
          <a:noFill/>
          <a:ln w="12700">
            <a:noFill/>
          </a:ln>
        </p:spPr>
        <p:txBody>
          <a:bodyPr>
            <a:spAutoFit/>
          </a:bodyPr>
          <a:lstStyle>
            <a:lvl1pPr marL="342900" indent="-3429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80000"/>
              <a:buFont typeface="Wingdings" panose="05000000000000000000" pitchFamily="2" charset="2"/>
              <a:buChar char="n"/>
              <a:defRPr sz="3200" b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defRPr>
            </a:lvl1pPr>
            <a:lvl2pPr marL="742950" indent="-28575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Char char="–"/>
              <a:defRPr sz="2800">
                <a:solidFill>
                  <a:schemeClr val="tx1"/>
                </a:solidFill>
                <a:effectLst/>
                <a:latin typeface="+mn-lt"/>
                <a:ea typeface="+mn-ea"/>
              </a:defRPr>
            </a:lvl2pPr>
            <a:lvl3pPr marL="11430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Font typeface="Wingdings" panose="05000000000000000000" pitchFamily="2" charset="2"/>
              <a:buChar char="§"/>
              <a:defRPr sz="2400">
                <a:solidFill>
                  <a:schemeClr val="tx1"/>
                </a:solidFill>
                <a:effectLst/>
                <a:latin typeface="+mn-lt"/>
                <a:ea typeface="+mn-ea"/>
              </a:defRPr>
            </a:lvl3pPr>
            <a:lvl4pPr marL="16002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–"/>
              <a:defRPr sz="2000">
                <a:solidFill>
                  <a:schemeClr val="tx1"/>
                </a:solidFill>
                <a:effectLst/>
                <a:latin typeface="+mn-lt"/>
                <a:ea typeface="+mn-ea"/>
              </a:defRPr>
            </a:lvl4pPr>
            <a:lvl5pPr marL="20574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effectLst/>
                <a:latin typeface="+mn-lt"/>
                <a:ea typeface="+mn-ea"/>
              </a:defRPr>
            </a:lvl5pPr>
          </a:lstStyle>
          <a:p>
            <a:pPr marL="0" lvl="0" indent="0" eaLnBrk="1" hangingPunct="1">
              <a:spcBef>
                <a:spcPct val="50000"/>
              </a:spcBef>
              <a:buClrTx/>
              <a:buSzTx/>
              <a:buFontTx/>
              <a:buNone/>
            </a:pPr>
            <a:r>
              <a:rPr lang="en-US" altLang="zh-CN" sz="2400" b="1" dirty="0">
                <a:ea typeface="黑体" panose="02010609060101010101" pitchFamily="49" charset="-122"/>
              </a:rPr>
              <a:t>4</a:t>
            </a:r>
            <a:endParaRPr lang="en-US" altLang="zh-CN" sz="2400" b="1" dirty="0">
              <a:ea typeface="黑体" panose="02010609060101010101" pitchFamily="49" charset="-122"/>
            </a:endParaRPr>
          </a:p>
        </p:txBody>
      </p:sp>
      <p:sp>
        <p:nvSpPr>
          <p:cNvPr id="87058" name="Text Box 18"/>
          <p:cNvSpPr txBox="1"/>
          <p:nvPr/>
        </p:nvSpPr>
        <p:spPr>
          <a:xfrm>
            <a:off x="5662613" y="393700"/>
            <a:ext cx="576262" cy="457200"/>
          </a:xfrm>
          <a:prstGeom prst="rect">
            <a:avLst/>
          </a:prstGeom>
          <a:noFill/>
          <a:ln w="12700">
            <a:noFill/>
          </a:ln>
        </p:spPr>
        <p:txBody>
          <a:bodyPr>
            <a:spAutoFit/>
          </a:bodyPr>
          <a:lstStyle>
            <a:lvl1pPr marL="342900" indent="-3429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80000"/>
              <a:buFont typeface="Wingdings" panose="05000000000000000000" pitchFamily="2" charset="2"/>
              <a:buChar char="n"/>
              <a:defRPr sz="3200" b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defRPr>
            </a:lvl1pPr>
            <a:lvl2pPr marL="742950" indent="-28575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Char char="–"/>
              <a:defRPr sz="2800">
                <a:solidFill>
                  <a:schemeClr val="tx1"/>
                </a:solidFill>
                <a:effectLst/>
                <a:latin typeface="+mn-lt"/>
                <a:ea typeface="+mn-ea"/>
              </a:defRPr>
            </a:lvl2pPr>
            <a:lvl3pPr marL="11430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Font typeface="Wingdings" panose="05000000000000000000" pitchFamily="2" charset="2"/>
              <a:buChar char="§"/>
              <a:defRPr sz="2400">
                <a:solidFill>
                  <a:schemeClr val="tx1"/>
                </a:solidFill>
                <a:effectLst/>
                <a:latin typeface="+mn-lt"/>
                <a:ea typeface="+mn-ea"/>
              </a:defRPr>
            </a:lvl3pPr>
            <a:lvl4pPr marL="16002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–"/>
              <a:defRPr sz="2000">
                <a:solidFill>
                  <a:schemeClr val="tx1"/>
                </a:solidFill>
                <a:effectLst/>
                <a:latin typeface="+mn-lt"/>
                <a:ea typeface="+mn-ea"/>
              </a:defRPr>
            </a:lvl4pPr>
            <a:lvl5pPr marL="20574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effectLst/>
                <a:latin typeface="+mn-lt"/>
                <a:ea typeface="+mn-ea"/>
              </a:defRPr>
            </a:lvl5pPr>
          </a:lstStyle>
          <a:p>
            <a:pPr marL="0" lvl="0" indent="0" eaLnBrk="1" hangingPunct="1">
              <a:spcBef>
                <a:spcPct val="50000"/>
              </a:spcBef>
              <a:buClrTx/>
              <a:buSzTx/>
              <a:buFontTx/>
              <a:buNone/>
            </a:pPr>
            <a:r>
              <a:rPr lang="en-US" altLang="zh-CN" sz="2400" b="1" dirty="0">
                <a:ea typeface="黑体" panose="02010609060101010101" pitchFamily="49" charset="-122"/>
              </a:rPr>
              <a:t>5</a:t>
            </a:r>
            <a:endParaRPr lang="en-US" altLang="zh-CN" sz="2400" b="1" dirty="0">
              <a:ea typeface="黑体" panose="02010609060101010101" pitchFamily="49" charset="-122"/>
            </a:endParaRPr>
          </a:p>
        </p:txBody>
      </p:sp>
      <p:sp>
        <p:nvSpPr>
          <p:cNvPr id="87059" name="Text Box 19"/>
          <p:cNvSpPr txBox="1"/>
          <p:nvPr/>
        </p:nvSpPr>
        <p:spPr>
          <a:xfrm>
            <a:off x="6238875" y="393700"/>
            <a:ext cx="576263" cy="457200"/>
          </a:xfrm>
          <a:prstGeom prst="rect">
            <a:avLst/>
          </a:prstGeom>
          <a:noFill/>
          <a:ln w="12700">
            <a:noFill/>
          </a:ln>
        </p:spPr>
        <p:txBody>
          <a:bodyPr>
            <a:spAutoFit/>
          </a:bodyPr>
          <a:lstStyle>
            <a:lvl1pPr marL="342900" indent="-3429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80000"/>
              <a:buFont typeface="Wingdings" panose="05000000000000000000" pitchFamily="2" charset="2"/>
              <a:buChar char="n"/>
              <a:defRPr sz="3200" b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defRPr>
            </a:lvl1pPr>
            <a:lvl2pPr marL="742950" indent="-28575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Char char="–"/>
              <a:defRPr sz="2800">
                <a:solidFill>
                  <a:schemeClr val="tx1"/>
                </a:solidFill>
                <a:effectLst/>
                <a:latin typeface="+mn-lt"/>
                <a:ea typeface="+mn-ea"/>
              </a:defRPr>
            </a:lvl2pPr>
            <a:lvl3pPr marL="11430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Font typeface="Wingdings" panose="05000000000000000000" pitchFamily="2" charset="2"/>
              <a:buChar char="§"/>
              <a:defRPr sz="2400">
                <a:solidFill>
                  <a:schemeClr val="tx1"/>
                </a:solidFill>
                <a:effectLst/>
                <a:latin typeface="+mn-lt"/>
                <a:ea typeface="+mn-ea"/>
              </a:defRPr>
            </a:lvl3pPr>
            <a:lvl4pPr marL="16002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–"/>
              <a:defRPr sz="2000">
                <a:solidFill>
                  <a:schemeClr val="tx1"/>
                </a:solidFill>
                <a:effectLst/>
                <a:latin typeface="+mn-lt"/>
                <a:ea typeface="+mn-ea"/>
              </a:defRPr>
            </a:lvl4pPr>
            <a:lvl5pPr marL="20574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effectLst/>
                <a:latin typeface="+mn-lt"/>
                <a:ea typeface="+mn-ea"/>
              </a:defRPr>
            </a:lvl5pPr>
          </a:lstStyle>
          <a:p>
            <a:pPr marL="0" lvl="0" indent="0" eaLnBrk="1" hangingPunct="1">
              <a:spcBef>
                <a:spcPct val="50000"/>
              </a:spcBef>
              <a:buClrTx/>
              <a:buSzTx/>
              <a:buFontTx/>
              <a:buNone/>
            </a:pPr>
            <a:r>
              <a:rPr lang="en-US" altLang="zh-CN" sz="2400" b="1" dirty="0">
                <a:ea typeface="黑体" panose="02010609060101010101" pitchFamily="49" charset="-122"/>
              </a:rPr>
              <a:t>6</a:t>
            </a:r>
            <a:endParaRPr lang="en-US" altLang="zh-CN" sz="2400" b="1" dirty="0">
              <a:ea typeface="黑体" panose="02010609060101010101" pitchFamily="49" charset="-122"/>
            </a:endParaRPr>
          </a:p>
        </p:txBody>
      </p:sp>
      <p:sp>
        <p:nvSpPr>
          <p:cNvPr id="87060" name="Text Box 20"/>
          <p:cNvSpPr txBox="1"/>
          <p:nvPr/>
        </p:nvSpPr>
        <p:spPr>
          <a:xfrm>
            <a:off x="6815138" y="393700"/>
            <a:ext cx="576262" cy="457200"/>
          </a:xfrm>
          <a:prstGeom prst="rect">
            <a:avLst/>
          </a:prstGeom>
          <a:noFill/>
          <a:ln w="12700">
            <a:noFill/>
          </a:ln>
        </p:spPr>
        <p:txBody>
          <a:bodyPr>
            <a:spAutoFit/>
          </a:bodyPr>
          <a:lstStyle>
            <a:lvl1pPr marL="342900" indent="-3429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80000"/>
              <a:buFont typeface="Wingdings" panose="05000000000000000000" pitchFamily="2" charset="2"/>
              <a:buChar char="n"/>
              <a:defRPr sz="3200" b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defRPr>
            </a:lvl1pPr>
            <a:lvl2pPr marL="742950" indent="-28575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Char char="–"/>
              <a:defRPr sz="2800">
                <a:solidFill>
                  <a:schemeClr val="tx1"/>
                </a:solidFill>
                <a:effectLst/>
                <a:latin typeface="+mn-lt"/>
                <a:ea typeface="+mn-ea"/>
              </a:defRPr>
            </a:lvl2pPr>
            <a:lvl3pPr marL="11430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Font typeface="Wingdings" panose="05000000000000000000" pitchFamily="2" charset="2"/>
              <a:buChar char="§"/>
              <a:defRPr sz="2400">
                <a:solidFill>
                  <a:schemeClr val="tx1"/>
                </a:solidFill>
                <a:effectLst/>
                <a:latin typeface="+mn-lt"/>
                <a:ea typeface="+mn-ea"/>
              </a:defRPr>
            </a:lvl3pPr>
            <a:lvl4pPr marL="16002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–"/>
              <a:defRPr sz="2000">
                <a:solidFill>
                  <a:schemeClr val="tx1"/>
                </a:solidFill>
                <a:effectLst/>
                <a:latin typeface="+mn-lt"/>
                <a:ea typeface="+mn-ea"/>
              </a:defRPr>
            </a:lvl4pPr>
            <a:lvl5pPr marL="20574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effectLst/>
                <a:latin typeface="+mn-lt"/>
                <a:ea typeface="+mn-ea"/>
              </a:defRPr>
            </a:lvl5pPr>
          </a:lstStyle>
          <a:p>
            <a:pPr marL="0" lvl="0" indent="0" eaLnBrk="1" hangingPunct="1">
              <a:spcBef>
                <a:spcPct val="50000"/>
              </a:spcBef>
              <a:buClrTx/>
              <a:buSzTx/>
              <a:buFontTx/>
              <a:buNone/>
            </a:pPr>
            <a:r>
              <a:rPr lang="en-US" altLang="zh-CN" sz="2400" b="1" dirty="0">
                <a:ea typeface="黑体" panose="02010609060101010101" pitchFamily="49" charset="-122"/>
              </a:rPr>
              <a:t>7</a:t>
            </a:r>
            <a:endParaRPr lang="en-US" altLang="zh-CN" sz="2400" b="1" dirty="0">
              <a:ea typeface="黑体" panose="02010609060101010101" pitchFamily="49" charset="-122"/>
            </a:endParaRPr>
          </a:p>
        </p:txBody>
      </p:sp>
      <p:sp>
        <p:nvSpPr>
          <p:cNvPr id="87061" name="Text Box 21"/>
          <p:cNvSpPr txBox="1"/>
          <p:nvPr/>
        </p:nvSpPr>
        <p:spPr>
          <a:xfrm>
            <a:off x="7391400" y="393700"/>
            <a:ext cx="576263" cy="457200"/>
          </a:xfrm>
          <a:prstGeom prst="rect">
            <a:avLst/>
          </a:prstGeom>
          <a:noFill/>
          <a:ln w="12700">
            <a:noFill/>
          </a:ln>
        </p:spPr>
        <p:txBody>
          <a:bodyPr>
            <a:spAutoFit/>
          </a:bodyPr>
          <a:lstStyle>
            <a:lvl1pPr marL="342900" indent="-3429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80000"/>
              <a:buFont typeface="Wingdings" panose="05000000000000000000" pitchFamily="2" charset="2"/>
              <a:buChar char="n"/>
              <a:defRPr sz="3200" b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defRPr>
            </a:lvl1pPr>
            <a:lvl2pPr marL="742950" indent="-28575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Char char="–"/>
              <a:defRPr sz="2800">
                <a:solidFill>
                  <a:schemeClr val="tx1"/>
                </a:solidFill>
                <a:effectLst/>
                <a:latin typeface="+mn-lt"/>
                <a:ea typeface="+mn-ea"/>
              </a:defRPr>
            </a:lvl2pPr>
            <a:lvl3pPr marL="11430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Font typeface="Wingdings" panose="05000000000000000000" pitchFamily="2" charset="2"/>
              <a:buChar char="§"/>
              <a:defRPr sz="2400">
                <a:solidFill>
                  <a:schemeClr val="tx1"/>
                </a:solidFill>
                <a:effectLst/>
                <a:latin typeface="+mn-lt"/>
                <a:ea typeface="+mn-ea"/>
              </a:defRPr>
            </a:lvl3pPr>
            <a:lvl4pPr marL="16002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–"/>
              <a:defRPr sz="2000">
                <a:solidFill>
                  <a:schemeClr val="tx1"/>
                </a:solidFill>
                <a:effectLst/>
                <a:latin typeface="+mn-lt"/>
                <a:ea typeface="+mn-ea"/>
              </a:defRPr>
            </a:lvl4pPr>
            <a:lvl5pPr marL="20574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effectLst/>
                <a:latin typeface="+mn-lt"/>
                <a:ea typeface="+mn-ea"/>
              </a:defRPr>
            </a:lvl5pPr>
          </a:lstStyle>
          <a:p>
            <a:pPr marL="0" lvl="0" indent="0" eaLnBrk="1" hangingPunct="1">
              <a:spcBef>
                <a:spcPct val="50000"/>
              </a:spcBef>
              <a:buClrTx/>
              <a:buSzTx/>
              <a:buFontTx/>
              <a:buNone/>
            </a:pPr>
            <a:r>
              <a:rPr lang="en-US" altLang="zh-CN" sz="2400" b="1" dirty="0">
                <a:ea typeface="黑体" panose="02010609060101010101" pitchFamily="49" charset="-122"/>
              </a:rPr>
              <a:t>8</a:t>
            </a:r>
            <a:endParaRPr lang="en-US" altLang="zh-CN" sz="2400" b="1" dirty="0">
              <a:ea typeface="黑体" panose="02010609060101010101" pitchFamily="49" charset="-122"/>
            </a:endParaRPr>
          </a:p>
        </p:txBody>
      </p:sp>
      <p:sp>
        <p:nvSpPr>
          <p:cNvPr id="87062" name="Text Box 22"/>
          <p:cNvSpPr txBox="1"/>
          <p:nvPr/>
        </p:nvSpPr>
        <p:spPr>
          <a:xfrm>
            <a:off x="7967663" y="393700"/>
            <a:ext cx="576262" cy="457200"/>
          </a:xfrm>
          <a:prstGeom prst="rect">
            <a:avLst/>
          </a:prstGeom>
          <a:noFill/>
          <a:ln w="12700">
            <a:noFill/>
          </a:ln>
        </p:spPr>
        <p:txBody>
          <a:bodyPr>
            <a:spAutoFit/>
          </a:bodyPr>
          <a:lstStyle>
            <a:lvl1pPr marL="342900" indent="-3429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80000"/>
              <a:buFont typeface="Wingdings" panose="05000000000000000000" pitchFamily="2" charset="2"/>
              <a:buChar char="n"/>
              <a:defRPr sz="3200" b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defRPr>
            </a:lvl1pPr>
            <a:lvl2pPr marL="742950" indent="-28575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Char char="–"/>
              <a:defRPr sz="2800">
                <a:solidFill>
                  <a:schemeClr val="tx1"/>
                </a:solidFill>
                <a:effectLst/>
                <a:latin typeface="+mn-lt"/>
                <a:ea typeface="+mn-ea"/>
              </a:defRPr>
            </a:lvl2pPr>
            <a:lvl3pPr marL="11430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Font typeface="Wingdings" panose="05000000000000000000" pitchFamily="2" charset="2"/>
              <a:buChar char="§"/>
              <a:defRPr sz="2400">
                <a:solidFill>
                  <a:schemeClr val="tx1"/>
                </a:solidFill>
                <a:effectLst/>
                <a:latin typeface="+mn-lt"/>
                <a:ea typeface="+mn-ea"/>
              </a:defRPr>
            </a:lvl3pPr>
            <a:lvl4pPr marL="16002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–"/>
              <a:defRPr sz="2000">
                <a:solidFill>
                  <a:schemeClr val="tx1"/>
                </a:solidFill>
                <a:effectLst/>
                <a:latin typeface="+mn-lt"/>
                <a:ea typeface="+mn-ea"/>
              </a:defRPr>
            </a:lvl4pPr>
            <a:lvl5pPr marL="20574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effectLst/>
                <a:latin typeface="+mn-lt"/>
                <a:ea typeface="+mn-ea"/>
              </a:defRPr>
            </a:lvl5pPr>
          </a:lstStyle>
          <a:p>
            <a:pPr marL="0" lvl="0" indent="0" eaLnBrk="1" hangingPunct="1">
              <a:spcBef>
                <a:spcPct val="50000"/>
              </a:spcBef>
              <a:buClrTx/>
              <a:buSzTx/>
              <a:buFontTx/>
              <a:buNone/>
            </a:pPr>
            <a:r>
              <a:rPr lang="en-US" altLang="zh-CN" sz="2400" b="1" dirty="0">
                <a:ea typeface="黑体" panose="02010609060101010101" pitchFamily="49" charset="-122"/>
              </a:rPr>
              <a:t>9</a:t>
            </a:r>
            <a:endParaRPr lang="en-US" altLang="zh-CN" sz="2400" b="1" dirty="0">
              <a:ea typeface="黑体" panose="02010609060101010101" pitchFamily="49" charset="-122"/>
            </a:endParaRPr>
          </a:p>
        </p:txBody>
      </p:sp>
      <p:sp>
        <p:nvSpPr>
          <p:cNvPr id="87063" name="Text Box 23"/>
          <p:cNvSpPr txBox="1"/>
          <p:nvPr/>
        </p:nvSpPr>
        <p:spPr>
          <a:xfrm>
            <a:off x="2711450" y="404813"/>
            <a:ext cx="576263" cy="457200"/>
          </a:xfrm>
          <a:prstGeom prst="rect">
            <a:avLst/>
          </a:prstGeom>
          <a:noFill/>
          <a:ln w="12700">
            <a:noFill/>
          </a:ln>
        </p:spPr>
        <p:txBody>
          <a:bodyPr>
            <a:spAutoFit/>
          </a:bodyPr>
          <a:lstStyle>
            <a:lvl1pPr marL="342900" indent="-3429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80000"/>
              <a:buFont typeface="Wingdings" panose="05000000000000000000" pitchFamily="2" charset="2"/>
              <a:buChar char="n"/>
              <a:defRPr sz="3200" b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defRPr>
            </a:lvl1pPr>
            <a:lvl2pPr marL="742950" indent="-28575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Char char="–"/>
              <a:defRPr sz="2800">
                <a:solidFill>
                  <a:schemeClr val="tx1"/>
                </a:solidFill>
                <a:effectLst/>
                <a:latin typeface="+mn-lt"/>
                <a:ea typeface="+mn-ea"/>
              </a:defRPr>
            </a:lvl2pPr>
            <a:lvl3pPr marL="11430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Font typeface="Wingdings" panose="05000000000000000000" pitchFamily="2" charset="2"/>
              <a:buChar char="§"/>
              <a:defRPr sz="2400">
                <a:solidFill>
                  <a:schemeClr val="tx1"/>
                </a:solidFill>
                <a:effectLst/>
                <a:latin typeface="+mn-lt"/>
                <a:ea typeface="+mn-ea"/>
              </a:defRPr>
            </a:lvl3pPr>
            <a:lvl4pPr marL="16002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–"/>
              <a:defRPr sz="2000">
                <a:solidFill>
                  <a:schemeClr val="tx1"/>
                </a:solidFill>
                <a:effectLst/>
                <a:latin typeface="+mn-lt"/>
                <a:ea typeface="+mn-ea"/>
              </a:defRPr>
            </a:lvl4pPr>
            <a:lvl5pPr marL="20574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effectLst/>
                <a:latin typeface="+mn-lt"/>
                <a:ea typeface="+mn-ea"/>
              </a:defRPr>
            </a:lvl5pPr>
          </a:lstStyle>
          <a:p>
            <a:pPr marL="0" lvl="0" indent="0" eaLnBrk="1" hangingPunct="1">
              <a:spcBef>
                <a:spcPct val="50000"/>
              </a:spcBef>
              <a:buClrTx/>
              <a:buSzTx/>
              <a:buFontTx/>
              <a:buNone/>
            </a:pPr>
            <a:r>
              <a:rPr lang="en-US" altLang="zh-CN" sz="2400" b="1" dirty="0">
                <a:ea typeface="黑体" panose="02010609060101010101" pitchFamily="49" charset="-122"/>
              </a:rPr>
              <a:t>0</a:t>
            </a:r>
            <a:endParaRPr lang="en-US" altLang="zh-CN" sz="2400" b="1" dirty="0">
              <a:ea typeface="黑体" panose="02010609060101010101" pitchFamily="49" charset="-122"/>
            </a:endParaRPr>
          </a:p>
        </p:txBody>
      </p:sp>
      <p:sp>
        <p:nvSpPr>
          <p:cNvPr id="87064" name="Text Box 24"/>
          <p:cNvSpPr txBox="1"/>
          <p:nvPr/>
        </p:nvSpPr>
        <p:spPr>
          <a:xfrm>
            <a:off x="1703388" y="404813"/>
            <a:ext cx="1042987" cy="457200"/>
          </a:xfrm>
          <a:prstGeom prst="rect">
            <a:avLst/>
          </a:prstGeom>
          <a:noFill/>
          <a:ln w="12700">
            <a:noFill/>
          </a:ln>
        </p:spPr>
        <p:txBody>
          <a:bodyPr>
            <a:spAutoFit/>
          </a:bodyPr>
          <a:lstStyle>
            <a:lvl1pPr marL="342900" indent="-3429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80000"/>
              <a:buFont typeface="Wingdings" panose="05000000000000000000" pitchFamily="2" charset="2"/>
              <a:buChar char="n"/>
              <a:defRPr sz="3200" b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defRPr>
            </a:lvl1pPr>
            <a:lvl2pPr marL="742950" indent="-28575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Char char="–"/>
              <a:defRPr sz="2800">
                <a:solidFill>
                  <a:schemeClr val="tx1"/>
                </a:solidFill>
                <a:effectLst/>
                <a:latin typeface="+mn-lt"/>
                <a:ea typeface="+mn-ea"/>
              </a:defRPr>
            </a:lvl2pPr>
            <a:lvl3pPr marL="11430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Font typeface="Wingdings" panose="05000000000000000000" pitchFamily="2" charset="2"/>
              <a:buChar char="§"/>
              <a:defRPr sz="2400">
                <a:solidFill>
                  <a:schemeClr val="tx1"/>
                </a:solidFill>
                <a:effectLst/>
                <a:latin typeface="+mn-lt"/>
                <a:ea typeface="+mn-ea"/>
              </a:defRPr>
            </a:lvl3pPr>
            <a:lvl4pPr marL="16002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–"/>
              <a:defRPr sz="2000">
                <a:solidFill>
                  <a:schemeClr val="tx1"/>
                </a:solidFill>
                <a:effectLst/>
                <a:latin typeface="+mn-lt"/>
                <a:ea typeface="+mn-ea"/>
              </a:defRPr>
            </a:lvl4pPr>
            <a:lvl5pPr marL="20574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effectLst/>
                <a:latin typeface="+mn-lt"/>
                <a:ea typeface="+mn-ea"/>
              </a:defRPr>
            </a:lvl5pPr>
          </a:lstStyle>
          <a:p>
            <a:pPr marL="0" lvl="0" indent="0" eaLnBrk="1" hangingPunct="1">
              <a:spcBef>
                <a:spcPct val="50000"/>
              </a:spcBef>
              <a:buClrTx/>
              <a:buSzTx/>
              <a:buFontTx/>
              <a:buNone/>
            </a:pPr>
            <a:r>
              <a:rPr lang="zh-CN" altLang="en-US" sz="2400" b="1" dirty="0">
                <a:ea typeface="黑体" panose="02010609060101010101" pitchFamily="49" charset="-122"/>
              </a:rPr>
              <a:t>下标</a:t>
            </a:r>
            <a:endParaRPr lang="zh-CN" altLang="en-US" sz="2400" b="1" dirty="0">
              <a:ea typeface="黑体" panose="02010609060101010101" pitchFamily="49" charset="-122"/>
            </a:endParaRPr>
          </a:p>
        </p:txBody>
      </p:sp>
      <p:sp>
        <p:nvSpPr>
          <p:cNvPr id="87065" name="Rectangle 25"/>
          <p:cNvSpPr/>
          <p:nvPr/>
        </p:nvSpPr>
        <p:spPr>
          <a:xfrm>
            <a:off x="1919288" y="1916113"/>
            <a:ext cx="8229600" cy="2519362"/>
          </a:xfrm>
          <a:prstGeom prst="rect">
            <a:avLst/>
          </a:prstGeom>
          <a:noFill/>
          <a:ln w="9525">
            <a:noFill/>
          </a:ln>
        </p:spPr>
        <p:txBody>
          <a:bodyPr/>
          <a:lstStyle>
            <a:lvl1pPr marL="342900" indent="-3429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80000"/>
              <a:buFont typeface="Wingdings" panose="05000000000000000000" pitchFamily="2" charset="2"/>
              <a:buChar char="n"/>
              <a:defRPr sz="3200" b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defRPr>
            </a:lvl1pPr>
            <a:lvl2pPr marL="742950" indent="-28575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Char char="–"/>
              <a:defRPr sz="2800">
                <a:solidFill>
                  <a:schemeClr val="tx1"/>
                </a:solidFill>
                <a:effectLst/>
                <a:latin typeface="+mn-lt"/>
                <a:ea typeface="+mn-ea"/>
              </a:defRPr>
            </a:lvl2pPr>
            <a:lvl3pPr marL="11430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Font typeface="Wingdings" panose="05000000000000000000" pitchFamily="2" charset="2"/>
              <a:buChar char="§"/>
              <a:defRPr sz="2400">
                <a:solidFill>
                  <a:schemeClr val="tx1"/>
                </a:solidFill>
                <a:effectLst/>
                <a:latin typeface="+mn-lt"/>
                <a:ea typeface="+mn-ea"/>
              </a:defRPr>
            </a:lvl3pPr>
            <a:lvl4pPr marL="16002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–"/>
              <a:defRPr sz="2000">
                <a:solidFill>
                  <a:schemeClr val="tx1"/>
                </a:solidFill>
                <a:effectLst/>
                <a:latin typeface="+mn-lt"/>
                <a:ea typeface="+mn-ea"/>
              </a:defRPr>
            </a:lvl4pPr>
            <a:lvl5pPr marL="20574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effectLst/>
                <a:latin typeface="+mn-lt"/>
                <a:ea typeface="+mn-ea"/>
              </a:defRPr>
            </a:lvl5pPr>
          </a:lstStyle>
          <a:p>
            <a:pPr marL="609600" lvl="0" indent="-609600" eaLnBrk="1" hangingPunct="1">
              <a:buFont typeface="Wingdings" panose="05000000000000000000" pitchFamily="2" charset="2"/>
              <a:buAutoNum type="arabicPeriod" startAt="4"/>
            </a:pPr>
            <a:r>
              <a:rPr lang="en-US" altLang="zh-CN" sz="2400" b="1" dirty="0">
                <a:ea typeface="黑体" panose="02010609060101010101" pitchFamily="49" charset="-122"/>
              </a:rPr>
              <a:t>i=3</a:t>
            </a:r>
            <a:endParaRPr lang="en-US" altLang="zh-CN" sz="2400" b="1" dirty="0">
              <a:ea typeface="黑体" panose="02010609060101010101" pitchFamily="49" charset="-122"/>
            </a:endParaRPr>
          </a:p>
          <a:p>
            <a:pPr marL="990600" lvl="1" indent="-533400" eaLnBrk="1" hangingPunct="1">
              <a:buFont typeface="Wingdings" panose="05000000000000000000" pitchFamily="2" charset="2"/>
              <a:buAutoNum type="circleNumDbPlain"/>
            </a:pPr>
            <a:r>
              <a:rPr lang="en-US" altLang="zh-CN" sz="2400" b="1" dirty="0">
                <a:ea typeface="黑体" panose="02010609060101010101" pitchFamily="49" charset="-122"/>
              </a:rPr>
              <a:t>a[3]=1</a:t>
            </a:r>
            <a:endParaRPr lang="en-US" altLang="zh-CN" sz="2400" b="1" dirty="0">
              <a:ea typeface="黑体" panose="02010609060101010101" pitchFamily="49" charset="-122"/>
            </a:endParaRPr>
          </a:p>
          <a:p>
            <a:pPr marL="990600" lvl="1" indent="-533400" eaLnBrk="1" hangingPunct="1">
              <a:buFont typeface="Wingdings" panose="05000000000000000000" pitchFamily="2" charset="2"/>
              <a:buAutoNum type="circleNumDbPlain"/>
            </a:pPr>
            <a:r>
              <a:rPr lang="en-US" altLang="zh-CN" sz="2400" b="1" dirty="0">
                <a:ea typeface="黑体" panose="02010609060101010101" pitchFamily="49" charset="-122"/>
              </a:rPr>
              <a:t>j=2&gt;0</a:t>
            </a:r>
            <a:br>
              <a:rPr lang="en-US" altLang="zh-CN" sz="2400" b="1" dirty="0">
                <a:ea typeface="黑体" panose="02010609060101010101" pitchFamily="49" charset="-122"/>
              </a:rPr>
            </a:br>
            <a:r>
              <a:rPr lang="en-US" altLang="zh-CN" sz="2400" b="1" dirty="0">
                <a:ea typeface="黑体" panose="02010609060101010101" pitchFamily="49" charset="-122"/>
              </a:rPr>
              <a:t>a[2]=a[2]+a[1]=3 </a:t>
            </a:r>
            <a:br>
              <a:rPr lang="en-US" altLang="zh-CN" sz="2400" b="1" dirty="0">
                <a:ea typeface="黑体" panose="02010609060101010101" pitchFamily="49" charset="-122"/>
              </a:rPr>
            </a:br>
            <a:r>
              <a:rPr lang="en-US" altLang="zh-CN" sz="2400" b="1" dirty="0">
                <a:ea typeface="黑体" panose="02010609060101010101" pitchFamily="49" charset="-122"/>
              </a:rPr>
              <a:t>a[1]=a[1]+a[0]=3</a:t>
            </a:r>
            <a:endParaRPr lang="en-US" altLang="zh-CN" sz="2400" b="1" dirty="0">
              <a:ea typeface="黑体" panose="02010609060101010101" pitchFamily="49" charset="-122"/>
            </a:endParaRPr>
          </a:p>
          <a:p>
            <a:pPr marL="990600" lvl="1" indent="-533400" eaLnBrk="1" hangingPunct="1">
              <a:buFont typeface="Wingdings" panose="05000000000000000000" pitchFamily="2" charset="2"/>
              <a:buNone/>
            </a:pPr>
            <a:endParaRPr lang="en-US" altLang="zh-CN" sz="2400" b="1" dirty="0">
              <a:ea typeface="黑体" panose="02010609060101010101" pitchFamily="49" charset="-122"/>
            </a:endParaRPr>
          </a:p>
        </p:txBody>
      </p:sp>
      <p:sp>
        <p:nvSpPr>
          <p:cNvPr id="1570842" name="Text Box 26"/>
          <p:cNvSpPr txBox="1"/>
          <p:nvPr/>
        </p:nvSpPr>
        <p:spPr>
          <a:xfrm>
            <a:off x="4440238" y="946150"/>
            <a:ext cx="576262" cy="461963"/>
          </a:xfrm>
          <a:prstGeom prst="rect">
            <a:avLst/>
          </a:prstGeom>
          <a:solidFill>
            <a:schemeClr val="bg1"/>
          </a:solidFill>
          <a:ln w="38100" cap="flat" cmpd="sng">
            <a:solidFill>
              <a:schemeClr val="tx1"/>
            </a:solidFill>
            <a:prstDash val="solid"/>
            <a:miter/>
            <a:headEnd type="none" w="med" len="med"/>
            <a:tailEnd type="none" w="med" len="med"/>
          </a:ln>
        </p:spPr>
        <p:txBody>
          <a:bodyPr>
            <a:spAutoFit/>
          </a:bodyPr>
          <a:lstStyle>
            <a:lvl1pPr marL="342900" indent="-3429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80000"/>
              <a:buFont typeface="Wingdings" panose="05000000000000000000" pitchFamily="2" charset="2"/>
              <a:buChar char="n"/>
              <a:defRPr sz="3200" b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defRPr>
            </a:lvl1pPr>
            <a:lvl2pPr marL="742950" indent="-28575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Char char="–"/>
              <a:defRPr sz="2800">
                <a:solidFill>
                  <a:schemeClr val="tx1"/>
                </a:solidFill>
                <a:effectLst/>
                <a:latin typeface="+mn-lt"/>
                <a:ea typeface="+mn-ea"/>
              </a:defRPr>
            </a:lvl2pPr>
            <a:lvl3pPr marL="11430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Font typeface="Wingdings" panose="05000000000000000000" pitchFamily="2" charset="2"/>
              <a:buChar char="§"/>
              <a:defRPr sz="2400">
                <a:solidFill>
                  <a:schemeClr val="tx1"/>
                </a:solidFill>
                <a:effectLst/>
                <a:latin typeface="+mn-lt"/>
                <a:ea typeface="+mn-ea"/>
              </a:defRPr>
            </a:lvl3pPr>
            <a:lvl4pPr marL="16002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–"/>
              <a:defRPr sz="2000">
                <a:solidFill>
                  <a:schemeClr val="tx1"/>
                </a:solidFill>
                <a:effectLst/>
                <a:latin typeface="+mn-lt"/>
                <a:ea typeface="+mn-ea"/>
              </a:defRPr>
            </a:lvl4pPr>
            <a:lvl5pPr marL="20574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effectLst/>
                <a:latin typeface="+mn-lt"/>
                <a:ea typeface="+mn-ea"/>
              </a:defRPr>
            </a:lvl5pPr>
          </a:lstStyle>
          <a:p>
            <a:pPr marL="0" lvl="0" indent="0" eaLnBrk="1" hangingPunct="1">
              <a:spcBef>
                <a:spcPct val="50000"/>
              </a:spcBef>
              <a:buClrTx/>
              <a:buSzTx/>
              <a:buFontTx/>
              <a:buNone/>
            </a:pPr>
            <a:r>
              <a:rPr lang="en-US" altLang="zh-CN" sz="2400" b="1" dirty="0">
                <a:ea typeface="黑体" panose="02010609060101010101" pitchFamily="49" charset="-122"/>
              </a:rPr>
              <a:t>1</a:t>
            </a:r>
            <a:endParaRPr lang="en-US" altLang="zh-CN" sz="2400" b="1" dirty="0">
              <a:ea typeface="黑体" panose="02010609060101010101" pitchFamily="49" charset="-122"/>
            </a:endParaRPr>
          </a:p>
        </p:txBody>
      </p:sp>
      <p:sp>
        <p:nvSpPr>
          <p:cNvPr id="1570843" name="Text Box 27"/>
          <p:cNvSpPr txBox="1"/>
          <p:nvPr/>
        </p:nvSpPr>
        <p:spPr>
          <a:xfrm>
            <a:off x="3863975" y="942975"/>
            <a:ext cx="576263" cy="461963"/>
          </a:xfrm>
          <a:prstGeom prst="rect">
            <a:avLst/>
          </a:prstGeom>
          <a:solidFill>
            <a:schemeClr val="bg1"/>
          </a:solidFill>
          <a:ln w="38100" cap="flat" cmpd="sng">
            <a:solidFill>
              <a:schemeClr val="tx1"/>
            </a:solidFill>
            <a:prstDash val="solid"/>
            <a:miter/>
            <a:headEnd type="none" w="med" len="med"/>
            <a:tailEnd type="none" w="med" len="med"/>
          </a:ln>
        </p:spPr>
        <p:txBody>
          <a:bodyPr>
            <a:spAutoFit/>
          </a:bodyPr>
          <a:lstStyle>
            <a:lvl1pPr marL="342900" indent="-3429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80000"/>
              <a:buFont typeface="Wingdings" panose="05000000000000000000" pitchFamily="2" charset="2"/>
              <a:buChar char="n"/>
              <a:defRPr sz="3200" b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defRPr>
            </a:lvl1pPr>
            <a:lvl2pPr marL="742950" indent="-28575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Char char="–"/>
              <a:defRPr sz="2800">
                <a:solidFill>
                  <a:schemeClr val="tx1"/>
                </a:solidFill>
                <a:effectLst/>
                <a:latin typeface="+mn-lt"/>
                <a:ea typeface="+mn-ea"/>
              </a:defRPr>
            </a:lvl2pPr>
            <a:lvl3pPr marL="11430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Font typeface="Wingdings" panose="05000000000000000000" pitchFamily="2" charset="2"/>
              <a:buChar char="§"/>
              <a:defRPr sz="2400">
                <a:solidFill>
                  <a:schemeClr val="tx1"/>
                </a:solidFill>
                <a:effectLst/>
                <a:latin typeface="+mn-lt"/>
                <a:ea typeface="+mn-ea"/>
              </a:defRPr>
            </a:lvl3pPr>
            <a:lvl4pPr marL="16002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–"/>
              <a:defRPr sz="2000">
                <a:solidFill>
                  <a:schemeClr val="tx1"/>
                </a:solidFill>
                <a:effectLst/>
                <a:latin typeface="+mn-lt"/>
                <a:ea typeface="+mn-ea"/>
              </a:defRPr>
            </a:lvl4pPr>
            <a:lvl5pPr marL="20574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effectLst/>
                <a:latin typeface="+mn-lt"/>
                <a:ea typeface="+mn-ea"/>
              </a:defRPr>
            </a:lvl5pPr>
          </a:lstStyle>
          <a:p>
            <a:pPr marL="0" lvl="0" indent="0" eaLnBrk="1" hangingPunct="1">
              <a:spcBef>
                <a:spcPct val="50000"/>
              </a:spcBef>
              <a:buClrTx/>
              <a:buSzTx/>
              <a:buFontTx/>
              <a:buNone/>
            </a:pPr>
            <a:r>
              <a:rPr lang="en-US" altLang="zh-CN" sz="2400" b="1" dirty="0">
                <a:solidFill>
                  <a:srgbClr val="FFFF00"/>
                </a:solidFill>
                <a:ea typeface="黑体" panose="02010609060101010101" pitchFamily="49" charset="-122"/>
              </a:rPr>
              <a:t>3</a:t>
            </a:r>
            <a:endParaRPr lang="en-US" altLang="zh-CN" sz="2400" b="1" dirty="0">
              <a:solidFill>
                <a:srgbClr val="FFFF00"/>
              </a:solidFill>
              <a:ea typeface="黑体" panose="02010609060101010101" pitchFamily="49" charset="-122"/>
            </a:endParaRPr>
          </a:p>
        </p:txBody>
      </p:sp>
      <p:sp>
        <p:nvSpPr>
          <p:cNvPr id="1570844" name="Text Box 28"/>
          <p:cNvSpPr txBox="1"/>
          <p:nvPr/>
        </p:nvSpPr>
        <p:spPr>
          <a:xfrm>
            <a:off x="3287713" y="942975"/>
            <a:ext cx="576262" cy="461963"/>
          </a:xfrm>
          <a:prstGeom prst="rect">
            <a:avLst/>
          </a:prstGeom>
          <a:solidFill>
            <a:schemeClr val="bg1"/>
          </a:solidFill>
          <a:ln w="38100" cap="flat" cmpd="sng">
            <a:solidFill>
              <a:schemeClr val="tx1"/>
            </a:solidFill>
            <a:prstDash val="solid"/>
            <a:miter/>
            <a:headEnd type="none" w="med" len="med"/>
            <a:tailEnd type="none" w="med" len="med"/>
          </a:ln>
        </p:spPr>
        <p:txBody>
          <a:bodyPr>
            <a:spAutoFit/>
          </a:bodyPr>
          <a:lstStyle>
            <a:lvl1pPr marL="342900" indent="-3429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80000"/>
              <a:buFont typeface="Wingdings" panose="05000000000000000000" pitchFamily="2" charset="2"/>
              <a:buChar char="n"/>
              <a:defRPr sz="3200" b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defRPr>
            </a:lvl1pPr>
            <a:lvl2pPr marL="742950" indent="-28575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Char char="–"/>
              <a:defRPr sz="2800">
                <a:solidFill>
                  <a:schemeClr val="tx1"/>
                </a:solidFill>
                <a:effectLst/>
                <a:latin typeface="+mn-lt"/>
                <a:ea typeface="+mn-ea"/>
              </a:defRPr>
            </a:lvl2pPr>
            <a:lvl3pPr marL="11430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Font typeface="Wingdings" panose="05000000000000000000" pitchFamily="2" charset="2"/>
              <a:buChar char="§"/>
              <a:defRPr sz="2400">
                <a:solidFill>
                  <a:schemeClr val="tx1"/>
                </a:solidFill>
                <a:effectLst/>
                <a:latin typeface="+mn-lt"/>
                <a:ea typeface="+mn-ea"/>
              </a:defRPr>
            </a:lvl3pPr>
            <a:lvl4pPr marL="16002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–"/>
              <a:defRPr sz="2000">
                <a:solidFill>
                  <a:schemeClr val="tx1"/>
                </a:solidFill>
                <a:effectLst/>
                <a:latin typeface="+mn-lt"/>
                <a:ea typeface="+mn-ea"/>
              </a:defRPr>
            </a:lvl4pPr>
            <a:lvl5pPr marL="20574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effectLst/>
                <a:latin typeface="+mn-lt"/>
                <a:ea typeface="+mn-ea"/>
              </a:defRPr>
            </a:lvl5pPr>
          </a:lstStyle>
          <a:p>
            <a:pPr marL="0" lvl="0" indent="0" eaLnBrk="1" hangingPunct="1">
              <a:spcBef>
                <a:spcPct val="50000"/>
              </a:spcBef>
              <a:buClrTx/>
              <a:buSzTx/>
              <a:buFontTx/>
              <a:buNone/>
            </a:pPr>
            <a:r>
              <a:rPr lang="en-US" altLang="zh-CN" sz="2400" b="1" dirty="0">
                <a:solidFill>
                  <a:srgbClr val="FFFF00"/>
                </a:solidFill>
                <a:ea typeface="黑体" panose="02010609060101010101" pitchFamily="49" charset="-122"/>
              </a:rPr>
              <a:t>3</a:t>
            </a:r>
            <a:endParaRPr lang="en-US" altLang="zh-CN" sz="2400" b="1" dirty="0">
              <a:solidFill>
                <a:srgbClr val="FFFF00"/>
              </a:solidFill>
              <a:ea typeface="黑体" panose="02010609060101010101" pitchFamily="49" charset="-122"/>
            </a:endParaRPr>
          </a:p>
        </p:txBody>
      </p:sp>
      <p:sp>
        <p:nvSpPr>
          <p:cNvPr id="87069" name="Text Box 29"/>
          <p:cNvSpPr txBox="1"/>
          <p:nvPr/>
        </p:nvSpPr>
        <p:spPr>
          <a:xfrm>
            <a:off x="8472488" y="404813"/>
            <a:ext cx="576262" cy="457200"/>
          </a:xfrm>
          <a:prstGeom prst="rect">
            <a:avLst/>
          </a:prstGeom>
          <a:noFill/>
          <a:ln w="12700">
            <a:noFill/>
          </a:ln>
        </p:spPr>
        <p:txBody>
          <a:bodyPr>
            <a:spAutoFit/>
          </a:bodyPr>
          <a:lstStyle>
            <a:lvl1pPr marL="342900" indent="-3429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80000"/>
              <a:buFont typeface="Wingdings" panose="05000000000000000000" pitchFamily="2" charset="2"/>
              <a:buChar char="n"/>
              <a:defRPr sz="3200" b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defRPr>
            </a:lvl1pPr>
            <a:lvl2pPr marL="742950" indent="-28575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Char char="–"/>
              <a:defRPr sz="2800">
                <a:solidFill>
                  <a:schemeClr val="tx1"/>
                </a:solidFill>
                <a:effectLst/>
                <a:latin typeface="+mn-lt"/>
                <a:ea typeface="+mn-ea"/>
              </a:defRPr>
            </a:lvl2pPr>
            <a:lvl3pPr marL="11430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Font typeface="Wingdings" panose="05000000000000000000" pitchFamily="2" charset="2"/>
              <a:buChar char="§"/>
              <a:defRPr sz="2400">
                <a:solidFill>
                  <a:schemeClr val="tx1"/>
                </a:solidFill>
                <a:effectLst/>
                <a:latin typeface="+mn-lt"/>
                <a:ea typeface="+mn-ea"/>
              </a:defRPr>
            </a:lvl3pPr>
            <a:lvl4pPr marL="16002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–"/>
              <a:defRPr sz="2000">
                <a:solidFill>
                  <a:schemeClr val="tx1"/>
                </a:solidFill>
                <a:effectLst/>
                <a:latin typeface="+mn-lt"/>
                <a:ea typeface="+mn-ea"/>
              </a:defRPr>
            </a:lvl4pPr>
            <a:lvl5pPr marL="20574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effectLst/>
                <a:latin typeface="+mn-lt"/>
                <a:ea typeface="+mn-ea"/>
              </a:defRPr>
            </a:lvl5pPr>
          </a:lstStyle>
          <a:p>
            <a:pPr marL="0" lvl="0" indent="0" eaLnBrk="1" hangingPunct="1">
              <a:spcBef>
                <a:spcPct val="50000"/>
              </a:spcBef>
              <a:buClrTx/>
              <a:buSzTx/>
              <a:buFontTx/>
              <a:buNone/>
            </a:pPr>
            <a:r>
              <a:rPr lang="en-US" altLang="zh-CN" sz="2400" b="1" dirty="0">
                <a:ea typeface="黑体" panose="02010609060101010101" pitchFamily="49" charset="-122"/>
              </a:rPr>
              <a:t>10</a:t>
            </a:r>
            <a:endParaRPr lang="en-US" altLang="zh-CN" sz="2400" b="1" dirty="0">
              <a:ea typeface="黑体" panose="02010609060101010101" pitchFamily="49" charset="-122"/>
            </a:endParaRPr>
          </a:p>
        </p:txBody>
      </p:sp>
      <p:sp>
        <p:nvSpPr>
          <p:cNvPr id="87070" name="Text Box 30"/>
          <p:cNvSpPr txBox="1"/>
          <p:nvPr/>
        </p:nvSpPr>
        <p:spPr>
          <a:xfrm>
            <a:off x="8472488" y="942975"/>
            <a:ext cx="576262" cy="461963"/>
          </a:xfrm>
          <a:prstGeom prst="rect">
            <a:avLst/>
          </a:prstGeom>
          <a:noFill/>
          <a:ln w="38100" cap="flat" cmpd="sng">
            <a:solidFill>
              <a:schemeClr val="tx1"/>
            </a:solidFill>
            <a:prstDash val="solid"/>
            <a:miter/>
            <a:headEnd type="none" w="med" len="med"/>
            <a:tailEnd type="none" w="med" len="med"/>
          </a:ln>
        </p:spPr>
        <p:txBody>
          <a:bodyPr>
            <a:spAutoFit/>
          </a:bodyPr>
          <a:lstStyle>
            <a:lvl1pPr marL="342900" indent="-3429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80000"/>
              <a:buFont typeface="Wingdings" panose="05000000000000000000" pitchFamily="2" charset="2"/>
              <a:buChar char="n"/>
              <a:defRPr sz="3200" b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defRPr>
            </a:lvl1pPr>
            <a:lvl2pPr marL="742950" indent="-28575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Char char="–"/>
              <a:defRPr sz="2800">
                <a:solidFill>
                  <a:schemeClr val="tx1"/>
                </a:solidFill>
                <a:effectLst/>
                <a:latin typeface="+mn-lt"/>
                <a:ea typeface="+mn-ea"/>
              </a:defRPr>
            </a:lvl2pPr>
            <a:lvl3pPr marL="11430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Font typeface="Wingdings" panose="05000000000000000000" pitchFamily="2" charset="2"/>
              <a:buChar char="§"/>
              <a:defRPr sz="2400">
                <a:solidFill>
                  <a:schemeClr val="tx1"/>
                </a:solidFill>
                <a:effectLst/>
                <a:latin typeface="+mn-lt"/>
                <a:ea typeface="+mn-ea"/>
              </a:defRPr>
            </a:lvl3pPr>
            <a:lvl4pPr marL="16002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–"/>
              <a:defRPr sz="2000">
                <a:solidFill>
                  <a:schemeClr val="tx1"/>
                </a:solidFill>
                <a:effectLst/>
                <a:latin typeface="+mn-lt"/>
                <a:ea typeface="+mn-ea"/>
              </a:defRPr>
            </a:lvl4pPr>
            <a:lvl5pPr marL="20574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effectLst/>
                <a:latin typeface="+mn-lt"/>
                <a:ea typeface="+mn-ea"/>
              </a:defRPr>
            </a:lvl5pPr>
          </a:lstStyle>
          <a:p>
            <a:pPr marL="0" lvl="0" indent="0" eaLnBrk="1" hangingPunct="1">
              <a:spcBef>
                <a:spcPct val="50000"/>
              </a:spcBef>
              <a:buClrTx/>
              <a:buSzTx/>
              <a:buFontTx/>
              <a:buNone/>
            </a:pPr>
            <a:endParaRPr lang="zh-CN" altLang="zh-CN" sz="2400" b="1" dirty="0">
              <a:ea typeface="黑体" panose="02010609060101010101" pitchFamily="49" charset="-122"/>
            </a:endParaRPr>
          </a:p>
        </p:txBody>
      </p:sp>
      <p:sp>
        <p:nvSpPr>
          <p:cNvPr id="67615" name="Rectangle 20"/>
          <p:cNvSpPr>
            <a:spLocks noChangeArrowheads="1"/>
          </p:cNvSpPr>
          <p:nvPr/>
        </p:nvSpPr>
        <p:spPr bwMode="auto">
          <a:xfrm>
            <a:off x="6778625" y="4173538"/>
            <a:ext cx="3889375" cy="267811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anchor="ctr">
            <a:spAutoFit/>
          </a:bodyPr>
          <a:lstStyle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r>
              <a:rPr kumimoji="0" lang="en-US" altLang="zh-CN" sz="2400" b="1" i="0" u="none" strike="noStrike" kern="1200" cap="none" spc="0" normalizeH="0" baseline="0" noProof="0" dirty="0">
                <a:ln>
                  <a:noFill/>
                </a:ln>
                <a:solidFill>
                  <a:srgbClr val="FFFF00"/>
                </a:solidFill>
                <a:effectLst/>
                <a:uLnTx/>
                <a:uFillTx/>
                <a:latin typeface="Arial" panose="020B0604020202020204" pitchFamily="34" charset="0"/>
                <a:ea typeface="宋体" panose="02010600030101010101" pitchFamily="2" charset="-122"/>
                <a:cs typeface="+mn-cs"/>
              </a:rPr>
              <a:t>1</a:t>
            </a:r>
            <a:endParaRPr kumimoji="0" lang="en-US" altLang="zh-CN" sz="2400" b="1" i="0" u="none" strike="noStrike" kern="1200" cap="none" spc="0" normalizeH="0" baseline="0" noProof="0" dirty="0">
              <a:ln>
                <a:noFill/>
              </a:ln>
              <a:solidFill>
                <a:srgbClr val="FFFF00"/>
              </a:solidFill>
              <a:effectLst/>
              <a:uLnTx/>
              <a:uFillTx/>
              <a:latin typeface="Arial" panose="020B0604020202020204" pitchFamily="34" charset="0"/>
              <a:ea typeface="宋体" panose="02010600030101010101" pitchFamily="2" charset="-122"/>
              <a:cs typeface="+mn-cs"/>
            </a:endParaRPr>
          </a:p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r>
              <a:rPr kumimoji="0" lang="en-US" altLang="zh-CN" sz="2400" b="1" i="0" u="none" strike="noStrike" kern="1200" cap="none" spc="0" normalizeH="0" baseline="0" noProof="0" dirty="0">
                <a:ln>
                  <a:noFill/>
                </a:ln>
                <a:solidFill>
                  <a:srgbClr val="FFFF00"/>
                </a:solidFill>
                <a:effectLst/>
                <a:uLnTx/>
                <a:uFillTx/>
                <a:latin typeface="Arial" panose="020B0604020202020204" pitchFamily="34" charset="0"/>
                <a:ea typeface="宋体" panose="02010600030101010101" pitchFamily="2" charset="-122"/>
                <a:cs typeface="+mn-cs"/>
              </a:rPr>
              <a:t>1     1</a:t>
            </a:r>
            <a:endParaRPr kumimoji="0" lang="en-US" altLang="zh-CN" sz="2400" b="1" i="0" u="none" strike="noStrike" kern="1200" cap="none" spc="0" normalizeH="0" baseline="0" noProof="0" dirty="0">
              <a:ln>
                <a:noFill/>
              </a:ln>
              <a:solidFill>
                <a:srgbClr val="FFFF00"/>
              </a:solidFill>
              <a:effectLst/>
              <a:uLnTx/>
              <a:uFillTx/>
              <a:latin typeface="Arial" panose="020B0604020202020204" pitchFamily="34" charset="0"/>
              <a:ea typeface="宋体" panose="02010600030101010101" pitchFamily="2" charset="-122"/>
              <a:cs typeface="+mn-cs"/>
            </a:endParaRPr>
          </a:p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r>
              <a:rPr kumimoji="0" lang="en-US" altLang="zh-CN" sz="2400" b="1" i="0" u="none" strike="noStrike" kern="1200" cap="none" spc="0" normalizeH="0" baseline="0" noProof="0" dirty="0">
                <a:ln>
                  <a:noFill/>
                </a:ln>
                <a:solidFill>
                  <a:srgbClr val="FFFF00"/>
                </a:solidFill>
                <a:effectLst/>
                <a:uLnTx/>
                <a:uFillTx/>
                <a:latin typeface="Arial" panose="020B0604020202020204" pitchFamily="34" charset="0"/>
                <a:ea typeface="宋体" panose="02010600030101010101" pitchFamily="2" charset="-122"/>
                <a:cs typeface="+mn-cs"/>
              </a:rPr>
              <a:t>1     2      1</a:t>
            </a:r>
            <a:endParaRPr kumimoji="0" lang="en-US" altLang="zh-CN" sz="2400" b="1" i="0" u="none" strike="noStrike" kern="1200" cap="none" spc="0" normalizeH="0" baseline="0" noProof="0" dirty="0">
              <a:ln>
                <a:noFill/>
              </a:ln>
              <a:solidFill>
                <a:srgbClr val="FFFF00"/>
              </a:solidFill>
              <a:effectLst/>
              <a:uLnTx/>
              <a:uFillTx/>
              <a:latin typeface="Arial" panose="020B0604020202020204" pitchFamily="34" charset="0"/>
              <a:ea typeface="宋体" panose="02010600030101010101" pitchFamily="2" charset="-122"/>
              <a:cs typeface="+mn-cs"/>
            </a:endParaRPr>
          </a:p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r>
              <a:rPr kumimoji="0" lang="en-US" altLang="zh-CN" sz="2400" b="1" i="0" u="none" strike="noStrike" kern="1200" cap="none" spc="0" normalizeH="0" baseline="0" noProof="0" dirty="0">
                <a:ln>
                  <a:noFill/>
                </a:ln>
                <a:solidFill>
                  <a:srgbClr val="FFFF00"/>
                </a:solidFill>
                <a:effectLst/>
                <a:uLnTx/>
                <a:uFillTx/>
                <a:latin typeface="Arial" panose="020B0604020202020204" pitchFamily="34" charset="0"/>
                <a:ea typeface="宋体" panose="02010600030101010101" pitchFamily="2" charset="-122"/>
                <a:cs typeface="+mn-cs"/>
              </a:rPr>
              <a:t>1      3     3      1</a:t>
            </a:r>
            <a:endParaRPr kumimoji="0" lang="en-US" altLang="zh-CN" sz="2400" b="1" i="0" u="none" strike="noStrike" kern="1200" cap="none" spc="0" normalizeH="0" baseline="0" noProof="0" dirty="0">
              <a:ln>
                <a:noFill/>
              </a:ln>
              <a:solidFill>
                <a:srgbClr val="FFFF00"/>
              </a:solidFill>
              <a:effectLst/>
              <a:uLnTx/>
              <a:uFillTx/>
              <a:latin typeface="Arial" panose="020B0604020202020204" pitchFamily="34" charset="0"/>
              <a:ea typeface="宋体" panose="02010600030101010101" pitchFamily="2" charset="-122"/>
              <a:cs typeface="+mn-cs"/>
            </a:endParaRPr>
          </a:p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r>
              <a:rPr kumimoji="0" lang="en-US" altLang="zh-CN" sz="2400" b="1" i="0" u="none" strike="noStrike" kern="1200" cap="none" spc="0" normalizeH="0" baseline="0" noProof="0" dirty="0">
                <a:ln>
                  <a:noFill/>
                </a:ln>
                <a:solidFill>
                  <a:schemeClr val="tx1">
                    <a:lumMod val="50000"/>
                  </a:schemeClr>
                </a:solidFill>
                <a:effectLst/>
                <a:uLnTx/>
                <a:uFillTx/>
                <a:latin typeface="Arial" panose="020B0604020202020204" pitchFamily="34" charset="0"/>
                <a:ea typeface="宋体" panose="02010600030101010101" pitchFamily="2" charset="-122"/>
                <a:cs typeface="+mn-cs"/>
              </a:rPr>
              <a:t>1      4      6      4     1</a:t>
            </a:r>
            <a:endParaRPr kumimoji="0" lang="en-US" altLang="zh-CN" sz="2400" b="1" i="0" u="none" strike="noStrike" kern="1200" cap="none" spc="0" normalizeH="0" baseline="0" noProof="0" dirty="0">
              <a:ln>
                <a:noFill/>
              </a:ln>
              <a:solidFill>
                <a:schemeClr val="tx1">
                  <a:lumMod val="50000"/>
                </a:schemeClr>
              </a:solidFill>
              <a:effectLst/>
              <a:uLnTx/>
              <a:uFillTx/>
              <a:latin typeface="Arial" panose="020B0604020202020204" pitchFamily="34" charset="0"/>
              <a:ea typeface="宋体" panose="02010600030101010101" pitchFamily="2" charset="-122"/>
              <a:cs typeface="+mn-cs"/>
            </a:endParaRPr>
          </a:p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r>
              <a:rPr kumimoji="0" lang="en-US" altLang="zh-CN" sz="2400" b="1" i="0" u="none" strike="noStrike" kern="1200" cap="none" spc="0" normalizeH="0" baseline="0" noProof="0" dirty="0">
                <a:ln>
                  <a:noFill/>
                </a:ln>
                <a:solidFill>
                  <a:schemeClr val="tx1">
                    <a:lumMod val="50000"/>
                  </a:schemeClr>
                </a:solidFill>
                <a:effectLst/>
                <a:uLnTx/>
                <a:uFillTx/>
                <a:latin typeface="Arial" panose="020B0604020202020204" pitchFamily="34" charset="0"/>
                <a:ea typeface="宋体" panose="02010600030101010101" pitchFamily="2" charset="-122"/>
                <a:cs typeface="+mn-cs"/>
              </a:rPr>
              <a:t>1      5      10    10      5     1</a:t>
            </a:r>
            <a:endParaRPr kumimoji="0" lang="en-US" altLang="zh-CN" sz="2400" b="1" i="0" u="none" strike="noStrike" kern="1200" cap="none" spc="0" normalizeH="0" baseline="0" noProof="0" dirty="0">
              <a:ln>
                <a:noFill/>
              </a:ln>
              <a:solidFill>
                <a:schemeClr val="tx1">
                  <a:lumMod val="50000"/>
                </a:schemeClr>
              </a:solidFill>
              <a:effectLst/>
              <a:uLnTx/>
              <a:uFillTx/>
              <a:latin typeface="Arial" panose="020B0604020202020204" pitchFamily="34" charset="0"/>
              <a:ea typeface="宋体" panose="02010600030101010101" pitchFamily="2" charset="-122"/>
              <a:cs typeface="+mn-cs"/>
            </a:endParaRPr>
          </a:p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r>
              <a:rPr kumimoji="0" lang="en-US" altLang="zh-CN" sz="2400" b="1" i="0" u="none" strike="noStrike" kern="1200" cap="none" spc="0" normalizeH="0" baseline="0" noProof="0" dirty="0">
                <a:ln>
                  <a:noFill/>
                </a:ln>
                <a:solidFill>
                  <a:schemeClr val="tx1">
                    <a:lumMod val="50000"/>
                  </a:schemeClr>
                </a:solidFill>
                <a:effectLst/>
                <a:uLnTx/>
                <a:uFillTx/>
                <a:latin typeface="Arial" panose="020B0604020202020204" pitchFamily="34" charset="0"/>
                <a:ea typeface="宋体" panose="02010600030101010101" pitchFamily="2" charset="-122"/>
                <a:cs typeface="+mn-cs"/>
              </a:rPr>
              <a:t>...      ...      ...</a:t>
            </a:r>
            <a:endParaRPr kumimoji="0" lang="en-US" altLang="zh-CN" sz="2400" b="1" i="0" u="none" strike="noStrike" kern="1200" cap="none" spc="0" normalizeH="0" baseline="0" noProof="0" dirty="0">
              <a:ln>
                <a:noFill/>
              </a:ln>
              <a:solidFill>
                <a:schemeClr val="tx1">
                  <a:lumMod val="50000"/>
                </a:schemeClr>
              </a:solidFill>
              <a:effectLst/>
              <a:uLnTx/>
              <a:uFillTx/>
              <a:latin typeface="Arial" panose="020B0604020202020204" pitchFamily="34" charset="0"/>
              <a:ea typeface="宋体" panose="02010600030101010101" pitchFamily="2" charset="-122"/>
              <a:cs typeface="+mn-cs"/>
            </a:endParaRPr>
          </a:p>
        </p:txBody>
      </p:sp>
    </p:spTree>
  </p:cSld>
  <p:clrMapOvr>
    <a:masterClrMapping/>
  </p:clrMapOvr>
  <p:transition spd="slow"/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7084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7084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7084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570842" grpId="0" bldLvl="0" animBg="1"/>
      <p:bldP spid="1570843" grpId="0" bldLvl="0" animBg="1"/>
      <p:bldP spid="1570844" grpId="0" bldLvl="0" animBg="1"/>
    </p:bldLst>
  </p:timing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34" name="灯片编号占位符 3"/>
          <p:cNvSpPr txBox="1">
            <a:spLocks noGrp="1"/>
          </p:cNvSpPr>
          <p:nvPr>
            <p:ph type="sldNum" sz="quarter" idx="4"/>
          </p:nvPr>
        </p:nvSpPr>
        <p:spPr bwMode="auto"/>
        <p:txBody>
          <a:bodyPr wrap="square" lIns="91440" tIns="45720" rIns="91440" bIns="45720" numCol="1" anchor="b" anchorCtr="0" compatLnSpc="1"/>
          <a:lstStyle>
            <a:lvl1pPr eaLnBrk="0" hangingPunct="0">
              <a:defRPr sz="2000" b="1">
                <a:solidFill>
                  <a:schemeClr val="tx1"/>
                </a:solidFill>
                <a:latin typeface="Tahoma" panose="020B0604030504040204" pitchFamily="34" charset="0"/>
                <a:ea typeface="黑体" panose="02010609060101010101" pitchFamily="49" charset="-122"/>
              </a:defRPr>
            </a:lvl1pPr>
            <a:lvl2pPr marL="742950" indent="-285750" eaLnBrk="0" hangingPunct="0">
              <a:defRPr sz="2000" b="1">
                <a:solidFill>
                  <a:schemeClr val="tx1"/>
                </a:solidFill>
                <a:latin typeface="Tahoma" panose="020B0604030504040204" pitchFamily="34" charset="0"/>
                <a:ea typeface="黑体" panose="02010609060101010101" pitchFamily="49" charset="-122"/>
              </a:defRPr>
            </a:lvl2pPr>
            <a:lvl3pPr marL="1143000" indent="-228600" eaLnBrk="0" hangingPunct="0">
              <a:defRPr sz="2000" b="1">
                <a:solidFill>
                  <a:schemeClr val="tx1"/>
                </a:solidFill>
                <a:latin typeface="Tahoma" panose="020B0604030504040204" pitchFamily="34" charset="0"/>
                <a:ea typeface="黑体" panose="02010609060101010101" pitchFamily="49" charset="-122"/>
              </a:defRPr>
            </a:lvl3pPr>
            <a:lvl4pPr marL="1600200" indent="-228600" eaLnBrk="0" hangingPunct="0">
              <a:defRPr sz="2000" b="1">
                <a:solidFill>
                  <a:schemeClr val="tx1"/>
                </a:solidFill>
                <a:latin typeface="Tahoma" panose="020B0604030504040204" pitchFamily="34" charset="0"/>
                <a:ea typeface="黑体" panose="02010609060101010101" pitchFamily="49" charset="-122"/>
              </a:defRPr>
            </a:lvl4pPr>
            <a:lvl5pPr marL="2057400" indent="-228600" eaLnBrk="0" hangingPunct="0">
              <a:defRPr sz="2000" b="1">
                <a:solidFill>
                  <a:schemeClr val="tx1"/>
                </a:solidFill>
                <a:latin typeface="Tahoma" panose="020B0604030504040204" pitchFamily="34" charset="0"/>
                <a:ea typeface="黑体" panose="02010609060101010101" pitchFamily="49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000" b="1">
                <a:solidFill>
                  <a:schemeClr val="tx1"/>
                </a:solidFill>
                <a:latin typeface="Tahoma" panose="020B0604030504040204" pitchFamily="34" charset="0"/>
                <a:ea typeface="黑体" panose="02010609060101010101" pitchFamily="49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000" b="1">
                <a:solidFill>
                  <a:schemeClr val="tx1"/>
                </a:solidFill>
                <a:latin typeface="Tahoma" panose="020B0604030504040204" pitchFamily="34" charset="0"/>
                <a:ea typeface="黑体" panose="02010609060101010101" pitchFamily="49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000" b="1">
                <a:solidFill>
                  <a:schemeClr val="tx1"/>
                </a:solidFill>
                <a:latin typeface="Tahoma" panose="020B0604030504040204" pitchFamily="34" charset="0"/>
                <a:ea typeface="黑体" panose="02010609060101010101" pitchFamily="49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000" b="1">
                <a:solidFill>
                  <a:schemeClr val="tx1"/>
                </a:solidFill>
                <a:latin typeface="Tahoma" panose="020B0604030504040204" pitchFamily="34" charset="0"/>
                <a:ea typeface="黑体" panose="02010609060101010101" pitchFamily="49" charset="-122"/>
              </a:defRPr>
            </a:lvl9pPr>
          </a:lstStyle>
          <a:p>
            <a:pPr marL="0" marR="0" lvl="0" indent="0" algn="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fld id="{11A53954-46D0-41C8-BF08-3341AE5CDA9F}" type="slidenum">
              <a:rPr kumimoji="0" lang="en-US" altLang="zh-CN" sz="1200" b="0" i="0" u="none" strike="noStrike" kern="1200" cap="none" spc="0" normalizeH="0" baseline="0" noProof="0">
                <a:ln>
                  <a:noFill/>
                </a:ln>
                <a:solidFill>
                  <a:schemeClr val="tx1"/>
                </a:solidFill>
                <a:effectLst>
                  <a:outerShdw blurRad="38100" dist="38100" dir="2700000" algn="tl">
                    <a:srgbClr val="000000"/>
                  </a:outerShdw>
                </a:effectLst>
                <a:uLnTx/>
                <a:uFillTx/>
                <a:latin typeface="Tahoma" panose="020B0604030504040204" pitchFamily="34" charset="0"/>
                <a:ea typeface="宋体" panose="02010600030101010101" pitchFamily="2" charset="-122"/>
                <a:cs typeface="+mn-cs"/>
              </a:rPr>
            </a:fld>
            <a:endParaRPr kumimoji="0" lang="en-US" altLang="zh-CN" sz="1200" b="0" i="0" u="none" strike="noStrike" kern="1200" cap="none" spc="0" normalizeH="0" baseline="0" noProof="0">
              <a:ln>
                <a:noFill/>
              </a:ln>
              <a:solidFill>
                <a:schemeClr val="tx1"/>
              </a:solidFill>
              <a:effectLst>
                <a:outerShdw blurRad="38100" dist="38100" dir="2700000" algn="tl">
                  <a:srgbClr val="000000"/>
                </a:outerShdw>
              </a:effectLst>
              <a:uLnTx/>
              <a:uFillTx/>
              <a:latin typeface="Tahoma" panose="020B0604030504040204" pitchFamily="34" charset="0"/>
              <a:ea typeface="宋体" panose="02010600030101010101" pitchFamily="2" charset="-122"/>
              <a:cs typeface="+mn-cs"/>
            </a:endParaRPr>
          </a:p>
        </p:txBody>
      </p:sp>
      <p:sp>
        <p:nvSpPr>
          <p:cNvPr id="89091" name="Text Box 3"/>
          <p:cNvSpPr txBox="1"/>
          <p:nvPr/>
        </p:nvSpPr>
        <p:spPr>
          <a:xfrm>
            <a:off x="2713038" y="942975"/>
            <a:ext cx="576262" cy="461963"/>
          </a:xfrm>
          <a:prstGeom prst="rect">
            <a:avLst/>
          </a:prstGeom>
          <a:noFill/>
          <a:ln w="38100" cap="flat" cmpd="sng">
            <a:solidFill>
              <a:schemeClr val="tx1"/>
            </a:solidFill>
            <a:prstDash val="solid"/>
            <a:miter/>
            <a:headEnd type="none" w="med" len="med"/>
            <a:tailEnd type="none" w="med" len="med"/>
          </a:ln>
        </p:spPr>
        <p:txBody>
          <a:bodyPr>
            <a:spAutoFit/>
          </a:bodyPr>
          <a:lstStyle>
            <a:lvl1pPr marL="342900" indent="-3429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80000"/>
              <a:buFont typeface="Wingdings" panose="05000000000000000000" pitchFamily="2" charset="2"/>
              <a:buChar char="n"/>
              <a:defRPr sz="3200" b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defRPr>
            </a:lvl1pPr>
            <a:lvl2pPr marL="742950" indent="-28575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Char char="–"/>
              <a:defRPr sz="2800">
                <a:solidFill>
                  <a:schemeClr val="tx1"/>
                </a:solidFill>
                <a:effectLst/>
                <a:latin typeface="+mn-lt"/>
                <a:ea typeface="+mn-ea"/>
              </a:defRPr>
            </a:lvl2pPr>
            <a:lvl3pPr marL="11430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Font typeface="Wingdings" panose="05000000000000000000" pitchFamily="2" charset="2"/>
              <a:buChar char="§"/>
              <a:defRPr sz="2400">
                <a:solidFill>
                  <a:schemeClr val="tx1"/>
                </a:solidFill>
                <a:effectLst/>
                <a:latin typeface="+mn-lt"/>
                <a:ea typeface="+mn-ea"/>
              </a:defRPr>
            </a:lvl3pPr>
            <a:lvl4pPr marL="16002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–"/>
              <a:defRPr sz="2000">
                <a:solidFill>
                  <a:schemeClr val="tx1"/>
                </a:solidFill>
                <a:effectLst/>
                <a:latin typeface="+mn-lt"/>
                <a:ea typeface="+mn-ea"/>
              </a:defRPr>
            </a:lvl4pPr>
            <a:lvl5pPr marL="20574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effectLst/>
                <a:latin typeface="+mn-lt"/>
                <a:ea typeface="+mn-ea"/>
              </a:defRPr>
            </a:lvl5pPr>
          </a:lstStyle>
          <a:p>
            <a:pPr marL="0" lvl="0" indent="0" eaLnBrk="1" hangingPunct="1">
              <a:spcBef>
                <a:spcPct val="50000"/>
              </a:spcBef>
              <a:buClrTx/>
              <a:buSzTx/>
              <a:buFontTx/>
              <a:buNone/>
            </a:pPr>
            <a:r>
              <a:rPr lang="en-US" altLang="zh-CN" sz="2400" b="1" dirty="0">
                <a:ea typeface="黑体" panose="02010609060101010101" pitchFamily="49" charset="-122"/>
              </a:rPr>
              <a:t>1</a:t>
            </a:r>
            <a:endParaRPr lang="en-US" altLang="zh-CN" sz="2400" b="1" dirty="0">
              <a:ea typeface="黑体" panose="02010609060101010101" pitchFamily="49" charset="-122"/>
            </a:endParaRPr>
          </a:p>
        </p:txBody>
      </p:sp>
      <p:sp>
        <p:nvSpPr>
          <p:cNvPr id="89092" name="Text Box 4"/>
          <p:cNvSpPr txBox="1"/>
          <p:nvPr/>
        </p:nvSpPr>
        <p:spPr>
          <a:xfrm>
            <a:off x="3289300" y="942975"/>
            <a:ext cx="576263" cy="461963"/>
          </a:xfrm>
          <a:prstGeom prst="rect">
            <a:avLst/>
          </a:prstGeom>
          <a:noFill/>
          <a:ln w="38100" cap="flat" cmpd="sng">
            <a:solidFill>
              <a:schemeClr val="tx1"/>
            </a:solidFill>
            <a:prstDash val="solid"/>
            <a:miter/>
            <a:headEnd type="none" w="med" len="med"/>
            <a:tailEnd type="none" w="med" len="med"/>
          </a:ln>
        </p:spPr>
        <p:txBody>
          <a:bodyPr>
            <a:spAutoFit/>
          </a:bodyPr>
          <a:lstStyle>
            <a:lvl1pPr marL="342900" indent="-3429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80000"/>
              <a:buFont typeface="Wingdings" panose="05000000000000000000" pitchFamily="2" charset="2"/>
              <a:buChar char="n"/>
              <a:defRPr sz="3200" b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defRPr>
            </a:lvl1pPr>
            <a:lvl2pPr marL="742950" indent="-28575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Char char="–"/>
              <a:defRPr sz="2800">
                <a:solidFill>
                  <a:schemeClr val="tx1"/>
                </a:solidFill>
                <a:effectLst/>
                <a:latin typeface="+mn-lt"/>
                <a:ea typeface="+mn-ea"/>
              </a:defRPr>
            </a:lvl2pPr>
            <a:lvl3pPr marL="11430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Font typeface="Wingdings" panose="05000000000000000000" pitchFamily="2" charset="2"/>
              <a:buChar char="§"/>
              <a:defRPr sz="2400">
                <a:solidFill>
                  <a:schemeClr val="tx1"/>
                </a:solidFill>
                <a:effectLst/>
                <a:latin typeface="+mn-lt"/>
                <a:ea typeface="+mn-ea"/>
              </a:defRPr>
            </a:lvl3pPr>
            <a:lvl4pPr marL="16002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–"/>
              <a:defRPr sz="2000">
                <a:solidFill>
                  <a:schemeClr val="tx1"/>
                </a:solidFill>
                <a:effectLst/>
                <a:latin typeface="+mn-lt"/>
                <a:ea typeface="+mn-ea"/>
              </a:defRPr>
            </a:lvl4pPr>
            <a:lvl5pPr marL="20574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effectLst/>
                <a:latin typeface="+mn-lt"/>
                <a:ea typeface="+mn-ea"/>
              </a:defRPr>
            </a:lvl5pPr>
          </a:lstStyle>
          <a:p>
            <a:pPr marL="0" lvl="0" indent="0" eaLnBrk="1" hangingPunct="1">
              <a:spcBef>
                <a:spcPct val="50000"/>
              </a:spcBef>
              <a:buClrTx/>
              <a:buSzTx/>
              <a:buFontTx/>
              <a:buNone/>
            </a:pPr>
            <a:r>
              <a:rPr lang="en-US" altLang="zh-CN" sz="2400" b="1" dirty="0">
                <a:ea typeface="黑体" panose="02010609060101010101" pitchFamily="49" charset="-122"/>
              </a:rPr>
              <a:t>3</a:t>
            </a:r>
            <a:endParaRPr lang="en-US" altLang="zh-CN" sz="2400" b="1" dirty="0">
              <a:ea typeface="黑体" panose="02010609060101010101" pitchFamily="49" charset="-122"/>
            </a:endParaRPr>
          </a:p>
        </p:txBody>
      </p:sp>
      <p:sp>
        <p:nvSpPr>
          <p:cNvPr id="89093" name="Text Box 5"/>
          <p:cNvSpPr txBox="1"/>
          <p:nvPr/>
        </p:nvSpPr>
        <p:spPr>
          <a:xfrm>
            <a:off x="3865563" y="942975"/>
            <a:ext cx="576262" cy="461963"/>
          </a:xfrm>
          <a:prstGeom prst="rect">
            <a:avLst/>
          </a:prstGeom>
          <a:noFill/>
          <a:ln w="38100" cap="flat" cmpd="sng">
            <a:solidFill>
              <a:schemeClr val="tx1"/>
            </a:solidFill>
            <a:prstDash val="solid"/>
            <a:miter/>
            <a:headEnd type="none" w="med" len="med"/>
            <a:tailEnd type="none" w="med" len="med"/>
          </a:ln>
        </p:spPr>
        <p:txBody>
          <a:bodyPr>
            <a:spAutoFit/>
          </a:bodyPr>
          <a:lstStyle>
            <a:lvl1pPr marL="342900" indent="-3429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80000"/>
              <a:buFont typeface="Wingdings" panose="05000000000000000000" pitchFamily="2" charset="2"/>
              <a:buChar char="n"/>
              <a:defRPr sz="3200" b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defRPr>
            </a:lvl1pPr>
            <a:lvl2pPr marL="742950" indent="-28575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Char char="–"/>
              <a:defRPr sz="2800">
                <a:solidFill>
                  <a:schemeClr val="tx1"/>
                </a:solidFill>
                <a:effectLst/>
                <a:latin typeface="+mn-lt"/>
                <a:ea typeface="+mn-ea"/>
              </a:defRPr>
            </a:lvl2pPr>
            <a:lvl3pPr marL="11430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Font typeface="Wingdings" panose="05000000000000000000" pitchFamily="2" charset="2"/>
              <a:buChar char="§"/>
              <a:defRPr sz="2400">
                <a:solidFill>
                  <a:schemeClr val="tx1"/>
                </a:solidFill>
                <a:effectLst/>
                <a:latin typeface="+mn-lt"/>
                <a:ea typeface="+mn-ea"/>
              </a:defRPr>
            </a:lvl3pPr>
            <a:lvl4pPr marL="16002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–"/>
              <a:defRPr sz="2000">
                <a:solidFill>
                  <a:schemeClr val="tx1"/>
                </a:solidFill>
                <a:effectLst/>
                <a:latin typeface="+mn-lt"/>
                <a:ea typeface="+mn-ea"/>
              </a:defRPr>
            </a:lvl4pPr>
            <a:lvl5pPr marL="20574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effectLst/>
                <a:latin typeface="+mn-lt"/>
                <a:ea typeface="+mn-ea"/>
              </a:defRPr>
            </a:lvl5pPr>
          </a:lstStyle>
          <a:p>
            <a:pPr marL="0" lvl="0" indent="0" eaLnBrk="1" hangingPunct="1">
              <a:spcBef>
                <a:spcPct val="50000"/>
              </a:spcBef>
              <a:buClrTx/>
              <a:buSzTx/>
              <a:buFontTx/>
              <a:buNone/>
            </a:pPr>
            <a:r>
              <a:rPr lang="en-US" altLang="zh-CN" sz="2400" b="1" dirty="0">
                <a:ea typeface="黑体" panose="02010609060101010101" pitchFamily="49" charset="-122"/>
              </a:rPr>
              <a:t>3</a:t>
            </a:r>
            <a:endParaRPr lang="en-US" altLang="zh-CN" sz="2400" b="1" dirty="0">
              <a:ea typeface="黑体" panose="02010609060101010101" pitchFamily="49" charset="-122"/>
            </a:endParaRPr>
          </a:p>
        </p:txBody>
      </p:sp>
      <p:sp>
        <p:nvSpPr>
          <p:cNvPr id="89094" name="Text Box 6"/>
          <p:cNvSpPr txBox="1"/>
          <p:nvPr/>
        </p:nvSpPr>
        <p:spPr>
          <a:xfrm>
            <a:off x="4441825" y="942975"/>
            <a:ext cx="576263" cy="461963"/>
          </a:xfrm>
          <a:prstGeom prst="rect">
            <a:avLst/>
          </a:prstGeom>
          <a:noFill/>
          <a:ln w="38100" cap="flat" cmpd="sng">
            <a:solidFill>
              <a:schemeClr val="tx1"/>
            </a:solidFill>
            <a:prstDash val="solid"/>
            <a:miter/>
            <a:headEnd type="none" w="med" len="med"/>
            <a:tailEnd type="none" w="med" len="med"/>
          </a:ln>
        </p:spPr>
        <p:txBody>
          <a:bodyPr>
            <a:spAutoFit/>
          </a:bodyPr>
          <a:lstStyle>
            <a:lvl1pPr marL="342900" indent="-3429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80000"/>
              <a:buFont typeface="Wingdings" panose="05000000000000000000" pitchFamily="2" charset="2"/>
              <a:buChar char="n"/>
              <a:defRPr sz="3200" b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defRPr>
            </a:lvl1pPr>
            <a:lvl2pPr marL="742950" indent="-28575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Char char="–"/>
              <a:defRPr sz="2800">
                <a:solidFill>
                  <a:schemeClr val="tx1"/>
                </a:solidFill>
                <a:effectLst/>
                <a:latin typeface="+mn-lt"/>
                <a:ea typeface="+mn-ea"/>
              </a:defRPr>
            </a:lvl2pPr>
            <a:lvl3pPr marL="11430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Font typeface="Wingdings" panose="05000000000000000000" pitchFamily="2" charset="2"/>
              <a:buChar char="§"/>
              <a:defRPr sz="2400">
                <a:solidFill>
                  <a:schemeClr val="tx1"/>
                </a:solidFill>
                <a:effectLst/>
                <a:latin typeface="+mn-lt"/>
                <a:ea typeface="+mn-ea"/>
              </a:defRPr>
            </a:lvl3pPr>
            <a:lvl4pPr marL="16002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–"/>
              <a:defRPr sz="2000">
                <a:solidFill>
                  <a:schemeClr val="tx1"/>
                </a:solidFill>
                <a:effectLst/>
                <a:latin typeface="+mn-lt"/>
                <a:ea typeface="+mn-ea"/>
              </a:defRPr>
            </a:lvl4pPr>
            <a:lvl5pPr marL="20574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effectLst/>
                <a:latin typeface="+mn-lt"/>
                <a:ea typeface="+mn-ea"/>
              </a:defRPr>
            </a:lvl5pPr>
          </a:lstStyle>
          <a:p>
            <a:pPr marL="0" lvl="0" indent="0" eaLnBrk="1" hangingPunct="1">
              <a:spcBef>
                <a:spcPct val="50000"/>
              </a:spcBef>
              <a:buClrTx/>
              <a:buSzTx/>
              <a:buFontTx/>
              <a:buNone/>
            </a:pPr>
            <a:r>
              <a:rPr lang="en-US" altLang="zh-CN" sz="2400" b="1" dirty="0">
                <a:ea typeface="黑体" panose="02010609060101010101" pitchFamily="49" charset="-122"/>
              </a:rPr>
              <a:t>1</a:t>
            </a:r>
            <a:endParaRPr lang="en-US" altLang="zh-CN" sz="2400" b="1" dirty="0">
              <a:ea typeface="黑体" panose="02010609060101010101" pitchFamily="49" charset="-122"/>
            </a:endParaRPr>
          </a:p>
        </p:txBody>
      </p:sp>
      <p:sp>
        <p:nvSpPr>
          <p:cNvPr id="89095" name="Text Box 7"/>
          <p:cNvSpPr txBox="1"/>
          <p:nvPr/>
        </p:nvSpPr>
        <p:spPr>
          <a:xfrm>
            <a:off x="5016500" y="942975"/>
            <a:ext cx="576263" cy="461963"/>
          </a:xfrm>
          <a:prstGeom prst="rect">
            <a:avLst/>
          </a:prstGeom>
          <a:noFill/>
          <a:ln w="38100" cap="flat" cmpd="sng">
            <a:solidFill>
              <a:schemeClr val="tx1"/>
            </a:solidFill>
            <a:prstDash val="solid"/>
            <a:miter/>
            <a:headEnd type="none" w="med" len="med"/>
            <a:tailEnd type="none" w="med" len="med"/>
          </a:ln>
        </p:spPr>
        <p:txBody>
          <a:bodyPr>
            <a:spAutoFit/>
          </a:bodyPr>
          <a:lstStyle>
            <a:lvl1pPr marL="342900" indent="-3429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80000"/>
              <a:buFont typeface="Wingdings" panose="05000000000000000000" pitchFamily="2" charset="2"/>
              <a:buChar char="n"/>
              <a:defRPr sz="3200" b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defRPr>
            </a:lvl1pPr>
            <a:lvl2pPr marL="742950" indent="-28575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Char char="–"/>
              <a:defRPr sz="2800">
                <a:solidFill>
                  <a:schemeClr val="tx1"/>
                </a:solidFill>
                <a:effectLst/>
                <a:latin typeface="+mn-lt"/>
                <a:ea typeface="+mn-ea"/>
              </a:defRPr>
            </a:lvl2pPr>
            <a:lvl3pPr marL="11430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Font typeface="Wingdings" panose="05000000000000000000" pitchFamily="2" charset="2"/>
              <a:buChar char="§"/>
              <a:defRPr sz="2400">
                <a:solidFill>
                  <a:schemeClr val="tx1"/>
                </a:solidFill>
                <a:effectLst/>
                <a:latin typeface="+mn-lt"/>
                <a:ea typeface="+mn-ea"/>
              </a:defRPr>
            </a:lvl3pPr>
            <a:lvl4pPr marL="16002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–"/>
              <a:defRPr sz="2000">
                <a:solidFill>
                  <a:schemeClr val="tx1"/>
                </a:solidFill>
                <a:effectLst/>
                <a:latin typeface="+mn-lt"/>
                <a:ea typeface="+mn-ea"/>
              </a:defRPr>
            </a:lvl4pPr>
            <a:lvl5pPr marL="20574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effectLst/>
                <a:latin typeface="+mn-lt"/>
                <a:ea typeface="+mn-ea"/>
              </a:defRPr>
            </a:lvl5pPr>
          </a:lstStyle>
          <a:p>
            <a:pPr marL="0" lvl="0" indent="0" eaLnBrk="1" hangingPunct="1">
              <a:spcBef>
                <a:spcPct val="50000"/>
              </a:spcBef>
              <a:buClrTx/>
              <a:buSzTx/>
              <a:buFontTx/>
              <a:buNone/>
            </a:pPr>
            <a:endParaRPr lang="zh-CN" altLang="zh-CN" sz="2400" b="1" dirty="0">
              <a:ea typeface="黑体" panose="02010609060101010101" pitchFamily="49" charset="-122"/>
            </a:endParaRPr>
          </a:p>
        </p:txBody>
      </p:sp>
      <p:sp>
        <p:nvSpPr>
          <p:cNvPr id="89096" name="Text Box 8"/>
          <p:cNvSpPr txBox="1"/>
          <p:nvPr/>
        </p:nvSpPr>
        <p:spPr>
          <a:xfrm>
            <a:off x="5592763" y="942975"/>
            <a:ext cx="576262" cy="461963"/>
          </a:xfrm>
          <a:prstGeom prst="rect">
            <a:avLst/>
          </a:prstGeom>
          <a:noFill/>
          <a:ln w="38100" cap="flat" cmpd="sng">
            <a:solidFill>
              <a:schemeClr val="tx1"/>
            </a:solidFill>
            <a:prstDash val="solid"/>
            <a:miter/>
            <a:headEnd type="none" w="med" len="med"/>
            <a:tailEnd type="none" w="med" len="med"/>
          </a:ln>
        </p:spPr>
        <p:txBody>
          <a:bodyPr>
            <a:spAutoFit/>
          </a:bodyPr>
          <a:lstStyle>
            <a:lvl1pPr marL="342900" indent="-3429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80000"/>
              <a:buFont typeface="Wingdings" panose="05000000000000000000" pitchFamily="2" charset="2"/>
              <a:buChar char="n"/>
              <a:defRPr sz="3200" b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defRPr>
            </a:lvl1pPr>
            <a:lvl2pPr marL="742950" indent="-28575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Char char="–"/>
              <a:defRPr sz="2800">
                <a:solidFill>
                  <a:schemeClr val="tx1"/>
                </a:solidFill>
                <a:effectLst/>
                <a:latin typeface="+mn-lt"/>
                <a:ea typeface="+mn-ea"/>
              </a:defRPr>
            </a:lvl2pPr>
            <a:lvl3pPr marL="11430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Font typeface="Wingdings" panose="05000000000000000000" pitchFamily="2" charset="2"/>
              <a:buChar char="§"/>
              <a:defRPr sz="2400">
                <a:solidFill>
                  <a:schemeClr val="tx1"/>
                </a:solidFill>
                <a:effectLst/>
                <a:latin typeface="+mn-lt"/>
                <a:ea typeface="+mn-ea"/>
              </a:defRPr>
            </a:lvl3pPr>
            <a:lvl4pPr marL="16002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–"/>
              <a:defRPr sz="2000">
                <a:solidFill>
                  <a:schemeClr val="tx1"/>
                </a:solidFill>
                <a:effectLst/>
                <a:latin typeface="+mn-lt"/>
                <a:ea typeface="+mn-ea"/>
              </a:defRPr>
            </a:lvl4pPr>
            <a:lvl5pPr marL="20574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effectLst/>
                <a:latin typeface="+mn-lt"/>
                <a:ea typeface="+mn-ea"/>
              </a:defRPr>
            </a:lvl5pPr>
          </a:lstStyle>
          <a:p>
            <a:pPr marL="0" lvl="0" indent="0" eaLnBrk="1" hangingPunct="1">
              <a:spcBef>
                <a:spcPct val="50000"/>
              </a:spcBef>
              <a:buClrTx/>
              <a:buSzTx/>
              <a:buFontTx/>
              <a:buNone/>
            </a:pPr>
            <a:endParaRPr lang="zh-CN" altLang="zh-CN" sz="2400" b="1" dirty="0">
              <a:ea typeface="黑体" panose="02010609060101010101" pitchFamily="49" charset="-122"/>
            </a:endParaRPr>
          </a:p>
        </p:txBody>
      </p:sp>
      <p:sp>
        <p:nvSpPr>
          <p:cNvPr id="89097" name="Text Box 9"/>
          <p:cNvSpPr txBox="1"/>
          <p:nvPr/>
        </p:nvSpPr>
        <p:spPr>
          <a:xfrm>
            <a:off x="6169025" y="942975"/>
            <a:ext cx="576263" cy="461963"/>
          </a:xfrm>
          <a:prstGeom prst="rect">
            <a:avLst/>
          </a:prstGeom>
          <a:noFill/>
          <a:ln w="38100" cap="flat" cmpd="sng">
            <a:solidFill>
              <a:schemeClr val="tx1"/>
            </a:solidFill>
            <a:prstDash val="solid"/>
            <a:miter/>
            <a:headEnd type="none" w="med" len="med"/>
            <a:tailEnd type="none" w="med" len="med"/>
          </a:ln>
        </p:spPr>
        <p:txBody>
          <a:bodyPr>
            <a:spAutoFit/>
          </a:bodyPr>
          <a:lstStyle>
            <a:lvl1pPr marL="342900" indent="-3429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80000"/>
              <a:buFont typeface="Wingdings" panose="05000000000000000000" pitchFamily="2" charset="2"/>
              <a:buChar char="n"/>
              <a:defRPr sz="3200" b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defRPr>
            </a:lvl1pPr>
            <a:lvl2pPr marL="742950" indent="-28575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Char char="–"/>
              <a:defRPr sz="2800">
                <a:solidFill>
                  <a:schemeClr val="tx1"/>
                </a:solidFill>
                <a:effectLst/>
                <a:latin typeface="+mn-lt"/>
                <a:ea typeface="+mn-ea"/>
              </a:defRPr>
            </a:lvl2pPr>
            <a:lvl3pPr marL="11430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Font typeface="Wingdings" panose="05000000000000000000" pitchFamily="2" charset="2"/>
              <a:buChar char="§"/>
              <a:defRPr sz="2400">
                <a:solidFill>
                  <a:schemeClr val="tx1"/>
                </a:solidFill>
                <a:effectLst/>
                <a:latin typeface="+mn-lt"/>
                <a:ea typeface="+mn-ea"/>
              </a:defRPr>
            </a:lvl3pPr>
            <a:lvl4pPr marL="16002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–"/>
              <a:defRPr sz="2000">
                <a:solidFill>
                  <a:schemeClr val="tx1"/>
                </a:solidFill>
                <a:effectLst/>
                <a:latin typeface="+mn-lt"/>
                <a:ea typeface="+mn-ea"/>
              </a:defRPr>
            </a:lvl4pPr>
            <a:lvl5pPr marL="20574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effectLst/>
                <a:latin typeface="+mn-lt"/>
                <a:ea typeface="+mn-ea"/>
              </a:defRPr>
            </a:lvl5pPr>
          </a:lstStyle>
          <a:p>
            <a:pPr marL="0" lvl="0" indent="0" eaLnBrk="1" hangingPunct="1">
              <a:spcBef>
                <a:spcPct val="50000"/>
              </a:spcBef>
              <a:buClrTx/>
              <a:buSzTx/>
              <a:buFontTx/>
              <a:buNone/>
            </a:pPr>
            <a:endParaRPr lang="zh-CN" altLang="zh-CN" sz="2400" b="1" dirty="0">
              <a:ea typeface="黑体" panose="02010609060101010101" pitchFamily="49" charset="-122"/>
            </a:endParaRPr>
          </a:p>
        </p:txBody>
      </p:sp>
      <p:sp>
        <p:nvSpPr>
          <p:cNvPr id="89098" name="Text Box 10"/>
          <p:cNvSpPr txBox="1"/>
          <p:nvPr/>
        </p:nvSpPr>
        <p:spPr>
          <a:xfrm>
            <a:off x="6745288" y="942975"/>
            <a:ext cx="576262" cy="461963"/>
          </a:xfrm>
          <a:prstGeom prst="rect">
            <a:avLst/>
          </a:prstGeom>
          <a:noFill/>
          <a:ln w="38100" cap="flat" cmpd="sng">
            <a:solidFill>
              <a:schemeClr val="tx1"/>
            </a:solidFill>
            <a:prstDash val="solid"/>
            <a:miter/>
            <a:headEnd type="none" w="med" len="med"/>
            <a:tailEnd type="none" w="med" len="med"/>
          </a:ln>
        </p:spPr>
        <p:txBody>
          <a:bodyPr>
            <a:spAutoFit/>
          </a:bodyPr>
          <a:lstStyle>
            <a:lvl1pPr marL="342900" indent="-3429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80000"/>
              <a:buFont typeface="Wingdings" panose="05000000000000000000" pitchFamily="2" charset="2"/>
              <a:buChar char="n"/>
              <a:defRPr sz="3200" b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defRPr>
            </a:lvl1pPr>
            <a:lvl2pPr marL="742950" indent="-28575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Char char="–"/>
              <a:defRPr sz="2800">
                <a:solidFill>
                  <a:schemeClr val="tx1"/>
                </a:solidFill>
                <a:effectLst/>
                <a:latin typeface="+mn-lt"/>
                <a:ea typeface="+mn-ea"/>
              </a:defRPr>
            </a:lvl2pPr>
            <a:lvl3pPr marL="11430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Font typeface="Wingdings" panose="05000000000000000000" pitchFamily="2" charset="2"/>
              <a:buChar char="§"/>
              <a:defRPr sz="2400">
                <a:solidFill>
                  <a:schemeClr val="tx1"/>
                </a:solidFill>
                <a:effectLst/>
                <a:latin typeface="+mn-lt"/>
                <a:ea typeface="+mn-ea"/>
              </a:defRPr>
            </a:lvl3pPr>
            <a:lvl4pPr marL="16002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–"/>
              <a:defRPr sz="2000">
                <a:solidFill>
                  <a:schemeClr val="tx1"/>
                </a:solidFill>
                <a:effectLst/>
                <a:latin typeface="+mn-lt"/>
                <a:ea typeface="+mn-ea"/>
              </a:defRPr>
            </a:lvl4pPr>
            <a:lvl5pPr marL="20574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effectLst/>
                <a:latin typeface="+mn-lt"/>
                <a:ea typeface="+mn-ea"/>
              </a:defRPr>
            </a:lvl5pPr>
          </a:lstStyle>
          <a:p>
            <a:pPr marL="0" lvl="0" indent="0" eaLnBrk="1" hangingPunct="1">
              <a:spcBef>
                <a:spcPct val="50000"/>
              </a:spcBef>
              <a:buClrTx/>
              <a:buSzTx/>
              <a:buFontTx/>
              <a:buNone/>
            </a:pPr>
            <a:endParaRPr lang="zh-CN" altLang="zh-CN" sz="2400" b="1" dirty="0">
              <a:ea typeface="黑体" panose="02010609060101010101" pitchFamily="49" charset="-122"/>
            </a:endParaRPr>
          </a:p>
        </p:txBody>
      </p:sp>
      <p:sp>
        <p:nvSpPr>
          <p:cNvPr id="89099" name="Text Box 11"/>
          <p:cNvSpPr txBox="1"/>
          <p:nvPr/>
        </p:nvSpPr>
        <p:spPr>
          <a:xfrm>
            <a:off x="7321550" y="942975"/>
            <a:ext cx="576263" cy="461963"/>
          </a:xfrm>
          <a:prstGeom prst="rect">
            <a:avLst/>
          </a:prstGeom>
          <a:noFill/>
          <a:ln w="38100" cap="flat" cmpd="sng">
            <a:solidFill>
              <a:schemeClr val="tx1"/>
            </a:solidFill>
            <a:prstDash val="solid"/>
            <a:miter/>
            <a:headEnd type="none" w="med" len="med"/>
            <a:tailEnd type="none" w="med" len="med"/>
          </a:ln>
        </p:spPr>
        <p:txBody>
          <a:bodyPr>
            <a:spAutoFit/>
          </a:bodyPr>
          <a:lstStyle>
            <a:lvl1pPr marL="342900" indent="-3429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80000"/>
              <a:buFont typeface="Wingdings" panose="05000000000000000000" pitchFamily="2" charset="2"/>
              <a:buChar char="n"/>
              <a:defRPr sz="3200" b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defRPr>
            </a:lvl1pPr>
            <a:lvl2pPr marL="742950" indent="-28575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Char char="–"/>
              <a:defRPr sz="2800">
                <a:solidFill>
                  <a:schemeClr val="tx1"/>
                </a:solidFill>
                <a:effectLst/>
                <a:latin typeface="+mn-lt"/>
                <a:ea typeface="+mn-ea"/>
              </a:defRPr>
            </a:lvl2pPr>
            <a:lvl3pPr marL="11430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Font typeface="Wingdings" panose="05000000000000000000" pitchFamily="2" charset="2"/>
              <a:buChar char="§"/>
              <a:defRPr sz="2400">
                <a:solidFill>
                  <a:schemeClr val="tx1"/>
                </a:solidFill>
                <a:effectLst/>
                <a:latin typeface="+mn-lt"/>
                <a:ea typeface="+mn-ea"/>
              </a:defRPr>
            </a:lvl3pPr>
            <a:lvl4pPr marL="16002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–"/>
              <a:defRPr sz="2000">
                <a:solidFill>
                  <a:schemeClr val="tx1"/>
                </a:solidFill>
                <a:effectLst/>
                <a:latin typeface="+mn-lt"/>
                <a:ea typeface="+mn-ea"/>
              </a:defRPr>
            </a:lvl4pPr>
            <a:lvl5pPr marL="20574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effectLst/>
                <a:latin typeface="+mn-lt"/>
                <a:ea typeface="+mn-ea"/>
              </a:defRPr>
            </a:lvl5pPr>
          </a:lstStyle>
          <a:p>
            <a:pPr marL="0" lvl="0" indent="0" eaLnBrk="1" hangingPunct="1">
              <a:spcBef>
                <a:spcPct val="50000"/>
              </a:spcBef>
              <a:buClrTx/>
              <a:buSzTx/>
              <a:buFontTx/>
              <a:buNone/>
            </a:pPr>
            <a:endParaRPr lang="zh-CN" altLang="zh-CN" sz="2400" b="1" dirty="0">
              <a:ea typeface="黑体" panose="02010609060101010101" pitchFamily="49" charset="-122"/>
            </a:endParaRPr>
          </a:p>
        </p:txBody>
      </p:sp>
      <p:sp>
        <p:nvSpPr>
          <p:cNvPr id="89100" name="Text Box 12"/>
          <p:cNvSpPr txBox="1"/>
          <p:nvPr/>
        </p:nvSpPr>
        <p:spPr>
          <a:xfrm>
            <a:off x="7896225" y="942975"/>
            <a:ext cx="576263" cy="461963"/>
          </a:xfrm>
          <a:prstGeom prst="rect">
            <a:avLst/>
          </a:prstGeom>
          <a:noFill/>
          <a:ln w="38100" cap="flat" cmpd="sng">
            <a:solidFill>
              <a:schemeClr val="tx1"/>
            </a:solidFill>
            <a:prstDash val="solid"/>
            <a:miter/>
            <a:headEnd type="none" w="med" len="med"/>
            <a:tailEnd type="none" w="med" len="med"/>
          </a:ln>
        </p:spPr>
        <p:txBody>
          <a:bodyPr>
            <a:spAutoFit/>
          </a:bodyPr>
          <a:lstStyle>
            <a:lvl1pPr marL="342900" indent="-3429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80000"/>
              <a:buFont typeface="Wingdings" panose="05000000000000000000" pitchFamily="2" charset="2"/>
              <a:buChar char="n"/>
              <a:defRPr sz="3200" b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defRPr>
            </a:lvl1pPr>
            <a:lvl2pPr marL="742950" indent="-28575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Char char="–"/>
              <a:defRPr sz="2800">
                <a:solidFill>
                  <a:schemeClr val="tx1"/>
                </a:solidFill>
                <a:effectLst/>
                <a:latin typeface="+mn-lt"/>
                <a:ea typeface="+mn-ea"/>
              </a:defRPr>
            </a:lvl2pPr>
            <a:lvl3pPr marL="11430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Font typeface="Wingdings" panose="05000000000000000000" pitchFamily="2" charset="2"/>
              <a:buChar char="§"/>
              <a:defRPr sz="2400">
                <a:solidFill>
                  <a:schemeClr val="tx1"/>
                </a:solidFill>
                <a:effectLst/>
                <a:latin typeface="+mn-lt"/>
                <a:ea typeface="+mn-ea"/>
              </a:defRPr>
            </a:lvl3pPr>
            <a:lvl4pPr marL="16002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–"/>
              <a:defRPr sz="2000">
                <a:solidFill>
                  <a:schemeClr val="tx1"/>
                </a:solidFill>
                <a:effectLst/>
                <a:latin typeface="+mn-lt"/>
                <a:ea typeface="+mn-ea"/>
              </a:defRPr>
            </a:lvl4pPr>
            <a:lvl5pPr marL="20574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effectLst/>
                <a:latin typeface="+mn-lt"/>
                <a:ea typeface="+mn-ea"/>
              </a:defRPr>
            </a:lvl5pPr>
          </a:lstStyle>
          <a:p>
            <a:pPr marL="0" lvl="0" indent="0" eaLnBrk="1" hangingPunct="1">
              <a:spcBef>
                <a:spcPct val="50000"/>
              </a:spcBef>
              <a:buClrTx/>
              <a:buSzTx/>
              <a:buFontTx/>
              <a:buNone/>
            </a:pPr>
            <a:endParaRPr lang="zh-CN" altLang="zh-CN" sz="2400" b="1" dirty="0">
              <a:ea typeface="黑体" panose="02010609060101010101" pitchFamily="49" charset="-122"/>
            </a:endParaRPr>
          </a:p>
        </p:txBody>
      </p:sp>
      <p:sp>
        <p:nvSpPr>
          <p:cNvPr id="89101" name="Text Box 13"/>
          <p:cNvSpPr txBox="1"/>
          <p:nvPr/>
        </p:nvSpPr>
        <p:spPr>
          <a:xfrm>
            <a:off x="1847850" y="908050"/>
            <a:ext cx="576263" cy="457200"/>
          </a:xfrm>
          <a:prstGeom prst="rect">
            <a:avLst/>
          </a:prstGeom>
          <a:noFill/>
          <a:ln w="12700">
            <a:noFill/>
          </a:ln>
        </p:spPr>
        <p:txBody>
          <a:bodyPr>
            <a:spAutoFit/>
          </a:bodyPr>
          <a:lstStyle>
            <a:lvl1pPr marL="342900" indent="-3429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80000"/>
              <a:buFont typeface="Wingdings" panose="05000000000000000000" pitchFamily="2" charset="2"/>
              <a:buChar char="n"/>
              <a:defRPr sz="3200" b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defRPr>
            </a:lvl1pPr>
            <a:lvl2pPr marL="742950" indent="-28575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Char char="–"/>
              <a:defRPr sz="2800">
                <a:solidFill>
                  <a:schemeClr val="tx1"/>
                </a:solidFill>
                <a:effectLst/>
                <a:latin typeface="+mn-lt"/>
                <a:ea typeface="+mn-ea"/>
              </a:defRPr>
            </a:lvl2pPr>
            <a:lvl3pPr marL="11430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Font typeface="Wingdings" panose="05000000000000000000" pitchFamily="2" charset="2"/>
              <a:buChar char="§"/>
              <a:defRPr sz="2400">
                <a:solidFill>
                  <a:schemeClr val="tx1"/>
                </a:solidFill>
                <a:effectLst/>
                <a:latin typeface="+mn-lt"/>
                <a:ea typeface="+mn-ea"/>
              </a:defRPr>
            </a:lvl3pPr>
            <a:lvl4pPr marL="16002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–"/>
              <a:defRPr sz="2000">
                <a:solidFill>
                  <a:schemeClr val="tx1"/>
                </a:solidFill>
                <a:effectLst/>
                <a:latin typeface="+mn-lt"/>
                <a:ea typeface="+mn-ea"/>
              </a:defRPr>
            </a:lvl4pPr>
            <a:lvl5pPr marL="20574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effectLst/>
                <a:latin typeface="+mn-lt"/>
                <a:ea typeface="+mn-ea"/>
              </a:defRPr>
            </a:lvl5pPr>
          </a:lstStyle>
          <a:p>
            <a:pPr marL="0" lvl="0" indent="0" eaLnBrk="1" hangingPunct="1">
              <a:spcBef>
                <a:spcPct val="50000"/>
              </a:spcBef>
              <a:buClrTx/>
              <a:buSzTx/>
              <a:buFontTx/>
              <a:buNone/>
            </a:pPr>
            <a:r>
              <a:rPr lang="en-US" altLang="zh-CN" sz="2400" b="1" dirty="0">
                <a:ea typeface="黑体" panose="02010609060101010101" pitchFamily="49" charset="-122"/>
              </a:rPr>
              <a:t>a</a:t>
            </a:r>
            <a:endParaRPr lang="en-US" altLang="zh-CN" sz="2400" b="1" dirty="0">
              <a:ea typeface="黑体" panose="02010609060101010101" pitchFamily="49" charset="-122"/>
            </a:endParaRPr>
          </a:p>
        </p:txBody>
      </p:sp>
      <p:sp>
        <p:nvSpPr>
          <p:cNvPr id="89102" name="Text Box 14"/>
          <p:cNvSpPr txBox="1"/>
          <p:nvPr/>
        </p:nvSpPr>
        <p:spPr>
          <a:xfrm>
            <a:off x="3359150" y="393700"/>
            <a:ext cx="576263" cy="457200"/>
          </a:xfrm>
          <a:prstGeom prst="rect">
            <a:avLst/>
          </a:prstGeom>
          <a:noFill/>
          <a:ln w="12700">
            <a:noFill/>
          </a:ln>
        </p:spPr>
        <p:txBody>
          <a:bodyPr>
            <a:spAutoFit/>
          </a:bodyPr>
          <a:lstStyle>
            <a:lvl1pPr marL="342900" indent="-3429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80000"/>
              <a:buFont typeface="Wingdings" panose="05000000000000000000" pitchFamily="2" charset="2"/>
              <a:buChar char="n"/>
              <a:defRPr sz="3200" b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defRPr>
            </a:lvl1pPr>
            <a:lvl2pPr marL="742950" indent="-28575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Char char="–"/>
              <a:defRPr sz="2800">
                <a:solidFill>
                  <a:schemeClr val="tx1"/>
                </a:solidFill>
                <a:effectLst/>
                <a:latin typeface="+mn-lt"/>
                <a:ea typeface="+mn-ea"/>
              </a:defRPr>
            </a:lvl2pPr>
            <a:lvl3pPr marL="11430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Font typeface="Wingdings" panose="05000000000000000000" pitchFamily="2" charset="2"/>
              <a:buChar char="§"/>
              <a:defRPr sz="2400">
                <a:solidFill>
                  <a:schemeClr val="tx1"/>
                </a:solidFill>
                <a:effectLst/>
                <a:latin typeface="+mn-lt"/>
                <a:ea typeface="+mn-ea"/>
              </a:defRPr>
            </a:lvl3pPr>
            <a:lvl4pPr marL="16002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–"/>
              <a:defRPr sz="2000">
                <a:solidFill>
                  <a:schemeClr val="tx1"/>
                </a:solidFill>
                <a:effectLst/>
                <a:latin typeface="+mn-lt"/>
                <a:ea typeface="+mn-ea"/>
              </a:defRPr>
            </a:lvl4pPr>
            <a:lvl5pPr marL="20574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effectLst/>
                <a:latin typeface="+mn-lt"/>
                <a:ea typeface="+mn-ea"/>
              </a:defRPr>
            </a:lvl5pPr>
          </a:lstStyle>
          <a:p>
            <a:pPr marL="0" lvl="0" indent="0" eaLnBrk="1" hangingPunct="1">
              <a:spcBef>
                <a:spcPct val="50000"/>
              </a:spcBef>
              <a:buClrTx/>
              <a:buSzTx/>
              <a:buFontTx/>
              <a:buNone/>
            </a:pPr>
            <a:r>
              <a:rPr lang="en-US" altLang="zh-CN" sz="2400" b="1" dirty="0">
                <a:ea typeface="黑体" panose="02010609060101010101" pitchFamily="49" charset="-122"/>
              </a:rPr>
              <a:t>1</a:t>
            </a:r>
            <a:endParaRPr lang="en-US" altLang="zh-CN" sz="2400" b="1" dirty="0">
              <a:ea typeface="黑体" panose="02010609060101010101" pitchFamily="49" charset="-122"/>
            </a:endParaRPr>
          </a:p>
        </p:txBody>
      </p:sp>
      <p:sp>
        <p:nvSpPr>
          <p:cNvPr id="89103" name="Text Box 15"/>
          <p:cNvSpPr txBox="1"/>
          <p:nvPr/>
        </p:nvSpPr>
        <p:spPr>
          <a:xfrm>
            <a:off x="3935413" y="393700"/>
            <a:ext cx="576262" cy="457200"/>
          </a:xfrm>
          <a:prstGeom prst="rect">
            <a:avLst/>
          </a:prstGeom>
          <a:noFill/>
          <a:ln w="12700">
            <a:noFill/>
          </a:ln>
        </p:spPr>
        <p:txBody>
          <a:bodyPr>
            <a:spAutoFit/>
          </a:bodyPr>
          <a:lstStyle>
            <a:lvl1pPr marL="342900" indent="-3429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80000"/>
              <a:buFont typeface="Wingdings" panose="05000000000000000000" pitchFamily="2" charset="2"/>
              <a:buChar char="n"/>
              <a:defRPr sz="3200" b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defRPr>
            </a:lvl1pPr>
            <a:lvl2pPr marL="742950" indent="-28575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Char char="–"/>
              <a:defRPr sz="2800">
                <a:solidFill>
                  <a:schemeClr val="tx1"/>
                </a:solidFill>
                <a:effectLst/>
                <a:latin typeface="+mn-lt"/>
                <a:ea typeface="+mn-ea"/>
              </a:defRPr>
            </a:lvl2pPr>
            <a:lvl3pPr marL="11430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Font typeface="Wingdings" panose="05000000000000000000" pitchFamily="2" charset="2"/>
              <a:buChar char="§"/>
              <a:defRPr sz="2400">
                <a:solidFill>
                  <a:schemeClr val="tx1"/>
                </a:solidFill>
                <a:effectLst/>
                <a:latin typeface="+mn-lt"/>
                <a:ea typeface="+mn-ea"/>
              </a:defRPr>
            </a:lvl3pPr>
            <a:lvl4pPr marL="16002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–"/>
              <a:defRPr sz="2000">
                <a:solidFill>
                  <a:schemeClr val="tx1"/>
                </a:solidFill>
                <a:effectLst/>
                <a:latin typeface="+mn-lt"/>
                <a:ea typeface="+mn-ea"/>
              </a:defRPr>
            </a:lvl4pPr>
            <a:lvl5pPr marL="20574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effectLst/>
                <a:latin typeface="+mn-lt"/>
                <a:ea typeface="+mn-ea"/>
              </a:defRPr>
            </a:lvl5pPr>
          </a:lstStyle>
          <a:p>
            <a:pPr marL="0" lvl="0" indent="0" eaLnBrk="1" hangingPunct="1">
              <a:spcBef>
                <a:spcPct val="50000"/>
              </a:spcBef>
              <a:buClrTx/>
              <a:buSzTx/>
              <a:buFontTx/>
              <a:buNone/>
            </a:pPr>
            <a:r>
              <a:rPr lang="en-US" altLang="zh-CN" sz="2400" b="1" dirty="0">
                <a:ea typeface="黑体" panose="02010609060101010101" pitchFamily="49" charset="-122"/>
              </a:rPr>
              <a:t>2</a:t>
            </a:r>
            <a:endParaRPr lang="en-US" altLang="zh-CN" sz="2400" b="1" dirty="0">
              <a:ea typeface="黑体" panose="02010609060101010101" pitchFamily="49" charset="-122"/>
            </a:endParaRPr>
          </a:p>
        </p:txBody>
      </p:sp>
      <p:sp>
        <p:nvSpPr>
          <p:cNvPr id="89104" name="Text Box 16"/>
          <p:cNvSpPr txBox="1"/>
          <p:nvPr/>
        </p:nvSpPr>
        <p:spPr>
          <a:xfrm>
            <a:off x="4511675" y="393700"/>
            <a:ext cx="576263" cy="457200"/>
          </a:xfrm>
          <a:prstGeom prst="rect">
            <a:avLst/>
          </a:prstGeom>
          <a:noFill/>
          <a:ln w="12700">
            <a:noFill/>
          </a:ln>
        </p:spPr>
        <p:txBody>
          <a:bodyPr>
            <a:spAutoFit/>
          </a:bodyPr>
          <a:lstStyle>
            <a:lvl1pPr marL="342900" indent="-3429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80000"/>
              <a:buFont typeface="Wingdings" panose="05000000000000000000" pitchFamily="2" charset="2"/>
              <a:buChar char="n"/>
              <a:defRPr sz="3200" b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defRPr>
            </a:lvl1pPr>
            <a:lvl2pPr marL="742950" indent="-28575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Char char="–"/>
              <a:defRPr sz="2800">
                <a:solidFill>
                  <a:schemeClr val="tx1"/>
                </a:solidFill>
                <a:effectLst/>
                <a:latin typeface="+mn-lt"/>
                <a:ea typeface="+mn-ea"/>
              </a:defRPr>
            </a:lvl2pPr>
            <a:lvl3pPr marL="11430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Font typeface="Wingdings" panose="05000000000000000000" pitchFamily="2" charset="2"/>
              <a:buChar char="§"/>
              <a:defRPr sz="2400">
                <a:solidFill>
                  <a:schemeClr val="tx1"/>
                </a:solidFill>
                <a:effectLst/>
                <a:latin typeface="+mn-lt"/>
                <a:ea typeface="+mn-ea"/>
              </a:defRPr>
            </a:lvl3pPr>
            <a:lvl4pPr marL="16002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–"/>
              <a:defRPr sz="2000">
                <a:solidFill>
                  <a:schemeClr val="tx1"/>
                </a:solidFill>
                <a:effectLst/>
                <a:latin typeface="+mn-lt"/>
                <a:ea typeface="+mn-ea"/>
              </a:defRPr>
            </a:lvl4pPr>
            <a:lvl5pPr marL="20574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effectLst/>
                <a:latin typeface="+mn-lt"/>
                <a:ea typeface="+mn-ea"/>
              </a:defRPr>
            </a:lvl5pPr>
          </a:lstStyle>
          <a:p>
            <a:pPr marL="0" lvl="0" indent="0" eaLnBrk="1" hangingPunct="1">
              <a:spcBef>
                <a:spcPct val="50000"/>
              </a:spcBef>
              <a:buClrTx/>
              <a:buSzTx/>
              <a:buFontTx/>
              <a:buNone/>
            </a:pPr>
            <a:r>
              <a:rPr lang="en-US" altLang="zh-CN" sz="2400" b="1" dirty="0">
                <a:ea typeface="黑体" panose="02010609060101010101" pitchFamily="49" charset="-122"/>
              </a:rPr>
              <a:t>3</a:t>
            </a:r>
            <a:endParaRPr lang="en-US" altLang="zh-CN" sz="2400" b="1" dirty="0">
              <a:ea typeface="黑体" panose="02010609060101010101" pitchFamily="49" charset="-122"/>
            </a:endParaRPr>
          </a:p>
        </p:txBody>
      </p:sp>
      <p:sp>
        <p:nvSpPr>
          <p:cNvPr id="89105" name="Text Box 17"/>
          <p:cNvSpPr txBox="1"/>
          <p:nvPr/>
        </p:nvSpPr>
        <p:spPr>
          <a:xfrm>
            <a:off x="5087938" y="393700"/>
            <a:ext cx="576262" cy="457200"/>
          </a:xfrm>
          <a:prstGeom prst="rect">
            <a:avLst/>
          </a:prstGeom>
          <a:noFill/>
          <a:ln w="12700">
            <a:noFill/>
          </a:ln>
        </p:spPr>
        <p:txBody>
          <a:bodyPr>
            <a:spAutoFit/>
          </a:bodyPr>
          <a:lstStyle>
            <a:lvl1pPr marL="342900" indent="-3429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80000"/>
              <a:buFont typeface="Wingdings" panose="05000000000000000000" pitchFamily="2" charset="2"/>
              <a:buChar char="n"/>
              <a:defRPr sz="3200" b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defRPr>
            </a:lvl1pPr>
            <a:lvl2pPr marL="742950" indent="-28575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Char char="–"/>
              <a:defRPr sz="2800">
                <a:solidFill>
                  <a:schemeClr val="tx1"/>
                </a:solidFill>
                <a:effectLst/>
                <a:latin typeface="+mn-lt"/>
                <a:ea typeface="+mn-ea"/>
              </a:defRPr>
            </a:lvl2pPr>
            <a:lvl3pPr marL="11430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Font typeface="Wingdings" panose="05000000000000000000" pitchFamily="2" charset="2"/>
              <a:buChar char="§"/>
              <a:defRPr sz="2400">
                <a:solidFill>
                  <a:schemeClr val="tx1"/>
                </a:solidFill>
                <a:effectLst/>
                <a:latin typeface="+mn-lt"/>
                <a:ea typeface="+mn-ea"/>
              </a:defRPr>
            </a:lvl3pPr>
            <a:lvl4pPr marL="16002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–"/>
              <a:defRPr sz="2000">
                <a:solidFill>
                  <a:schemeClr val="tx1"/>
                </a:solidFill>
                <a:effectLst/>
                <a:latin typeface="+mn-lt"/>
                <a:ea typeface="+mn-ea"/>
              </a:defRPr>
            </a:lvl4pPr>
            <a:lvl5pPr marL="20574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effectLst/>
                <a:latin typeface="+mn-lt"/>
                <a:ea typeface="+mn-ea"/>
              </a:defRPr>
            </a:lvl5pPr>
          </a:lstStyle>
          <a:p>
            <a:pPr marL="0" lvl="0" indent="0" eaLnBrk="1" hangingPunct="1">
              <a:spcBef>
                <a:spcPct val="50000"/>
              </a:spcBef>
              <a:buClrTx/>
              <a:buSzTx/>
              <a:buFontTx/>
              <a:buNone/>
            </a:pPr>
            <a:r>
              <a:rPr lang="en-US" altLang="zh-CN" sz="2400" b="1" dirty="0">
                <a:ea typeface="黑体" panose="02010609060101010101" pitchFamily="49" charset="-122"/>
              </a:rPr>
              <a:t>4</a:t>
            </a:r>
            <a:endParaRPr lang="en-US" altLang="zh-CN" sz="2400" b="1" dirty="0">
              <a:ea typeface="黑体" panose="02010609060101010101" pitchFamily="49" charset="-122"/>
            </a:endParaRPr>
          </a:p>
        </p:txBody>
      </p:sp>
      <p:sp>
        <p:nvSpPr>
          <p:cNvPr id="89106" name="Text Box 18"/>
          <p:cNvSpPr txBox="1"/>
          <p:nvPr/>
        </p:nvSpPr>
        <p:spPr>
          <a:xfrm>
            <a:off x="5662613" y="393700"/>
            <a:ext cx="576262" cy="457200"/>
          </a:xfrm>
          <a:prstGeom prst="rect">
            <a:avLst/>
          </a:prstGeom>
          <a:noFill/>
          <a:ln w="12700">
            <a:noFill/>
          </a:ln>
        </p:spPr>
        <p:txBody>
          <a:bodyPr>
            <a:spAutoFit/>
          </a:bodyPr>
          <a:lstStyle>
            <a:lvl1pPr marL="342900" indent="-3429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80000"/>
              <a:buFont typeface="Wingdings" panose="05000000000000000000" pitchFamily="2" charset="2"/>
              <a:buChar char="n"/>
              <a:defRPr sz="3200" b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defRPr>
            </a:lvl1pPr>
            <a:lvl2pPr marL="742950" indent="-28575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Char char="–"/>
              <a:defRPr sz="2800">
                <a:solidFill>
                  <a:schemeClr val="tx1"/>
                </a:solidFill>
                <a:effectLst/>
                <a:latin typeface="+mn-lt"/>
                <a:ea typeface="+mn-ea"/>
              </a:defRPr>
            </a:lvl2pPr>
            <a:lvl3pPr marL="11430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Font typeface="Wingdings" panose="05000000000000000000" pitchFamily="2" charset="2"/>
              <a:buChar char="§"/>
              <a:defRPr sz="2400">
                <a:solidFill>
                  <a:schemeClr val="tx1"/>
                </a:solidFill>
                <a:effectLst/>
                <a:latin typeface="+mn-lt"/>
                <a:ea typeface="+mn-ea"/>
              </a:defRPr>
            </a:lvl3pPr>
            <a:lvl4pPr marL="16002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–"/>
              <a:defRPr sz="2000">
                <a:solidFill>
                  <a:schemeClr val="tx1"/>
                </a:solidFill>
                <a:effectLst/>
                <a:latin typeface="+mn-lt"/>
                <a:ea typeface="+mn-ea"/>
              </a:defRPr>
            </a:lvl4pPr>
            <a:lvl5pPr marL="20574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effectLst/>
                <a:latin typeface="+mn-lt"/>
                <a:ea typeface="+mn-ea"/>
              </a:defRPr>
            </a:lvl5pPr>
          </a:lstStyle>
          <a:p>
            <a:pPr marL="0" lvl="0" indent="0" eaLnBrk="1" hangingPunct="1">
              <a:spcBef>
                <a:spcPct val="50000"/>
              </a:spcBef>
              <a:buClrTx/>
              <a:buSzTx/>
              <a:buFontTx/>
              <a:buNone/>
            </a:pPr>
            <a:r>
              <a:rPr lang="en-US" altLang="zh-CN" sz="2400" b="1" dirty="0">
                <a:ea typeface="黑体" panose="02010609060101010101" pitchFamily="49" charset="-122"/>
              </a:rPr>
              <a:t>5</a:t>
            </a:r>
            <a:endParaRPr lang="en-US" altLang="zh-CN" sz="2400" b="1" dirty="0">
              <a:ea typeface="黑体" panose="02010609060101010101" pitchFamily="49" charset="-122"/>
            </a:endParaRPr>
          </a:p>
        </p:txBody>
      </p:sp>
      <p:sp>
        <p:nvSpPr>
          <p:cNvPr id="89107" name="Text Box 19"/>
          <p:cNvSpPr txBox="1"/>
          <p:nvPr/>
        </p:nvSpPr>
        <p:spPr>
          <a:xfrm>
            <a:off x="6238875" y="393700"/>
            <a:ext cx="576263" cy="457200"/>
          </a:xfrm>
          <a:prstGeom prst="rect">
            <a:avLst/>
          </a:prstGeom>
          <a:noFill/>
          <a:ln w="12700">
            <a:noFill/>
          </a:ln>
        </p:spPr>
        <p:txBody>
          <a:bodyPr>
            <a:spAutoFit/>
          </a:bodyPr>
          <a:lstStyle>
            <a:lvl1pPr marL="342900" indent="-3429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80000"/>
              <a:buFont typeface="Wingdings" panose="05000000000000000000" pitchFamily="2" charset="2"/>
              <a:buChar char="n"/>
              <a:defRPr sz="3200" b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defRPr>
            </a:lvl1pPr>
            <a:lvl2pPr marL="742950" indent="-28575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Char char="–"/>
              <a:defRPr sz="2800">
                <a:solidFill>
                  <a:schemeClr val="tx1"/>
                </a:solidFill>
                <a:effectLst/>
                <a:latin typeface="+mn-lt"/>
                <a:ea typeface="+mn-ea"/>
              </a:defRPr>
            </a:lvl2pPr>
            <a:lvl3pPr marL="11430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Font typeface="Wingdings" panose="05000000000000000000" pitchFamily="2" charset="2"/>
              <a:buChar char="§"/>
              <a:defRPr sz="2400">
                <a:solidFill>
                  <a:schemeClr val="tx1"/>
                </a:solidFill>
                <a:effectLst/>
                <a:latin typeface="+mn-lt"/>
                <a:ea typeface="+mn-ea"/>
              </a:defRPr>
            </a:lvl3pPr>
            <a:lvl4pPr marL="16002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–"/>
              <a:defRPr sz="2000">
                <a:solidFill>
                  <a:schemeClr val="tx1"/>
                </a:solidFill>
                <a:effectLst/>
                <a:latin typeface="+mn-lt"/>
                <a:ea typeface="+mn-ea"/>
              </a:defRPr>
            </a:lvl4pPr>
            <a:lvl5pPr marL="20574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effectLst/>
                <a:latin typeface="+mn-lt"/>
                <a:ea typeface="+mn-ea"/>
              </a:defRPr>
            </a:lvl5pPr>
          </a:lstStyle>
          <a:p>
            <a:pPr marL="0" lvl="0" indent="0" eaLnBrk="1" hangingPunct="1">
              <a:spcBef>
                <a:spcPct val="50000"/>
              </a:spcBef>
              <a:buClrTx/>
              <a:buSzTx/>
              <a:buFontTx/>
              <a:buNone/>
            </a:pPr>
            <a:r>
              <a:rPr lang="en-US" altLang="zh-CN" sz="2400" b="1" dirty="0">
                <a:ea typeface="黑体" panose="02010609060101010101" pitchFamily="49" charset="-122"/>
              </a:rPr>
              <a:t>6</a:t>
            </a:r>
            <a:endParaRPr lang="en-US" altLang="zh-CN" sz="2400" b="1" dirty="0">
              <a:ea typeface="黑体" panose="02010609060101010101" pitchFamily="49" charset="-122"/>
            </a:endParaRPr>
          </a:p>
        </p:txBody>
      </p:sp>
      <p:sp>
        <p:nvSpPr>
          <p:cNvPr id="89108" name="Text Box 20"/>
          <p:cNvSpPr txBox="1"/>
          <p:nvPr/>
        </p:nvSpPr>
        <p:spPr>
          <a:xfrm>
            <a:off x="6815138" y="393700"/>
            <a:ext cx="576262" cy="457200"/>
          </a:xfrm>
          <a:prstGeom prst="rect">
            <a:avLst/>
          </a:prstGeom>
          <a:noFill/>
          <a:ln w="12700">
            <a:noFill/>
          </a:ln>
        </p:spPr>
        <p:txBody>
          <a:bodyPr>
            <a:spAutoFit/>
          </a:bodyPr>
          <a:lstStyle>
            <a:lvl1pPr marL="342900" indent="-3429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80000"/>
              <a:buFont typeface="Wingdings" panose="05000000000000000000" pitchFamily="2" charset="2"/>
              <a:buChar char="n"/>
              <a:defRPr sz="3200" b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defRPr>
            </a:lvl1pPr>
            <a:lvl2pPr marL="742950" indent="-28575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Char char="–"/>
              <a:defRPr sz="2800">
                <a:solidFill>
                  <a:schemeClr val="tx1"/>
                </a:solidFill>
                <a:effectLst/>
                <a:latin typeface="+mn-lt"/>
                <a:ea typeface="+mn-ea"/>
              </a:defRPr>
            </a:lvl2pPr>
            <a:lvl3pPr marL="11430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Font typeface="Wingdings" panose="05000000000000000000" pitchFamily="2" charset="2"/>
              <a:buChar char="§"/>
              <a:defRPr sz="2400">
                <a:solidFill>
                  <a:schemeClr val="tx1"/>
                </a:solidFill>
                <a:effectLst/>
                <a:latin typeface="+mn-lt"/>
                <a:ea typeface="+mn-ea"/>
              </a:defRPr>
            </a:lvl3pPr>
            <a:lvl4pPr marL="16002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–"/>
              <a:defRPr sz="2000">
                <a:solidFill>
                  <a:schemeClr val="tx1"/>
                </a:solidFill>
                <a:effectLst/>
                <a:latin typeface="+mn-lt"/>
                <a:ea typeface="+mn-ea"/>
              </a:defRPr>
            </a:lvl4pPr>
            <a:lvl5pPr marL="20574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effectLst/>
                <a:latin typeface="+mn-lt"/>
                <a:ea typeface="+mn-ea"/>
              </a:defRPr>
            </a:lvl5pPr>
          </a:lstStyle>
          <a:p>
            <a:pPr marL="0" lvl="0" indent="0" eaLnBrk="1" hangingPunct="1">
              <a:spcBef>
                <a:spcPct val="50000"/>
              </a:spcBef>
              <a:buClrTx/>
              <a:buSzTx/>
              <a:buFontTx/>
              <a:buNone/>
            </a:pPr>
            <a:r>
              <a:rPr lang="en-US" altLang="zh-CN" sz="2400" b="1" dirty="0">
                <a:ea typeface="黑体" panose="02010609060101010101" pitchFamily="49" charset="-122"/>
              </a:rPr>
              <a:t>7</a:t>
            </a:r>
            <a:endParaRPr lang="en-US" altLang="zh-CN" sz="2400" b="1" dirty="0">
              <a:ea typeface="黑体" panose="02010609060101010101" pitchFamily="49" charset="-122"/>
            </a:endParaRPr>
          </a:p>
        </p:txBody>
      </p:sp>
      <p:sp>
        <p:nvSpPr>
          <p:cNvPr id="89109" name="Text Box 21"/>
          <p:cNvSpPr txBox="1"/>
          <p:nvPr/>
        </p:nvSpPr>
        <p:spPr>
          <a:xfrm>
            <a:off x="7391400" y="393700"/>
            <a:ext cx="576263" cy="457200"/>
          </a:xfrm>
          <a:prstGeom prst="rect">
            <a:avLst/>
          </a:prstGeom>
          <a:noFill/>
          <a:ln w="12700">
            <a:noFill/>
          </a:ln>
        </p:spPr>
        <p:txBody>
          <a:bodyPr>
            <a:spAutoFit/>
          </a:bodyPr>
          <a:lstStyle>
            <a:lvl1pPr marL="342900" indent="-3429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80000"/>
              <a:buFont typeface="Wingdings" panose="05000000000000000000" pitchFamily="2" charset="2"/>
              <a:buChar char="n"/>
              <a:defRPr sz="3200" b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defRPr>
            </a:lvl1pPr>
            <a:lvl2pPr marL="742950" indent="-28575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Char char="–"/>
              <a:defRPr sz="2800">
                <a:solidFill>
                  <a:schemeClr val="tx1"/>
                </a:solidFill>
                <a:effectLst/>
                <a:latin typeface="+mn-lt"/>
                <a:ea typeface="+mn-ea"/>
              </a:defRPr>
            </a:lvl2pPr>
            <a:lvl3pPr marL="11430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Font typeface="Wingdings" panose="05000000000000000000" pitchFamily="2" charset="2"/>
              <a:buChar char="§"/>
              <a:defRPr sz="2400">
                <a:solidFill>
                  <a:schemeClr val="tx1"/>
                </a:solidFill>
                <a:effectLst/>
                <a:latin typeface="+mn-lt"/>
                <a:ea typeface="+mn-ea"/>
              </a:defRPr>
            </a:lvl3pPr>
            <a:lvl4pPr marL="16002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–"/>
              <a:defRPr sz="2000">
                <a:solidFill>
                  <a:schemeClr val="tx1"/>
                </a:solidFill>
                <a:effectLst/>
                <a:latin typeface="+mn-lt"/>
                <a:ea typeface="+mn-ea"/>
              </a:defRPr>
            </a:lvl4pPr>
            <a:lvl5pPr marL="20574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effectLst/>
                <a:latin typeface="+mn-lt"/>
                <a:ea typeface="+mn-ea"/>
              </a:defRPr>
            </a:lvl5pPr>
          </a:lstStyle>
          <a:p>
            <a:pPr marL="0" lvl="0" indent="0" eaLnBrk="1" hangingPunct="1">
              <a:spcBef>
                <a:spcPct val="50000"/>
              </a:spcBef>
              <a:buClrTx/>
              <a:buSzTx/>
              <a:buFontTx/>
              <a:buNone/>
            </a:pPr>
            <a:r>
              <a:rPr lang="en-US" altLang="zh-CN" sz="2400" b="1" dirty="0">
                <a:ea typeface="黑体" panose="02010609060101010101" pitchFamily="49" charset="-122"/>
              </a:rPr>
              <a:t>8</a:t>
            </a:r>
            <a:endParaRPr lang="en-US" altLang="zh-CN" sz="2400" b="1" dirty="0">
              <a:ea typeface="黑体" panose="02010609060101010101" pitchFamily="49" charset="-122"/>
            </a:endParaRPr>
          </a:p>
        </p:txBody>
      </p:sp>
      <p:sp>
        <p:nvSpPr>
          <p:cNvPr id="89110" name="Text Box 22"/>
          <p:cNvSpPr txBox="1"/>
          <p:nvPr/>
        </p:nvSpPr>
        <p:spPr>
          <a:xfrm>
            <a:off x="7967663" y="393700"/>
            <a:ext cx="576262" cy="457200"/>
          </a:xfrm>
          <a:prstGeom prst="rect">
            <a:avLst/>
          </a:prstGeom>
          <a:noFill/>
          <a:ln w="12700">
            <a:noFill/>
          </a:ln>
        </p:spPr>
        <p:txBody>
          <a:bodyPr>
            <a:spAutoFit/>
          </a:bodyPr>
          <a:lstStyle>
            <a:lvl1pPr marL="342900" indent="-3429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80000"/>
              <a:buFont typeface="Wingdings" panose="05000000000000000000" pitchFamily="2" charset="2"/>
              <a:buChar char="n"/>
              <a:defRPr sz="3200" b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defRPr>
            </a:lvl1pPr>
            <a:lvl2pPr marL="742950" indent="-28575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Char char="–"/>
              <a:defRPr sz="2800">
                <a:solidFill>
                  <a:schemeClr val="tx1"/>
                </a:solidFill>
                <a:effectLst/>
                <a:latin typeface="+mn-lt"/>
                <a:ea typeface="+mn-ea"/>
              </a:defRPr>
            </a:lvl2pPr>
            <a:lvl3pPr marL="11430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Font typeface="Wingdings" panose="05000000000000000000" pitchFamily="2" charset="2"/>
              <a:buChar char="§"/>
              <a:defRPr sz="2400">
                <a:solidFill>
                  <a:schemeClr val="tx1"/>
                </a:solidFill>
                <a:effectLst/>
                <a:latin typeface="+mn-lt"/>
                <a:ea typeface="+mn-ea"/>
              </a:defRPr>
            </a:lvl3pPr>
            <a:lvl4pPr marL="16002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–"/>
              <a:defRPr sz="2000">
                <a:solidFill>
                  <a:schemeClr val="tx1"/>
                </a:solidFill>
                <a:effectLst/>
                <a:latin typeface="+mn-lt"/>
                <a:ea typeface="+mn-ea"/>
              </a:defRPr>
            </a:lvl4pPr>
            <a:lvl5pPr marL="20574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effectLst/>
                <a:latin typeface="+mn-lt"/>
                <a:ea typeface="+mn-ea"/>
              </a:defRPr>
            </a:lvl5pPr>
          </a:lstStyle>
          <a:p>
            <a:pPr marL="0" lvl="0" indent="0" eaLnBrk="1" hangingPunct="1">
              <a:spcBef>
                <a:spcPct val="50000"/>
              </a:spcBef>
              <a:buClrTx/>
              <a:buSzTx/>
              <a:buFontTx/>
              <a:buNone/>
            </a:pPr>
            <a:r>
              <a:rPr lang="en-US" altLang="zh-CN" sz="2400" b="1" dirty="0">
                <a:ea typeface="黑体" panose="02010609060101010101" pitchFamily="49" charset="-122"/>
              </a:rPr>
              <a:t>9</a:t>
            </a:r>
            <a:endParaRPr lang="en-US" altLang="zh-CN" sz="2400" b="1" dirty="0">
              <a:ea typeface="黑体" panose="02010609060101010101" pitchFamily="49" charset="-122"/>
            </a:endParaRPr>
          </a:p>
        </p:txBody>
      </p:sp>
      <p:sp>
        <p:nvSpPr>
          <p:cNvPr id="89111" name="Text Box 23"/>
          <p:cNvSpPr txBox="1"/>
          <p:nvPr/>
        </p:nvSpPr>
        <p:spPr>
          <a:xfrm>
            <a:off x="2711450" y="404813"/>
            <a:ext cx="576263" cy="457200"/>
          </a:xfrm>
          <a:prstGeom prst="rect">
            <a:avLst/>
          </a:prstGeom>
          <a:noFill/>
          <a:ln w="12700">
            <a:noFill/>
          </a:ln>
        </p:spPr>
        <p:txBody>
          <a:bodyPr>
            <a:spAutoFit/>
          </a:bodyPr>
          <a:lstStyle>
            <a:lvl1pPr marL="342900" indent="-3429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80000"/>
              <a:buFont typeface="Wingdings" panose="05000000000000000000" pitchFamily="2" charset="2"/>
              <a:buChar char="n"/>
              <a:defRPr sz="3200" b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defRPr>
            </a:lvl1pPr>
            <a:lvl2pPr marL="742950" indent="-28575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Char char="–"/>
              <a:defRPr sz="2800">
                <a:solidFill>
                  <a:schemeClr val="tx1"/>
                </a:solidFill>
                <a:effectLst/>
                <a:latin typeface="+mn-lt"/>
                <a:ea typeface="+mn-ea"/>
              </a:defRPr>
            </a:lvl2pPr>
            <a:lvl3pPr marL="11430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Font typeface="Wingdings" panose="05000000000000000000" pitchFamily="2" charset="2"/>
              <a:buChar char="§"/>
              <a:defRPr sz="2400">
                <a:solidFill>
                  <a:schemeClr val="tx1"/>
                </a:solidFill>
                <a:effectLst/>
                <a:latin typeface="+mn-lt"/>
                <a:ea typeface="+mn-ea"/>
              </a:defRPr>
            </a:lvl3pPr>
            <a:lvl4pPr marL="16002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–"/>
              <a:defRPr sz="2000">
                <a:solidFill>
                  <a:schemeClr val="tx1"/>
                </a:solidFill>
                <a:effectLst/>
                <a:latin typeface="+mn-lt"/>
                <a:ea typeface="+mn-ea"/>
              </a:defRPr>
            </a:lvl4pPr>
            <a:lvl5pPr marL="20574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effectLst/>
                <a:latin typeface="+mn-lt"/>
                <a:ea typeface="+mn-ea"/>
              </a:defRPr>
            </a:lvl5pPr>
          </a:lstStyle>
          <a:p>
            <a:pPr marL="0" lvl="0" indent="0" eaLnBrk="1" hangingPunct="1">
              <a:spcBef>
                <a:spcPct val="50000"/>
              </a:spcBef>
              <a:buClrTx/>
              <a:buSzTx/>
              <a:buFontTx/>
              <a:buNone/>
            </a:pPr>
            <a:r>
              <a:rPr lang="en-US" altLang="zh-CN" sz="2400" b="1" dirty="0">
                <a:ea typeface="黑体" panose="02010609060101010101" pitchFamily="49" charset="-122"/>
              </a:rPr>
              <a:t>0</a:t>
            </a:r>
            <a:endParaRPr lang="en-US" altLang="zh-CN" sz="2400" b="1" dirty="0">
              <a:ea typeface="黑体" panose="02010609060101010101" pitchFamily="49" charset="-122"/>
            </a:endParaRPr>
          </a:p>
        </p:txBody>
      </p:sp>
      <p:sp>
        <p:nvSpPr>
          <p:cNvPr id="89112" name="Text Box 24"/>
          <p:cNvSpPr txBox="1"/>
          <p:nvPr/>
        </p:nvSpPr>
        <p:spPr>
          <a:xfrm>
            <a:off x="1703388" y="404813"/>
            <a:ext cx="1042987" cy="457200"/>
          </a:xfrm>
          <a:prstGeom prst="rect">
            <a:avLst/>
          </a:prstGeom>
          <a:noFill/>
          <a:ln w="12700">
            <a:noFill/>
          </a:ln>
        </p:spPr>
        <p:txBody>
          <a:bodyPr>
            <a:spAutoFit/>
          </a:bodyPr>
          <a:lstStyle>
            <a:lvl1pPr marL="342900" indent="-3429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80000"/>
              <a:buFont typeface="Wingdings" panose="05000000000000000000" pitchFamily="2" charset="2"/>
              <a:buChar char="n"/>
              <a:defRPr sz="3200" b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defRPr>
            </a:lvl1pPr>
            <a:lvl2pPr marL="742950" indent="-28575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Char char="–"/>
              <a:defRPr sz="2800">
                <a:solidFill>
                  <a:schemeClr val="tx1"/>
                </a:solidFill>
                <a:effectLst/>
                <a:latin typeface="+mn-lt"/>
                <a:ea typeface="+mn-ea"/>
              </a:defRPr>
            </a:lvl2pPr>
            <a:lvl3pPr marL="11430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Font typeface="Wingdings" panose="05000000000000000000" pitchFamily="2" charset="2"/>
              <a:buChar char="§"/>
              <a:defRPr sz="2400">
                <a:solidFill>
                  <a:schemeClr val="tx1"/>
                </a:solidFill>
                <a:effectLst/>
                <a:latin typeface="+mn-lt"/>
                <a:ea typeface="+mn-ea"/>
              </a:defRPr>
            </a:lvl3pPr>
            <a:lvl4pPr marL="16002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–"/>
              <a:defRPr sz="2000">
                <a:solidFill>
                  <a:schemeClr val="tx1"/>
                </a:solidFill>
                <a:effectLst/>
                <a:latin typeface="+mn-lt"/>
                <a:ea typeface="+mn-ea"/>
              </a:defRPr>
            </a:lvl4pPr>
            <a:lvl5pPr marL="20574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effectLst/>
                <a:latin typeface="+mn-lt"/>
                <a:ea typeface="+mn-ea"/>
              </a:defRPr>
            </a:lvl5pPr>
          </a:lstStyle>
          <a:p>
            <a:pPr marL="0" lvl="0" indent="0" eaLnBrk="1" hangingPunct="1">
              <a:spcBef>
                <a:spcPct val="50000"/>
              </a:spcBef>
              <a:buClrTx/>
              <a:buSzTx/>
              <a:buFontTx/>
              <a:buNone/>
            </a:pPr>
            <a:r>
              <a:rPr lang="zh-CN" altLang="en-US" sz="2400" b="1" dirty="0">
                <a:ea typeface="黑体" panose="02010609060101010101" pitchFamily="49" charset="-122"/>
              </a:rPr>
              <a:t>下标</a:t>
            </a:r>
            <a:endParaRPr lang="zh-CN" altLang="en-US" sz="2400" b="1" dirty="0">
              <a:ea typeface="黑体" panose="02010609060101010101" pitchFamily="49" charset="-122"/>
            </a:endParaRPr>
          </a:p>
        </p:txBody>
      </p:sp>
      <p:sp>
        <p:nvSpPr>
          <p:cNvPr id="89113" name="Rectangle 25"/>
          <p:cNvSpPr/>
          <p:nvPr/>
        </p:nvSpPr>
        <p:spPr>
          <a:xfrm>
            <a:off x="1919288" y="1916113"/>
            <a:ext cx="8229600" cy="2519362"/>
          </a:xfrm>
          <a:prstGeom prst="rect">
            <a:avLst/>
          </a:prstGeom>
          <a:noFill/>
          <a:ln w="9525">
            <a:noFill/>
          </a:ln>
        </p:spPr>
        <p:txBody>
          <a:bodyPr/>
          <a:lstStyle>
            <a:lvl1pPr marL="342900" indent="-3429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80000"/>
              <a:buFont typeface="Wingdings" panose="05000000000000000000" pitchFamily="2" charset="2"/>
              <a:buChar char="n"/>
              <a:defRPr sz="3200" b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defRPr>
            </a:lvl1pPr>
            <a:lvl2pPr marL="742950" indent="-28575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Char char="–"/>
              <a:defRPr sz="2800">
                <a:solidFill>
                  <a:schemeClr val="tx1"/>
                </a:solidFill>
                <a:effectLst/>
                <a:latin typeface="+mn-lt"/>
                <a:ea typeface="+mn-ea"/>
              </a:defRPr>
            </a:lvl2pPr>
            <a:lvl3pPr marL="11430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Font typeface="Wingdings" panose="05000000000000000000" pitchFamily="2" charset="2"/>
              <a:buChar char="§"/>
              <a:defRPr sz="2400">
                <a:solidFill>
                  <a:schemeClr val="tx1"/>
                </a:solidFill>
                <a:effectLst/>
                <a:latin typeface="+mn-lt"/>
                <a:ea typeface="+mn-ea"/>
              </a:defRPr>
            </a:lvl3pPr>
            <a:lvl4pPr marL="16002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–"/>
              <a:defRPr sz="2000">
                <a:solidFill>
                  <a:schemeClr val="tx1"/>
                </a:solidFill>
                <a:effectLst/>
                <a:latin typeface="+mn-lt"/>
                <a:ea typeface="+mn-ea"/>
              </a:defRPr>
            </a:lvl4pPr>
            <a:lvl5pPr marL="20574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effectLst/>
                <a:latin typeface="+mn-lt"/>
                <a:ea typeface="+mn-ea"/>
              </a:defRPr>
            </a:lvl5pPr>
          </a:lstStyle>
          <a:p>
            <a:pPr marL="609600" lvl="0" indent="-609600" eaLnBrk="1" hangingPunct="1">
              <a:buFont typeface="Wingdings" panose="05000000000000000000" pitchFamily="2" charset="2"/>
              <a:buAutoNum type="arabicPeriod" startAt="5"/>
            </a:pPr>
            <a:r>
              <a:rPr lang="en-US" altLang="zh-CN" sz="2400" b="1" dirty="0">
                <a:ea typeface="黑体" panose="02010609060101010101" pitchFamily="49" charset="-122"/>
              </a:rPr>
              <a:t>i=4</a:t>
            </a:r>
            <a:endParaRPr lang="en-US" altLang="zh-CN" sz="2400" b="1" dirty="0">
              <a:ea typeface="黑体" panose="02010609060101010101" pitchFamily="49" charset="-122"/>
            </a:endParaRPr>
          </a:p>
          <a:p>
            <a:pPr marL="990600" lvl="1" indent="-533400" eaLnBrk="1" hangingPunct="1">
              <a:buFont typeface="Wingdings" panose="05000000000000000000" pitchFamily="2" charset="2"/>
              <a:buAutoNum type="circleNumDbPlain"/>
            </a:pPr>
            <a:r>
              <a:rPr lang="en-US" altLang="zh-CN" sz="2400" b="1" dirty="0">
                <a:ea typeface="黑体" panose="02010609060101010101" pitchFamily="49" charset="-122"/>
              </a:rPr>
              <a:t>a[4]=1</a:t>
            </a:r>
            <a:endParaRPr lang="en-US" altLang="zh-CN" sz="2400" b="1" dirty="0">
              <a:ea typeface="黑体" panose="02010609060101010101" pitchFamily="49" charset="-122"/>
            </a:endParaRPr>
          </a:p>
          <a:p>
            <a:pPr marL="990600" lvl="1" indent="-533400" eaLnBrk="1" hangingPunct="1">
              <a:buFont typeface="Wingdings" panose="05000000000000000000" pitchFamily="2" charset="2"/>
              <a:buAutoNum type="circleNumDbPlain"/>
            </a:pPr>
            <a:r>
              <a:rPr lang="en-US" altLang="zh-CN" sz="2400" b="1" dirty="0">
                <a:ea typeface="黑体" panose="02010609060101010101" pitchFamily="49" charset="-122"/>
              </a:rPr>
              <a:t>j=3&gt;0</a:t>
            </a:r>
            <a:br>
              <a:rPr lang="en-US" altLang="zh-CN" sz="2400" b="1" dirty="0">
                <a:ea typeface="黑体" panose="02010609060101010101" pitchFamily="49" charset="-122"/>
              </a:rPr>
            </a:br>
            <a:r>
              <a:rPr lang="en-US" altLang="zh-CN" sz="2400" b="1" dirty="0">
                <a:ea typeface="黑体" panose="02010609060101010101" pitchFamily="49" charset="-122"/>
              </a:rPr>
              <a:t>a[3]=a[3]+a[2]=4 </a:t>
            </a:r>
            <a:br>
              <a:rPr lang="en-US" altLang="zh-CN" sz="2400" b="1" dirty="0">
                <a:ea typeface="黑体" panose="02010609060101010101" pitchFamily="49" charset="-122"/>
              </a:rPr>
            </a:br>
            <a:r>
              <a:rPr lang="en-US" altLang="zh-CN" sz="2400" b="1" dirty="0">
                <a:ea typeface="黑体" panose="02010609060101010101" pitchFamily="49" charset="-122"/>
              </a:rPr>
              <a:t>a[2]=a[2]+a[1]=6 </a:t>
            </a:r>
            <a:br>
              <a:rPr lang="en-US" altLang="zh-CN" sz="2400" b="1" dirty="0">
                <a:ea typeface="黑体" panose="02010609060101010101" pitchFamily="49" charset="-122"/>
              </a:rPr>
            </a:br>
            <a:r>
              <a:rPr lang="en-US" altLang="zh-CN" sz="2400" b="1" dirty="0">
                <a:ea typeface="黑体" panose="02010609060101010101" pitchFamily="49" charset="-122"/>
              </a:rPr>
              <a:t>a[1]=a[1]+a[0]=4</a:t>
            </a:r>
            <a:endParaRPr lang="en-US" altLang="zh-CN" sz="2400" b="1" dirty="0">
              <a:ea typeface="黑体" panose="02010609060101010101" pitchFamily="49" charset="-122"/>
            </a:endParaRPr>
          </a:p>
        </p:txBody>
      </p:sp>
      <p:sp>
        <p:nvSpPr>
          <p:cNvPr id="1572890" name="Text Box 26"/>
          <p:cNvSpPr txBox="1"/>
          <p:nvPr/>
        </p:nvSpPr>
        <p:spPr>
          <a:xfrm>
            <a:off x="5016500" y="942975"/>
            <a:ext cx="576263" cy="461963"/>
          </a:xfrm>
          <a:prstGeom prst="rect">
            <a:avLst/>
          </a:prstGeom>
          <a:solidFill>
            <a:schemeClr val="bg1"/>
          </a:solidFill>
          <a:ln w="38100" cap="flat" cmpd="sng">
            <a:solidFill>
              <a:schemeClr val="tx1"/>
            </a:solidFill>
            <a:prstDash val="solid"/>
            <a:miter/>
            <a:headEnd type="none" w="med" len="med"/>
            <a:tailEnd type="none" w="med" len="med"/>
          </a:ln>
        </p:spPr>
        <p:txBody>
          <a:bodyPr>
            <a:spAutoFit/>
          </a:bodyPr>
          <a:lstStyle>
            <a:lvl1pPr marL="342900" indent="-3429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80000"/>
              <a:buFont typeface="Wingdings" panose="05000000000000000000" pitchFamily="2" charset="2"/>
              <a:buChar char="n"/>
              <a:defRPr sz="3200" b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defRPr>
            </a:lvl1pPr>
            <a:lvl2pPr marL="742950" indent="-28575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Char char="–"/>
              <a:defRPr sz="2800">
                <a:solidFill>
                  <a:schemeClr val="tx1"/>
                </a:solidFill>
                <a:effectLst/>
                <a:latin typeface="+mn-lt"/>
                <a:ea typeface="+mn-ea"/>
              </a:defRPr>
            </a:lvl2pPr>
            <a:lvl3pPr marL="11430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Font typeface="Wingdings" panose="05000000000000000000" pitchFamily="2" charset="2"/>
              <a:buChar char="§"/>
              <a:defRPr sz="2400">
                <a:solidFill>
                  <a:schemeClr val="tx1"/>
                </a:solidFill>
                <a:effectLst/>
                <a:latin typeface="+mn-lt"/>
                <a:ea typeface="+mn-ea"/>
              </a:defRPr>
            </a:lvl3pPr>
            <a:lvl4pPr marL="16002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–"/>
              <a:defRPr sz="2000">
                <a:solidFill>
                  <a:schemeClr val="tx1"/>
                </a:solidFill>
                <a:effectLst/>
                <a:latin typeface="+mn-lt"/>
                <a:ea typeface="+mn-ea"/>
              </a:defRPr>
            </a:lvl4pPr>
            <a:lvl5pPr marL="20574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effectLst/>
                <a:latin typeface="+mn-lt"/>
                <a:ea typeface="+mn-ea"/>
              </a:defRPr>
            </a:lvl5pPr>
          </a:lstStyle>
          <a:p>
            <a:pPr marL="0" lvl="0" indent="0" eaLnBrk="1" hangingPunct="1">
              <a:spcBef>
                <a:spcPct val="50000"/>
              </a:spcBef>
              <a:buClrTx/>
              <a:buSzTx/>
              <a:buFontTx/>
              <a:buNone/>
            </a:pPr>
            <a:r>
              <a:rPr lang="en-US" altLang="zh-CN" sz="2400" b="1" dirty="0">
                <a:ea typeface="黑体" panose="02010609060101010101" pitchFamily="49" charset="-122"/>
              </a:rPr>
              <a:t>1</a:t>
            </a:r>
            <a:endParaRPr lang="en-US" altLang="zh-CN" sz="2400" b="1" dirty="0">
              <a:ea typeface="黑体" panose="02010609060101010101" pitchFamily="49" charset="-122"/>
            </a:endParaRPr>
          </a:p>
        </p:txBody>
      </p:sp>
      <p:sp>
        <p:nvSpPr>
          <p:cNvPr id="1572891" name="Text Box 27"/>
          <p:cNvSpPr txBox="1"/>
          <p:nvPr/>
        </p:nvSpPr>
        <p:spPr>
          <a:xfrm>
            <a:off x="4440238" y="942975"/>
            <a:ext cx="576262" cy="461963"/>
          </a:xfrm>
          <a:prstGeom prst="rect">
            <a:avLst/>
          </a:prstGeom>
          <a:solidFill>
            <a:schemeClr val="bg1"/>
          </a:solidFill>
          <a:ln w="38100" cap="flat" cmpd="sng">
            <a:solidFill>
              <a:schemeClr val="tx1"/>
            </a:solidFill>
            <a:prstDash val="solid"/>
            <a:miter/>
            <a:headEnd type="none" w="med" len="med"/>
            <a:tailEnd type="none" w="med" len="med"/>
          </a:ln>
        </p:spPr>
        <p:txBody>
          <a:bodyPr>
            <a:spAutoFit/>
          </a:bodyPr>
          <a:lstStyle>
            <a:lvl1pPr marL="342900" indent="-3429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80000"/>
              <a:buFont typeface="Wingdings" panose="05000000000000000000" pitchFamily="2" charset="2"/>
              <a:buChar char="n"/>
              <a:defRPr sz="3200" b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defRPr>
            </a:lvl1pPr>
            <a:lvl2pPr marL="742950" indent="-28575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Char char="–"/>
              <a:defRPr sz="2800">
                <a:solidFill>
                  <a:schemeClr val="tx1"/>
                </a:solidFill>
                <a:effectLst/>
                <a:latin typeface="+mn-lt"/>
                <a:ea typeface="+mn-ea"/>
              </a:defRPr>
            </a:lvl2pPr>
            <a:lvl3pPr marL="11430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Font typeface="Wingdings" panose="05000000000000000000" pitchFamily="2" charset="2"/>
              <a:buChar char="§"/>
              <a:defRPr sz="2400">
                <a:solidFill>
                  <a:schemeClr val="tx1"/>
                </a:solidFill>
                <a:effectLst/>
                <a:latin typeface="+mn-lt"/>
                <a:ea typeface="+mn-ea"/>
              </a:defRPr>
            </a:lvl3pPr>
            <a:lvl4pPr marL="16002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–"/>
              <a:defRPr sz="2000">
                <a:solidFill>
                  <a:schemeClr val="tx1"/>
                </a:solidFill>
                <a:effectLst/>
                <a:latin typeface="+mn-lt"/>
                <a:ea typeface="+mn-ea"/>
              </a:defRPr>
            </a:lvl4pPr>
            <a:lvl5pPr marL="20574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effectLst/>
                <a:latin typeface="+mn-lt"/>
                <a:ea typeface="+mn-ea"/>
              </a:defRPr>
            </a:lvl5pPr>
          </a:lstStyle>
          <a:p>
            <a:pPr marL="0" lvl="0" indent="0" eaLnBrk="1" hangingPunct="1">
              <a:spcBef>
                <a:spcPct val="50000"/>
              </a:spcBef>
              <a:buClrTx/>
              <a:buSzTx/>
              <a:buFontTx/>
              <a:buNone/>
            </a:pPr>
            <a:r>
              <a:rPr lang="en-US" altLang="zh-CN" sz="2400" b="1" dirty="0">
                <a:solidFill>
                  <a:srgbClr val="FFFF00"/>
                </a:solidFill>
                <a:ea typeface="黑体" panose="02010609060101010101" pitchFamily="49" charset="-122"/>
              </a:rPr>
              <a:t>4</a:t>
            </a:r>
            <a:endParaRPr lang="en-US" altLang="zh-CN" sz="2400" b="1" dirty="0">
              <a:solidFill>
                <a:srgbClr val="FFFF00"/>
              </a:solidFill>
              <a:ea typeface="黑体" panose="02010609060101010101" pitchFamily="49" charset="-122"/>
            </a:endParaRPr>
          </a:p>
        </p:txBody>
      </p:sp>
      <p:sp>
        <p:nvSpPr>
          <p:cNvPr id="1572892" name="Text Box 28"/>
          <p:cNvSpPr txBox="1"/>
          <p:nvPr/>
        </p:nvSpPr>
        <p:spPr>
          <a:xfrm>
            <a:off x="3287713" y="942975"/>
            <a:ext cx="576262" cy="461963"/>
          </a:xfrm>
          <a:prstGeom prst="rect">
            <a:avLst/>
          </a:prstGeom>
          <a:solidFill>
            <a:schemeClr val="bg1"/>
          </a:solidFill>
          <a:ln w="38100" cap="flat" cmpd="sng">
            <a:solidFill>
              <a:schemeClr val="tx1"/>
            </a:solidFill>
            <a:prstDash val="solid"/>
            <a:miter/>
            <a:headEnd type="none" w="med" len="med"/>
            <a:tailEnd type="none" w="med" len="med"/>
          </a:ln>
        </p:spPr>
        <p:txBody>
          <a:bodyPr>
            <a:spAutoFit/>
          </a:bodyPr>
          <a:lstStyle>
            <a:lvl1pPr marL="342900" indent="-3429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80000"/>
              <a:buFont typeface="Wingdings" panose="05000000000000000000" pitchFamily="2" charset="2"/>
              <a:buChar char="n"/>
              <a:defRPr sz="3200" b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defRPr>
            </a:lvl1pPr>
            <a:lvl2pPr marL="742950" indent="-28575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Char char="–"/>
              <a:defRPr sz="2800">
                <a:solidFill>
                  <a:schemeClr val="tx1"/>
                </a:solidFill>
                <a:effectLst/>
                <a:latin typeface="+mn-lt"/>
                <a:ea typeface="+mn-ea"/>
              </a:defRPr>
            </a:lvl2pPr>
            <a:lvl3pPr marL="11430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Font typeface="Wingdings" panose="05000000000000000000" pitchFamily="2" charset="2"/>
              <a:buChar char="§"/>
              <a:defRPr sz="2400">
                <a:solidFill>
                  <a:schemeClr val="tx1"/>
                </a:solidFill>
                <a:effectLst/>
                <a:latin typeface="+mn-lt"/>
                <a:ea typeface="+mn-ea"/>
              </a:defRPr>
            </a:lvl3pPr>
            <a:lvl4pPr marL="16002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–"/>
              <a:defRPr sz="2000">
                <a:solidFill>
                  <a:schemeClr val="tx1"/>
                </a:solidFill>
                <a:effectLst/>
                <a:latin typeface="+mn-lt"/>
                <a:ea typeface="+mn-ea"/>
              </a:defRPr>
            </a:lvl4pPr>
            <a:lvl5pPr marL="20574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effectLst/>
                <a:latin typeface="+mn-lt"/>
                <a:ea typeface="+mn-ea"/>
              </a:defRPr>
            </a:lvl5pPr>
          </a:lstStyle>
          <a:p>
            <a:pPr marL="0" lvl="0" indent="0" eaLnBrk="1" hangingPunct="1">
              <a:spcBef>
                <a:spcPct val="50000"/>
              </a:spcBef>
              <a:buClrTx/>
              <a:buSzTx/>
              <a:buFontTx/>
              <a:buNone/>
            </a:pPr>
            <a:r>
              <a:rPr lang="en-US" altLang="zh-CN" sz="2400" b="1" dirty="0">
                <a:solidFill>
                  <a:srgbClr val="FFFF00"/>
                </a:solidFill>
                <a:ea typeface="黑体" panose="02010609060101010101" pitchFamily="49" charset="-122"/>
              </a:rPr>
              <a:t>4</a:t>
            </a:r>
            <a:endParaRPr lang="en-US" altLang="zh-CN" sz="2400" b="1" dirty="0">
              <a:solidFill>
                <a:srgbClr val="FFFF00"/>
              </a:solidFill>
              <a:ea typeface="黑体" panose="02010609060101010101" pitchFamily="49" charset="-122"/>
            </a:endParaRPr>
          </a:p>
        </p:txBody>
      </p:sp>
      <p:sp>
        <p:nvSpPr>
          <p:cNvPr id="1572893" name="Text Box 29"/>
          <p:cNvSpPr txBox="1"/>
          <p:nvPr/>
        </p:nvSpPr>
        <p:spPr>
          <a:xfrm>
            <a:off x="3863975" y="942975"/>
            <a:ext cx="576263" cy="461963"/>
          </a:xfrm>
          <a:prstGeom prst="rect">
            <a:avLst/>
          </a:prstGeom>
          <a:solidFill>
            <a:schemeClr val="bg1"/>
          </a:solidFill>
          <a:ln w="38100" cap="flat" cmpd="sng">
            <a:solidFill>
              <a:schemeClr val="tx1"/>
            </a:solidFill>
            <a:prstDash val="solid"/>
            <a:miter/>
            <a:headEnd type="none" w="med" len="med"/>
            <a:tailEnd type="none" w="med" len="med"/>
          </a:ln>
        </p:spPr>
        <p:txBody>
          <a:bodyPr>
            <a:spAutoFit/>
          </a:bodyPr>
          <a:lstStyle>
            <a:lvl1pPr marL="342900" indent="-3429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80000"/>
              <a:buFont typeface="Wingdings" panose="05000000000000000000" pitchFamily="2" charset="2"/>
              <a:buChar char="n"/>
              <a:defRPr sz="3200" b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defRPr>
            </a:lvl1pPr>
            <a:lvl2pPr marL="742950" indent="-28575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Char char="–"/>
              <a:defRPr sz="2800">
                <a:solidFill>
                  <a:schemeClr val="tx1"/>
                </a:solidFill>
                <a:effectLst/>
                <a:latin typeface="+mn-lt"/>
                <a:ea typeface="+mn-ea"/>
              </a:defRPr>
            </a:lvl2pPr>
            <a:lvl3pPr marL="11430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Font typeface="Wingdings" panose="05000000000000000000" pitchFamily="2" charset="2"/>
              <a:buChar char="§"/>
              <a:defRPr sz="2400">
                <a:solidFill>
                  <a:schemeClr val="tx1"/>
                </a:solidFill>
                <a:effectLst/>
                <a:latin typeface="+mn-lt"/>
                <a:ea typeface="+mn-ea"/>
              </a:defRPr>
            </a:lvl3pPr>
            <a:lvl4pPr marL="16002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–"/>
              <a:defRPr sz="2000">
                <a:solidFill>
                  <a:schemeClr val="tx1"/>
                </a:solidFill>
                <a:effectLst/>
                <a:latin typeface="+mn-lt"/>
                <a:ea typeface="+mn-ea"/>
              </a:defRPr>
            </a:lvl4pPr>
            <a:lvl5pPr marL="20574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effectLst/>
                <a:latin typeface="+mn-lt"/>
                <a:ea typeface="+mn-ea"/>
              </a:defRPr>
            </a:lvl5pPr>
          </a:lstStyle>
          <a:p>
            <a:pPr marL="0" lvl="0" indent="0" eaLnBrk="1" hangingPunct="1">
              <a:spcBef>
                <a:spcPct val="50000"/>
              </a:spcBef>
              <a:buClrTx/>
              <a:buSzTx/>
              <a:buFontTx/>
              <a:buNone/>
            </a:pPr>
            <a:r>
              <a:rPr lang="en-US" altLang="zh-CN" sz="2400" b="1" dirty="0">
                <a:solidFill>
                  <a:srgbClr val="FFFF00"/>
                </a:solidFill>
                <a:ea typeface="黑体" panose="02010609060101010101" pitchFamily="49" charset="-122"/>
              </a:rPr>
              <a:t>6</a:t>
            </a:r>
            <a:endParaRPr lang="en-US" altLang="zh-CN" sz="2400" b="1" dirty="0">
              <a:solidFill>
                <a:srgbClr val="FFFF00"/>
              </a:solidFill>
              <a:ea typeface="黑体" panose="02010609060101010101" pitchFamily="49" charset="-122"/>
            </a:endParaRPr>
          </a:p>
        </p:txBody>
      </p:sp>
      <p:sp>
        <p:nvSpPr>
          <p:cNvPr id="89118" name="Text Box 31"/>
          <p:cNvSpPr txBox="1"/>
          <p:nvPr/>
        </p:nvSpPr>
        <p:spPr>
          <a:xfrm>
            <a:off x="8472488" y="404813"/>
            <a:ext cx="576262" cy="457200"/>
          </a:xfrm>
          <a:prstGeom prst="rect">
            <a:avLst/>
          </a:prstGeom>
          <a:noFill/>
          <a:ln w="12700">
            <a:noFill/>
          </a:ln>
        </p:spPr>
        <p:txBody>
          <a:bodyPr>
            <a:spAutoFit/>
          </a:bodyPr>
          <a:lstStyle>
            <a:lvl1pPr marL="342900" indent="-3429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80000"/>
              <a:buFont typeface="Wingdings" panose="05000000000000000000" pitchFamily="2" charset="2"/>
              <a:buChar char="n"/>
              <a:defRPr sz="3200" b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defRPr>
            </a:lvl1pPr>
            <a:lvl2pPr marL="742950" indent="-28575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Char char="–"/>
              <a:defRPr sz="2800">
                <a:solidFill>
                  <a:schemeClr val="tx1"/>
                </a:solidFill>
                <a:effectLst/>
                <a:latin typeface="+mn-lt"/>
                <a:ea typeface="+mn-ea"/>
              </a:defRPr>
            </a:lvl2pPr>
            <a:lvl3pPr marL="11430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Font typeface="Wingdings" panose="05000000000000000000" pitchFamily="2" charset="2"/>
              <a:buChar char="§"/>
              <a:defRPr sz="2400">
                <a:solidFill>
                  <a:schemeClr val="tx1"/>
                </a:solidFill>
                <a:effectLst/>
                <a:latin typeface="+mn-lt"/>
                <a:ea typeface="+mn-ea"/>
              </a:defRPr>
            </a:lvl3pPr>
            <a:lvl4pPr marL="16002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–"/>
              <a:defRPr sz="2000">
                <a:solidFill>
                  <a:schemeClr val="tx1"/>
                </a:solidFill>
                <a:effectLst/>
                <a:latin typeface="+mn-lt"/>
                <a:ea typeface="+mn-ea"/>
              </a:defRPr>
            </a:lvl4pPr>
            <a:lvl5pPr marL="20574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effectLst/>
                <a:latin typeface="+mn-lt"/>
                <a:ea typeface="+mn-ea"/>
              </a:defRPr>
            </a:lvl5pPr>
          </a:lstStyle>
          <a:p>
            <a:pPr marL="0" lvl="0" indent="0" eaLnBrk="1" hangingPunct="1">
              <a:spcBef>
                <a:spcPct val="50000"/>
              </a:spcBef>
              <a:buClrTx/>
              <a:buSzTx/>
              <a:buFontTx/>
              <a:buNone/>
            </a:pPr>
            <a:r>
              <a:rPr lang="en-US" altLang="zh-CN" sz="2400" b="1" dirty="0">
                <a:ea typeface="黑体" panose="02010609060101010101" pitchFamily="49" charset="-122"/>
              </a:rPr>
              <a:t>10</a:t>
            </a:r>
            <a:endParaRPr lang="en-US" altLang="zh-CN" sz="2400" b="1" dirty="0">
              <a:ea typeface="黑体" panose="02010609060101010101" pitchFamily="49" charset="-122"/>
            </a:endParaRPr>
          </a:p>
        </p:txBody>
      </p:sp>
      <p:sp>
        <p:nvSpPr>
          <p:cNvPr id="89119" name="Text Box 32"/>
          <p:cNvSpPr txBox="1"/>
          <p:nvPr/>
        </p:nvSpPr>
        <p:spPr>
          <a:xfrm>
            <a:off x="8472488" y="942975"/>
            <a:ext cx="576262" cy="461963"/>
          </a:xfrm>
          <a:prstGeom prst="rect">
            <a:avLst/>
          </a:prstGeom>
          <a:noFill/>
          <a:ln w="38100" cap="flat" cmpd="sng">
            <a:solidFill>
              <a:schemeClr val="tx1"/>
            </a:solidFill>
            <a:prstDash val="solid"/>
            <a:miter/>
            <a:headEnd type="none" w="med" len="med"/>
            <a:tailEnd type="none" w="med" len="med"/>
          </a:ln>
        </p:spPr>
        <p:txBody>
          <a:bodyPr>
            <a:spAutoFit/>
          </a:bodyPr>
          <a:lstStyle>
            <a:lvl1pPr marL="342900" indent="-3429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80000"/>
              <a:buFont typeface="Wingdings" panose="05000000000000000000" pitchFamily="2" charset="2"/>
              <a:buChar char="n"/>
              <a:defRPr sz="3200" b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defRPr>
            </a:lvl1pPr>
            <a:lvl2pPr marL="742950" indent="-28575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Char char="–"/>
              <a:defRPr sz="2800">
                <a:solidFill>
                  <a:schemeClr val="tx1"/>
                </a:solidFill>
                <a:effectLst/>
                <a:latin typeface="+mn-lt"/>
                <a:ea typeface="+mn-ea"/>
              </a:defRPr>
            </a:lvl2pPr>
            <a:lvl3pPr marL="11430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Font typeface="Wingdings" panose="05000000000000000000" pitchFamily="2" charset="2"/>
              <a:buChar char="§"/>
              <a:defRPr sz="2400">
                <a:solidFill>
                  <a:schemeClr val="tx1"/>
                </a:solidFill>
                <a:effectLst/>
                <a:latin typeface="+mn-lt"/>
                <a:ea typeface="+mn-ea"/>
              </a:defRPr>
            </a:lvl3pPr>
            <a:lvl4pPr marL="16002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–"/>
              <a:defRPr sz="2000">
                <a:solidFill>
                  <a:schemeClr val="tx1"/>
                </a:solidFill>
                <a:effectLst/>
                <a:latin typeface="+mn-lt"/>
                <a:ea typeface="+mn-ea"/>
              </a:defRPr>
            </a:lvl4pPr>
            <a:lvl5pPr marL="20574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effectLst/>
                <a:latin typeface="+mn-lt"/>
                <a:ea typeface="+mn-ea"/>
              </a:defRPr>
            </a:lvl5pPr>
          </a:lstStyle>
          <a:p>
            <a:pPr marL="0" lvl="0" indent="0" eaLnBrk="1" hangingPunct="1">
              <a:spcBef>
                <a:spcPct val="50000"/>
              </a:spcBef>
              <a:buClrTx/>
              <a:buSzTx/>
              <a:buFontTx/>
              <a:buNone/>
            </a:pPr>
            <a:endParaRPr lang="zh-CN" altLang="zh-CN" sz="2400" b="1" dirty="0">
              <a:ea typeface="黑体" panose="02010609060101010101" pitchFamily="49" charset="-122"/>
            </a:endParaRPr>
          </a:p>
        </p:txBody>
      </p:sp>
      <p:sp>
        <p:nvSpPr>
          <p:cNvPr id="68641" name="Rectangle 20"/>
          <p:cNvSpPr>
            <a:spLocks noChangeArrowheads="1"/>
          </p:cNvSpPr>
          <p:nvPr/>
        </p:nvSpPr>
        <p:spPr bwMode="auto">
          <a:xfrm>
            <a:off x="5446713" y="4179888"/>
            <a:ext cx="3889375" cy="267811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anchor="ctr">
            <a:spAutoFit/>
          </a:bodyPr>
          <a:lstStyle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r>
              <a:rPr kumimoji="0" lang="en-US" altLang="zh-CN" sz="2400" b="1" i="0" u="none" strike="noStrike" kern="1200" cap="none" spc="0" normalizeH="0" baseline="0" noProof="0" dirty="0">
                <a:ln>
                  <a:noFill/>
                </a:ln>
                <a:solidFill>
                  <a:srgbClr val="FFFF00"/>
                </a:solidFill>
                <a:effectLst/>
                <a:uLnTx/>
                <a:uFillTx/>
                <a:latin typeface="Arial" panose="020B0604020202020204" pitchFamily="34" charset="0"/>
                <a:ea typeface="宋体" panose="02010600030101010101" pitchFamily="2" charset="-122"/>
                <a:cs typeface="+mn-cs"/>
              </a:rPr>
              <a:t>1</a:t>
            </a:r>
            <a:endParaRPr kumimoji="0" lang="en-US" altLang="zh-CN" sz="2400" b="1" i="0" u="none" strike="noStrike" kern="1200" cap="none" spc="0" normalizeH="0" baseline="0" noProof="0" dirty="0">
              <a:ln>
                <a:noFill/>
              </a:ln>
              <a:solidFill>
                <a:srgbClr val="FFFF00"/>
              </a:solidFill>
              <a:effectLst/>
              <a:uLnTx/>
              <a:uFillTx/>
              <a:latin typeface="Arial" panose="020B0604020202020204" pitchFamily="34" charset="0"/>
              <a:ea typeface="宋体" panose="02010600030101010101" pitchFamily="2" charset="-122"/>
              <a:cs typeface="+mn-cs"/>
            </a:endParaRPr>
          </a:p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r>
              <a:rPr kumimoji="0" lang="en-US" altLang="zh-CN" sz="2400" b="1" i="0" u="none" strike="noStrike" kern="1200" cap="none" spc="0" normalizeH="0" baseline="0" noProof="0" dirty="0">
                <a:ln>
                  <a:noFill/>
                </a:ln>
                <a:solidFill>
                  <a:srgbClr val="FFFF00"/>
                </a:solidFill>
                <a:effectLst/>
                <a:uLnTx/>
                <a:uFillTx/>
                <a:latin typeface="Arial" panose="020B0604020202020204" pitchFamily="34" charset="0"/>
                <a:ea typeface="宋体" panose="02010600030101010101" pitchFamily="2" charset="-122"/>
                <a:cs typeface="+mn-cs"/>
              </a:rPr>
              <a:t>1     1</a:t>
            </a:r>
            <a:endParaRPr kumimoji="0" lang="en-US" altLang="zh-CN" sz="2400" b="1" i="0" u="none" strike="noStrike" kern="1200" cap="none" spc="0" normalizeH="0" baseline="0" noProof="0" dirty="0">
              <a:ln>
                <a:noFill/>
              </a:ln>
              <a:solidFill>
                <a:srgbClr val="FFFF00"/>
              </a:solidFill>
              <a:effectLst/>
              <a:uLnTx/>
              <a:uFillTx/>
              <a:latin typeface="Arial" panose="020B0604020202020204" pitchFamily="34" charset="0"/>
              <a:ea typeface="宋体" panose="02010600030101010101" pitchFamily="2" charset="-122"/>
              <a:cs typeface="+mn-cs"/>
            </a:endParaRPr>
          </a:p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r>
              <a:rPr kumimoji="0" lang="en-US" altLang="zh-CN" sz="2400" b="1" i="0" u="none" strike="noStrike" kern="1200" cap="none" spc="0" normalizeH="0" baseline="0" noProof="0" dirty="0">
                <a:ln>
                  <a:noFill/>
                </a:ln>
                <a:solidFill>
                  <a:srgbClr val="FFFF00"/>
                </a:solidFill>
                <a:effectLst/>
                <a:uLnTx/>
                <a:uFillTx/>
                <a:latin typeface="Arial" panose="020B0604020202020204" pitchFamily="34" charset="0"/>
                <a:ea typeface="宋体" panose="02010600030101010101" pitchFamily="2" charset="-122"/>
                <a:cs typeface="+mn-cs"/>
              </a:rPr>
              <a:t>1     2      1</a:t>
            </a:r>
            <a:endParaRPr kumimoji="0" lang="en-US" altLang="zh-CN" sz="2400" b="1" i="0" u="none" strike="noStrike" kern="1200" cap="none" spc="0" normalizeH="0" baseline="0" noProof="0" dirty="0">
              <a:ln>
                <a:noFill/>
              </a:ln>
              <a:solidFill>
                <a:srgbClr val="FFFF00"/>
              </a:solidFill>
              <a:effectLst/>
              <a:uLnTx/>
              <a:uFillTx/>
              <a:latin typeface="Arial" panose="020B0604020202020204" pitchFamily="34" charset="0"/>
              <a:ea typeface="宋体" panose="02010600030101010101" pitchFamily="2" charset="-122"/>
              <a:cs typeface="+mn-cs"/>
            </a:endParaRPr>
          </a:p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r>
              <a:rPr kumimoji="0" lang="en-US" altLang="zh-CN" sz="2400" b="1" i="0" u="none" strike="noStrike" kern="1200" cap="none" spc="0" normalizeH="0" baseline="0" noProof="0" dirty="0">
                <a:ln>
                  <a:noFill/>
                </a:ln>
                <a:solidFill>
                  <a:srgbClr val="FFFF00"/>
                </a:solidFill>
                <a:effectLst/>
                <a:uLnTx/>
                <a:uFillTx/>
                <a:latin typeface="Arial" panose="020B0604020202020204" pitchFamily="34" charset="0"/>
                <a:ea typeface="宋体" panose="02010600030101010101" pitchFamily="2" charset="-122"/>
                <a:cs typeface="+mn-cs"/>
              </a:rPr>
              <a:t>1      3     3      1</a:t>
            </a:r>
            <a:endParaRPr kumimoji="0" lang="en-US" altLang="zh-CN" sz="2400" b="1" i="0" u="none" strike="noStrike" kern="1200" cap="none" spc="0" normalizeH="0" baseline="0" noProof="0" dirty="0">
              <a:ln>
                <a:noFill/>
              </a:ln>
              <a:solidFill>
                <a:srgbClr val="FFFF00"/>
              </a:solidFill>
              <a:effectLst/>
              <a:uLnTx/>
              <a:uFillTx/>
              <a:latin typeface="Arial" panose="020B0604020202020204" pitchFamily="34" charset="0"/>
              <a:ea typeface="宋体" panose="02010600030101010101" pitchFamily="2" charset="-122"/>
              <a:cs typeface="+mn-cs"/>
            </a:endParaRPr>
          </a:p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r>
              <a:rPr kumimoji="0" lang="en-US" altLang="zh-CN" sz="2400" b="1" i="0" u="none" strike="noStrike" kern="1200" cap="none" spc="0" normalizeH="0" baseline="0" noProof="0" dirty="0">
                <a:ln>
                  <a:noFill/>
                </a:ln>
                <a:solidFill>
                  <a:srgbClr val="FFFF00"/>
                </a:solidFill>
                <a:effectLst/>
                <a:uLnTx/>
                <a:uFillTx/>
                <a:latin typeface="Arial" panose="020B0604020202020204" pitchFamily="34" charset="0"/>
                <a:ea typeface="宋体" panose="02010600030101010101" pitchFamily="2" charset="-122"/>
                <a:cs typeface="+mn-cs"/>
              </a:rPr>
              <a:t>1      4      6      4     1</a:t>
            </a:r>
            <a:endParaRPr kumimoji="0" lang="en-US" altLang="zh-CN" sz="2400" b="1" i="0" u="none" strike="noStrike" kern="1200" cap="none" spc="0" normalizeH="0" baseline="0" noProof="0" dirty="0">
              <a:ln>
                <a:noFill/>
              </a:ln>
              <a:solidFill>
                <a:srgbClr val="FFFF00"/>
              </a:solidFill>
              <a:effectLst/>
              <a:uLnTx/>
              <a:uFillTx/>
              <a:latin typeface="Arial" panose="020B0604020202020204" pitchFamily="34" charset="0"/>
              <a:ea typeface="宋体" panose="02010600030101010101" pitchFamily="2" charset="-122"/>
              <a:cs typeface="+mn-cs"/>
            </a:endParaRPr>
          </a:p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r>
              <a:rPr kumimoji="0" lang="en-US" altLang="zh-CN" sz="2400" b="1" i="0" u="none" strike="noStrike" kern="1200" cap="none" spc="0" normalizeH="0" baseline="0" noProof="0" dirty="0">
                <a:ln>
                  <a:noFill/>
                </a:ln>
                <a:solidFill>
                  <a:schemeClr val="tx1">
                    <a:lumMod val="50000"/>
                  </a:schemeClr>
                </a:solidFill>
                <a:effectLst/>
                <a:uLnTx/>
                <a:uFillTx/>
                <a:latin typeface="Arial" panose="020B0604020202020204" pitchFamily="34" charset="0"/>
                <a:ea typeface="宋体" panose="02010600030101010101" pitchFamily="2" charset="-122"/>
                <a:cs typeface="+mn-cs"/>
              </a:rPr>
              <a:t>1      5      10    10      5     1</a:t>
            </a:r>
            <a:endParaRPr kumimoji="0" lang="en-US" altLang="zh-CN" sz="2400" b="1" i="0" u="none" strike="noStrike" kern="1200" cap="none" spc="0" normalizeH="0" baseline="0" noProof="0" dirty="0">
              <a:ln>
                <a:noFill/>
              </a:ln>
              <a:solidFill>
                <a:schemeClr val="tx1">
                  <a:lumMod val="50000"/>
                </a:schemeClr>
              </a:solidFill>
              <a:effectLst/>
              <a:uLnTx/>
              <a:uFillTx/>
              <a:latin typeface="Arial" panose="020B0604020202020204" pitchFamily="34" charset="0"/>
              <a:ea typeface="宋体" panose="02010600030101010101" pitchFamily="2" charset="-122"/>
              <a:cs typeface="+mn-cs"/>
            </a:endParaRPr>
          </a:p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r>
              <a:rPr kumimoji="0" lang="en-US" altLang="zh-CN" sz="2400" b="1" i="0" u="none" strike="noStrike" kern="1200" cap="none" spc="0" normalizeH="0" baseline="0" noProof="0" dirty="0">
                <a:ln>
                  <a:noFill/>
                </a:ln>
                <a:solidFill>
                  <a:schemeClr val="tx1">
                    <a:lumMod val="50000"/>
                  </a:schemeClr>
                </a:solidFill>
                <a:effectLst/>
                <a:uLnTx/>
                <a:uFillTx/>
                <a:latin typeface="Arial" panose="020B0604020202020204" pitchFamily="34" charset="0"/>
                <a:ea typeface="宋体" panose="02010600030101010101" pitchFamily="2" charset="-122"/>
                <a:cs typeface="+mn-cs"/>
              </a:rPr>
              <a:t>...      ...      ...</a:t>
            </a:r>
            <a:endParaRPr kumimoji="0" lang="en-US" altLang="zh-CN" sz="2400" b="1" i="0" u="none" strike="noStrike" kern="1200" cap="none" spc="0" normalizeH="0" baseline="0" noProof="0" dirty="0">
              <a:ln>
                <a:noFill/>
              </a:ln>
              <a:solidFill>
                <a:schemeClr val="tx1">
                  <a:lumMod val="50000"/>
                </a:schemeClr>
              </a:solidFill>
              <a:effectLst/>
              <a:uLnTx/>
              <a:uFillTx/>
              <a:latin typeface="Arial" panose="020B0604020202020204" pitchFamily="34" charset="0"/>
              <a:ea typeface="宋体" panose="02010600030101010101" pitchFamily="2" charset="-122"/>
              <a:cs typeface="+mn-cs"/>
            </a:endParaRPr>
          </a:p>
        </p:txBody>
      </p:sp>
      <p:sp>
        <p:nvSpPr>
          <p:cNvPr id="2" name="对话气泡: 圆角矩形 1"/>
          <p:cNvSpPr/>
          <p:nvPr/>
        </p:nvSpPr>
        <p:spPr>
          <a:xfrm>
            <a:off x="5232400" y="1571625"/>
            <a:ext cx="5205413" cy="1533525"/>
          </a:xfrm>
          <a:prstGeom prst="wedgeRoundRectCallout">
            <a:avLst>
              <a:gd name="adj1" fmla="val -60338"/>
              <a:gd name="adj2" fmla="val -57199"/>
              <a:gd name="adj3" fmla="val 16667"/>
            </a:avLst>
          </a:prstGeom>
          <a:solidFill>
            <a:schemeClr val="accent1"/>
          </a:solidFill>
          <a:ln w="9525">
            <a:noFill/>
          </a:ln>
        </p:spPr>
        <p:txBody>
          <a:bodyPr anchor="ctr" anchorCtr="0">
            <a:spAutoFit/>
          </a:bodyPr>
          <a:lstStyle>
            <a:lvl1pPr marL="342900" indent="-3429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80000"/>
              <a:buFont typeface="Wingdings" panose="05000000000000000000" pitchFamily="2" charset="2"/>
              <a:buChar char="n"/>
              <a:defRPr sz="3200" b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defRPr>
            </a:lvl1pPr>
            <a:lvl2pPr marL="742950" indent="-28575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Char char="–"/>
              <a:defRPr sz="2800">
                <a:solidFill>
                  <a:schemeClr val="tx1"/>
                </a:solidFill>
                <a:effectLst/>
                <a:latin typeface="+mn-lt"/>
                <a:ea typeface="+mn-ea"/>
              </a:defRPr>
            </a:lvl2pPr>
            <a:lvl3pPr marL="11430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Font typeface="Wingdings" panose="05000000000000000000" pitchFamily="2" charset="2"/>
              <a:buChar char="§"/>
              <a:defRPr sz="2400">
                <a:solidFill>
                  <a:schemeClr val="tx1"/>
                </a:solidFill>
                <a:effectLst/>
                <a:latin typeface="+mn-lt"/>
                <a:ea typeface="+mn-ea"/>
              </a:defRPr>
            </a:lvl3pPr>
            <a:lvl4pPr marL="16002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–"/>
              <a:defRPr sz="2000">
                <a:solidFill>
                  <a:schemeClr val="tx1"/>
                </a:solidFill>
                <a:effectLst/>
                <a:latin typeface="+mn-lt"/>
                <a:ea typeface="+mn-ea"/>
              </a:defRPr>
            </a:lvl4pPr>
            <a:lvl5pPr marL="20574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effectLst/>
                <a:latin typeface="+mn-lt"/>
                <a:ea typeface="+mn-ea"/>
              </a:defRPr>
            </a:lvl5pPr>
          </a:lstStyle>
          <a:p>
            <a:pPr marL="0" lvl="0" indent="333375" eaLnBrk="1" hangingPunct="1">
              <a:spcBef>
                <a:spcPct val="0"/>
              </a:spcBef>
              <a:buClrTx/>
              <a:buSzTx/>
              <a:buFontTx/>
              <a:buNone/>
            </a:pPr>
            <a:r>
              <a:rPr lang="en-US" altLang="zh-CN" sz="2800" b="1" dirty="0">
                <a:ea typeface="黑体" panose="02010609060101010101" pitchFamily="49" charset="-122"/>
              </a:rPr>
              <a:t>【</a:t>
            </a:r>
            <a:r>
              <a:rPr lang="zh-CN" altLang="en-US" sz="2800" b="1" dirty="0">
                <a:ea typeface="黑体" panose="02010609060101010101" pitchFamily="49" charset="-122"/>
              </a:rPr>
              <a:t>思考</a:t>
            </a:r>
            <a:r>
              <a:rPr lang="en-US" altLang="zh-CN" sz="2800" b="1" dirty="0">
                <a:ea typeface="黑体" panose="02010609060101010101" pitchFamily="49" charset="-122"/>
              </a:rPr>
              <a:t>】</a:t>
            </a:r>
            <a:endParaRPr lang="en-US" altLang="zh-CN" sz="2800" b="1" dirty="0">
              <a:ea typeface="黑体" panose="02010609060101010101" pitchFamily="49" charset="-122"/>
            </a:endParaRPr>
          </a:p>
          <a:p>
            <a:pPr marL="0" lvl="0" indent="333375" eaLnBrk="1" hangingPunct="1">
              <a:spcBef>
                <a:spcPct val="0"/>
              </a:spcBef>
              <a:buClrTx/>
              <a:buSzTx/>
              <a:buFontTx/>
              <a:buNone/>
            </a:pPr>
            <a:r>
              <a:rPr lang="zh-CN" altLang="en-US" sz="2800" b="1" dirty="0">
                <a:ea typeface="黑体" panose="02010609060101010101" pitchFamily="49" charset="-122"/>
              </a:rPr>
              <a:t>能否将计算顺序改成</a:t>
            </a:r>
            <a:endParaRPr lang="en-US" altLang="zh-CN" sz="2800" b="1" dirty="0">
              <a:ea typeface="黑体" panose="02010609060101010101" pitchFamily="49" charset="-122"/>
            </a:endParaRPr>
          </a:p>
          <a:p>
            <a:pPr marL="0" lvl="0" indent="333375" eaLnBrk="1" hangingPunct="1">
              <a:spcBef>
                <a:spcPct val="0"/>
              </a:spcBef>
              <a:buClrTx/>
              <a:buSzTx/>
              <a:buFontTx/>
              <a:buNone/>
            </a:pPr>
            <a:r>
              <a:rPr lang="zh-CN" altLang="en-US" sz="2800" b="1" dirty="0">
                <a:solidFill>
                  <a:srgbClr val="FF0000"/>
                </a:solidFill>
                <a:ea typeface="黑体" panose="02010609060101010101" pitchFamily="49" charset="-122"/>
              </a:rPr>
              <a:t>从前向后</a:t>
            </a:r>
            <a:r>
              <a:rPr lang="zh-CN" altLang="en-US" sz="2800" b="1" dirty="0">
                <a:ea typeface="黑体" panose="02010609060101010101" pitchFamily="49" charset="-122"/>
              </a:rPr>
              <a:t>计算？</a:t>
            </a:r>
            <a:endParaRPr lang="zh-CN" altLang="en-US" sz="2800" b="1" dirty="0">
              <a:ea typeface="黑体" panose="02010609060101010101" pitchFamily="49" charset="-122"/>
            </a:endParaRPr>
          </a:p>
        </p:txBody>
      </p:sp>
    </p:spTree>
  </p:cSld>
  <p:clrMapOvr>
    <a:masterClrMapping/>
  </p:clrMapOvr>
  <p:transition spd="slow"/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7289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7289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7289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7289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572890" grpId="0" bldLvl="0" animBg="1"/>
      <p:bldP spid="1572891" grpId="0" bldLvl="0" animBg="1"/>
      <p:bldP spid="1572892" grpId="0" bldLvl="0" animBg="1"/>
      <p:bldP spid="1572893" grpId="0" bldLvl="0" animBg="1"/>
      <p:bldP spid="2" grpId="0" bldLvl="0" animBg="1"/>
    </p:bldLst>
  </p:timing>
</p:sld>
</file>

<file path=ppt/slides/slide3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1562628" name="Rectangle 4"/>
          <p:cNvSpPr>
            <a:spLocks noGrp="1" noChangeArrowheads="1"/>
          </p:cNvSpPr>
          <p:nvPr>
            <p:ph idx="1"/>
          </p:nvPr>
        </p:nvSpPr>
        <p:spPr>
          <a:xfrm>
            <a:off x="1631950" y="404813"/>
            <a:ext cx="8496300" cy="6192838"/>
          </a:xfrm>
        </p:spPr>
        <p:txBody>
          <a:bodyPr vert="horz" wrap="square" lIns="91440" tIns="45720" rIns="91440" bIns="45720" numCol="1" anchor="t" anchorCtr="0" compatLnSpc="1"/>
          <a:lstStyle/>
          <a:p>
            <a:pPr marL="0" marR="0" lvl="0" indent="0" algn="l" defTabSz="914400" rtl="0" eaLnBrk="1" fontAlgn="base" latinLnBrk="0" hangingPunct="1">
              <a:lnSpc>
                <a:spcPct val="90000"/>
              </a:lnSpc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80000"/>
              <a:buFont typeface="Wingdings" panose="05000000000000000000" pitchFamily="2" charset="2"/>
              <a:buNone/>
              <a:defRPr/>
            </a:pPr>
            <a:r>
              <a:rPr kumimoji="0" lang="zh-CN" altLang="en-US" sz="2400" b="1" i="0" u="none" strike="noStrike" kern="0" cap="none" spc="0" normalizeH="0" baseline="0" noProof="0" dirty="0">
                <a:ln>
                  <a:noFill/>
                </a:ln>
                <a:solidFill>
                  <a:schemeClr val="tx1"/>
                </a:solidFill>
                <a:effectLst>
                  <a:outerShdw blurRad="38100" dist="38100" dir="2700000" algn="tl">
                    <a:srgbClr val="000000"/>
                  </a:outerShdw>
                </a:effectLst>
                <a:uLnTx/>
                <a:uFillTx/>
                <a:latin typeface="+mn-lt"/>
                <a:ea typeface="黑体" panose="02010609060101010101" pitchFamily="49" charset="-122"/>
                <a:cs typeface="+mn-cs"/>
              </a:rPr>
              <a:t>程序片段：</a:t>
            </a:r>
            <a:endParaRPr kumimoji="0" lang="en-US" altLang="zh-CN" sz="2400" b="1" i="0" u="none" strike="noStrike" kern="0" cap="none" spc="0" normalizeH="0" baseline="0" noProof="0" dirty="0">
              <a:ln>
                <a:noFill/>
              </a:ln>
              <a:solidFill>
                <a:schemeClr val="tx1"/>
              </a:solidFill>
              <a:effectLst>
                <a:outerShdw blurRad="38100" dist="38100" dir="2700000" algn="tl">
                  <a:srgbClr val="000000"/>
                </a:outerShdw>
              </a:effectLst>
              <a:uLnTx/>
              <a:uFillTx/>
              <a:latin typeface="+mn-lt"/>
              <a:ea typeface="黑体" panose="02010609060101010101" pitchFamily="49" charset="-122"/>
              <a:cs typeface="+mn-cs"/>
            </a:endParaRPr>
          </a:p>
          <a:p>
            <a:pPr marL="0" marR="0" lvl="0" indent="0" algn="l" defTabSz="914400" rtl="0" eaLnBrk="1" fontAlgn="base" latinLnBrk="0" hangingPunct="1">
              <a:lnSpc>
                <a:spcPct val="90000"/>
              </a:lnSpc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80000"/>
              <a:buFont typeface="Wingdings" panose="05000000000000000000" pitchFamily="2" charset="2"/>
              <a:buNone/>
              <a:defRPr/>
            </a:pPr>
            <a:r>
              <a:rPr kumimoji="0" lang="en-US" altLang="zh-CN" sz="2400" b="1" i="0" u="none" strike="noStrike" kern="0" cap="none" spc="0" normalizeH="0" baseline="0" noProof="0" dirty="0" err="1">
                <a:ln>
                  <a:noFill/>
                </a:ln>
                <a:solidFill>
                  <a:schemeClr val="tx1"/>
                </a:solidFill>
                <a:effectLst>
                  <a:outerShdw blurRad="38100" dist="38100" dir="2700000" algn="tl">
                    <a:srgbClr val="000000"/>
                  </a:outerShdw>
                </a:effectLst>
                <a:uLnTx/>
                <a:uFillTx/>
                <a:latin typeface="+mn-lt"/>
                <a:ea typeface="黑体" panose="02010609060101010101" pitchFamily="49" charset="-122"/>
                <a:cs typeface="+mn-cs"/>
              </a:rPr>
              <a:t>int</a:t>
            </a:r>
            <a:r>
              <a:rPr kumimoji="0" lang="en-US" altLang="zh-CN" sz="2400" b="1" i="0" u="none" strike="noStrike" kern="0" cap="none" spc="0" normalizeH="0" baseline="0" noProof="0" dirty="0">
                <a:ln>
                  <a:noFill/>
                </a:ln>
                <a:solidFill>
                  <a:schemeClr val="tx1"/>
                </a:solidFill>
                <a:effectLst>
                  <a:outerShdw blurRad="38100" dist="38100" dir="2700000" algn="tl">
                    <a:srgbClr val="000000"/>
                  </a:outerShdw>
                </a:effectLst>
                <a:uLnTx/>
                <a:uFillTx/>
                <a:latin typeface="+mn-lt"/>
                <a:ea typeface="黑体" panose="02010609060101010101" pitchFamily="49" charset="-122"/>
                <a:cs typeface="+mn-cs"/>
              </a:rPr>
              <a:t> main(){</a:t>
            </a:r>
            <a:endParaRPr kumimoji="0" lang="en-US" altLang="zh-CN" sz="2400" b="1" i="0" u="none" strike="noStrike" kern="0" cap="none" spc="0" normalizeH="0" baseline="0" noProof="0" dirty="0">
              <a:ln>
                <a:noFill/>
              </a:ln>
              <a:solidFill>
                <a:schemeClr val="tx1"/>
              </a:solidFill>
              <a:effectLst>
                <a:outerShdw blurRad="38100" dist="38100" dir="2700000" algn="tl">
                  <a:srgbClr val="000000"/>
                </a:outerShdw>
              </a:effectLst>
              <a:uLnTx/>
              <a:uFillTx/>
              <a:latin typeface="+mn-lt"/>
              <a:ea typeface="黑体" panose="02010609060101010101" pitchFamily="49" charset="-122"/>
              <a:cs typeface="+mn-cs"/>
            </a:endParaRPr>
          </a:p>
          <a:p>
            <a:pPr marL="0" marR="0" lvl="0" indent="0" algn="l" defTabSz="914400" rtl="0" eaLnBrk="1" fontAlgn="base" latinLnBrk="0" hangingPunct="1">
              <a:lnSpc>
                <a:spcPct val="90000"/>
              </a:lnSpc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80000"/>
              <a:buFont typeface="Wingdings" panose="05000000000000000000" pitchFamily="2" charset="2"/>
              <a:buNone/>
              <a:defRPr/>
            </a:pPr>
            <a:r>
              <a:rPr kumimoji="0" lang="en-US" altLang="zh-CN" sz="2400" b="1" i="0" u="none" strike="noStrike" kern="0" cap="none" spc="0" normalizeH="0" baseline="0" noProof="0" dirty="0">
                <a:ln>
                  <a:noFill/>
                </a:ln>
                <a:solidFill>
                  <a:schemeClr val="tx1"/>
                </a:solidFill>
                <a:effectLst>
                  <a:outerShdw blurRad="38100" dist="38100" dir="2700000" algn="tl">
                    <a:srgbClr val="000000"/>
                  </a:outerShdw>
                </a:effectLst>
                <a:uLnTx/>
                <a:uFillTx/>
                <a:latin typeface="+mn-lt"/>
                <a:ea typeface="黑体" panose="02010609060101010101" pitchFamily="49" charset="-122"/>
                <a:cs typeface="+mn-cs"/>
              </a:rPr>
              <a:t>    </a:t>
            </a:r>
            <a:r>
              <a:rPr kumimoji="0" lang="en-US" altLang="zh-CN" sz="2400" b="1" i="0" u="none" strike="noStrike" kern="0" cap="none" spc="0" normalizeH="0" baseline="0" noProof="0" dirty="0" err="1">
                <a:ln>
                  <a:noFill/>
                </a:ln>
                <a:solidFill>
                  <a:schemeClr val="tx1"/>
                </a:solidFill>
                <a:effectLst>
                  <a:outerShdw blurRad="38100" dist="38100" dir="2700000" algn="tl">
                    <a:srgbClr val="000000"/>
                  </a:outerShdw>
                </a:effectLst>
                <a:uLnTx/>
                <a:uFillTx/>
                <a:latin typeface="+mn-lt"/>
                <a:ea typeface="黑体" panose="02010609060101010101" pitchFamily="49" charset="-122"/>
                <a:cs typeface="+mn-cs"/>
              </a:rPr>
              <a:t>int</a:t>
            </a:r>
            <a:r>
              <a:rPr kumimoji="0" lang="en-US" altLang="zh-CN" sz="2400" b="1" i="0" u="none" strike="noStrike" kern="0" cap="none" spc="0" normalizeH="0" baseline="0" noProof="0" dirty="0">
                <a:ln>
                  <a:noFill/>
                </a:ln>
                <a:solidFill>
                  <a:schemeClr val="tx1"/>
                </a:solidFill>
                <a:effectLst>
                  <a:outerShdw blurRad="38100" dist="38100" dir="2700000" algn="tl">
                    <a:srgbClr val="000000"/>
                  </a:outerShdw>
                </a:effectLst>
                <a:uLnTx/>
                <a:uFillTx/>
                <a:latin typeface="+mn-lt"/>
                <a:ea typeface="黑体" panose="02010609060101010101" pitchFamily="49" charset="-122"/>
                <a:cs typeface="+mn-cs"/>
              </a:rPr>
              <a:t> a[N],</a:t>
            </a:r>
            <a:r>
              <a:rPr kumimoji="0" lang="en-US" altLang="zh-CN" sz="2400" b="1" i="0" u="none" strike="noStrike" kern="0" cap="none" spc="0" normalizeH="0" baseline="0" noProof="0" dirty="0" err="1">
                <a:ln>
                  <a:noFill/>
                </a:ln>
                <a:solidFill>
                  <a:schemeClr val="tx1"/>
                </a:solidFill>
                <a:effectLst>
                  <a:outerShdw blurRad="38100" dist="38100" dir="2700000" algn="tl">
                    <a:srgbClr val="000000"/>
                  </a:outerShdw>
                </a:effectLst>
                <a:uLnTx/>
                <a:uFillTx/>
                <a:latin typeface="+mn-lt"/>
                <a:ea typeface="黑体" panose="02010609060101010101" pitchFamily="49" charset="-122"/>
                <a:cs typeface="+mn-cs"/>
              </a:rPr>
              <a:t>i,j</a:t>
            </a:r>
            <a:r>
              <a:rPr kumimoji="0" lang="en-US" altLang="zh-CN" sz="2400" b="1" i="0" u="none" strike="noStrike" kern="0" cap="none" spc="0" normalizeH="0" baseline="0" noProof="0" dirty="0">
                <a:ln>
                  <a:noFill/>
                </a:ln>
                <a:solidFill>
                  <a:schemeClr val="tx1"/>
                </a:solidFill>
                <a:effectLst>
                  <a:outerShdw blurRad="38100" dist="38100" dir="2700000" algn="tl">
                    <a:srgbClr val="000000"/>
                  </a:outerShdw>
                </a:effectLst>
                <a:uLnTx/>
                <a:uFillTx/>
                <a:latin typeface="+mn-lt"/>
                <a:ea typeface="黑体" panose="02010609060101010101" pitchFamily="49" charset="-122"/>
                <a:cs typeface="+mn-cs"/>
              </a:rPr>
              <a:t>;</a:t>
            </a:r>
            <a:endParaRPr kumimoji="0" lang="en-US" altLang="zh-CN" sz="2400" b="1" i="0" u="none" strike="noStrike" kern="0" cap="none" spc="0" normalizeH="0" baseline="0" noProof="0" dirty="0">
              <a:ln>
                <a:noFill/>
              </a:ln>
              <a:solidFill>
                <a:schemeClr val="tx1"/>
              </a:solidFill>
              <a:effectLst>
                <a:outerShdw blurRad="38100" dist="38100" dir="2700000" algn="tl">
                  <a:srgbClr val="000000"/>
                </a:outerShdw>
              </a:effectLst>
              <a:uLnTx/>
              <a:uFillTx/>
              <a:latin typeface="+mn-lt"/>
              <a:ea typeface="黑体" panose="02010609060101010101" pitchFamily="49" charset="-122"/>
              <a:cs typeface="+mn-cs"/>
            </a:endParaRPr>
          </a:p>
          <a:p>
            <a:pPr marL="0" marR="0" lvl="0" indent="0" algn="l" defTabSz="914400" rtl="0" eaLnBrk="1" fontAlgn="base" latinLnBrk="0" hangingPunct="1">
              <a:lnSpc>
                <a:spcPct val="90000"/>
              </a:lnSpc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80000"/>
              <a:buFont typeface="Wingdings" panose="05000000000000000000" pitchFamily="2" charset="2"/>
              <a:buNone/>
              <a:defRPr/>
            </a:pPr>
            <a:r>
              <a:rPr kumimoji="0" lang="en-US" altLang="zh-CN" sz="2400" b="1" i="0" u="none" strike="noStrike" kern="0" cap="none" spc="0" normalizeH="0" baseline="0" noProof="0" dirty="0">
                <a:ln>
                  <a:noFill/>
                </a:ln>
                <a:solidFill>
                  <a:schemeClr val="tx1"/>
                </a:solidFill>
                <a:effectLst>
                  <a:outerShdw blurRad="38100" dist="38100" dir="2700000" algn="tl">
                    <a:srgbClr val="000000"/>
                  </a:outerShdw>
                </a:effectLst>
                <a:uLnTx/>
                <a:uFillTx/>
                <a:latin typeface="+mn-lt"/>
                <a:ea typeface="黑体" panose="02010609060101010101" pitchFamily="49" charset="-122"/>
                <a:cs typeface="+mn-cs"/>
              </a:rPr>
              <a:t>    for(</a:t>
            </a:r>
            <a:r>
              <a:rPr kumimoji="0" lang="en-US" altLang="zh-CN" sz="2400" b="1" i="0" u="none" strike="noStrike" kern="0" cap="none" spc="0" normalizeH="0" baseline="0" noProof="0" dirty="0" err="1">
                <a:ln>
                  <a:noFill/>
                </a:ln>
                <a:solidFill>
                  <a:schemeClr val="tx1"/>
                </a:solidFill>
                <a:effectLst>
                  <a:outerShdw blurRad="38100" dist="38100" dir="2700000" algn="tl">
                    <a:srgbClr val="000000"/>
                  </a:outerShdw>
                </a:effectLst>
                <a:uLnTx/>
                <a:uFillTx/>
                <a:latin typeface="+mn-lt"/>
                <a:ea typeface="黑体" panose="02010609060101010101" pitchFamily="49" charset="-122"/>
                <a:cs typeface="+mn-cs"/>
              </a:rPr>
              <a:t>i</a:t>
            </a:r>
            <a:r>
              <a:rPr kumimoji="0" lang="en-US" altLang="zh-CN" sz="2400" b="1" i="0" u="none" strike="noStrike" kern="0" cap="none" spc="0" normalizeH="0" baseline="0" noProof="0" dirty="0">
                <a:ln>
                  <a:noFill/>
                </a:ln>
                <a:solidFill>
                  <a:schemeClr val="tx1"/>
                </a:solidFill>
                <a:effectLst>
                  <a:outerShdw blurRad="38100" dist="38100" dir="2700000" algn="tl">
                    <a:srgbClr val="000000"/>
                  </a:outerShdw>
                </a:effectLst>
                <a:uLnTx/>
                <a:uFillTx/>
                <a:latin typeface="+mn-lt"/>
                <a:ea typeface="黑体" panose="02010609060101010101" pitchFamily="49" charset="-122"/>
                <a:cs typeface="+mn-cs"/>
              </a:rPr>
              <a:t>=0;i&lt;</a:t>
            </a:r>
            <a:r>
              <a:rPr kumimoji="0" lang="en-US" altLang="zh-CN" sz="2400" b="1" i="0" u="none" strike="noStrike" kern="0" cap="none" spc="0" normalizeH="0" baseline="0" noProof="0" dirty="0" err="1">
                <a:ln>
                  <a:noFill/>
                </a:ln>
                <a:solidFill>
                  <a:schemeClr val="tx1"/>
                </a:solidFill>
                <a:effectLst>
                  <a:outerShdw blurRad="38100" dist="38100" dir="2700000" algn="tl">
                    <a:srgbClr val="000000"/>
                  </a:outerShdw>
                </a:effectLst>
                <a:uLnTx/>
                <a:uFillTx/>
                <a:latin typeface="+mn-lt"/>
                <a:ea typeface="黑体" panose="02010609060101010101" pitchFamily="49" charset="-122"/>
                <a:cs typeface="+mn-cs"/>
              </a:rPr>
              <a:t>N;i</a:t>
            </a:r>
            <a:r>
              <a:rPr kumimoji="0" lang="en-US" altLang="zh-CN" sz="2400" b="1" i="0" u="none" strike="noStrike" kern="0" cap="none" spc="0" normalizeH="0" baseline="0" noProof="0" dirty="0">
                <a:ln>
                  <a:noFill/>
                </a:ln>
                <a:solidFill>
                  <a:schemeClr val="tx1"/>
                </a:solidFill>
                <a:effectLst>
                  <a:outerShdw blurRad="38100" dist="38100" dir="2700000" algn="tl">
                    <a:srgbClr val="000000"/>
                  </a:outerShdw>
                </a:effectLst>
                <a:uLnTx/>
                <a:uFillTx/>
                <a:latin typeface="+mn-lt"/>
                <a:ea typeface="黑体" panose="02010609060101010101" pitchFamily="49" charset="-122"/>
                <a:cs typeface="+mn-cs"/>
              </a:rPr>
              <a:t>++){      //</a:t>
            </a:r>
            <a:r>
              <a:rPr kumimoji="0" lang="zh-CN" altLang="en-US" sz="2400" b="1" i="0" u="none" strike="noStrike" kern="0" cap="none" spc="0" normalizeH="0" baseline="0" noProof="0" dirty="0">
                <a:ln>
                  <a:noFill/>
                </a:ln>
                <a:solidFill>
                  <a:schemeClr val="tx1"/>
                </a:solidFill>
                <a:effectLst>
                  <a:outerShdw blurRad="38100" dist="38100" dir="2700000" algn="tl">
                    <a:srgbClr val="000000"/>
                  </a:outerShdw>
                </a:effectLst>
                <a:uLnTx/>
                <a:uFillTx/>
                <a:latin typeface="+mn-lt"/>
                <a:ea typeface="黑体" panose="02010609060101010101" pitchFamily="49" charset="-122"/>
                <a:cs typeface="+mn-cs"/>
              </a:rPr>
              <a:t>生成第</a:t>
            </a:r>
            <a:r>
              <a:rPr kumimoji="0" lang="en-US" altLang="zh-CN" sz="2400" b="1" i="0" u="none" strike="noStrike" kern="0" cap="none" spc="0" normalizeH="0" baseline="0" noProof="0" dirty="0" err="1">
                <a:ln>
                  <a:noFill/>
                </a:ln>
                <a:solidFill>
                  <a:schemeClr val="tx1"/>
                </a:solidFill>
                <a:effectLst>
                  <a:outerShdw blurRad="38100" dist="38100" dir="2700000" algn="tl">
                    <a:srgbClr val="000000"/>
                  </a:outerShdw>
                </a:effectLst>
                <a:uLnTx/>
                <a:uFillTx/>
                <a:latin typeface="+mn-lt"/>
                <a:ea typeface="黑体" panose="02010609060101010101" pitchFamily="49" charset="-122"/>
                <a:cs typeface="+mn-cs"/>
              </a:rPr>
              <a:t>i</a:t>
            </a:r>
            <a:r>
              <a:rPr kumimoji="0" lang="zh-CN" altLang="en-US" sz="2400" b="1" i="0" u="none" strike="noStrike" kern="0" cap="none" spc="0" normalizeH="0" baseline="0" noProof="0" dirty="0">
                <a:ln>
                  <a:noFill/>
                </a:ln>
                <a:solidFill>
                  <a:schemeClr val="tx1"/>
                </a:solidFill>
                <a:effectLst>
                  <a:outerShdw blurRad="38100" dist="38100" dir="2700000" algn="tl">
                    <a:srgbClr val="000000"/>
                  </a:outerShdw>
                </a:effectLst>
                <a:uLnTx/>
                <a:uFillTx/>
                <a:latin typeface="+mn-lt"/>
                <a:ea typeface="黑体" panose="02010609060101010101" pitchFamily="49" charset="-122"/>
                <a:cs typeface="+mn-cs"/>
              </a:rPr>
              <a:t>行</a:t>
            </a:r>
            <a:endParaRPr kumimoji="0" lang="zh-CN" altLang="en-US" sz="2400" b="1" i="0" u="none" strike="noStrike" kern="0" cap="none" spc="0" normalizeH="0" baseline="0" noProof="0" dirty="0">
              <a:ln>
                <a:noFill/>
              </a:ln>
              <a:solidFill>
                <a:schemeClr val="hlink"/>
              </a:solidFill>
              <a:effectLst>
                <a:outerShdw blurRad="38100" dist="38100" dir="2700000" algn="tl">
                  <a:srgbClr val="000000"/>
                </a:outerShdw>
              </a:effectLst>
              <a:uLnTx/>
              <a:uFillTx/>
              <a:latin typeface="+mn-lt"/>
              <a:ea typeface="黑体" panose="02010609060101010101" pitchFamily="49" charset="-122"/>
              <a:cs typeface="+mn-cs"/>
            </a:endParaRPr>
          </a:p>
          <a:p>
            <a:pPr marL="0" marR="0" lvl="0" indent="0" algn="l" defTabSz="914400" rtl="0" eaLnBrk="1" fontAlgn="base" latinLnBrk="0" hangingPunct="1">
              <a:lnSpc>
                <a:spcPct val="90000"/>
              </a:lnSpc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80000"/>
              <a:buFont typeface="Wingdings" panose="05000000000000000000" pitchFamily="2" charset="2"/>
              <a:buNone/>
              <a:defRPr/>
            </a:pPr>
            <a:r>
              <a:rPr kumimoji="0" lang="zh-CN" altLang="en-US" sz="2400" b="1" i="0" u="none" strike="noStrike" kern="0" cap="none" spc="0" normalizeH="0" baseline="0" noProof="0" dirty="0">
                <a:ln>
                  <a:noFill/>
                </a:ln>
                <a:solidFill>
                  <a:schemeClr val="tx1"/>
                </a:solidFill>
                <a:effectLst>
                  <a:outerShdw blurRad="38100" dist="38100" dir="2700000" algn="tl">
                    <a:srgbClr val="000000"/>
                  </a:outerShdw>
                </a:effectLst>
                <a:uLnTx/>
                <a:uFillTx/>
                <a:latin typeface="+mn-lt"/>
                <a:ea typeface="黑体" panose="02010609060101010101" pitchFamily="49" charset="-122"/>
                <a:cs typeface="+mn-cs"/>
              </a:rPr>
              <a:t>          </a:t>
            </a:r>
            <a:r>
              <a:rPr kumimoji="0" lang="en-US" altLang="zh-CN" sz="2400" b="1" i="0" u="none" strike="noStrike" kern="0" cap="none" spc="0" normalizeH="0" baseline="0" noProof="0" dirty="0">
                <a:ln>
                  <a:noFill/>
                </a:ln>
                <a:solidFill>
                  <a:schemeClr val="tx1"/>
                </a:solidFill>
                <a:effectLst>
                  <a:outerShdw blurRad="38100" dist="38100" dir="2700000" algn="tl">
                    <a:srgbClr val="000000"/>
                  </a:outerShdw>
                </a:effectLst>
                <a:uLnTx/>
                <a:uFillTx/>
                <a:latin typeface="+mn-lt"/>
                <a:ea typeface="黑体" panose="02010609060101010101" pitchFamily="49" charset="-122"/>
                <a:cs typeface="+mn-cs"/>
              </a:rPr>
              <a:t>//</a:t>
            </a:r>
            <a:r>
              <a:rPr kumimoji="0" lang="zh-CN" altLang="en-US" sz="2400" b="1" i="0" u="none" strike="noStrike" kern="0" cap="none" spc="0" normalizeH="0" baseline="0" noProof="0" dirty="0">
                <a:ln>
                  <a:noFill/>
                </a:ln>
                <a:solidFill>
                  <a:schemeClr val="hlink"/>
                </a:solidFill>
                <a:effectLst>
                  <a:outerShdw blurRad="38100" dist="38100" dir="2700000" algn="tl">
                    <a:srgbClr val="000000"/>
                  </a:outerShdw>
                </a:effectLst>
                <a:uLnTx/>
                <a:uFillTx/>
                <a:latin typeface="+mn-lt"/>
                <a:ea typeface="黑体" panose="02010609060101010101" pitchFamily="49" charset="-122"/>
                <a:cs typeface="+mn-cs"/>
              </a:rPr>
              <a:t>①</a:t>
            </a:r>
            <a:r>
              <a:rPr kumimoji="0" lang="zh-CN" altLang="en-US" sz="2400" b="1" i="0" u="none" strike="noStrike" kern="0" cap="none" spc="0" normalizeH="0" baseline="0" noProof="0" dirty="0">
                <a:ln>
                  <a:noFill/>
                </a:ln>
                <a:solidFill>
                  <a:schemeClr val="tx1"/>
                </a:solidFill>
                <a:effectLst>
                  <a:outerShdw blurRad="38100" dist="38100" dir="2700000" algn="tl">
                    <a:srgbClr val="000000"/>
                  </a:outerShdw>
                </a:effectLst>
                <a:uLnTx/>
                <a:uFillTx/>
                <a:latin typeface="+mn-lt"/>
                <a:ea typeface="黑体" panose="02010609060101010101" pitchFamily="49" charset="-122"/>
                <a:cs typeface="+mn-cs"/>
              </a:rPr>
              <a:t>设置第</a:t>
            </a:r>
            <a:r>
              <a:rPr kumimoji="0" lang="en-US" altLang="zh-CN" sz="2400" b="1" i="0" u="none" strike="noStrike" kern="0" cap="none" spc="0" normalizeH="0" baseline="0" noProof="0" dirty="0" err="1">
                <a:ln>
                  <a:noFill/>
                </a:ln>
                <a:solidFill>
                  <a:schemeClr val="tx1"/>
                </a:solidFill>
                <a:effectLst>
                  <a:outerShdw blurRad="38100" dist="38100" dir="2700000" algn="tl">
                    <a:srgbClr val="000000"/>
                  </a:outerShdw>
                </a:effectLst>
                <a:uLnTx/>
                <a:uFillTx/>
                <a:latin typeface="+mn-lt"/>
                <a:ea typeface="黑体" panose="02010609060101010101" pitchFamily="49" charset="-122"/>
                <a:cs typeface="+mn-cs"/>
              </a:rPr>
              <a:t>i</a:t>
            </a:r>
            <a:r>
              <a:rPr kumimoji="0" lang="zh-CN" altLang="en-US" sz="2400" b="1" i="0" u="none" strike="noStrike" kern="0" cap="none" spc="0" normalizeH="0" baseline="0" noProof="0" dirty="0">
                <a:ln>
                  <a:noFill/>
                </a:ln>
                <a:solidFill>
                  <a:schemeClr val="tx1"/>
                </a:solidFill>
                <a:effectLst>
                  <a:outerShdw blurRad="38100" dist="38100" dir="2700000" algn="tl">
                    <a:srgbClr val="000000"/>
                  </a:outerShdw>
                </a:effectLst>
                <a:uLnTx/>
                <a:uFillTx/>
                <a:latin typeface="+mn-lt"/>
                <a:ea typeface="黑体" panose="02010609060101010101" pitchFamily="49" charset="-122"/>
                <a:cs typeface="+mn-cs"/>
              </a:rPr>
              <a:t>行的最后一个元素为</a:t>
            </a:r>
            <a:r>
              <a:rPr kumimoji="0" lang="en-US" altLang="zh-CN" sz="2400" b="1" i="0" u="none" strike="noStrike" kern="0" cap="none" spc="0" normalizeH="0" baseline="0" noProof="0" dirty="0">
                <a:ln>
                  <a:noFill/>
                </a:ln>
                <a:solidFill>
                  <a:schemeClr val="tx1"/>
                </a:solidFill>
                <a:effectLst>
                  <a:outerShdw blurRad="38100" dist="38100" dir="2700000" algn="tl">
                    <a:srgbClr val="000000"/>
                  </a:outerShdw>
                </a:effectLst>
                <a:uLnTx/>
                <a:uFillTx/>
                <a:latin typeface="+mn-lt"/>
                <a:ea typeface="黑体" panose="02010609060101010101" pitchFamily="49" charset="-122"/>
                <a:cs typeface="+mn-cs"/>
              </a:rPr>
              <a:t>1</a:t>
            </a:r>
            <a:endParaRPr kumimoji="0" lang="en-US" altLang="zh-CN" sz="2400" b="1" i="0" u="none" strike="noStrike" kern="0" cap="none" spc="0" normalizeH="0" baseline="0" noProof="0" dirty="0">
              <a:ln>
                <a:noFill/>
              </a:ln>
              <a:solidFill>
                <a:schemeClr val="tx1"/>
              </a:solidFill>
              <a:effectLst>
                <a:outerShdw blurRad="38100" dist="38100" dir="2700000" algn="tl">
                  <a:srgbClr val="000000"/>
                </a:outerShdw>
              </a:effectLst>
              <a:uLnTx/>
              <a:uFillTx/>
              <a:latin typeface="+mn-lt"/>
              <a:ea typeface="黑体" panose="02010609060101010101" pitchFamily="49" charset="-122"/>
              <a:cs typeface="+mn-cs"/>
            </a:endParaRPr>
          </a:p>
          <a:p>
            <a:pPr marL="0" marR="0" lvl="0" indent="0" algn="l" defTabSz="914400" rtl="0" eaLnBrk="1" fontAlgn="base" latinLnBrk="0" hangingPunct="1">
              <a:lnSpc>
                <a:spcPct val="90000"/>
              </a:lnSpc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80000"/>
              <a:buFont typeface="Wingdings" panose="05000000000000000000" pitchFamily="2" charset="2"/>
              <a:buNone/>
              <a:defRPr/>
            </a:pPr>
            <a:r>
              <a:rPr kumimoji="0" lang="zh-CN" altLang="en-US" sz="2400" b="1" i="0" u="none" strike="noStrike" kern="0" cap="none" spc="0" normalizeH="0" baseline="0" noProof="0" dirty="0">
                <a:ln>
                  <a:noFill/>
                </a:ln>
                <a:solidFill>
                  <a:srgbClr val="FFFF00"/>
                </a:solidFill>
                <a:effectLst>
                  <a:outerShdw blurRad="38100" dist="38100" dir="2700000" algn="tl">
                    <a:srgbClr val="000000"/>
                  </a:outerShdw>
                </a:effectLst>
                <a:uLnTx/>
                <a:uFillTx/>
                <a:latin typeface="+mn-lt"/>
                <a:ea typeface="黑体" panose="02010609060101010101" pitchFamily="49" charset="-122"/>
                <a:cs typeface="+mn-ea"/>
              </a:rPr>
              <a:t>	a[i]=</a:t>
            </a:r>
            <a:r>
              <a:rPr kumimoji="0" lang="en-US" altLang="zh-CN" sz="2400" b="1" i="0" u="none" strike="noStrike" kern="0" cap="none" spc="0" normalizeH="0" baseline="0" noProof="0" dirty="0">
                <a:ln>
                  <a:noFill/>
                </a:ln>
                <a:solidFill>
                  <a:schemeClr val="tx1"/>
                </a:solidFill>
                <a:effectLst>
                  <a:outerShdw blurRad="38100" dist="38100" dir="2700000" algn="tl">
                    <a:srgbClr val="000000"/>
                  </a:outerShdw>
                </a:effectLst>
                <a:uLnTx/>
                <a:uFillTx/>
                <a:latin typeface="+mn-lt"/>
                <a:ea typeface="黑体" panose="02010609060101010101" pitchFamily="49" charset="-122"/>
                <a:cs typeface="+mn-cs"/>
              </a:rPr>
              <a:t>1; </a:t>
            </a:r>
            <a:endParaRPr kumimoji="0" lang="en-US" altLang="zh-CN" sz="2400" b="1" i="0" u="none" strike="noStrike" kern="0" cap="none" spc="0" normalizeH="0" baseline="0" noProof="0" dirty="0">
              <a:ln>
                <a:noFill/>
              </a:ln>
              <a:solidFill>
                <a:schemeClr val="tx1"/>
              </a:solidFill>
              <a:effectLst>
                <a:outerShdw blurRad="38100" dist="38100" dir="2700000" algn="tl">
                  <a:srgbClr val="000000"/>
                </a:outerShdw>
              </a:effectLst>
              <a:uLnTx/>
              <a:uFillTx/>
              <a:latin typeface="+mn-lt"/>
              <a:ea typeface="黑体" panose="02010609060101010101" pitchFamily="49" charset="-122"/>
              <a:cs typeface="+mn-cs"/>
            </a:endParaRPr>
          </a:p>
          <a:p>
            <a:pPr marL="0" marR="0" lvl="0" indent="0" algn="l" defTabSz="914400" rtl="0" eaLnBrk="1" fontAlgn="base" latinLnBrk="0" hangingPunct="1">
              <a:lnSpc>
                <a:spcPct val="90000"/>
              </a:lnSpc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80000"/>
              <a:buFont typeface="Wingdings" panose="05000000000000000000" pitchFamily="2" charset="2"/>
              <a:buNone/>
              <a:defRPr/>
            </a:pPr>
            <a:endParaRPr kumimoji="0" lang="en-US" altLang="zh-CN" sz="2400" b="1" i="0" u="none" strike="noStrike" kern="0" cap="none" spc="0" normalizeH="0" baseline="0" noProof="0" dirty="0">
              <a:ln>
                <a:noFill/>
              </a:ln>
              <a:solidFill>
                <a:schemeClr val="tx1"/>
              </a:solidFill>
              <a:effectLst>
                <a:outerShdw blurRad="38100" dist="38100" dir="2700000" algn="tl">
                  <a:srgbClr val="000000"/>
                </a:outerShdw>
              </a:effectLst>
              <a:uLnTx/>
              <a:uFillTx/>
              <a:latin typeface="+mn-lt"/>
              <a:ea typeface="黑体" panose="02010609060101010101" pitchFamily="49" charset="-122"/>
              <a:cs typeface="+mn-cs"/>
            </a:endParaRPr>
          </a:p>
          <a:p>
            <a:pPr marL="800100" marR="0" lvl="2" indent="0" algn="l" defTabSz="914400" rtl="0" eaLnBrk="1" fontAlgn="base" latinLnBrk="0" hangingPunct="1">
              <a:lnSpc>
                <a:spcPct val="90000"/>
              </a:lnSpc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Tx/>
              <a:buFont typeface="Wingdings" panose="05000000000000000000" pitchFamily="2" charset="2"/>
              <a:buNone/>
              <a:defRPr/>
            </a:pPr>
            <a:r>
              <a:rPr kumimoji="0" lang="en-US" altLang="zh-CN" sz="2400" b="1" i="0" u="none" strike="noStrike" kern="0" cap="none" spc="0" normalizeH="0" baseline="0" noProof="0" dirty="0">
                <a:ln>
                  <a:noFill/>
                </a:ln>
                <a:solidFill>
                  <a:schemeClr val="tx1"/>
                </a:solidFill>
                <a:effectLst>
                  <a:outerShdw blurRad="38100" dist="38100" dir="2700000" algn="tl">
                    <a:srgbClr val="000000"/>
                  </a:outerShdw>
                </a:effectLst>
                <a:uLnTx/>
                <a:uFillTx/>
                <a:latin typeface="+mn-lt"/>
                <a:ea typeface="黑体" panose="02010609060101010101" pitchFamily="49" charset="-122"/>
              </a:rPr>
              <a:t> //</a:t>
            </a:r>
            <a:r>
              <a:rPr kumimoji="0" lang="en-US" altLang="zh-CN" sz="2400" b="1" i="0" u="none" strike="noStrike" kern="0" cap="none" spc="0" normalizeH="0" baseline="0" noProof="0" dirty="0">
                <a:ln>
                  <a:noFill/>
                </a:ln>
                <a:solidFill>
                  <a:srgbClr val="FFFF00"/>
                </a:solidFill>
                <a:effectLst>
                  <a:outerShdw blurRad="38100" dist="38100" dir="2700000" algn="tl">
                    <a:srgbClr val="000000"/>
                  </a:outerShdw>
                </a:effectLst>
                <a:uLnTx/>
                <a:uFillTx/>
                <a:latin typeface="+mn-lt"/>
                <a:ea typeface="黑体" panose="02010609060101010101" pitchFamily="49" charset="-122"/>
              </a:rPr>
              <a:t>②</a:t>
            </a:r>
            <a:r>
              <a:rPr kumimoji="0" lang="zh-CN" altLang="en-US" sz="2400" b="1" i="0" u="none" strike="noStrike" kern="0" cap="none" spc="0" normalizeH="0" baseline="0" noProof="0" dirty="0">
                <a:ln>
                  <a:noFill/>
                </a:ln>
                <a:solidFill>
                  <a:srgbClr val="FFFF00"/>
                </a:solidFill>
                <a:effectLst>
                  <a:outerShdw blurRad="38100" dist="38100" dir="2700000" algn="tl">
                    <a:srgbClr val="000000"/>
                  </a:outerShdw>
                </a:effectLst>
                <a:uLnTx/>
                <a:uFillTx/>
                <a:latin typeface="+mn-lt"/>
                <a:ea typeface="黑体" panose="02010609060101010101" pitchFamily="49" charset="-122"/>
              </a:rPr>
              <a:t>从后向前</a:t>
            </a:r>
            <a:r>
              <a:rPr kumimoji="0" lang="zh-CN" altLang="en-US" sz="2400" b="1" i="0" u="none" strike="noStrike" kern="0" cap="none" spc="0" normalizeH="0" baseline="0" noProof="0" dirty="0">
                <a:ln>
                  <a:noFill/>
                </a:ln>
                <a:solidFill>
                  <a:schemeClr val="tx1"/>
                </a:solidFill>
                <a:effectLst>
                  <a:outerShdw blurRad="38100" dist="38100" dir="2700000" algn="tl">
                    <a:srgbClr val="000000"/>
                  </a:outerShdw>
                </a:effectLst>
                <a:uLnTx/>
                <a:uFillTx/>
                <a:latin typeface="+mn-lt"/>
                <a:ea typeface="黑体" panose="02010609060101010101" pitchFamily="49" charset="-122"/>
              </a:rPr>
              <a:t>计算</a:t>
            </a:r>
            <a:r>
              <a:rPr kumimoji="0" lang="en-US" altLang="zh-CN" sz="2400" b="1" i="0" u="none" strike="noStrike" kern="0" cap="none" spc="0" normalizeH="0" baseline="0" noProof="0" dirty="0">
                <a:ln>
                  <a:noFill/>
                </a:ln>
                <a:solidFill>
                  <a:schemeClr val="tx1"/>
                </a:solidFill>
                <a:effectLst>
                  <a:outerShdw blurRad="38100" dist="38100" dir="2700000" algn="tl">
                    <a:srgbClr val="000000"/>
                  </a:outerShdw>
                </a:effectLst>
                <a:uLnTx/>
                <a:uFillTx/>
                <a:latin typeface="+mn-lt"/>
                <a:ea typeface="黑体" panose="02010609060101010101" pitchFamily="49" charset="-122"/>
              </a:rPr>
              <a:t>a[i-1]~a[1] </a:t>
            </a:r>
            <a:endParaRPr kumimoji="0" lang="en-US" altLang="zh-CN" sz="2400" b="1" i="0" u="none" strike="noStrike" kern="0" cap="none" spc="0" normalizeH="0" baseline="0" noProof="0" dirty="0">
              <a:ln>
                <a:noFill/>
              </a:ln>
              <a:solidFill>
                <a:srgbClr val="FF0000"/>
              </a:solidFill>
              <a:effectLst>
                <a:outerShdw blurRad="38100" dist="38100" dir="2700000" algn="tl">
                  <a:srgbClr val="000000"/>
                </a:outerShdw>
              </a:effectLst>
              <a:uLnTx/>
              <a:uFillTx/>
              <a:latin typeface="+mn-lt"/>
              <a:ea typeface="黑体" panose="02010609060101010101" pitchFamily="49" charset="-122"/>
            </a:endParaRPr>
          </a:p>
          <a:p>
            <a:pPr marL="800100" marR="0" lvl="2" indent="0" algn="l" defTabSz="914400" rtl="0" eaLnBrk="1" fontAlgn="base" latinLnBrk="0" hangingPunct="1">
              <a:lnSpc>
                <a:spcPct val="90000"/>
              </a:lnSpc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Tx/>
              <a:buFont typeface="Wingdings" panose="05000000000000000000" pitchFamily="2" charset="2"/>
              <a:buNone/>
              <a:defRPr/>
            </a:pPr>
            <a:r>
              <a:rPr kumimoji="0" lang="en-US" altLang="zh-CN" sz="2400" b="1" i="0" u="none" strike="noStrike" kern="0" cap="none" spc="0" normalizeH="0" baseline="0" noProof="0" dirty="0">
                <a:ln>
                  <a:noFill/>
                </a:ln>
                <a:solidFill>
                  <a:schemeClr val="tx1"/>
                </a:solidFill>
                <a:effectLst>
                  <a:outerShdw blurRad="38100" dist="38100" dir="2700000" algn="tl">
                    <a:srgbClr val="000000"/>
                  </a:outerShdw>
                </a:effectLst>
                <a:uLnTx/>
                <a:uFillTx/>
                <a:latin typeface="+mn-lt"/>
                <a:ea typeface="黑体" panose="02010609060101010101" pitchFamily="49" charset="-122"/>
              </a:rPr>
              <a:t>for( </a:t>
            </a:r>
            <a:r>
              <a:rPr kumimoji="0" lang="zh-CN" altLang="en-US" sz="2400" b="1" i="0" u="none" strike="noStrike" kern="0" cap="none" spc="0" normalizeH="0" baseline="0" noProof="0" dirty="0">
                <a:ln>
                  <a:noFill/>
                </a:ln>
                <a:solidFill>
                  <a:srgbClr val="FFFF00"/>
                </a:solidFill>
                <a:effectLst>
                  <a:outerShdw blurRad="38100" dist="38100" dir="2700000" algn="tl">
                    <a:srgbClr val="000000"/>
                  </a:outerShdw>
                </a:effectLst>
                <a:uLnTx/>
                <a:uFillTx/>
                <a:latin typeface="+mn-lt"/>
                <a:ea typeface="黑体" panose="02010609060101010101" pitchFamily="49" charset="-122"/>
                <a:cs typeface="+mn-ea"/>
              </a:rPr>
              <a:t>j=i-1;j&gt;0;j--</a:t>
            </a:r>
            <a:r>
              <a:rPr kumimoji="0" lang="en-US" altLang="zh-CN" sz="2400" b="1" i="0" u="none" strike="noStrike" kern="0" cap="none" spc="0" normalizeH="0" baseline="0" noProof="0" dirty="0">
                <a:ln>
                  <a:noFill/>
                </a:ln>
                <a:solidFill>
                  <a:srgbClr val="FF0000"/>
                </a:solidFill>
                <a:effectLst>
                  <a:outerShdw blurRad="38100" dist="38100" dir="2700000" algn="tl">
                    <a:srgbClr val="000000"/>
                  </a:outerShdw>
                </a:effectLst>
                <a:uLnTx/>
                <a:uFillTx/>
                <a:latin typeface="+mn-lt"/>
                <a:ea typeface="黑体" panose="02010609060101010101" pitchFamily="49" charset="-122"/>
              </a:rPr>
              <a:t> </a:t>
            </a:r>
            <a:r>
              <a:rPr kumimoji="0" lang="en-US" altLang="zh-CN" sz="2400" b="1" i="0" u="none" strike="noStrike" kern="0" cap="none" spc="0" normalizeH="0" baseline="0" noProof="0" dirty="0">
                <a:ln>
                  <a:noFill/>
                </a:ln>
                <a:solidFill>
                  <a:schemeClr val="tx1"/>
                </a:solidFill>
                <a:effectLst>
                  <a:outerShdw blurRad="38100" dist="38100" dir="2700000" algn="tl">
                    <a:srgbClr val="000000"/>
                  </a:outerShdw>
                </a:effectLst>
                <a:uLnTx/>
                <a:uFillTx/>
                <a:latin typeface="+mn-lt"/>
                <a:ea typeface="黑体" panose="02010609060101010101" pitchFamily="49" charset="-122"/>
              </a:rPr>
              <a:t>)</a:t>
            </a:r>
            <a:endParaRPr kumimoji="0" lang="en-US" altLang="zh-CN" sz="2400" b="1" i="0" u="none" strike="noStrike" kern="0" cap="none" spc="0" normalizeH="0" baseline="0" noProof="0" dirty="0">
              <a:ln>
                <a:noFill/>
              </a:ln>
              <a:solidFill>
                <a:schemeClr val="tx1"/>
              </a:solidFill>
              <a:effectLst>
                <a:outerShdw blurRad="38100" dist="38100" dir="2700000" algn="tl">
                  <a:srgbClr val="000000"/>
                </a:outerShdw>
              </a:effectLst>
              <a:uLnTx/>
              <a:uFillTx/>
              <a:latin typeface="+mn-lt"/>
              <a:ea typeface="黑体" panose="02010609060101010101" pitchFamily="49" charset="-122"/>
            </a:endParaRPr>
          </a:p>
          <a:p>
            <a:pPr marL="1276350" marR="0" lvl="4" indent="0" algn="l" defTabSz="914400" rtl="0" eaLnBrk="1" fontAlgn="base" latinLnBrk="0" hangingPunct="1">
              <a:lnSpc>
                <a:spcPct val="90000"/>
              </a:lnSpc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Tx/>
              <a:buFont typeface="Wingdings" panose="05000000000000000000" pitchFamily="2" charset="2"/>
              <a:buNone/>
              <a:defRPr/>
            </a:pPr>
            <a:r>
              <a:rPr kumimoji="0" lang="en-US" altLang="zh-CN" sz="2400" b="1" i="0" u="none" strike="noStrike" kern="0" cap="none" spc="0" normalizeH="0" baseline="0" noProof="0" dirty="0">
                <a:ln>
                  <a:noFill/>
                </a:ln>
                <a:solidFill>
                  <a:schemeClr val="folHlink"/>
                </a:solidFill>
                <a:effectLst>
                  <a:outerShdw blurRad="38100" dist="38100" dir="2700000" algn="tl">
                    <a:srgbClr val="000000"/>
                  </a:outerShdw>
                </a:effectLst>
                <a:uLnTx/>
                <a:uFillTx/>
                <a:latin typeface="+mn-lt"/>
                <a:ea typeface="黑体" panose="02010609060101010101" pitchFamily="49" charset="-122"/>
              </a:rPr>
              <a:t>       </a:t>
            </a:r>
            <a:r>
              <a:rPr kumimoji="0" lang="zh-CN" altLang="en-US" sz="2400" b="1" i="0" u="none" strike="noStrike" kern="0" cap="none" spc="0" normalizeH="0" baseline="0" noProof="0" dirty="0">
                <a:ln>
                  <a:noFill/>
                </a:ln>
                <a:solidFill>
                  <a:srgbClr val="FFFF00"/>
                </a:solidFill>
                <a:effectLst>
                  <a:outerShdw blurRad="38100" dist="38100" dir="2700000" algn="tl">
                    <a:srgbClr val="000000"/>
                  </a:outerShdw>
                </a:effectLst>
                <a:uLnTx/>
                <a:uFillTx/>
                <a:latin typeface="+mn-lt"/>
                <a:ea typeface="黑体" panose="02010609060101010101" pitchFamily="49" charset="-122"/>
                <a:cs typeface="+mn-ea"/>
              </a:rPr>
              <a:t>a[j]=</a:t>
            </a:r>
            <a:r>
              <a:rPr kumimoji="0" lang="en-US" altLang="zh-CN" sz="2400" b="1" i="0" u="none" strike="noStrike" kern="0" cap="none" spc="0" normalizeH="0" baseline="0" noProof="0" dirty="0">
                <a:ln>
                  <a:noFill/>
                </a:ln>
                <a:solidFill>
                  <a:schemeClr val="tx1"/>
                </a:solidFill>
                <a:effectLst>
                  <a:outerShdw blurRad="38100" dist="38100" dir="2700000" algn="tl">
                    <a:srgbClr val="000000"/>
                  </a:outerShdw>
                </a:effectLst>
                <a:uLnTx/>
                <a:uFillTx/>
                <a:latin typeface="+mn-lt"/>
                <a:ea typeface="黑体" panose="02010609060101010101" pitchFamily="49" charset="-122"/>
              </a:rPr>
              <a:t>a[j-1]+a[j]; </a:t>
            </a:r>
            <a:r>
              <a:rPr kumimoji="0" lang="en-US" altLang="zh-CN" sz="2000" b="1" i="0" u="none" strike="noStrike" kern="0" cap="none" spc="0" normalizeH="0" baseline="0" noProof="0" dirty="0">
                <a:ln>
                  <a:noFill/>
                </a:ln>
                <a:solidFill>
                  <a:schemeClr val="tx1"/>
                </a:solidFill>
                <a:effectLst>
                  <a:outerShdw blurRad="38100" dist="38100" dir="2700000" algn="tl">
                    <a:srgbClr val="000000"/>
                  </a:outerShdw>
                </a:effectLst>
                <a:uLnTx/>
                <a:uFillTx/>
                <a:latin typeface="+mn-lt"/>
                <a:ea typeface="黑体" panose="02010609060101010101" pitchFamily="49" charset="-122"/>
              </a:rPr>
              <a:t> </a:t>
            </a:r>
            <a:endParaRPr kumimoji="0" lang="en-US" altLang="zh-CN" sz="2000" b="1" i="0" u="none" strike="noStrike" kern="0" cap="none" spc="0" normalizeH="0" baseline="0" noProof="0" dirty="0">
              <a:ln>
                <a:noFill/>
              </a:ln>
              <a:solidFill>
                <a:schemeClr val="tx1"/>
              </a:solidFill>
              <a:effectLst>
                <a:outerShdw blurRad="38100" dist="38100" dir="2700000" algn="tl">
                  <a:srgbClr val="000000"/>
                </a:outerShdw>
              </a:effectLst>
              <a:uLnTx/>
              <a:uFillTx/>
              <a:latin typeface="+mn-lt"/>
              <a:ea typeface="黑体" panose="02010609060101010101" pitchFamily="49" charset="-122"/>
            </a:endParaRPr>
          </a:p>
          <a:p>
            <a:pPr marL="1276350" marR="0" lvl="4" indent="0" algn="l" defTabSz="914400" rtl="0" eaLnBrk="1" fontAlgn="base" latinLnBrk="0" hangingPunct="1">
              <a:lnSpc>
                <a:spcPct val="90000"/>
              </a:lnSpc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Tx/>
              <a:buFont typeface="Wingdings" panose="05000000000000000000" pitchFamily="2" charset="2"/>
              <a:buNone/>
              <a:defRPr/>
            </a:pPr>
            <a:endParaRPr kumimoji="0" lang="en-US" altLang="zh-CN" sz="2000" b="1" i="0" u="none" strike="noStrike" kern="0" cap="none" spc="0" normalizeH="0" baseline="0" noProof="0" dirty="0">
              <a:ln>
                <a:noFill/>
              </a:ln>
              <a:solidFill>
                <a:schemeClr val="tx1"/>
              </a:solidFill>
              <a:effectLst>
                <a:outerShdw blurRad="38100" dist="38100" dir="2700000" algn="tl">
                  <a:srgbClr val="000000"/>
                </a:outerShdw>
              </a:effectLst>
              <a:uLnTx/>
              <a:uFillTx/>
              <a:latin typeface="+mn-lt"/>
              <a:ea typeface="黑体" panose="02010609060101010101" pitchFamily="49" charset="-122"/>
            </a:endParaRPr>
          </a:p>
          <a:p>
            <a:pPr marL="800100" marR="0" lvl="2" indent="0" algn="l" defTabSz="914400" rtl="0" eaLnBrk="1" fontAlgn="base" latinLnBrk="0" hangingPunct="1">
              <a:lnSpc>
                <a:spcPct val="90000"/>
              </a:lnSpc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Tx/>
              <a:buFont typeface="Wingdings" panose="05000000000000000000" pitchFamily="2" charset="2"/>
              <a:buNone/>
              <a:defRPr/>
            </a:pPr>
            <a:r>
              <a:rPr kumimoji="0" lang="en-US" altLang="zh-CN" sz="2400" b="1" i="0" u="none" strike="noStrike" kern="0" cap="none" spc="0" normalizeH="0" baseline="0" noProof="0" dirty="0">
                <a:ln>
                  <a:noFill/>
                </a:ln>
                <a:solidFill>
                  <a:schemeClr val="tx1"/>
                </a:solidFill>
                <a:effectLst>
                  <a:outerShdw blurRad="38100" dist="38100" dir="2700000" algn="tl">
                    <a:srgbClr val="000000"/>
                  </a:outerShdw>
                </a:effectLst>
                <a:uLnTx/>
                <a:uFillTx/>
                <a:latin typeface="+mn-lt"/>
                <a:ea typeface="黑体" panose="02010609060101010101" pitchFamily="49" charset="-122"/>
              </a:rPr>
              <a:t>       … /*  </a:t>
            </a:r>
            <a:r>
              <a:rPr kumimoji="0" lang="zh-CN" altLang="en-US" sz="2400" b="1" i="0" u="none" strike="noStrike" kern="0" cap="none" spc="0" normalizeH="0" baseline="0" noProof="0" dirty="0">
                <a:ln>
                  <a:noFill/>
                </a:ln>
                <a:solidFill>
                  <a:schemeClr val="tx1"/>
                </a:solidFill>
                <a:effectLst>
                  <a:outerShdw blurRad="38100" dist="38100" dir="2700000" algn="tl">
                    <a:srgbClr val="000000"/>
                  </a:outerShdw>
                </a:effectLst>
                <a:uLnTx/>
                <a:uFillTx/>
                <a:latin typeface="+mn-lt"/>
                <a:ea typeface="黑体" panose="02010609060101010101" pitchFamily="49" charset="-122"/>
              </a:rPr>
              <a:t>在</a:t>
            </a:r>
            <a:r>
              <a:rPr kumimoji="0" lang="zh-CN" altLang="en-US" sz="2400" b="1" i="0" u="none" strike="noStrike" kern="0" cap="none" spc="0" normalizeH="0" baseline="0" noProof="0" dirty="0">
                <a:ln>
                  <a:noFill/>
                </a:ln>
                <a:solidFill>
                  <a:srgbClr val="FFFF00"/>
                </a:solidFill>
                <a:effectLst>
                  <a:outerShdw blurRad="38100" dist="38100" dir="2700000" algn="tl">
                    <a:srgbClr val="000000"/>
                  </a:outerShdw>
                </a:effectLst>
                <a:uLnTx/>
                <a:uFillTx/>
                <a:latin typeface="+mn-lt"/>
                <a:ea typeface="黑体" panose="02010609060101010101" pitchFamily="49" charset="-122"/>
                <a:cs typeface="+mn-ea"/>
              </a:rPr>
              <a:t>第i行</a:t>
            </a:r>
            <a:r>
              <a:rPr kumimoji="0" lang="zh-CN" altLang="en-US" sz="2400" b="1" i="0" u="none" strike="noStrike" kern="0" cap="none" spc="0" normalizeH="0" baseline="0" noProof="0" dirty="0">
                <a:ln>
                  <a:noFill/>
                </a:ln>
                <a:solidFill>
                  <a:schemeClr val="tx1"/>
                </a:solidFill>
                <a:effectLst>
                  <a:outerShdw blurRad="38100" dist="38100" dir="2700000" algn="tl">
                    <a:srgbClr val="000000"/>
                  </a:outerShdw>
                </a:effectLst>
                <a:uLnTx/>
                <a:uFillTx/>
                <a:latin typeface="+mn-lt"/>
                <a:ea typeface="黑体" panose="02010609060101010101" pitchFamily="49" charset="-122"/>
              </a:rPr>
              <a:t>输出，</a:t>
            </a:r>
            <a:endParaRPr kumimoji="0" lang="zh-CN" altLang="en-US" sz="2400" b="1" i="0" u="none" strike="noStrike" kern="0" cap="none" spc="0" normalizeH="0" baseline="0" noProof="0" dirty="0">
              <a:ln>
                <a:noFill/>
              </a:ln>
              <a:solidFill>
                <a:schemeClr val="tx1"/>
              </a:solidFill>
              <a:effectLst>
                <a:outerShdw blurRad="38100" dist="38100" dir="2700000" algn="tl">
                  <a:srgbClr val="000000"/>
                </a:outerShdw>
              </a:effectLst>
              <a:uLnTx/>
              <a:uFillTx/>
              <a:latin typeface="+mn-lt"/>
              <a:ea typeface="黑体" panose="02010609060101010101" pitchFamily="49" charset="-122"/>
            </a:endParaRPr>
          </a:p>
          <a:p>
            <a:pPr marL="800100" marR="0" lvl="2" indent="0" algn="l" defTabSz="914400" rtl="0" eaLnBrk="1" fontAlgn="base" latinLnBrk="0" hangingPunct="1">
              <a:lnSpc>
                <a:spcPct val="90000"/>
              </a:lnSpc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Tx/>
              <a:buFont typeface="Wingdings" panose="05000000000000000000" pitchFamily="2" charset="2"/>
              <a:buNone/>
              <a:defRPr/>
            </a:pPr>
            <a:r>
              <a:rPr kumimoji="0" lang="zh-CN" altLang="en-US" sz="2400" b="1" i="0" u="none" strike="noStrike" kern="0" cap="none" spc="0" normalizeH="0" baseline="0" noProof="0" dirty="0">
                <a:ln>
                  <a:noFill/>
                </a:ln>
                <a:solidFill>
                  <a:schemeClr val="tx1"/>
                </a:solidFill>
                <a:effectLst>
                  <a:outerShdw blurRad="38100" dist="38100" dir="2700000" algn="tl">
                    <a:srgbClr val="000000"/>
                  </a:outerShdw>
                </a:effectLst>
                <a:uLnTx/>
                <a:uFillTx/>
                <a:latin typeface="+mn-lt"/>
                <a:ea typeface="黑体" panose="02010609060101010101" pitchFamily="49" charset="-122"/>
              </a:rPr>
              <a:t>输出内容为：</a:t>
            </a:r>
            <a:r>
              <a:rPr kumimoji="0" lang="zh-CN" altLang="en-US" sz="2400" b="1" i="0" u="none" strike="noStrike" kern="0" cap="none" spc="0" normalizeH="0" baseline="0" noProof="0" dirty="0">
                <a:ln>
                  <a:noFill/>
                </a:ln>
                <a:solidFill>
                  <a:srgbClr val="FFFF00"/>
                </a:solidFill>
                <a:effectLst>
                  <a:outerShdw blurRad="38100" dist="38100" dir="2700000" algn="tl">
                    <a:srgbClr val="000000"/>
                  </a:outerShdw>
                </a:effectLst>
                <a:uLnTx/>
                <a:uFillTx/>
                <a:latin typeface="+mn-lt"/>
                <a:ea typeface="黑体" panose="02010609060101010101" pitchFamily="49" charset="-122"/>
                <a:cs typeface="+mn-ea"/>
              </a:rPr>
              <a:t>若干空格</a:t>
            </a:r>
            <a:r>
              <a:rPr kumimoji="0" lang="zh-CN" altLang="en-US" sz="2400" b="1" i="0" u="none" strike="noStrike" kern="0" cap="none" spc="0" normalizeH="0" baseline="0" noProof="0" dirty="0">
                <a:ln>
                  <a:noFill/>
                </a:ln>
                <a:solidFill>
                  <a:srgbClr val="FF0000"/>
                </a:solidFill>
                <a:effectLst>
                  <a:outerShdw blurRad="38100" dist="38100" dir="2700000" algn="tl">
                    <a:srgbClr val="000000"/>
                  </a:outerShdw>
                </a:effectLst>
                <a:uLnTx/>
                <a:uFillTx/>
                <a:latin typeface="+mn-lt"/>
                <a:ea typeface="黑体" panose="02010609060101010101" pitchFamily="49" charset="-122"/>
              </a:rPr>
              <a:t> </a:t>
            </a:r>
            <a:r>
              <a:rPr kumimoji="0" lang="en-US" altLang="zh-CN" sz="2400" b="1" i="0" u="none" strike="noStrike" kern="0" cap="none" spc="0" normalizeH="0" baseline="0" noProof="0" dirty="0">
                <a:ln>
                  <a:noFill/>
                </a:ln>
                <a:solidFill>
                  <a:schemeClr val="tx1"/>
                </a:solidFill>
                <a:effectLst>
                  <a:outerShdw blurRad="38100" dist="38100" dir="2700000" algn="tl">
                    <a:srgbClr val="000000"/>
                  </a:outerShdw>
                </a:effectLst>
                <a:uLnTx/>
                <a:uFillTx/>
                <a:latin typeface="+mn-lt"/>
                <a:ea typeface="黑体" panose="02010609060101010101" pitchFamily="49" charset="-122"/>
              </a:rPr>
              <a:t>+ </a:t>
            </a:r>
            <a:r>
              <a:rPr kumimoji="0" lang="zh-CN" altLang="en-US" sz="2400" b="1" i="0" u="none" strike="noStrike" kern="0" cap="none" spc="0" normalizeH="0" baseline="0" noProof="0" dirty="0">
                <a:ln>
                  <a:noFill/>
                </a:ln>
                <a:solidFill>
                  <a:srgbClr val="FFFF00"/>
                </a:solidFill>
                <a:effectLst>
                  <a:outerShdw blurRad="38100" dist="38100" dir="2700000" algn="tl">
                    <a:srgbClr val="000000"/>
                  </a:outerShdw>
                </a:effectLst>
                <a:uLnTx/>
                <a:uFillTx/>
                <a:latin typeface="+mn-lt"/>
                <a:ea typeface="黑体" panose="02010609060101010101" pitchFamily="49" charset="-122"/>
                <a:cs typeface="+mn-ea"/>
              </a:rPr>
              <a:t>数组a[0]~a[i]</a:t>
            </a:r>
            <a:r>
              <a:rPr kumimoji="0" lang="en-US" altLang="zh-CN" sz="2400" b="1" i="0" u="none" strike="noStrike" kern="0" cap="none" spc="0" normalizeH="0" baseline="0" noProof="0" dirty="0">
                <a:ln>
                  <a:noFill/>
                </a:ln>
                <a:solidFill>
                  <a:srgbClr val="FF0000"/>
                </a:solidFill>
                <a:effectLst>
                  <a:outerShdw blurRad="38100" dist="38100" dir="2700000" algn="tl">
                    <a:srgbClr val="000000"/>
                  </a:outerShdw>
                </a:effectLst>
                <a:uLnTx/>
                <a:uFillTx/>
                <a:latin typeface="+mn-lt"/>
                <a:ea typeface="黑体" panose="02010609060101010101" pitchFamily="49" charset="-122"/>
              </a:rPr>
              <a:t> </a:t>
            </a:r>
            <a:r>
              <a:rPr kumimoji="0" lang="en-US" altLang="zh-CN" sz="2400" b="1" i="0" u="none" strike="noStrike" kern="0" cap="none" spc="0" normalizeH="0" baseline="0" noProof="0" dirty="0">
                <a:ln>
                  <a:noFill/>
                </a:ln>
                <a:solidFill>
                  <a:schemeClr val="tx1"/>
                </a:solidFill>
                <a:effectLst>
                  <a:outerShdw blurRad="38100" dist="38100" dir="2700000" algn="tl">
                    <a:srgbClr val="000000"/>
                  </a:outerShdw>
                </a:effectLst>
                <a:uLnTx/>
                <a:uFillTx/>
                <a:latin typeface="+mn-lt"/>
                <a:ea typeface="黑体" panose="02010609060101010101" pitchFamily="49" charset="-122"/>
              </a:rPr>
              <a:t>+ </a:t>
            </a:r>
            <a:r>
              <a:rPr kumimoji="0" lang="en-US" altLang="zh-CN" sz="2400" b="1" i="0" u="none" strike="noStrike" kern="0" cap="none" spc="0" normalizeH="0" baseline="0" noProof="0" dirty="0">
                <a:ln>
                  <a:noFill/>
                </a:ln>
                <a:solidFill>
                  <a:srgbClr val="FFFF00"/>
                </a:solidFill>
                <a:effectLst>
                  <a:outerShdw blurRad="38100" dist="38100" dir="2700000" algn="tl">
                    <a:srgbClr val="000000"/>
                  </a:outerShdw>
                </a:effectLst>
                <a:uLnTx/>
                <a:uFillTx/>
                <a:latin typeface="+mn-lt"/>
                <a:ea typeface="黑体" panose="02010609060101010101" pitchFamily="49" charset="-122"/>
              </a:rPr>
              <a:t>‘</a:t>
            </a:r>
            <a:r>
              <a:rPr kumimoji="0" lang="zh-CN" altLang="en-US" sz="2400" b="1" i="0" u="none" strike="noStrike" kern="0" cap="none" spc="0" normalizeH="0" baseline="0" noProof="0" dirty="0">
                <a:ln>
                  <a:noFill/>
                </a:ln>
                <a:solidFill>
                  <a:srgbClr val="FFFF00"/>
                </a:solidFill>
                <a:effectLst>
                  <a:outerShdw blurRad="38100" dist="38100" dir="2700000" algn="tl">
                    <a:srgbClr val="000000"/>
                  </a:outerShdw>
                </a:effectLst>
                <a:uLnTx/>
                <a:uFillTx/>
                <a:latin typeface="+mn-lt"/>
                <a:ea typeface="黑体" panose="02010609060101010101" pitchFamily="49" charset="-122"/>
                <a:cs typeface="+mn-ea"/>
              </a:rPr>
              <a:t>\n</a:t>
            </a:r>
            <a:r>
              <a:rPr kumimoji="0" lang="en-US" sz="2400" b="1" i="0" u="none" strike="noStrike" kern="0" cap="none" spc="0" normalizeH="0" baseline="0" noProof="0" dirty="0">
                <a:ln>
                  <a:noFill/>
                </a:ln>
                <a:solidFill>
                  <a:srgbClr val="FFFF00"/>
                </a:solidFill>
                <a:effectLst>
                  <a:outerShdw blurRad="38100" dist="38100" dir="2700000" algn="tl">
                    <a:srgbClr val="000000"/>
                  </a:outerShdw>
                </a:effectLst>
                <a:uLnTx/>
                <a:uFillTx/>
                <a:latin typeface="+mn-lt"/>
                <a:ea typeface="黑体" panose="02010609060101010101" pitchFamily="49" charset="-122"/>
                <a:cs typeface="+mn-ea"/>
              </a:rPr>
              <a:t>’</a:t>
            </a:r>
            <a:r>
              <a:rPr kumimoji="0" lang="zh-CN" altLang="en-US" sz="2400" b="1" i="0" u="none" strike="noStrike" kern="0" cap="none" spc="0" normalizeH="0" baseline="0" noProof="0" dirty="0">
                <a:ln>
                  <a:noFill/>
                </a:ln>
                <a:solidFill>
                  <a:srgbClr val="FFFF00"/>
                </a:solidFill>
                <a:effectLst>
                  <a:outerShdw blurRad="38100" dist="38100" dir="2700000" algn="tl">
                    <a:srgbClr val="000000"/>
                  </a:outerShdw>
                </a:effectLst>
                <a:uLnTx/>
                <a:uFillTx/>
                <a:latin typeface="+mn-lt"/>
                <a:ea typeface="黑体" panose="02010609060101010101" pitchFamily="49" charset="-122"/>
                <a:cs typeface="+mn-ea"/>
              </a:rPr>
              <a:t> </a:t>
            </a:r>
            <a:r>
              <a:rPr kumimoji="0" lang="en-US" altLang="zh-CN" sz="2400" b="1" i="0" u="none" strike="noStrike" kern="0" cap="none" spc="0" normalizeH="0" baseline="0" noProof="0" dirty="0">
                <a:ln>
                  <a:noFill/>
                </a:ln>
                <a:solidFill>
                  <a:schemeClr val="tx1"/>
                </a:solidFill>
                <a:effectLst>
                  <a:outerShdw blurRad="38100" dist="38100" dir="2700000" algn="tl">
                    <a:srgbClr val="000000"/>
                  </a:outerShdw>
                </a:effectLst>
                <a:uLnTx/>
                <a:uFillTx/>
                <a:latin typeface="+mn-lt"/>
                <a:ea typeface="黑体" panose="02010609060101010101" pitchFamily="49" charset="-122"/>
              </a:rPr>
              <a:t>*/</a:t>
            </a:r>
            <a:endParaRPr kumimoji="0" lang="zh-CN" altLang="en-US" sz="2400" b="1" i="0" u="none" strike="noStrike" kern="0" cap="none" spc="0" normalizeH="0" baseline="0" noProof="0" dirty="0">
              <a:ln>
                <a:noFill/>
              </a:ln>
              <a:solidFill>
                <a:schemeClr val="tx1"/>
              </a:solidFill>
              <a:effectLst>
                <a:outerShdw blurRad="38100" dist="38100" dir="2700000" algn="tl">
                  <a:srgbClr val="000000"/>
                </a:outerShdw>
              </a:effectLst>
              <a:uLnTx/>
              <a:uFillTx/>
              <a:latin typeface="+mn-lt"/>
              <a:ea typeface="黑体" panose="02010609060101010101" pitchFamily="49" charset="-122"/>
            </a:endParaRPr>
          </a:p>
          <a:p>
            <a:pPr marL="800100" marR="0" lvl="2" indent="0" algn="l" defTabSz="914400" rtl="0" eaLnBrk="1" fontAlgn="base" latinLnBrk="0" hangingPunct="1">
              <a:lnSpc>
                <a:spcPct val="90000"/>
              </a:lnSpc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Tx/>
              <a:buFont typeface="Wingdings" panose="05000000000000000000" pitchFamily="2" charset="2"/>
              <a:buNone/>
              <a:defRPr/>
            </a:pPr>
            <a:r>
              <a:rPr kumimoji="0" lang="zh-CN" altLang="en-US" sz="2400" b="1" i="0" u="none" strike="noStrike" kern="0" cap="none" spc="0" normalizeH="0" baseline="0" noProof="0" dirty="0">
                <a:ln>
                  <a:noFill/>
                </a:ln>
                <a:solidFill>
                  <a:schemeClr val="tx1"/>
                </a:solidFill>
                <a:effectLst>
                  <a:outerShdw blurRad="38100" dist="38100" dir="2700000" algn="tl">
                    <a:srgbClr val="000000"/>
                  </a:outerShdw>
                </a:effectLst>
                <a:uLnTx/>
                <a:uFillTx/>
                <a:latin typeface="+mn-lt"/>
                <a:ea typeface="黑体" panose="02010609060101010101" pitchFamily="49" charset="-122"/>
              </a:rPr>
              <a:t>	</a:t>
            </a:r>
            <a:r>
              <a:rPr kumimoji="0" lang="en-US" altLang="zh-CN" sz="2400" b="1" i="0" u="none" strike="noStrike" kern="0" cap="none" spc="0" normalizeH="0" baseline="0" noProof="0" dirty="0">
                <a:ln>
                  <a:noFill/>
                </a:ln>
                <a:solidFill>
                  <a:schemeClr val="tx1"/>
                </a:solidFill>
                <a:effectLst>
                  <a:outerShdw blurRad="38100" dist="38100" dir="2700000" algn="tl">
                    <a:srgbClr val="000000"/>
                  </a:outerShdw>
                </a:effectLst>
                <a:uLnTx/>
                <a:uFillTx/>
                <a:latin typeface="+mn-lt"/>
                <a:ea typeface="黑体" panose="02010609060101010101" pitchFamily="49" charset="-122"/>
              </a:rPr>
              <a:t>}</a:t>
            </a:r>
            <a:endParaRPr kumimoji="0" lang="en-US" altLang="zh-CN" sz="2400" b="1" i="0" u="none" strike="noStrike" kern="0" cap="none" spc="0" normalizeH="0" baseline="0" noProof="0" dirty="0">
              <a:ln>
                <a:noFill/>
              </a:ln>
              <a:solidFill>
                <a:schemeClr val="tx1"/>
              </a:solidFill>
              <a:effectLst>
                <a:outerShdw blurRad="38100" dist="38100" dir="2700000" algn="tl">
                  <a:srgbClr val="000000"/>
                </a:outerShdw>
              </a:effectLst>
              <a:uLnTx/>
              <a:uFillTx/>
              <a:latin typeface="+mn-lt"/>
              <a:ea typeface="黑体" panose="02010609060101010101" pitchFamily="49" charset="-122"/>
            </a:endParaRPr>
          </a:p>
          <a:p>
            <a:pPr marL="0" marR="0" lvl="0" indent="0" algn="l" defTabSz="914400" rtl="0" eaLnBrk="1" fontAlgn="base" latinLnBrk="0" hangingPunct="1">
              <a:lnSpc>
                <a:spcPct val="90000"/>
              </a:lnSpc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80000"/>
              <a:buFont typeface="Wingdings" panose="05000000000000000000" pitchFamily="2" charset="2"/>
              <a:buNone/>
              <a:defRPr/>
            </a:pPr>
            <a:r>
              <a:rPr kumimoji="0" lang="en-US" altLang="zh-CN" sz="2400" b="1" i="0" u="none" strike="noStrike" kern="0" cap="none" spc="0" normalizeH="0" baseline="0" noProof="0" dirty="0">
                <a:ln>
                  <a:noFill/>
                </a:ln>
                <a:solidFill>
                  <a:schemeClr val="tx1"/>
                </a:solidFill>
                <a:effectLst>
                  <a:outerShdw blurRad="38100" dist="38100" dir="2700000" algn="tl">
                    <a:srgbClr val="000000"/>
                  </a:outerShdw>
                </a:effectLst>
                <a:uLnTx/>
                <a:uFillTx/>
                <a:latin typeface="+mn-lt"/>
                <a:ea typeface="黑体" panose="02010609060101010101" pitchFamily="49" charset="-122"/>
                <a:cs typeface="+mn-cs"/>
              </a:rPr>
              <a:t>}</a:t>
            </a:r>
            <a:endParaRPr kumimoji="0" lang="en-US" altLang="zh-CN" sz="2400" b="1" i="0" u="none" strike="noStrike" kern="0" cap="none" spc="0" normalizeH="0" baseline="0" noProof="0" dirty="0">
              <a:ln>
                <a:noFill/>
              </a:ln>
              <a:solidFill>
                <a:schemeClr val="tx1"/>
              </a:solidFill>
              <a:effectLst>
                <a:outerShdw blurRad="38100" dist="38100" dir="2700000" algn="tl">
                  <a:srgbClr val="000000"/>
                </a:outerShdw>
              </a:effectLst>
              <a:uLnTx/>
              <a:uFillTx/>
              <a:latin typeface="+mn-lt"/>
              <a:ea typeface="黑体" panose="02010609060101010101" pitchFamily="49" charset="-122"/>
              <a:cs typeface="+mn-cs"/>
            </a:endParaRPr>
          </a:p>
        </p:txBody>
      </p:sp>
      <p:sp>
        <p:nvSpPr>
          <p:cNvPr id="91139" name="Rectangle 20"/>
          <p:cNvSpPr/>
          <p:nvPr/>
        </p:nvSpPr>
        <p:spPr>
          <a:xfrm>
            <a:off x="7175500" y="-103187"/>
            <a:ext cx="3276600" cy="2009775"/>
          </a:xfrm>
          <a:prstGeom prst="rect">
            <a:avLst/>
          </a:prstGeom>
          <a:noFill/>
          <a:ln w="9525">
            <a:noFill/>
          </a:ln>
        </p:spPr>
        <p:txBody>
          <a:bodyPr anchor="ctr" anchorCtr="0">
            <a:spAutoFit/>
          </a:bodyPr>
          <a:lstStyle>
            <a:lvl1pPr marL="342900" indent="-3429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80000"/>
              <a:buFont typeface="Wingdings" panose="05000000000000000000" pitchFamily="2" charset="2"/>
              <a:buChar char="n"/>
              <a:defRPr sz="3200" b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defRPr>
            </a:lvl1pPr>
            <a:lvl2pPr marL="742950" indent="-28575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Char char="–"/>
              <a:defRPr sz="2800">
                <a:solidFill>
                  <a:schemeClr val="tx1"/>
                </a:solidFill>
                <a:effectLst/>
                <a:latin typeface="+mn-lt"/>
                <a:ea typeface="+mn-ea"/>
              </a:defRPr>
            </a:lvl2pPr>
            <a:lvl3pPr marL="11430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Font typeface="Wingdings" panose="05000000000000000000" pitchFamily="2" charset="2"/>
              <a:buChar char="§"/>
              <a:defRPr sz="2400">
                <a:solidFill>
                  <a:schemeClr val="tx1"/>
                </a:solidFill>
                <a:effectLst/>
                <a:latin typeface="+mn-lt"/>
                <a:ea typeface="+mn-ea"/>
              </a:defRPr>
            </a:lvl3pPr>
            <a:lvl4pPr marL="16002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–"/>
              <a:defRPr sz="2000">
                <a:solidFill>
                  <a:schemeClr val="tx1"/>
                </a:solidFill>
                <a:effectLst/>
                <a:latin typeface="+mn-lt"/>
                <a:ea typeface="+mn-ea"/>
              </a:defRPr>
            </a:lvl4pPr>
            <a:lvl5pPr marL="20574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effectLst/>
                <a:latin typeface="+mn-lt"/>
                <a:ea typeface="+mn-ea"/>
              </a:defRPr>
            </a:lvl5pPr>
          </a:lstStyle>
          <a:p>
            <a:pPr marL="0" lvl="0" indent="0" algn="ctr" eaLnBrk="1" hangingPunct="1">
              <a:spcBef>
                <a:spcPct val="0"/>
              </a:spcBef>
              <a:buClrTx/>
              <a:buSzTx/>
              <a:buFontTx/>
              <a:buNone/>
            </a:pPr>
            <a:r>
              <a:rPr lang="en-US" altLang="zh-CN" sz="1600" b="1" dirty="0">
                <a:solidFill>
                  <a:srgbClr val="FFFF00"/>
                </a:solidFill>
                <a:latin typeface="Arial" panose="020B0604020202020204" pitchFamily="34" charset="0"/>
              </a:rPr>
              <a:t>1</a:t>
            </a:r>
            <a:endParaRPr lang="en-US" altLang="zh-CN" sz="1600" b="1" dirty="0">
              <a:solidFill>
                <a:srgbClr val="FFFF00"/>
              </a:solidFill>
              <a:latin typeface="Arial" panose="020B0604020202020204" pitchFamily="34" charset="0"/>
            </a:endParaRPr>
          </a:p>
          <a:p>
            <a:pPr marL="0" lvl="0" algn="ctr" eaLnBrk="1" hangingPunct="1">
              <a:buClrTx/>
              <a:buSzTx/>
              <a:buFontTx/>
              <a:buNone/>
            </a:pPr>
            <a:r>
              <a:rPr lang="en-US" altLang="zh-CN" sz="1600" b="1" dirty="0">
                <a:latin typeface="Arial" panose="020B0604020202020204" pitchFamily="34" charset="0"/>
              </a:rPr>
              <a:t>1     </a:t>
            </a:r>
            <a:r>
              <a:rPr lang="en-US" altLang="zh-CN" sz="1600" b="1" dirty="0">
                <a:solidFill>
                  <a:srgbClr val="FFFF00"/>
                </a:solidFill>
                <a:latin typeface="Arial" panose="020B0604020202020204" pitchFamily="34" charset="0"/>
              </a:rPr>
              <a:t>1</a:t>
            </a:r>
            <a:endParaRPr lang="en-US" altLang="zh-CN" sz="1600" b="1" dirty="0">
              <a:solidFill>
                <a:srgbClr val="FFFF00"/>
              </a:solidFill>
              <a:latin typeface="Arial" panose="020B0604020202020204" pitchFamily="34" charset="0"/>
            </a:endParaRPr>
          </a:p>
          <a:p>
            <a:pPr marL="0" lvl="0" indent="0" algn="ctr" eaLnBrk="1" hangingPunct="1">
              <a:spcBef>
                <a:spcPct val="0"/>
              </a:spcBef>
              <a:buClrTx/>
              <a:buSzTx/>
              <a:buFontTx/>
              <a:buNone/>
            </a:pPr>
            <a:r>
              <a:rPr lang="en-US" altLang="zh-CN" sz="1600" b="1" dirty="0">
                <a:latin typeface="Arial" panose="020B0604020202020204" pitchFamily="34" charset="0"/>
              </a:rPr>
              <a:t>1     2     </a:t>
            </a:r>
            <a:r>
              <a:rPr lang="en-US" altLang="zh-CN" sz="1600" b="1" dirty="0">
                <a:solidFill>
                  <a:srgbClr val="FF0000"/>
                </a:solidFill>
                <a:latin typeface="Arial" panose="020B0604020202020204" pitchFamily="34" charset="0"/>
              </a:rPr>
              <a:t> </a:t>
            </a:r>
            <a:r>
              <a:rPr lang="en-US" altLang="zh-CN" sz="1600" b="1" dirty="0">
                <a:solidFill>
                  <a:srgbClr val="FFFF00"/>
                </a:solidFill>
                <a:latin typeface="Arial" panose="020B0604020202020204" pitchFamily="34" charset="0"/>
              </a:rPr>
              <a:t>1</a:t>
            </a:r>
            <a:endParaRPr lang="en-US" altLang="zh-CN" sz="1600" b="1" dirty="0">
              <a:solidFill>
                <a:srgbClr val="FFFF00"/>
              </a:solidFill>
              <a:latin typeface="Arial" panose="020B0604020202020204" pitchFamily="34" charset="0"/>
            </a:endParaRPr>
          </a:p>
          <a:p>
            <a:pPr marL="0" lvl="0" algn="ctr" eaLnBrk="1" hangingPunct="1">
              <a:buClrTx/>
              <a:buSzTx/>
              <a:buFontTx/>
              <a:buNone/>
            </a:pPr>
            <a:r>
              <a:rPr lang="en-US" altLang="zh-CN" sz="1600" b="1" dirty="0">
                <a:latin typeface="Arial" panose="020B0604020202020204" pitchFamily="34" charset="0"/>
              </a:rPr>
              <a:t>1      3     3      </a:t>
            </a:r>
            <a:r>
              <a:rPr lang="en-US" altLang="zh-CN" sz="1600" b="1" dirty="0">
                <a:solidFill>
                  <a:srgbClr val="FFFF00"/>
                </a:solidFill>
                <a:latin typeface="Arial" panose="020B0604020202020204" pitchFamily="34" charset="0"/>
              </a:rPr>
              <a:t>1</a:t>
            </a:r>
            <a:endParaRPr lang="en-US" altLang="zh-CN" sz="1600" b="1" dirty="0">
              <a:solidFill>
                <a:srgbClr val="FFFF00"/>
              </a:solidFill>
              <a:latin typeface="Arial" panose="020B0604020202020204" pitchFamily="34" charset="0"/>
            </a:endParaRPr>
          </a:p>
          <a:p>
            <a:pPr marL="0" lvl="0" algn="ctr" eaLnBrk="1" hangingPunct="1">
              <a:buClrTx/>
              <a:buSzTx/>
              <a:buFontTx/>
              <a:buNone/>
            </a:pPr>
            <a:r>
              <a:rPr lang="en-US" altLang="zh-CN" sz="1600" b="1" dirty="0">
                <a:solidFill>
                  <a:schemeClr val="hlink"/>
                </a:solidFill>
                <a:latin typeface="Arial" panose="020B0604020202020204" pitchFamily="34" charset="0"/>
              </a:rPr>
              <a:t>1      4      6      4     </a:t>
            </a:r>
            <a:r>
              <a:rPr lang="en-US" altLang="zh-CN" sz="1600" b="1" dirty="0">
                <a:solidFill>
                  <a:srgbClr val="FFFF00"/>
                </a:solidFill>
                <a:latin typeface="Arial" panose="020B0604020202020204" pitchFamily="34" charset="0"/>
              </a:rPr>
              <a:t>1</a:t>
            </a:r>
            <a:endParaRPr lang="en-US" altLang="zh-CN" sz="1600" b="1" dirty="0">
              <a:solidFill>
                <a:srgbClr val="FFFF00"/>
              </a:solidFill>
              <a:latin typeface="Arial" panose="020B0604020202020204" pitchFamily="34" charset="0"/>
            </a:endParaRPr>
          </a:p>
          <a:p>
            <a:pPr marL="0" lvl="0" algn="ctr" eaLnBrk="1" hangingPunct="1">
              <a:buClrTx/>
              <a:buSzTx/>
              <a:buFontTx/>
              <a:buNone/>
            </a:pPr>
            <a:r>
              <a:rPr lang="en-US" altLang="zh-CN" sz="1600" b="1" dirty="0">
                <a:latin typeface="Arial" panose="020B0604020202020204" pitchFamily="34" charset="0"/>
              </a:rPr>
              <a:t>1      5      10    10      5     </a:t>
            </a:r>
            <a:r>
              <a:rPr lang="en-US" altLang="zh-CN" sz="1600" b="1" dirty="0">
                <a:solidFill>
                  <a:srgbClr val="FFFF00"/>
                </a:solidFill>
                <a:latin typeface="Arial" panose="020B0604020202020204" pitchFamily="34" charset="0"/>
              </a:rPr>
              <a:t>1</a:t>
            </a:r>
            <a:endParaRPr lang="en-US" altLang="zh-CN" sz="1600" b="1" dirty="0">
              <a:solidFill>
                <a:srgbClr val="FFFF00"/>
              </a:solidFill>
              <a:latin typeface="Arial" panose="020B0604020202020204" pitchFamily="34" charset="0"/>
            </a:endParaRPr>
          </a:p>
          <a:p>
            <a:pPr marL="0" lvl="0" indent="0" algn="ctr" eaLnBrk="1" hangingPunct="1">
              <a:spcBef>
                <a:spcPct val="0"/>
              </a:spcBef>
              <a:buClrTx/>
              <a:buSzTx/>
              <a:buFontTx/>
              <a:buNone/>
            </a:pPr>
            <a:r>
              <a:rPr lang="en-US" altLang="zh-CN" sz="1600" b="1" dirty="0">
                <a:latin typeface="Arial" panose="020B0604020202020204" pitchFamily="34" charset="0"/>
              </a:rPr>
              <a:t>...      ...      ...</a:t>
            </a:r>
            <a:endParaRPr lang="en-US" altLang="zh-CN" sz="1600" b="1" dirty="0">
              <a:latin typeface="Arial" panose="020B0604020202020204" pitchFamily="34" charset="0"/>
            </a:endParaRPr>
          </a:p>
        </p:txBody>
      </p:sp>
      <p:sp>
        <p:nvSpPr>
          <p:cNvPr id="6" name="灯片编号占位符 5"/>
          <p:cNvSpPr txBox="1">
            <a:spLocks noGrp="1"/>
          </p:cNvSpPr>
          <p:nvPr>
            <p:ph type="sldNum" sz="quarter" idx="4"/>
          </p:nvPr>
        </p:nvSpPr>
        <p:spPr bwMode="auto"/>
        <p:txBody>
          <a:bodyPr wrap="square" lIns="91440" tIns="45720" rIns="91440" bIns="45720" numCol="1" anchor="b" anchorCtr="0" compatLnSpc="1"/>
          <a:lstStyle>
            <a:lvl1pPr eaLnBrk="0" hangingPunct="0">
              <a:defRPr sz="2000" b="1">
                <a:solidFill>
                  <a:schemeClr val="tx1"/>
                </a:solidFill>
                <a:latin typeface="Tahoma" panose="020B0604030504040204" pitchFamily="34" charset="0"/>
                <a:ea typeface="黑体" panose="02010609060101010101" pitchFamily="49" charset="-122"/>
              </a:defRPr>
            </a:lvl1pPr>
            <a:lvl2pPr marL="742950" indent="-285750" eaLnBrk="0" hangingPunct="0">
              <a:defRPr sz="2000" b="1">
                <a:solidFill>
                  <a:schemeClr val="tx1"/>
                </a:solidFill>
                <a:latin typeface="Tahoma" panose="020B0604030504040204" pitchFamily="34" charset="0"/>
                <a:ea typeface="黑体" panose="02010609060101010101" pitchFamily="49" charset="-122"/>
              </a:defRPr>
            </a:lvl2pPr>
            <a:lvl3pPr marL="1143000" indent="-228600" eaLnBrk="0" hangingPunct="0">
              <a:defRPr sz="2000" b="1">
                <a:solidFill>
                  <a:schemeClr val="tx1"/>
                </a:solidFill>
                <a:latin typeface="Tahoma" panose="020B0604030504040204" pitchFamily="34" charset="0"/>
                <a:ea typeface="黑体" panose="02010609060101010101" pitchFamily="49" charset="-122"/>
              </a:defRPr>
            </a:lvl3pPr>
            <a:lvl4pPr marL="1600200" indent="-228600" eaLnBrk="0" hangingPunct="0">
              <a:defRPr sz="2000" b="1">
                <a:solidFill>
                  <a:schemeClr val="tx1"/>
                </a:solidFill>
                <a:latin typeface="Tahoma" panose="020B0604030504040204" pitchFamily="34" charset="0"/>
                <a:ea typeface="黑体" panose="02010609060101010101" pitchFamily="49" charset="-122"/>
              </a:defRPr>
            </a:lvl4pPr>
            <a:lvl5pPr marL="2057400" indent="-228600" eaLnBrk="0" hangingPunct="0">
              <a:defRPr sz="2000" b="1">
                <a:solidFill>
                  <a:schemeClr val="tx1"/>
                </a:solidFill>
                <a:latin typeface="Tahoma" panose="020B0604030504040204" pitchFamily="34" charset="0"/>
                <a:ea typeface="黑体" panose="02010609060101010101" pitchFamily="49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000" b="1">
                <a:solidFill>
                  <a:schemeClr val="tx1"/>
                </a:solidFill>
                <a:latin typeface="Tahoma" panose="020B0604030504040204" pitchFamily="34" charset="0"/>
                <a:ea typeface="黑体" panose="02010609060101010101" pitchFamily="49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000" b="1">
                <a:solidFill>
                  <a:schemeClr val="tx1"/>
                </a:solidFill>
                <a:latin typeface="Tahoma" panose="020B0604030504040204" pitchFamily="34" charset="0"/>
                <a:ea typeface="黑体" panose="02010609060101010101" pitchFamily="49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000" b="1">
                <a:solidFill>
                  <a:schemeClr val="tx1"/>
                </a:solidFill>
                <a:latin typeface="Tahoma" panose="020B0604030504040204" pitchFamily="34" charset="0"/>
                <a:ea typeface="黑体" panose="02010609060101010101" pitchFamily="49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000" b="1">
                <a:solidFill>
                  <a:schemeClr val="tx1"/>
                </a:solidFill>
                <a:latin typeface="Tahoma" panose="020B0604030504040204" pitchFamily="34" charset="0"/>
                <a:ea typeface="黑体" panose="02010609060101010101" pitchFamily="49" charset="-122"/>
              </a:defRPr>
            </a:lvl9pPr>
          </a:lstStyle>
          <a:p>
            <a:pPr marL="0" marR="0" lvl="0" indent="0" algn="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fld id="{3BF05838-3A4E-42C5-9CB3-EFD0AC7FCEA8}" type="slidenum">
              <a:rPr kumimoji="0" lang="en-US" altLang="zh-CN" sz="1200" b="0" i="0" u="none" strike="noStrike" kern="1200" cap="none" spc="0" normalizeH="0" baseline="0" noProof="0">
                <a:ln>
                  <a:noFill/>
                </a:ln>
                <a:solidFill>
                  <a:schemeClr val="tx1"/>
                </a:solidFill>
                <a:effectLst>
                  <a:outerShdw blurRad="38100" dist="38100" dir="2700000" algn="tl">
                    <a:srgbClr val="000000"/>
                  </a:outerShdw>
                </a:effectLst>
                <a:uLnTx/>
                <a:uFillTx/>
                <a:latin typeface="Tahoma" panose="020B0604030504040204" pitchFamily="34" charset="0"/>
                <a:ea typeface="宋体" panose="02010600030101010101" pitchFamily="2" charset="-122"/>
                <a:cs typeface="+mn-cs"/>
              </a:rPr>
            </a:fld>
            <a:endParaRPr kumimoji="0" lang="en-US" altLang="zh-CN" sz="1200" b="0" i="0" u="none" strike="noStrike" kern="1200" cap="none" spc="0" normalizeH="0" baseline="0" noProof="0">
              <a:ln>
                <a:noFill/>
              </a:ln>
              <a:solidFill>
                <a:schemeClr val="tx1"/>
              </a:solidFill>
              <a:effectLst>
                <a:outerShdw blurRad="38100" dist="38100" dir="2700000" algn="tl">
                  <a:srgbClr val="000000"/>
                </a:outerShdw>
              </a:effectLst>
              <a:uLnTx/>
              <a:uFillTx/>
              <a:latin typeface="Tahoma" panose="020B0604030504040204" pitchFamily="34" charset="0"/>
              <a:ea typeface="宋体" panose="02010600030101010101" pitchFamily="2" charset="-122"/>
              <a:cs typeface="+mn-cs"/>
            </a:endParaRPr>
          </a:p>
        </p:txBody>
      </p:sp>
      <p:sp>
        <p:nvSpPr>
          <p:cNvPr id="91141" name="AutoShape 186">
            <a:hlinkClick r:id="rId1" action="ppaction://hlinksldjump"/>
          </p:cNvPr>
          <p:cNvSpPr/>
          <p:nvPr/>
        </p:nvSpPr>
        <p:spPr>
          <a:xfrm>
            <a:off x="10363200" y="6335713"/>
            <a:ext cx="719138" cy="358775"/>
          </a:xfrm>
          <a:prstGeom prst="curvedUpArrow">
            <a:avLst>
              <a:gd name="adj1" fmla="val 40088"/>
              <a:gd name="adj2" fmla="val 80177"/>
              <a:gd name="adj3" fmla="val 33333"/>
            </a:avLst>
          </a:prstGeom>
          <a:solidFill>
            <a:schemeClr val="accent1"/>
          </a:solidFill>
          <a:ln w="9525" cap="flat" cmpd="sng">
            <a:solidFill>
              <a:schemeClr val="tx1"/>
            </a:solidFill>
            <a:prstDash val="solid"/>
            <a:miter/>
            <a:headEnd type="none" w="med" len="med"/>
            <a:tailEnd type="none" w="med" len="med"/>
          </a:ln>
        </p:spPr>
        <p:txBody>
          <a:bodyPr wrap="none" anchor="ctr" anchorCtr="0"/>
          <a:lstStyle>
            <a:lvl1pPr marL="342900" indent="-3429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80000"/>
              <a:buFont typeface="Wingdings" panose="05000000000000000000" pitchFamily="2" charset="2"/>
              <a:buChar char="n"/>
              <a:defRPr sz="3200" b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defRPr>
            </a:lvl1pPr>
            <a:lvl2pPr marL="742950" indent="-28575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Char char="–"/>
              <a:defRPr sz="2800">
                <a:solidFill>
                  <a:schemeClr val="tx1"/>
                </a:solidFill>
                <a:effectLst/>
                <a:latin typeface="+mn-lt"/>
                <a:ea typeface="+mn-ea"/>
              </a:defRPr>
            </a:lvl2pPr>
            <a:lvl3pPr marL="11430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Font typeface="Wingdings" panose="05000000000000000000" pitchFamily="2" charset="2"/>
              <a:buChar char="§"/>
              <a:defRPr sz="2400">
                <a:solidFill>
                  <a:schemeClr val="tx1"/>
                </a:solidFill>
                <a:effectLst/>
                <a:latin typeface="+mn-lt"/>
                <a:ea typeface="+mn-ea"/>
              </a:defRPr>
            </a:lvl3pPr>
            <a:lvl4pPr marL="16002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–"/>
              <a:defRPr sz="2000">
                <a:solidFill>
                  <a:schemeClr val="tx1"/>
                </a:solidFill>
                <a:effectLst/>
                <a:latin typeface="+mn-lt"/>
                <a:ea typeface="+mn-ea"/>
              </a:defRPr>
            </a:lvl4pPr>
            <a:lvl5pPr marL="20574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effectLst/>
                <a:latin typeface="+mn-lt"/>
                <a:ea typeface="+mn-ea"/>
              </a:defRPr>
            </a:lvl5pPr>
          </a:lstStyle>
          <a:p>
            <a:pPr marL="0" lvl="0" indent="0" eaLnBrk="1" hangingPunct="1">
              <a:spcBef>
                <a:spcPct val="0"/>
              </a:spcBef>
              <a:buClrTx/>
              <a:buSzTx/>
              <a:buFontTx/>
              <a:buNone/>
            </a:pPr>
            <a:endParaRPr lang="zh-CN" altLang="en-US" sz="2000" b="1" dirty="0">
              <a:ea typeface="黑体" panose="02010609060101010101" pitchFamily="49" charset="-122"/>
            </a:endParaRPr>
          </a:p>
        </p:txBody>
      </p:sp>
    </p:spTree>
  </p:cSld>
  <p:clrMapOvr>
    <a:masterClrMapping/>
  </p:clrMapOvr>
  <p:transition>
    <p:random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62628">
                                            <p:txEl>
                                              <p:charRg st="99" end="109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62628">
                                            <p:txEl>
                                              <p:charRg st="133" end="15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62628">
                                            <p:txEl>
                                              <p:charRg st="154" end="18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62628">
                                            <p:txEl>
                                              <p:charRg st="182" end="20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62628">
                                            <p:txEl>
                                              <p:charRg st="203" end="239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3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1919605" y="76200"/>
            <a:ext cx="8385175" cy="1356995"/>
          </a:xfrm>
        </p:spPr>
        <p:txBody>
          <a:bodyPr vert="horz" wrap="square" lIns="91440" tIns="45720" rIns="91440" bIns="45720" numCol="1" anchor="ctr" anchorCtr="0" compatLnSpc="1"/>
          <a:lstStyle/>
          <a:p>
            <a:pPr marL="0" marR="0" lvl="0" indent="0" algn="ctr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r>
              <a:rPr kumimoji="0" lang="en-US" altLang="zh-CN" sz="4400" b="0" i="0" u="none" strike="noStrike" kern="0" cap="none" spc="0" normalizeH="0" baseline="0" noProof="0" dirty="0">
                <a:ln>
                  <a:noFill/>
                </a:ln>
                <a:solidFill>
                  <a:srgbClr val="FFC000"/>
                </a:solidFill>
                <a:effectLst>
                  <a:outerShdw blurRad="38100" dist="38100" dir="2700000" algn="tl">
                    <a:srgbClr val="000000"/>
                  </a:outerShdw>
                </a:effectLst>
                <a:uLnTx/>
                <a:uFillTx/>
                <a:latin typeface="+mj-lt"/>
                <a:ea typeface="+mj-ea"/>
                <a:cs typeface="+mj-cs"/>
              </a:rPr>
              <a:t>【</a:t>
            </a:r>
            <a:r>
              <a:rPr kumimoji="0" lang="zh-CN" altLang="en-US" sz="4400" b="0" i="0" u="none" strike="noStrike" kern="0" cap="none" spc="0" normalizeH="0" baseline="0" noProof="0" dirty="0">
                <a:ln>
                  <a:noFill/>
                </a:ln>
                <a:solidFill>
                  <a:srgbClr val="FFC000"/>
                </a:solidFill>
                <a:effectLst>
                  <a:outerShdw blurRad="38100" dist="38100" dir="2700000" algn="tl">
                    <a:srgbClr val="000000"/>
                  </a:outerShdw>
                </a:effectLst>
                <a:uLnTx/>
                <a:uFillTx/>
                <a:latin typeface="+mj-lt"/>
                <a:ea typeface="+mj-ea"/>
                <a:cs typeface="+mj-cs"/>
              </a:rPr>
              <a:t>代码品读</a:t>
            </a:r>
            <a:r>
              <a:rPr kumimoji="0" lang="en-US" altLang="zh-CN" sz="4400" b="0" i="0" u="none" strike="noStrike" kern="0" cap="none" spc="0" normalizeH="0" baseline="0" noProof="0" dirty="0">
                <a:ln>
                  <a:noFill/>
                </a:ln>
                <a:solidFill>
                  <a:srgbClr val="FFC000"/>
                </a:solidFill>
                <a:effectLst>
                  <a:outerShdw blurRad="38100" dist="38100" dir="2700000" algn="tl">
                    <a:srgbClr val="000000"/>
                  </a:outerShdw>
                </a:effectLst>
                <a:uLnTx/>
                <a:uFillTx/>
                <a:latin typeface="+mj-lt"/>
                <a:ea typeface="+mj-ea"/>
                <a:cs typeface="+mj-cs"/>
              </a:rPr>
              <a:t>】</a:t>
            </a:r>
            <a:r>
              <a:rPr kumimoji="0" lang="zh-CN" altLang="en-US" sz="4400" b="0" i="0" u="none" strike="noStrike" kern="0" cap="none" spc="0" normalizeH="0" baseline="0" noProof="0" dirty="0">
                <a:ln>
                  <a:noFill/>
                </a:ln>
                <a:solidFill>
                  <a:srgbClr val="FFC000"/>
                </a:solidFill>
                <a:effectLst>
                  <a:outerShdw blurRad="38100" dist="38100" dir="2700000" algn="tl">
                    <a:srgbClr val="000000"/>
                  </a:outerShdw>
                </a:effectLst>
                <a:uLnTx/>
                <a:uFillTx/>
                <a:latin typeface="+mj-lt"/>
                <a:ea typeface="+mj-ea"/>
                <a:cs typeface="+mj-cs"/>
              </a:rPr>
              <a:t>螺旋数组</a:t>
            </a:r>
            <a:endParaRPr kumimoji="0" lang="en-US" altLang="zh-CN" sz="4400" b="0" i="0" u="none" strike="noStrike" kern="0" cap="none" spc="0" normalizeH="0" baseline="0" noProof="0" dirty="0">
              <a:ln>
                <a:noFill/>
              </a:ln>
              <a:solidFill>
                <a:srgbClr val="FFC000"/>
              </a:solidFill>
              <a:effectLst>
                <a:outerShdw blurRad="38100" dist="38100" dir="2700000" algn="tl">
                  <a:srgbClr val="000000"/>
                </a:outerShdw>
              </a:effectLst>
              <a:uLnTx/>
              <a:uFillTx/>
              <a:latin typeface="+mj-lt"/>
              <a:ea typeface="+mj-ea"/>
              <a:cs typeface="+mj-cs"/>
            </a:endParaRPr>
          </a:p>
        </p:txBody>
      </p:sp>
      <p:sp>
        <p:nvSpPr>
          <p:cNvPr id="4" name="灯片编号占位符 3"/>
          <p:cNvSpPr txBox="1">
            <a:spLocks noGrp="1"/>
          </p:cNvSpPr>
          <p:nvPr>
            <p:ph type="sldNum" sz="quarter" idx="4"/>
          </p:nvPr>
        </p:nvSpPr>
        <p:spPr bwMode="auto"/>
        <p:txBody>
          <a:bodyPr wrap="square" lIns="91440" tIns="45720" rIns="91440" bIns="45720" numCol="1" anchor="b" anchorCtr="0" compatLnSpc="1"/>
          <a:lstStyle/>
          <a:p>
            <a:pPr marL="0" marR="0" lvl="0" indent="0" algn="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fld id="{911C46E3-8721-4211-BCE0-A08A1DE7C863}" type="slidenum">
              <a:rPr kumimoji="0" lang="en-US" altLang="zh-CN" sz="1200" b="0" i="0" u="none" strike="noStrike" kern="1200" cap="none" spc="0" normalizeH="0" baseline="0" noProof="0" smtClean="0">
                <a:ln>
                  <a:noFill/>
                </a:ln>
                <a:solidFill>
                  <a:schemeClr val="tx1"/>
                </a:solidFill>
                <a:effectLst>
                  <a:outerShdw blurRad="38100" dist="38100" dir="2700000" algn="tl">
                    <a:srgbClr val="000000"/>
                  </a:outerShdw>
                </a:effectLst>
                <a:uLnTx/>
                <a:uFillTx/>
                <a:latin typeface="Tahoma" panose="020B0604030504040204" pitchFamily="34" charset="0"/>
                <a:ea typeface="宋体" panose="02010600030101010101" pitchFamily="2" charset="-122"/>
                <a:cs typeface="+mn-cs"/>
              </a:rPr>
            </a:fld>
            <a:endParaRPr kumimoji="0" lang="en-US" altLang="zh-CN" sz="1200" b="0" i="0" u="none" strike="noStrike" kern="1200" cap="none" spc="0" normalizeH="0" baseline="0" noProof="0">
              <a:ln>
                <a:noFill/>
              </a:ln>
              <a:solidFill>
                <a:schemeClr val="tx1"/>
              </a:solidFill>
              <a:effectLst>
                <a:outerShdw blurRad="38100" dist="38100" dir="2700000" algn="tl">
                  <a:srgbClr val="000000"/>
                </a:outerShdw>
              </a:effectLst>
              <a:uLnTx/>
              <a:uFillTx/>
              <a:latin typeface="Tahoma" panose="020B0604030504040204" pitchFamily="34" charset="0"/>
              <a:ea typeface="宋体" panose="02010600030101010101" pitchFamily="2" charset="-122"/>
              <a:cs typeface="+mn-cs"/>
            </a:endParaRPr>
          </a:p>
        </p:txBody>
      </p:sp>
      <p:sp>
        <p:nvSpPr>
          <p:cNvPr id="93188" name="矩形 4"/>
          <p:cNvSpPr/>
          <p:nvPr/>
        </p:nvSpPr>
        <p:spPr>
          <a:xfrm>
            <a:off x="76200" y="1214438"/>
            <a:ext cx="10744200" cy="4831080"/>
          </a:xfrm>
          <a:prstGeom prst="rect">
            <a:avLst/>
          </a:prstGeom>
          <a:noFill/>
          <a:ln w="9525">
            <a:noFill/>
          </a:ln>
        </p:spPr>
        <p:txBody>
          <a:bodyPr>
            <a:spAutoFit/>
          </a:bodyPr>
          <a:lstStyle>
            <a:lvl1pPr marL="342900" indent="-3429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80000"/>
              <a:buFont typeface="Wingdings" panose="05000000000000000000" pitchFamily="2" charset="2"/>
              <a:buChar char="n"/>
              <a:defRPr sz="3200" b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defRPr>
            </a:lvl1pPr>
            <a:lvl2pPr marL="742950" indent="-28575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Char char="–"/>
              <a:defRPr sz="2800">
                <a:solidFill>
                  <a:schemeClr val="tx1"/>
                </a:solidFill>
                <a:effectLst/>
                <a:latin typeface="+mn-lt"/>
                <a:ea typeface="+mn-ea"/>
              </a:defRPr>
            </a:lvl2pPr>
            <a:lvl3pPr marL="11430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Font typeface="Wingdings" panose="05000000000000000000" pitchFamily="2" charset="2"/>
              <a:buChar char="§"/>
              <a:defRPr sz="2400">
                <a:solidFill>
                  <a:schemeClr val="tx1"/>
                </a:solidFill>
                <a:effectLst/>
                <a:latin typeface="+mn-lt"/>
                <a:ea typeface="+mn-ea"/>
              </a:defRPr>
            </a:lvl3pPr>
            <a:lvl4pPr marL="16002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–"/>
              <a:defRPr sz="2000">
                <a:solidFill>
                  <a:schemeClr val="tx1"/>
                </a:solidFill>
                <a:effectLst/>
                <a:latin typeface="+mn-lt"/>
                <a:ea typeface="+mn-ea"/>
              </a:defRPr>
            </a:lvl4pPr>
            <a:lvl5pPr marL="20574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effectLst/>
                <a:latin typeface="+mn-lt"/>
                <a:ea typeface="+mn-ea"/>
              </a:defRPr>
            </a:lvl5pPr>
          </a:lstStyle>
          <a:p>
            <a:pPr marL="0" lvl="0" indent="0">
              <a:spcBef>
                <a:spcPct val="0"/>
              </a:spcBef>
              <a:buClrTx/>
              <a:buSzTx/>
              <a:buFontTx/>
              <a:buNone/>
            </a:pPr>
            <a:endParaRPr lang="zh-CN" altLang="zh-CN" sz="2800" b="1" dirty="0">
              <a:solidFill>
                <a:srgbClr val="FFC000"/>
              </a:solidFill>
              <a:latin typeface="等线" panose="02010600030101010101" pitchFamily="2" charset="-122"/>
              <a:ea typeface="等线" panose="02010600030101010101" pitchFamily="2" charset="-122"/>
            </a:endParaRPr>
          </a:p>
          <a:p>
            <a:pPr marL="0" lvl="0" indent="0">
              <a:spcBef>
                <a:spcPct val="0"/>
              </a:spcBef>
              <a:buClrTx/>
              <a:buSzTx/>
              <a:buFontTx/>
              <a:buNone/>
            </a:pPr>
            <a:r>
              <a:rPr lang="zh-CN" altLang="zh-CN" sz="2800" b="1" dirty="0">
                <a:latin typeface="等线" panose="02010600030101010101" pitchFamily="2" charset="-122"/>
                <a:ea typeface="ArialUnicodeMS"/>
              </a:rPr>
              <a:t>【知识点】二维数组</a:t>
            </a:r>
            <a:r>
              <a:rPr lang="zh-CN" altLang="en-US" sz="2800" b="1" dirty="0">
                <a:latin typeface="等线" panose="02010600030101010101" pitchFamily="2" charset="-122"/>
                <a:ea typeface="ArialUnicodeMS"/>
              </a:rPr>
              <a:t>；循环；数组应用</a:t>
            </a:r>
            <a:endParaRPr lang="zh-CN" altLang="zh-CN" sz="2800" b="1" dirty="0">
              <a:latin typeface="等线" panose="02010600030101010101" pitchFamily="2" charset="-122"/>
              <a:ea typeface="等线" panose="02010600030101010101" pitchFamily="2" charset="-122"/>
            </a:endParaRPr>
          </a:p>
          <a:p>
            <a:pPr marL="0" lvl="0" indent="0">
              <a:spcBef>
                <a:spcPct val="0"/>
              </a:spcBef>
              <a:buClrTx/>
              <a:buSzTx/>
              <a:buFontTx/>
              <a:buNone/>
            </a:pPr>
            <a:r>
              <a:rPr lang="zh-CN" altLang="zh-CN" sz="2800" b="1" dirty="0">
                <a:latin typeface="等线" panose="02010600030101010101" pitchFamily="2" charset="-122"/>
                <a:ea typeface="等线" panose="02010600030101010101" pitchFamily="2" charset="-122"/>
              </a:rPr>
              <a:t>【题目内容】</a:t>
            </a:r>
            <a:endParaRPr lang="zh-CN" altLang="zh-CN" sz="2800" b="1" dirty="0">
              <a:latin typeface="等线" panose="02010600030101010101" pitchFamily="2" charset="-122"/>
              <a:ea typeface="等线" panose="02010600030101010101" pitchFamily="2" charset="-122"/>
            </a:endParaRPr>
          </a:p>
          <a:p>
            <a:pPr marL="0" lvl="0" indent="0">
              <a:spcBef>
                <a:spcPct val="0"/>
              </a:spcBef>
              <a:buClrTx/>
              <a:buSzTx/>
              <a:buFontTx/>
              <a:buNone/>
            </a:pPr>
            <a:r>
              <a:rPr lang="zh-CN" altLang="zh-CN" sz="2800" b="1" dirty="0">
                <a:latin typeface="等线" panose="02010600030101010101" pitchFamily="2" charset="-122"/>
                <a:ea typeface="ArialUnicodeMS"/>
              </a:rPr>
              <a:t>在</a:t>
            </a:r>
            <a:r>
              <a:rPr lang="en-US" altLang="zh-CN" sz="2800" b="1" i="1" dirty="0">
                <a:latin typeface="宋体" panose="02010600030101010101" pitchFamily="2" charset="-122"/>
                <a:ea typeface="等线" panose="02010600030101010101" pitchFamily="2" charset="-122"/>
              </a:rPr>
              <a:t>n</a:t>
            </a:r>
            <a:r>
              <a:rPr lang="zh-CN" altLang="zh-CN" sz="2800" b="1" dirty="0">
                <a:latin typeface="等线" panose="02010600030101010101" pitchFamily="2" charset="-122"/>
                <a:ea typeface="TimesNewRomanPSMT"/>
              </a:rPr>
              <a:t>×</a:t>
            </a:r>
            <a:r>
              <a:rPr lang="en-US" altLang="zh-CN" sz="2800" b="1" i="1" dirty="0">
                <a:latin typeface="宋体" panose="02010600030101010101" pitchFamily="2" charset="-122"/>
                <a:ea typeface="等线" panose="02010600030101010101" pitchFamily="2" charset="-122"/>
              </a:rPr>
              <a:t>n</a:t>
            </a:r>
            <a:r>
              <a:rPr lang="en-US" altLang="zh-CN" sz="2800" b="1" dirty="0">
                <a:latin typeface="宋体" panose="02010600030101010101" pitchFamily="2" charset="-122"/>
                <a:ea typeface="等线" panose="02010600030101010101" pitchFamily="2" charset="-122"/>
              </a:rPr>
              <a:t> (n</a:t>
            </a:r>
            <a:r>
              <a:rPr lang="zh-CN" altLang="zh-CN" sz="2800" b="1" dirty="0">
                <a:latin typeface="等线" panose="02010600030101010101" pitchFamily="2" charset="-122"/>
                <a:ea typeface="TimesNewRomanPSMT"/>
              </a:rPr>
              <a:t>≤</a:t>
            </a:r>
            <a:r>
              <a:rPr lang="en-US" altLang="zh-CN" sz="2800" b="1" dirty="0">
                <a:latin typeface="等线" panose="02010600030101010101" pitchFamily="2" charset="-122"/>
                <a:ea typeface="TimesNewRomanPSMT"/>
              </a:rPr>
              <a:t>8)</a:t>
            </a:r>
            <a:r>
              <a:rPr lang="zh-CN" altLang="zh-CN" sz="2800" b="1" dirty="0">
                <a:latin typeface="等线" panose="02010600030101010101" pitchFamily="2" charset="-122"/>
                <a:ea typeface="ArialUnicodeMS"/>
              </a:rPr>
              <a:t>方阵里填入</a:t>
            </a:r>
            <a:r>
              <a:rPr lang="en-US" altLang="zh-CN" sz="2800" b="1" dirty="0">
                <a:latin typeface="宋体" panose="02010600030101010101" pitchFamily="2" charset="-122"/>
                <a:ea typeface="等线" panose="02010600030101010101" pitchFamily="2" charset="-122"/>
              </a:rPr>
              <a:t>1</a:t>
            </a:r>
            <a:r>
              <a:rPr lang="zh-CN" altLang="zh-CN" sz="2800" b="1" dirty="0">
                <a:latin typeface="等线" panose="02010600030101010101" pitchFamily="2" charset="-122"/>
                <a:ea typeface="ArialUnicodeMS"/>
              </a:rPr>
              <a:t>，</a:t>
            </a:r>
            <a:r>
              <a:rPr lang="en-US" altLang="zh-CN" sz="2800" b="1" dirty="0">
                <a:latin typeface="宋体" panose="02010600030101010101" pitchFamily="2" charset="-122"/>
                <a:ea typeface="等线" panose="02010600030101010101" pitchFamily="2" charset="-122"/>
              </a:rPr>
              <a:t>2</a:t>
            </a:r>
            <a:r>
              <a:rPr lang="zh-CN" altLang="zh-CN" sz="2800" b="1" dirty="0">
                <a:latin typeface="等线" panose="02010600030101010101" pitchFamily="2" charset="-122"/>
                <a:ea typeface="ArialUnicodeMS"/>
              </a:rPr>
              <a:t>，</a:t>
            </a:r>
            <a:r>
              <a:rPr lang="zh-CN" altLang="zh-CN" sz="2800" b="1" dirty="0">
                <a:latin typeface="等线" panose="02010600030101010101" pitchFamily="2" charset="-122"/>
                <a:ea typeface="TimesNewRomanPSMT"/>
              </a:rPr>
              <a:t>…</a:t>
            </a:r>
            <a:r>
              <a:rPr lang="zh-CN" altLang="zh-CN" sz="2800" b="1" dirty="0">
                <a:latin typeface="等线" panose="02010600030101010101" pitchFamily="2" charset="-122"/>
                <a:ea typeface="ArialUnicodeMS"/>
              </a:rPr>
              <a:t>，</a:t>
            </a:r>
            <a:r>
              <a:rPr lang="en-US" altLang="zh-CN" sz="2800" b="1" i="1" dirty="0">
                <a:latin typeface="宋体" panose="02010600030101010101" pitchFamily="2" charset="-122"/>
                <a:ea typeface="等线" panose="02010600030101010101" pitchFamily="2" charset="-122"/>
              </a:rPr>
              <a:t>n</a:t>
            </a:r>
            <a:r>
              <a:rPr lang="zh-CN" altLang="zh-CN" sz="2800" b="1" dirty="0">
                <a:latin typeface="等线" panose="02010600030101010101" pitchFamily="2" charset="-122"/>
                <a:ea typeface="TimesNewRomanPSMT"/>
              </a:rPr>
              <a:t>×</a:t>
            </a:r>
            <a:r>
              <a:rPr lang="en-US" altLang="zh-CN" sz="2800" b="1" i="1" dirty="0">
                <a:latin typeface="宋体" panose="02010600030101010101" pitchFamily="2" charset="-122"/>
                <a:ea typeface="等线" panose="02010600030101010101" pitchFamily="2" charset="-122"/>
              </a:rPr>
              <a:t>n</a:t>
            </a:r>
            <a:r>
              <a:rPr lang="zh-CN" altLang="zh-CN" sz="2800" b="1" dirty="0">
                <a:latin typeface="等线" panose="02010600030101010101" pitchFamily="2" charset="-122"/>
                <a:ea typeface="ArialUnicodeMS"/>
              </a:rPr>
              <a:t>，</a:t>
            </a:r>
            <a:endParaRPr lang="en-US" altLang="zh-CN" sz="2800" b="1" dirty="0">
              <a:latin typeface="等线" panose="02010600030101010101" pitchFamily="2" charset="-122"/>
              <a:ea typeface="ArialUnicodeMS"/>
            </a:endParaRPr>
          </a:p>
          <a:p>
            <a:pPr marL="0" lvl="0" indent="0">
              <a:spcBef>
                <a:spcPct val="0"/>
              </a:spcBef>
              <a:buClrTx/>
              <a:buSzTx/>
              <a:buFontTx/>
              <a:buNone/>
            </a:pPr>
            <a:r>
              <a:rPr lang="zh-CN" altLang="zh-CN" sz="2800" b="1" dirty="0">
                <a:latin typeface="等线" panose="02010600030101010101" pitchFamily="2" charset="-122"/>
                <a:ea typeface="ArialUnicodeMS"/>
              </a:rPr>
              <a:t>要求填成蛇形。例如，</a:t>
            </a:r>
            <a:r>
              <a:rPr lang="en-US" altLang="zh-CN" sz="2800" b="1" i="1" dirty="0">
                <a:solidFill>
                  <a:srgbClr val="FFC000"/>
                </a:solidFill>
                <a:latin typeface="宋体" panose="02010600030101010101" pitchFamily="2" charset="-122"/>
                <a:ea typeface="等线" panose="02010600030101010101" pitchFamily="2" charset="-122"/>
              </a:rPr>
              <a:t>n </a:t>
            </a:r>
            <a:r>
              <a:rPr lang="en-US" altLang="zh-CN" sz="2800" b="1" dirty="0">
                <a:solidFill>
                  <a:srgbClr val="FFC000"/>
                </a:solidFill>
                <a:latin typeface="等线" panose="02010600030101010101" pitchFamily="2" charset="-122"/>
                <a:ea typeface="ArialUnicodeMS"/>
              </a:rPr>
              <a:t>= </a:t>
            </a:r>
            <a:r>
              <a:rPr lang="en-US" altLang="zh-CN" sz="2800" b="1" dirty="0">
                <a:solidFill>
                  <a:srgbClr val="FFC000"/>
                </a:solidFill>
                <a:latin typeface="宋体" panose="02010600030101010101" pitchFamily="2" charset="-122"/>
                <a:ea typeface="等线" panose="02010600030101010101" pitchFamily="2" charset="-122"/>
              </a:rPr>
              <a:t>4</a:t>
            </a:r>
            <a:r>
              <a:rPr lang="zh-CN" altLang="zh-CN" sz="2800" b="1" dirty="0">
                <a:solidFill>
                  <a:srgbClr val="FFC000"/>
                </a:solidFill>
                <a:latin typeface="等线" panose="02010600030101010101" pitchFamily="2" charset="-122"/>
                <a:ea typeface="ArialUnicodeMS"/>
              </a:rPr>
              <a:t>时</a:t>
            </a:r>
            <a:r>
              <a:rPr lang="zh-CN" altLang="zh-CN" sz="2800" b="1" dirty="0">
                <a:latin typeface="等线" panose="02010600030101010101" pitchFamily="2" charset="-122"/>
                <a:ea typeface="ArialUnicodeMS"/>
              </a:rPr>
              <a:t>方阵为：</a:t>
            </a:r>
            <a:endParaRPr lang="zh-CN" altLang="zh-CN" sz="2800" b="1" dirty="0">
              <a:latin typeface="等线" panose="02010600030101010101" pitchFamily="2" charset="-122"/>
              <a:ea typeface="等线" panose="02010600030101010101" pitchFamily="2" charset="-122"/>
            </a:endParaRPr>
          </a:p>
          <a:p>
            <a:pPr marL="0" lvl="0" indent="0">
              <a:spcBef>
                <a:spcPct val="0"/>
              </a:spcBef>
              <a:buClrTx/>
              <a:buSzTx/>
              <a:buFontTx/>
              <a:buNone/>
            </a:pPr>
            <a:r>
              <a:rPr lang="en-US" altLang="zh-CN" sz="2800" b="1" dirty="0">
                <a:solidFill>
                  <a:srgbClr val="FFC000"/>
                </a:solidFill>
                <a:latin typeface="宋体" panose="02010600030101010101" pitchFamily="2" charset="-122"/>
                <a:ea typeface="等线" panose="02010600030101010101" pitchFamily="2" charset="-122"/>
              </a:rPr>
              <a:t>10 11 12 1</a:t>
            </a:r>
            <a:endParaRPr lang="zh-CN" altLang="zh-CN" sz="2800" b="1" dirty="0">
              <a:solidFill>
                <a:srgbClr val="FFC000"/>
              </a:solidFill>
              <a:latin typeface="等线" panose="02010600030101010101" pitchFamily="2" charset="-122"/>
              <a:ea typeface="等线" panose="02010600030101010101" pitchFamily="2" charset="-122"/>
            </a:endParaRPr>
          </a:p>
          <a:p>
            <a:pPr marL="0" lvl="0" indent="0">
              <a:spcBef>
                <a:spcPct val="0"/>
              </a:spcBef>
              <a:buClrTx/>
              <a:buSzTx/>
              <a:buFontTx/>
              <a:buNone/>
            </a:pPr>
            <a:r>
              <a:rPr lang="en-US" altLang="zh-CN" sz="2800" b="1" dirty="0">
                <a:solidFill>
                  <a:srgbClr val="FFC000"/>
                </a:solidFill>
                <a:latin typeface="宋体" panose="02010600030101010101" pitchFamily="2" charset="-122"/>
                <a:ea typeface="等线" panose="02010600030101010101" pitchFamily="2" charset="-122"/>
              </a:rPr>
              <a:t>9  16 13 2</a:t>
            </a:r>
            <a:endParaRPr lang="zh-CN" altLang="zh-CN" sz="2800" b="1" dirty="0">
              <a:solidFill>
                <a:srgbClr val="FFC000"/>
              </a:solidFill>
              <a:latin typeface="等线" panose="02010600030101010101" pitchFamily="2" charset="-122"/>
              <a:ea typeface="等线" panose="02010600030101010101" pitchFamily="2" charset="-122"/>
            </a:endParaRPr>
          </a:p>
          <a:p>
            <a:pPr marL="0" lvl="0" indent="0">
              <a:spcBef>
                <a:spcPct val="0"/>
              </a:spcBef>
              <a:buClrTx/>
              <a:buSzTx/>
              <a:buFontTx/>
              <a:buNone/>
            </a:pPr>
            <a:r>
              <a:rPr lang="en-US" altLang="zh-CN" sz="2800" b="1" dirty="0">
                <a:solidFill>
                  <a:srgbClr val="FFC000"/>
                </a:solidFill>
                <a:latin typeface="宋体" panose="02010600030101010101" pitchFamily="2" charset="-122"/>
                <a:ea typeface="等线" panose="02010600030101010101" pitchFamily="2" charset="-122"/>
              </a:rPr>
              <a:t>8  15 14 3</a:t>
            </a:r>
            <a:endParaRPr lang="zh-CN" altLang="zh-CN" sz="2800" b="1" dirty="0">
              <a:solidFill>
                <a:srgbClr val="FFC000"/>
              </a:solidFill>
              <a:latin typeface="等线" panose="02010600030101010101" pitchFamily="2" charset="-122"/>
              <a:ea typeface="等线" panose="02010600030101010101" pitchFamily="2" charset="-122"/>
            </a:endParaRPr>
          </a:p>
          <a:p>
            <a:pPr marL="0" lvl="0" indent="0">
              <a:spcBef>
                <a:spcPct val="0"/>
              </a:spcBef>
              <a:buClrTx/>
              <a:buSzTx/>
              <a:buFontTx/>
              <a:buNone/>
            </a:pPr>
            <a:r>
              <a:rPr lang="en-US" altLang="zh-CN" sz="2800" b="1" dirty="0">
                <a:solidFill>
                  <a:srgbClr val="FFC000"/>
                </a:solidFill>
                <a:latin typeface="宋体" panose="02010600030101010101" pitchFamily="2" charset="-122"/>
                <a:ea typeface="等线" panose="02010600030101010101" pitchFamily="2" charset="-122"/>
              </a:rPr>
              <a:t>7  6  5  4</a:t>
            </a:r>
            <a:endParaRPr lang="zh-CN" altLang="zh-CN" sz="2800" b="1" dirty="0">
              <a:solidFill>
                <a:srgbClr val="FFC000"/>
              </a:solidFill>
              <a:latin typeface="等线" panose="02010600030101010101" pitchFamily="2" charset="-122"/>
              <a:ea typeface="等线" panose="02010600030101010101" pitchFamily="2" charset="-122"/>
            </a:endParaRPr>
          </a:p>
          <a:p>
            <a:pPr marL="0" lvl="0" indent="0" algn="just">
              <a:spcBef>
                <a:spcPct val="0"/>
              </a:spcBef>
              <a:buClrTx/>
              <a:buSzTx/>
              <a:buFontTx/>
              <a:buNone/>
            </a:pPr>
            <a:endParaRPr lang="en-US" altLang="zh-CN" sz="2800" b="1" dirty="0">
              <a:latin typeface="等线" panose="02010600030101010101" pitchFamily="2" charset="-122"/>
              <a:ea typeface="ArialUnicodeMS"/>
            </a:endParaRPr>
          </a:p>
          <a:p>
            <a:pPr marL="0" lvl="0" indent="0" algn="just">
              <a:spcBef>
                <a:spcPct val="0"/>
              </a:spcBef>
              <a:buClrTx/>
              <a:buSzTx/>
              <a:buFontTx/>
              <a:buNone/>
            </a:pPr>
            <a:r>
              <a:rPr lang="zh-CN" altLang="zh-CN" sz="2800" b="1" dirty="0">
                <a:latin typeface="等线" panose="02010600030101010101" pitchFamily="2" charset="-122"/>
                <a:ea typeface="ArialUnicodeMS"/>
              </a:rPr>
              <a:t>注：上面的方阵中，空格只是为了便于观察规律，</a:t>
            </a:r>
            <a:r>
              <a:rPr lang="en-US" altLang="zh-CN" sz="2800" b="1" dirty="0">
                <a:latin typeface="等线" panose="02010600030101010101" pitchFamily="2" charset="-122"/>
                <a:ea typeface="ArialUnicodeMS"/>
              </a:rPr>
              <a:t> </a:t>
            </a:r>
            <a:r>
              <a:rPr lang="zh-CN" altLang="zh-CN" sz="2800" b="1" dirty="0">
                <a:latin typeface="等线" panose="02010600030101010101" pitchFamily="2" charset="-122"/>
                <a:ea typeface="ArialUnicodeMS"/>
              </a:rPr>
              <a:t>不必严格输出。</a:t>
            </a:r>
            <a:endParaRPr lang="zh-CN" altLang="zh-CN" sz="2800" b="1" dirty="0">
              <a:latin typeface="等线" panose="02010600030101010101" pitchFamily="2" charset="-122"/>
              <a:ea typeface="等线" panose="02010600030101010101" pitchFamily="2" charset="-122"/>
            </a:endParaRPr>
          </a:p>
        </p:txBody>
      </p:sp>
      <p:cxnSp>
        <p:nvCxnSpPr>
          <p:cNvPr id="6" name="直接箭头连接符 5"/>
          <p:cNvCxnSpPr/>
          <p:nvPr/>
        </p:nvCxnSpPr>
        <p:spPr>
          <a:xfrm flipV="1">
            <a:off x="2119313" y="3570288"/>
            <a:ext cx="0" cy="1584325"/>
          </a:xfrm>
          <a:prstGeom prst="straightConnector1">
            <a:avLst/>
          </a:prstGeom>
          <a:ln w="34925" cap="flat" cmpd="sng">
            <a:solidFill>
              <a:srgbClr val="FFFF00"/>
            </a:solidFill>
            <a:prstDash val="solid"/>
            <a:headEnd type="stealth" w="med" len="med"/>
            <a:tailEnd type="none" w="med" len="med"/>
          </a:ln>
        </p:spPr>
      </p:cxnSp>
      <p:cxnSp>
        <p:nvCxnSpPr>
          <p:cNvPr id="9" name="直接箭头连接符 8"/>
          <p:cNvCxnSpPr/>
          <p:nvPr/>
        </p:nvCxnSpPr>
        <p:spPr>
          <a:xfrm flipV="1">
            <a:off x="130175" y="5097463"/>
            <a:ext cx="1287463" cy="25400"/>
          </a:xfrm>
          <a:prstGeom prst="straightConnector1">
            <a:avLst/>
          </a:prstGeom>
          <a:ln w="34925" cap="flat" cmpd="sng">
            <a:solidFill>
              <a:srgbClr val="FFFF00"/>
            </a:solidFill>
            <a:prstDash val="solid"/>
            <a:headEnd type="stealth" w="med" len="med"/>
            <a:tailEnd type="none" w="med" len="med"/>
          </a:ln>
        </p:spPr>
      </p:cxnSp>
      <p:cxnSp>
        <p:nvCxnSpPr>
          <p:cNvPr id="11" name="直接箭头连接符 10"/>
          <p:cNvCxnSpPr/>
          <p:nvPr/>
        </p:nvCxnSpPr>
        <p:spPr>
          <a:xfrm flipH="1">
            <a:off x="141288" y="3455988"/>
            <a:ext cx="12700" cy="1243012"/>
          </a:xfrm>
          <a:prstGeom prst="straightConnector1">
            <a:avLst/>
          </a:prstGeom>
          <a:ln w="34925" cap="flat" cmpd="sng">
            <a:solidFill>
              <a:srgbClr val="FFFF00"/>
            </a:solidFill>
            <a:prstDash val="solid"/>
            <a:headEnd type="stealth" w="med" len="med"/>
            <a:tailEnd type="none" w="med" len="med"/>
          </a:ln>
        </p:spPr>
      </p:cxnSp>
      <p:cxnSp>
        <p:nvCxnSpPr>
          <p:cNvPr id="16" name="直接箭头连接符 15"/>
          <p:cNvCxnSpPr/>
          <p:nvPr/>
        </p:nvCxnSpPr>
        <p:spPr>
          <a:xfrm flipH="1">
            <a:off x="669925" y="3760788"/>
            <a:ext cx="949325" cy="0"/>
          </a:xfrm>
          <a:prstGeom prst="straightConnector1">
            <a:avLst/>
          </a:prstGeom>
          <a:ln w="34925" cap="flat" cmpd="sng">
            <a:solidFill>
              <a:srgbClr val="FFFF00"/>
            </a:solidFill>
            <a:prstDash val="solid"/>
            <a:headEnd type="stealth" w="med" len="med"/>
            <a:tailEnd type="none" w="med" len="med"/>
          </a:ln>
        </p:spPr>
      </p:cxnSp>
      <p:cxnSp>
        <p:nvCxnSpPr>
          <p:cNvPr id="20" name="直接箭头连接符 19"/>
          <p:cNvCxnSpPr/>
          <p:nvPr/>
        </p:nvCxnSpPr>
        <p:spPr>
          <a:xfrm flipV="1">
            <a:off x="1619250" y="3933825"/>
            <a:ext cx="0" cy="738188"/>
          </a:xfrm>
          <a:prstGeom prst="straightConnector1">
            <a:avLst/>
          </a:prstGeom>
          <a:ln w="34925" cap="flat" cmpd="sng">
            <a:solidFill>
              <a:srgbClr val="FFFF00"/>
            </a:solidFill>
            <a:prstDash val="solid"/>
            <a:headEnd type="stealth" w="med" len="med"/>
            <a:tailEnd type="none" w="med" len="med"/>
          </a:ln>
        </p:spPr>
      </p:cxnSp>
      <p:cxnSp>
        <p:nvCxnSpPr>
          <p:cNvPr id="22" name="直接箭头连接符 21"/>
          <p:cNvCxnSpPr/>
          <p:nvPr/>
        </p:nvCxnSpPr>
        <p:spPr>
          <a:xfrm>
            <a:off x="666750" y="4672013"/>
            <a:ext cx="477838" cy="0"/>
          </a:xfrm>
          <a:prstGeom prst="straightConnector1">
            <a:avLst/>
          </a:prstGeom>
          <a:ln w="34925" cap="flat" cmpd="sng">
            <a:solidFill>
              <a:srgbClr val="FFFF00"/>
            </a:solidFill>
            <a:prstDash val="solid"/>
            <a:headEnd type="stealth" w="med" len="med"/>
            <a:tailEnd type="none" w="med" len="med"/>
          </a:ln>
        </p:spPr>
      </p:cxnSp>
      <p:cxnSp>
        <p:nvCxnSpPr>
          <p:cNvPr id="24" name="直接箭头连接符 23"/>
          <p:cNvCxnSpPr/>
          <p:nvPr/>
        </p:nvCxnSpPr>
        <p:spPr>
          <a:xfrm>
            <a:off x="665163" y="3992563"/>
            <a:ext cx="0" cy="311150"/>
          </a:xfrm>
          <a:prstGeom prst="straightConnector1">
            <a:avLst/>
          </a:prstGeom>
          <a:ln w="34925" cap="flat" cmpd="sng">
            <a:solidFill>
              <a:srgbClr val="FFFF00"/>
            </a:solidFill>
            <a:prstDash val="solid"/>
            <a:headEnd type="stealth" w="med" len="med"/>
            <a:tailEnd type="none" w="med" len="med"/>
          </a:ln>
        </p:spPr>
      </p:cxnSp>
      <p:pic>
        <p:nvPicPr>
          <p:cNvPr id="93196" name="图片 2"/>
          <p:cNvPicPr>
            <a:picLocks noChangeAspect="1"/>
          </p:cNvPicPr>
          <p:nvPr/>
        </p:nvPicPr>
        <p:blipFill>
          <a:blip r:embed="rId1"/>
          <a:srcRect r="36528"/>
          <a:stretch>
            <a:fillRect/>
          </a:stretch>
        </p:blipFill>
        <p:spPr>
          <a:xfrm>
            <a:off x="6934200" y="1470025"/>
            <a:ext cx="4983163" cy="3917950"/>
          </a:xfrm>
          <a:prstGeom prst="rect">
            <a:avLst/>
          </a:prstGeom>
          <a:noFill/>
          <a:ln w="9525">
            <a:noFill/>
          </a:ln>
        </p:spPr>
      </p:pic>
    </p:spTree>
  </p:cSld>
  <p:clrMapOvr>
    <a:masterClrMapping/>
  </p:clrMapOvr>
  <p:transition spd="slow"/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7" fill="hold">
                      <p:stCondLst>
                        <p:cond delay="indefinite"/>
                      </p:stCondLst>
                      <p:childTnLst>
                        <p:par>
                          <p:cTn id="28" fill="hold">
                            <p:stCondLst>
                              <p:cond delay="0"/>
                            </p:stCondLst>
                            <p:childTnLst>
                              <p:par>
                                <p:cTn id="2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3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5" name="灯片编号占位符 6"/>
          <p:cNvSpPr txBox="1">
            <a:spLocks noGrp="1"/>
          </p:cNvSpPr>
          <p:nvPr>
            <p:ph type="sldNum" sz="quarter" idx="4"/>
          </p:nvPr>
        </p:nvSpPr>
        <p:spPr bwMode="auto"/>
        <p:txBody>
          <a:bodyPr wrap="square" lIns="91440" tIns="45720" rIns="91440" bIns="45720" numCol="1" anchor="b" anchorCtr="0" compatLnSpc="1"/>
          <a:lstStyle>
            <a:lvl1pPr eaLnBrk="0" hangingPunct="0">
              <a:defRPr sz="2000" b="1">
                <a:solidFill>
                  <a:schemeClr val="tx1"/>
                </a:solidFill>
                <a:latin typeface="Tahoma" panose="020B0604030504040204" pitchFamily="34" charset="0"/>
                <a:ea typeface="黑体" panose="02010609060101010101" pitchFamily="49" charset="-122"/>
              </a:defRPr>
            </a:lvl1pPr>
            <a:lvl2pPr marL="742950" indent="-285750" eaLnBrk="0" hangingPunct="0">
              <a:defRPr sz="2000" b="1">
                <a:solidFill>
                  <a:schemeClr val="tx1"/>
                </a:solidFill>
                <a:latin typeface="Tahoma" panose="020B0604030504040204" pitchFamily="34" charset="0"/>
                <a:ea typeface="黑体" panose="02010609060101010101" pitchFamily="49" charset="-122"/>
              </a:defRPr>
            </a:lvl2pPr>
            <a:lvl3pPr marL="1143000" indent="-228600" eaLnBrk="0" hangingPunct="0">
              <a:defRPr sz="2000" b="1">
                <a:solidFill>
                  <a:schemeClr val="tx1"/>
                </a:solidFill>
                <a:latin typeface="Tahoma" panose="020B0604030504040204" pitchFamily="34" charset="0"/>
                <a:ea typeface="黑体" panose="02010609060101010101" pitchFamily="49" charset="-122"/>
              </a:defRPr>
            </a:lvl3pPr>
            <a:lvl4pPr marL="1600200" indent="-228600" eaLnBrk="0" hangingPunct="0">
              <a:defRPr sz="2000" b="1">
                <a:solidFill>
                  <a:schemeClr val="tx1"/>
                </a:solidFill>
                <a:latin typeface="Tahoma" panose="020B0604030504040204" pitchFamily="34" charset="0"/>
                <a:ea typeface="黑体" panose="02010609060101010101" pitchFamily="49" charset="-122"/>
              </a:defRPr>
            </a:lvl4pPr>
            <a:lvl5pPr marL="2057400" indent="-228600" eaLnBrk="0" hangingPunct="0">
              <a:defRPr sz="2000" b="1">
                <a:solidFill>
                  <a:schemeClr val="tx1"/>
                </a:solidFill>
                <a:latin typeface="Tahoma" panose="020B0604030504040204" pitchFamily="34" charset="0"/>
                <a:ea typeface="黑体" panose="02010609060101010101" pitchFamily="49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000" b="1">
                <a:solidFill>
                  <a:schemeClr val="tx1"/>
                </a:solidFill>
                <a:latin typeface="Tahoma" panose="020B0604030504040204" pitchFamily="34" charset="0"/>
                <a:ea typeface="黑体" panose="02010609060101010101" pitchFamily="49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000" b="1">
                <a:solidFill>
                  <a:schemeClr val="tx1"/>
                </a:solidFill>
                <a:latin typeface="Tahoma" panose="020B0604030504040204" pitchFamily="34" charset="0"/>
                <a:ea typeface="黑体" panose="02010609060101010101" pitchFamily="49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000" b="1">
                <a:solidFill>
                  <a:schemeClr val="tx1"/>
                </a:solidFill>
                <a:latin typeface="Tahoma" panose="020B0604030504040204" pitchFamily="34" charset="0"/>
                <a:ea typeface="黑体" panose="02010609060101010101" pitchFamily="49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000" b="1">
                <a:solidFill>
                  <a:schemeClr val="tx1"/>
                </a:solidFill>
                <a:latin typeface="Tahoma" panose="020B0604030504040204" pitchFamily="34" charset="0"/>
                <a:ea typeface="黑体" panose="02010609060101010101" pitchFamily="49" charset="-122"/>
              </a:defRPr>
            </a:lvl9pPr>
          </a:lstStyle>
          <a:p>
            <a:pPr marL="0" marR="0" lvl="0" indent="0" algn="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fld id="{3BE4B88A-5ABF-48DD-9934-916A2E67EECF}" type="slidenum">
              <a:rPr kumimoji="0" lang="en-US" altLang="zh-CN" sz="1200" b="0" i="0" u="none" strike="noStrike" kern="1200" cap="none" spc="0" normalizeH="0" baseline="0" noProof="0">
                <a:ln>
                  <a:noFill/>
                </a:ln>
                <a:solidFill>
                  <a:schemeClr val="tx1"/>
                </a:solidFill>
                <a:effectLst>
                  <a:outerShdw blurRad="38100" dist="38100" dir="2700000" algn="tl">
                    <a:srgbClr val="000000"/>
                  </a:outerShdw>
                </a:effectLst>
                <a:uLnTx/>
                <a:uFillTx/>
                <a:latin typeface="Tahoma" panose="020B0604030504040204" pitchFamily="34" charset="0"/>
                <a:ea typeface="宋体" panose="02010600030101010101" pitchFamily="2" charset="-122"/>
                <a:cs typeface="+mn-cs"/>
              </a:rPr>
            </a:fld>
            <a:endParaRPr kumimoji="0" lang="en-US" altLang="zh-CN" sz="1200" b="0" i="0" u="none" strike="noStrike" kern="1200" cap="none" spc="0" normalizeH="0" baseline="0" noProof="0">
              <a:ln>
                <a:noFill/>
              </a:ln>
              <a:solidFill>
                <a:schemeClr val="tx1"/>
              </a:solidFill>
              <a:effectLst>
                <a:outerShdw blurRad="38100" dist="38100" dir="2700000" algn="tl">
                  <a:srgbClr val="000000"/>
                </a:outerShdw>
              </a:effectLst>
              <a:uLnTx/>
              <a:uFillTx/>
              <a:latin typeface="Tahoma" panose="020B0604030504040204" pitchFamily="34" charset="0"/>
              <a:ea typeface="宋体" panose="02010600030101010101" pitchFamily="2" charset="-122"/>
              <a:cs typeface="+mn-cs"/>
            </a:endParaRPr>
          </a:p>
        </p:txBody>
      </p:sp>
      <p:sp>
        <p:nvSpPr>
          <p:cNvPr id="1390595" name="Rectangle 3"/>
          <p:cNvSpPr>
            <a:spLocks noGrp="1" noChangeArrowheads="1"/>
          </p:cNvSpPr>
          <p:nvPr>
            <p:ph type="title"/>
          </p:nvPr>
        </p:nvSpPr>
        <p:spPr>
          <a:xfrm>
            <a:off x="1930400" y="6350"/>
            <a:ext cx="8229600" cy="647700"/>
          </a:xfrm>
        </p:spPr>
        <p:txBody>
          <a:bodyPr vert="horz" wrap="square" lIns="91440" tIns="45720" rIns="91440" bIns="45720" numCol="1" anchor="ctr" anchorCtr="0" compatLnSpc="1"/>
          <a:lstStyle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r>
              <a:rPr kumimoji="0" lang="en-US" altLang="zh-CN" sz="3200" b="1" i="0" u="none" strike="noStrike" kern="0" cap="none" spc="0" normalizeH="0" baseline="0" noProof="0" dirty="0">
                <a:ln>
                  <a:noFill/>
                </a:ln>
                <a:solidFill>
                  <a:schemeClr val="tx2"/>
                </a:solidFill>
                <a:effectLst>
                  <a:outerShdw blurRad="38100" dist="38100" dir="2700000" algn="tl">
                    <a:srgbClr val="000000"/>
                  </a:outerShdw>
                </a:effectLst>
                <a:uLnTx/>
                <a:uFillTx/>
                <a:latin typeface="+mj-lt"/>
                <a:ea typeface="黑体" panose="02010609060101010101" pitchFamily="49" charset="-122"/>
                <a:cs typeface="+mj-cs"/>
              </a:rPr>
              <a:t>6.4  </a:t>
            </a:r>
            <a:r>
              <a:rPr kumimoji="0" lang="zh-CN" altLang="en-US" sz="3200" b="1" i="0" u="none" strike="noStrike" kern="0" cap="none" spc="0" normalizeH="0" baseline="0" noProof="0" dirty="0">
                <a:ln>
                  <a:noFill/>
                </a:ln>
                <a:solidFill>
                  <a:schemeClr val="tx2"/>
                </a:solidFill>
                <a:effectLst>
                  <a:outerShdw blurRad="38100" dist="38100" dir="2700000" algn="tl">
                    <a:srgbClr val="000000"/>
                  </a:outerShdw>
                </a:effectLst>
                <a:uLnTx/>
                <a:uFillTx/>
                <a:latin typeface="+mj-lt"/>
                <a:ea typeface="黑体" panose="02010609060101010101" pitchFamily="49" charset="-122"/>
                <a:cs typeface="+mj-cs"/>
              </a:rPr>
              <a:t>线性表</a:t>
            </a:r>
            <a:r>
              <a:rPr kumimoji="0" lang="en-US" altLang="zh-CN" sz="3200" b="1" i="0" u="none" strike="noStrike" kern="0" cap="none" spc="0" normalizeH="0" baseline="0" noProof="0" dirty="0">
                <a:ln>
                  <a:noFill/>
                </a:ln>
                <a:solidFill>
                  <a:schemeClr val="tx2"/>
                </a:solidFill>
                <a:effectLst>
                  <a:outerShdw blurRad="38100" dist="38100" dir="2700000" algn="tl">
                    <a:srgbClr val="000000"/>
                  </a:outerShdw>
                </a:effectLst>
                <a:uLnTx/>
                <a:uFillTx/>
                <a:latin typeface="+mj-lt"/>
                <a:ea typeface="黑体" panose="02010609060101010101" pitchFamily="49" charset="-122"/>
                <a:cs typeface="+mj-cs"/>
              </a:rPr>
              <a:t>——</a:t>
            </a:r>
            <a:r>
              <a:rPr kumimoji="0" lang="zh-CN" altLang="en-US" sz="3200" b="1" i="0" u="none" strike="noStrike" kern="0" cap="none" spc="0" normalizeH="0" baseline="0" noProof="0" dirty="0">
                <a:ln>
                  <a:noFill/>
                </a:ln>
                <a:solidFill>
                  <a:schemeClr val="tx2"/>
                </a:solidFill>
                <a:effectLst>
                  <a:outerShdw blurRad="38100" dist="38100" dir="2700000" algn="tl">
                    <a:srgbClr val="000000"/>
                  </a:outerShdw>
                </a:effectLst>
                <a:uLnTx/>
                <a:uFillTx/>
                <a:latin typeface="+mj-lt"/>
                <a:ea typeface="黑体" panose="02010609060101010101" pitchFamily="49" charset="-122"/>
                <a:cs typeface="+mj-cs"/>
              </a:rPr>
              <a:t>排序、检索</a:t>
            </a:r>
            <a:endParaRPr kumimoji="0" lang="zh-CN" altLang="en-US" sz="3200" b="1" i="0" u="none" strike="noStrike" kern="0" cap="none" spc="0" normalizeH="0" baseline="0" noProof="0" dirty="0">
              <a:ln>
                <a:noFill/>
              </a:ln>
              <a:solidFill>
                <a:schemeClr val="tx2"/>
              </a:solidFill>
              <a:effectLst>
                <a:outerShdw blurRad="38100" dist="38100" dir="2700000" algn="tl">
                  <a:srgbClr val="000000"/>
                </a:outerShdw>
              </a:effectLst>
              <a:uLnTx/>
              <a:uFillTx/>
              <a:latin typeface="+mj-lt"/>
              <a:ea typeface="黑体" panose="02010609060101010101" pitchFamily="49" charset="-122"/>
              <a:cs typeface="+mj-cs"/>
            </a:endParaRPr>
          </a:p>
        </p:txBody>
      </p:sp>
      <p:sp>
        <p:nvSpPr>
          <p:cNvPr id="20486" name="矩形 1"/>
          <p:cNvSpPr/>
          <p:nvPr/>
        </p:nvSpPr>
        <p:spPr>
          <a:xfrm>
            <a:off x="-153987" y="5080000"/>
            <a:ext cx="7697787" cy="1570038"/>
          </a:xfrm>
          <a:prstGeom prst="rect">
            <a:avLst/>
          </a:prstGeom>
          <a:noFill/>
          <a:ln w="9525">
            <a:noFill/>
          </a:ln>
        </p:spPr>
        <p:txBody>
          <a:bodyPr>
            <a:spAutoFit/>
          </a:bodyPr>
          <a:lstStyle>
            <a:lvl1pPr marL="342900" indent="-3429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80000"/>
              <a:buFont typeface="Wingdings" panose="05000000000000000000" pitchFamily="2" charset="2"/>
              <a:buChar char="n"/>
              <a:defRPr sz="3200" b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defRPr>
            </a:lvl1pPr>
            <a:lvl2pPr marL="742950" indent="-28575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Char char="–"/>
              <a:defRPr sz="2800">
                <a:solidFill>
                  <a:schemeClr val="tx1"/>
                </a:solidFill>
                <a:effectLst/>
                <a:latin typeface="+mn-lt"/>
                <a:ea typeface="+mn-ea"/>
              </a:defRPr>
            </a:lvl2pPr>
            <a:lvl3pPr marL="11430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Font typeface="Wingdings" panose="05000000000000000000" pitchFamily="2" charset="2"/>
              <a:buChar char="§"/>
              <a:defRPr sz="2400">
                <a:solidFill>
                  <a:schemeClr val="tx1"/>
                </a:solidFill>
                <a:effectLst/>
                <a:latin typeface="+mn-lt"/>
                <a:ea typeface="+mn-ea"/>
              </a:defRPr>
            </a:lvl3pPr>
            <a:lvl4pPr marL="16002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–"/>
              <a:defRPr sz="2000">
                <a:solidFill>
                  <a:schemeClr val="tx1"/>
                </a:solidFill>
                <a:effectLst/>
                <a:latin typeface="+mn-lt"/>
                <a:ea typeface="+mn-ea"/>
              </a:defRPr>
            </a:lvl4pPr>
            <a:lvl5pPr marL="20574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effectLst/>
                <a:latin typeface="+mn-lt"/>
                <a:ea typeface="+mn-ea"/>
              </a:defRPr>
            </a:lvl5pPr>
          </a:lstStyle>
          <a:p>
            <a:pPr marL="457200" lvl="1" indent="0">
              <a:spcBef>
                <a:spcPct val="0"/>
              </a:spcBef>
              <a:buClrTx/>
              <a:buNone/>
            </a:pPr>
            <a:r>
              <a:rPr lang="en-US" altLang="zh-CN" sz="3200" b="1" dirty="0">
                <a:solidFill>
                  <a:srgbClr val="FFFF00"/>
                </a:solidFill>
              </a:rPr>
              <a:t>2.</a:t>
            </a:r>
            <a:r>
              <a:rPr lang="zh-CN" altLang="en-US" sz="3200" b="1" dirty="0">
                <a:solidFill>
                  <a:srgbClr val="FFFF00"/>
                </a:solidFill>
              </a:rPr>
              <a:t>存储结构</a:t>
            </a:r>
            <a:r>
              <a:rPr lang="en-US" altLang="zh-CN" sz="1800" b="1" dirty="0">
                <a:solidFill>
                  <a:srgbClr val="FFFF00"/>
                </a:solidFill>
              </a:rPr>
              <a:t>/</a:t>
            </a:r>
            <a:r>
              <a:rPr lang="zh-CN" altLang="en-US" sz="1800" b="1" dirty="0">
                <a:solidFill>
                  <a:srgbClr val="FFFF00"/>
                </a:solidFill>
              </a:rPr>
              <a:t>物理结构</a:t>
            </a:r>
            <a:r>
              <a:rPr lang="zh-CN" altLang="en-US" sz="3200" b="1" dirty="0"/>
              <a:t>：</a:t>
            </a:r>
            <a:r>
              <a:rPr lang="zh-CN" altLang="en-US" sz="1800" b="1" dirty="0"/>
              <a:t>数据对象在计算机中的存储表示</a:t>
            </a:r>
            <a:endParaRPr lang="en-US" altLang="zh-CN" sz="1800" b="1" dirty="0"/>
          </a:p>
          <a:p>
            <a:pPr marL="914400" lvl="2" indent="0">
              <a:spcBef>
                <a:spcPct val="0"/>
              </a:spcBef>
              <a:buClrTx/>
              <a:buFontTx/>
              <a:buNone/>
            </a:pPr>
            <a:r>
              <a:rPr lang="zh-CN" altLang="en-US" sz="3200" b="1" dirty="0"/>
              <a:t>顺序存储结构</a:t>
            </a:r>
            <a:endParaRPr lang="en-US" altLang="zh-CN" sz="3200" b="1" dirty="0"/>
          </a:p>
          <a:p>
            <a:pPr marL="914400" lvl="2" indent="0">
              <a:spcBef>
                <a:spcPct val="0"/>
              </a:spcBef>
              <a:buClrTx/>
              <a:buFontTx/>
              <a:buNone/>
            </a:pPr>
            <a:r>
              <a:rPr lang="zh-CN" altLang="en-US" sz="3200" b="1" dirty="0"/>
              <a:t>链式存储结构</a:t>
            </a:r>
            <a:endParaRPr lang="zh-CN" altLang="en-US" sz="3200" b="1" dirty="0"/>
          </a:p>
        </p:txBody>
      </p:sp>
      <p:sp>
        <p:nvSpPr>
          <p:cNvPr id="6" name="文本框 5"/>
          <p:cNvSpPr txBox="1"/>
          <p:nvPr/>
        </p:nvSpPr>
        <p:spPr>
          <a:xfrm>
            <a:off x="-34925" y="914400"/>
            <a:ext cx="11998325" cy="2678113"/>
          </a:xfrm>
          <a:prstGeom prst="rect">
            <a:avLst/>
          </a:prstGeom>
          <a:noFill/>
        </p:spPr>
        <p:txBody>
          <a:bodyPr>
            <a:spAutoFit/>
          </a:bodyPr>
          <a:lstStyle/>
          <a:p>
            <a:pPr marL="285750" marR="0" indent="-285750" defTabSz="914400">
              <a:buClrTx/>
              <a:buSzTx/>
              <a:buFont typeface="Wingdings" panose="05000000000000000000" pitchFamily="2" charset="2"/>
              <a:buChar char="u"/>
              <a:defRPr/>
            </a:pPr>
            <a:r>
              <a:rPr kumimoji="0" lang="zh-CN" altLang="en-US" sz="3600" kern="1200" cap="none" spc="0" normalizeH="0" baseline="0" noProof="0" dirty="0">
                <a:latin typeface="Tahoma" panose="020B0604030504040204" pitchFamily="34" charset="0"/>
                <a:ea typeface="宋体" panose="02010600030101010101" pitchFamily="2" charset="-122"/>
                <a:cs typeface="+mn-cs"/>
              </a:rPr>
              <a:t>最基本、最简单、最常见的一种数据结构</a:t>
            </a:r>
            <a:endParaRPr kumimoji="0" lang="en-US" altLang="zh-CN" sz="3600" kern="1200" cap="none" spc="0" normalizeH="0" baseline="0" noProof="0" dirty="0">
              <a:latin typeface="Tahoma" panose="020B0604030504040204" pitchFamily="34" charset="0"/>
              <a:ea typeface="宋体" panose="02010600030101010101" pitchFamily="2" charset="-122"/>
              <a:cs typeface="+mn-cs"/>
            </a:endParaRPr>
          </a:p>
          <a:p>
            <a:pPr marL="285750" marR="0" indent="-285750" defTabSz="914400">
              <a:buClrTx/>
              <a:buSzTx/>
              <a:buFont typeface="Wingdings" panose="05000000000000000000" pitchFamily="2" charset="2"/>
              <a:buChar char="u"/>
              <a:defRPr/>
            </a:pPr>
            <a:r>
              <a:rPr kumimoji="0" lang="zh-CN" altLang="en-US" sz="3600" kern="1200" cap="none" spc="0" normalizeH="0" baseline="0" noProof="0" dirty="0">
                <a:latin typeface="Tahoma" panose="020B0604030504040204" pitchFamily="34" charset="0"/>
                <a:ea typeface="宋体" panose="02010600030101010101" pitchFamily="2" charset="-122"/>
                <a:cs typeface="+mn-cs"/>
              </a:rPr>
              <a:t>由</a:t>
            </a:r>
            <a:r>
              <a:rPr kumimoji="0" lang="en-US" altLang="zh-CN" sz="3600" kern="1200" cap="none" spc="0" normalizeH="0" baseline="0" noProof="0" dirty="0">
                <a:latin typeface="Tahoma" panose="020B0604030504040204" pitchFamily="34" charset="0"/>
                <a:ea typeface="宋体" panose="02010600030101010101" pitchFamily="2" charset="-122"/>
                <a:cs typeface="+mn-cs"/>
              </a:rPr>
              <a:t>n(n&gt;=0)</a:t>
            </a:r>
            <a:r>
              <a:rPr kumimoji="0" lang="zh-CN" altLang="en-US" sz="3600" kern="1200" cap="none" spc="0" normalizeH="0" baseline="0" noProof="0" dirty="0">
                <a:latin typeface="Tahoma" panose="020B0604030504040204" pitchFamily="34" charset="0"/>
                <a:ea typeface="宋体" panose="02010600030101010101" pitchFamily="2" charset="-122"/>
                <a:cs typeface="+mn-cs"/>
              </a:rPr>
              <a:t>个具有相同特性的数据元素构成的有限序列</a:t>
            </a:r>
            <a:endParaRPr kumimoji="0" lang="en-US" altLang="zh-CN" sz="3600" kern="1200" cap="none" spc="0" normalizeH="0" baseline="0" noProof="0" dirty="0">
              <a:latin typeface="Tahoma" panose="020B0604030504040204" pitchFamily="34" charset="0"/>
              <a:ea typeface="宋体" panose="02010600030101010101" pitchFamily="2" charset="-122"/>
              <a:cs typeface="+mn-cs"/>
            </a:endParaRPr>
          </a:p>
          <a:p>
            <a:pPr marL="800100" marR="0" lvl="1" indent="-342900" algn="l" defTabSz="914400" rtl="0" eaLnBrk="1" fontAlgn="base" latinLnBrk="0" hangingPunct="1">
              <a:lnSpc>
                <a:spcPct val="100000"/>
              </a:lnSpc>
              <a:spcBef>
                <a:spcPts val="0"/>
              </a:spcBef>
              <a:spcAft>
                <a:spcPct val="0"/>
              </a:spcAft>
              <a:buClrTx/>
              <a:buSzTx/>
              <a:buFont typeface="Arial" panose="020B0604020202020204" pitchFamily="34" charset="0"/>
              <a:buChar char="•"/>
              <a:defRPr/>
            </a:pPr>
            <a:r>
              <a:rPr kumimoji="0" lang="zh-CN" altLang="en-US" sz="2000" b="1" i="0" u="none" strike="noStrike" kern="1200" cap="none" spc="0" normalizeH="0" baseline="0" noProof="0" dirty="0">
                <a:ln>
                  <a:noFill/>
                </a:ln>
                <a:solidFill>
                  <a:schemeClr val="tx1">
                    <a:lumMod val="65000"/>
                  </a:schemeClr>
                </a:solidFill>
                <a:effectLst/>
                <a:uLnTx/>
                <a:uFillTx/>
                <a:latin typeface="Tahoma" panose="020B0604030504040204" pitchFamily="34" charset="0"/>
                <a:ea typeface="黑体" panose="02010609060101010101" pitchFamily="49" charset="-122"/>
                <a:cs typeface="+mn-cs"/>
              </a:rPr>
              <a:t>起始元素：无直接前驱</a:t>
            </a:r>
            <a:endParaRPr kumimoji="0" lang="zh-CN" altLang="en-US" sz="2000" b="1" i="0" u="none" strike="noStrike" kern="1200" cap="none" spc="0" normalizeH="0" baseline="0" noProof="0" dirty="0">
              <a:ln>
                <a:noFill/>
              </a:ln>
              <a:solidFill>
                <a:schemeClr val="tx1">
                  <a:lumMod val="65000"/>
                </a:schemeClr>
              </a:solidFill>
              <a:effectLst/>
              <a:uLnTx/>
              <a:uFillTx/>
              <a:latin typeface="Tahoma" panose="020B0604030504040204" pitchFamily="34" charset="0"/>
              <a:ea typeface="黑体" panose="02010609060101010101" pitchFamily="49" charset="-122"/>
              <a:cs typeface="+mn-cs"/>
            </a:endParaRPr>
          </a:p>
          <a:p>
            <a:pPr marL="800100" marR="0" lvl="1" indent="-342900" algn="l" defTabSz="914400" rtl="0" eaLnBrk="1" fontAlgn="base" latinLnBrk="0" hangingPunct="1">
              <a:lnSpc>
                <a:spcPct val="100000"/>
              </a:lnSpc>
              <a:spcBef>
                <a:spcPts val="0"/>
              </a:spcBef>
              <a:spcAft>
                <a:spcPct val="0"/>
              </a:spcAft>
              <a:buClrTx/>
              <a:buSzTx/>
              <a:buFont typeface="Arial" panose="020B0604020202020204" pitchFamily="34" charset="0"/>
              <a:buChar char="•"/>
              <a:defRPr/>
            </a:pPr>
            <a:r>
              <a:rPr kumimoji="0" lang="zh-CN" altLang="en-US" sz="2000" b="1" i="0" u="none" strike="noStrike" kern="1200" cap="none" spc="0" normalizeH="0" baseline="0" noProof="0" dirty="0">
                <a:ln>
                  <a:noFill/>
                </a:ln>
                <a:solidFill>
                  <a:schemeClr val="tx1">
                    <a:lumMod val="65000"/>
                  </a:schemeClr>
                </a:solidFill>
                <a:effectLst/>
                <a:uLnTx/>
                <a:uFillTx/>
                <a:latin typeface="Tahoma" panose="020B0604030504040204" pitchFamily="34" charset="0"/>
                <a:ea typeface="黑体" panose="02010609060101010101" pitchFamily="49" charset="-122"/>
                <a:cs typeface="+mn-cs"/>
              </a:rPr>
              <a:t>最后一个元素：无直接后继</a:t>
            </a:r>
            <a:endParaRPr kumimoji="0" lang="zh-CN" altLang="en-US" sz="2000" b="1" i="0" u="none" strike="noStrike" kern="1200" cap="none" spc="0" normalizeH="0" baseline="0" noProof="0" dirty="0">
              <a:ln>
                <a:noFill/>
              </a:ln>
              <a:solidFill>
                <a:schemeClr val="tx1">
                  <a:lumMod val="65000"/>
                </a:schemeClr>
              </a:solidFill>
              <a:effectLst/>
              <a:uLnTx/>
              <a:uFillTx/>
              <a:latin typeface="Tahoma" panose="020B0604030504040204" pitchFamily="34" charset="0"/>
              <a:ea typeface="黑体" panose="02010609060101010101" pitchFamily="49" charset="-122"/>
              <a:cs typeface="+mn-cs"/>
            </a:endParaRPr>
          </a:p>
          <a:p>
            <a:pPr marL="800100" marR="0" lvl="1" indent="-342900" algn="l" defTabSz="914400" rtl="0" eaLnBrk="1" fontAlgn="base" latinLnBrk="0" hangingPunct="1">
              <a:lnSpc>
                <a:spcPct val="100000"/>
              </a:lnSpc>
              <a:spcBef>
                <a:spcPts val="0"/>
              </a:spcBef>
              <a:spcAft>
                <a:spcPct val="0"/>
              </a:spcAft>
              <a:buClrTx/>
              <a:buSzTx/>
              <a:buFont typeface="Arial" panose="020B0604020202020204" pitchFamily="34" charset="0"/>
              <a:buChar char="•"/>
              <a:defRPr/>
            </a:pPr>
            <a:r>
              <a:rPr kumimoji="0" lang="zh-CN" altLang="en-US" sz="2000" b="1" i="0" u="none" strike="noStrike" kern="1200" cap="none" spc="0" normalizeH="0" baseline="0" noProof="0" dirty="0">
                <a:ln>
                  <a:noFill/>
                </a:ln>
                <a:solidFill>
                  <a:schemeClr val="tx1">
                    <a:lumMod val="65000"/>
                  </a:schemeClr>
                </a:solidFill>
                <a:effectLst/>
                <a:uLnTx/>
                <a:uFillTx/>
                <a:latin typeface="Tahoma" panose="020B0604030504040204" pitchFamily="34" charset="0"/>
                <a:ea typeface="黑体" panose="02010609060101010101" pitchFamily="49" charset="-122"/>
                <a:cs typeface="+mn-cs"/>
              </a:rPr>
              <a:t>其它元素：都有且仅有一个唯一的前驱；有且仅有一个唯一的后继</a:t>
            </a:r>
            <a:endParaRPr kumimoji="0" lang="en-US" altLang="zh-CN" sz="2000" b="1" i="0" u="none" strike="noStrike" kern="1200" cap="none" spc="0" normalizeH="0" baseline="0" noProof="0" dirty="0">
              <a:ln>
                <a:noFill/>
              </a:ln>
              <a:solidFill>
                <a:schemeClr val="tx1">
                  <a:lumMod val="65000"/>
                </a:schemeClr>
              </a:solidFill>
              <a:effectLst/>
              <a:uLnTx/>
              <a:uFillTx/>
              <a:latin typeface="Tahoma" panose="020B0604030504040204" pitchFamily="34" charset="0"/>
              <a:ea typeface="黑体" panose="02010609060101010101" pitchFamily="49" charset="-122"/>
              <a:cs typeface="+mn-cs"/>
            </a:endParaRPr>
          </a:p>
          <a:p>
            <a:pPr marL="285750" marR="0" indent="-285750" defTabSz="914400">
              <a:buClrTx/>
              <a:buSzTx/>
              <a:buFont typeface="Wingdings" panose="05000000000000000000" pitchFamily="2" charset="2"/>
              <a:buChar char="u"/>
              <a:defRPr/>
            </a:pPr>
            <a:endParaRPr kumimoji="0" lang="zh-CN" altLang="en-US" sz="3600" kern="1200" cap="none" spc="0" normalizeH="0" baseline="0" noProof="0" dirty="0">
              <a:latin typeface="Tahoma" panose="020B0604030504040204" pitchFamily="34" charset="0"/>
              <a:ea typeface="宋体" panose="02010600030101010101" pitchFamily="2" charset="-122"/>
              <a:cs typeface="+mn-cs"/>
            </a:endParaRPr>
          </a:p>
        </p:txBody>
      </p:sp>
      <p:grpSp>
        <p:nvGrpSpPr>
          <p:cNvPr id="10" name="组合 20"/>
          <p:cNvGrpSpPr/>
          <p:nvPr/>
        </p:nvGrpSpPr>
        <p:grpSpPr>
          <a:xfrm>
            <a:off x="304800" y="4038600"/>
            <a:ext cx="6745288" cy="584200"/>
            <a:chOff x="684213" y="2416175"/>
            <a:chExt cx="6745307" cy="584197"/>
          </a:xfrm>
        </p:grpSpPr>
        <p:sp>
          <p:nvSpPr>
            <p:cNvPr id="20488" name="Oval 5"/>
            <p:cNvSpPr/>
            <p:nvPr/>
          </p:nvSpPr>
          <p:spPr>
            <a:xfrm>
              <a:off x="744538" y="2451100"/>
              <a:ext cx="736600" cy="546100"/>
            </a:xfrm>
            <a:prstGeom prst="ellipse">
              <a:avLst/>
            </a:prstGeom>
            <a:solidFill>
              <a:srgbClr val="66FFFF"/>
            </a:solidFill>
            <a:ln w="28575" cap="flat" cmpd="sng">
              <a:solidFill>
                <a:srgbClr val="0000CC"/>
              </a:solidFill>
              <a:prstDash val="solid"/>
              <a:headEnd type="none" w="med" len="med"/>
              <a:tailEnd type="none" w="med" len="med"/>
            </a:ln>
          </p:spPr>
          <p:txBody>
            <a:bodyPr wrap="none" anchor="ctr" anchorCtr="0"/>
            <a:lstStyle>
              <a:lvl1pPr marL="342900" indent="-342900" algn="l" rtl="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hlink"/>
                </a:buClr>
                <a:buSzPct val="80000"/>
                <a:buFont typeface="Wingdings" panose="05000000000000000000" pitchFamily="2" charset="2"/>
                <a:buChar char="n"/>
                <a:defRPr sz="3200" b="0">
                  <a:solidFill>
                    <a:schemeClr val="tx1"/>
                  </a:solidFill>
                  <a:effectLst/>
                  <a:latin typeface="+mn-lt"/>
                  <a:ea typeface="+mn-ea"/>
                  <a:cs typeface="+mn-cs"/>
                </a:defRPr>
              </a:lvl1pPr>
              <a:lvl2pPr marL="742950" indent="-285750" algn="l" rtl="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tx1"/>
                </a:buClr>
                <a:buChar char="–"/>
                <a:defRPr sz="2800">
                  <a:solidFill>
                    <a:schemeClr val="tx1"/>
                  </a:solidFill>
                  <a:effectLst/>
                  <a:latin typeface="+mn-lt"/>
                  <a:ea typeface="+mn-ea"/>
                </a:defRPr>
              </a:lvl2pPr>
              <a:lvl3pPr marL="11430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hlink"/>
                </a:buClr>
                <a:buFont typeface="Wingdings" panose="05000000000000000000" pitchFamily="2" charset="2"/>
                <a:buChar char="§"/>
                <a:defRPr sz="2400">
                  <a:solidFill>
                    <a:schemeClr val="tx1"/>
                  </a:solidFill>
                  <a:effectLst/>
                  <a:latin typeface="+mn-lt"/>
                  <a:ea typeface="+mn-ea"/>
                </a:defRPr>
              </a:lvl3pPr>
              <a:lvl4pPr marL="16002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–"/>
                <a:defRPr sz="2000">
                  <a:solidFill>
                    <a:schemeClr val="tx1"/>
                  </a:solidFill>
                  <a:effectLst/>
                  <a:latin typeface="+mn-lt"/>
                  <a:ea typeface="+mn-ea"/>
                </a:defRPr>
              </a:lvl4pPr>
              <a:lvl5pPr marL="20574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hlink"/>
                </a:buClr>
                <a:buFont typeface="Wingdings" panose="05000000000000000000" pitchFamily="2" charset="2"/>
                <a:buChar char="§"/>
                <a:defRPr sz="2000">
                  <a:solidFill>
                    <a:schemeClr val="tx1"/>
                  </a:solidFill>
                  <a:effectLst/>
                  <a:latin typeface="+mn-lt"/>
                  <a:ea typeface="+mn-ea"/>
                </a:defRPr>
              </a:lvl5pPr>
            </a:lstStyle>
            <a:p>
              <a:pPr marL="0" lvl="0" indent="0" eaLnBrk="1" hangingPunct="1">
                <a:spcBef>
                  <a:spcPct val="0"/>
                </a:spcBef>
                <a:buClrTx/>
                <a:buSzTx/>
                <a:buFontTx/>
                <a:buNone/>
              </a:pPr>
              <a:endParaRPr lang="zh-CN" altLang="en-US" sz="2400" b="1" dirty="0">
                <a:latin typeface="Arial" panose="020B0604020202020204" pitchFamily="34" charset="0"/>
              </a:endParaRPr>
            </a:p>
          </p:txBody>
        </p:sp>
        <p:sp>
          <p:nvSpPr>
            <p:cNvPr id="20489" name="Oval 6"/>
            <p:cNvSpPr/>
            <p:nvPr/>
          </p:nvSpPr>
          <p:spPr>
            <a:xfrm>
              <a:off x="2192338" y="2438400"/>
              <a:ext cx="736600" cy="546100"/>
            </a:xfrm>
            <a:prstGeom prst="ellipse">
              <a:avLst/>
            </a:prstGeom>
            <a:solidFill>
              <a:srgbClr val="66FFFF"/>
            </a:solidFill>
            <a:ln w="28575" cap="flat" cmpd="sng">
              <a:solidFill>
                <a:srgbClr val="0000CC"/>
              </a:solidFill>
              <a:prstDash val="solid"/>
              <a:headEnd type="none" w="med" len="med"/>
              <a:tailEnd type="none" w="med" len="med"/>
            </a:ln>
          </p:spPr>
          <p:txBody>
            <a:bodyPr wrap="none" anchor="ctr" anchorCtr="0"/>
            <a:lstStyle>
              <a:lvl1pPr marL="342900" indent="-342900" algn="l" rtl="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hlink"/>
                </a:buClr>
                <a:buSzPct val="80000"/>
                <a:buFont typeface="Wingdings" panose="05000000000000000000" pitchFamily="2" charset="2"/>
                <a:buChar char="n"/>
                <a:defRPr sz="3200" b="0">
                  <a:solidFill>
                    <a:schemeClr val="tx1"/>
                  </a:solidFill>
                  <a:effectLst/>
                  <a:latin typeface="+mn-lt"/>
                  <a:ea typeface="+mn-ea"/>
                  <a:cs typeface="+mn-cs"/>
                </a:defRPr>
              </a:lvl1pPr>
              <a:lvl2pPr marL="742950" indent="-285750" algn="l" rtl="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tx1"/>
                </a:buClr>
                <a:buChar char="–"/>
                <a:defRPr sz="2800">
                  <a:solidFill>
                    <a:schemeClr val="tx1"/>
                  </a:solidFill>
                  <a:effectLst/>
                  <a:latin typeface="+mn-lt"/>
                  <a:ea typeface="+mn-ea"/>
                </a:defRPr>
              </a:lvl2pPr>
              <a:lvl3pPr marL="11430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hlink"/>
                </a:buClr>
                <a:buFont typeface="Wingdings" panose="05000000000000000000" pitchFamily="2" charset="2"/>
                <a:buChar char="§"/>
                <a:defRPr sz="2400">
                  <a:solidFill>
                    <a:schemeClr val="tx1"/>
                  </a:solidFill>
                  <a:effectLst/>
                  <a:latin typeface="+mn-lt"/>
                  <a:ea typeface="+mn-ea"/>
                </a:defRPr>
              </a:lvl3pPr>
              <a:lvl4pPr marL="16002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–"/>
                <a:defRPr sz="2000">
                  <a:solidFill>
                    <a:schemeClr val="tx1"/>
                  </a:solidFill>
                  <a:effectLst/>
                  <a:latin typeface="+mn-lt"/>
                  <a:ea typeface="+mn-ea"/>
                </a:defRPr>
              </a:lvl4pPr>
              <a:lvl5pPr marL="20574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hlink"/>
                </a:buClr>
                <a:buFont typeface="Wingdings" panose="05000000000000000000" pitchFamily="2" charset="2"/>
                <a:buChar char="§"/>
                <a:defRPr sz="2000">
                  <a:solidFill>
                    <a:schemeClr val="tx1"/>
                  </a:solidFill>
                  <a:effectLst/>
                  <a:latin typeface="+mn-lt"/>
                  <a:ea typeface="+mn-ea"/>
                </a:defRPr>
              </a:lvl5pPr>
            </a:lstStyle>
            <a:p>
              <a:pPr marL="0" lvl="0" indent="0" eaLnBrk="1" hangingPunct="1">
                <a:spcBef>
                  <a:spcPct val="0"/>
                </a:spcBef>
                <a:buClrTx/>
                <a:buSzTx/>
                <a:buFontTx/>
                <a:buNone/>
              </a:pPr>
              <a:endParaRPr lang="zh-CN" altLang="en-US" sz="2400" b="1" dirty="0">
                <a:latin typeface="Arial" panose="020B0604020202020204" pitchFamily="34" charset="0"/>
              </a:endParaRPr>
            </a:p>
          </p:txBody>
        </p:sp>
        <p:sp>
          <p:nvSpPr>
            <p:cNvPr id="20490" name="Line 7"/>
            <p:cNvSpPr/>
            <p:nvPr/>
          </p:nvSpPr>
          <p:spPr>
            <a:xfrm>
              <a:off x="1468438" y="2717800"/>
              <a:ext cx="723900" cy="0"/>
            </a:xfrm>
            <a:prstGeom prst="line">
              <a:avLst/>
            </a:prstGeom>
            <a:ln w="28575" cap="flat" cmpd="sng">
              <a:solidFill>
                <a:schemeClr val="tx1"/>
              </a:solidFill>
              <a:prstDash val="solid"/>
              <a:headEnd type="none" w="med" len="med"/>
              <a:tailEnd type="none" w="med" len="med"/>
            </a:ln>
          </p:spPr>
        </p:sp>
        <p:sp>
          <p:nvSpPr>
            <p:cNvPr id="20491" name="Line 8"/>
            <p:cNvSpPr/>
            <p:nvPr/>
          </p:nvSpPr>
          <p:spPr>
            <a:xfrm>
              <a:off x="2928938" y="2717800"/>
              <a:ext cx="723900" cy="0"/>
            </a:xfrm>
            <a:prstGeom prst="line">
              <a:avLst/>
            </a:prstGeom>
            <a:ln w="28575" cap="flat" cmpd="sng">
              <a:solidFill>
                <a:schemeClr val="tx1"/>
              </a:solidFill>
              <a:prstDash val="solid"/>
              <a:headEnd type="none" w="med" len="med"/>
              <a:tailEnd type="none" w="med" len="med"/>
            </a:ln>
          </p:spPr>
        </p:sp>
        <p:sp>
          <p:nvSpPr>
            <p:cNvPr id="20492" name="Oval 9"/>
            <p:cNvSpPr/>
            <p:nvPr/>
          </p:nvSpPr>
          <p:spPr>
            <a:xfrm>
              <a:off x="3652838" y="2438400"/>
              <a:ext cx="736600" cy="546100"/>
            </a:xfrm>
            <a:prstGeom prst="ellipse">
              <a:avLst/>
            </a:prstGeom>
            <a:solidFill>
              <a:srgbClr val="66FFFF"/>
            </a:solidFill>
            <a:ln w="28575" cap="flat" cmpd="sng">
              <a:solidFill>
                <a:srgbClr val="0000CC"/>
              </a:solidFill>
              <a:prstDash val="solid"/>
              <a:headEnd type="none" w="med" len="med"/>
              <a:tailEnd type="none" w="med" len="med"/>
            </a:ln>
          </p:spPr>
          <p:txBody>
            <a:bodyPr wrap="none" anchor="ctr" anchorCtr="0"/>
            <a:lstStyle>
              <a:lvl1pPr marL="342900" indent="-342900" algn="l" rtl="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hlink"/>
                </a:buClr>
                <a:buSzPct val="80000"/>
                <a:buFont typeface="Wingdings" panose="05000000000000000000" pitchFamily="2" charset="2"/>
                <a:buChar char="n"/>
                <a:defRPr sz="3200" b="0">
                  <a:solidFill>
                    <a:schemeClr val="tx1"/>
                  </a:solidFill>
                  <a:effectLst/>
                  <a:latin typeface="+mn-lt"/>
                  <a:ea typeface="+mn-ea"/>
                  <a:cs typeface="+mn-cs"/>
                </a:defRPr>
              </a:lvl1pPr>
              <a:lvl2pPr marL="742950" indent="-285750" algn="l" rtl="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tx1"/>
                </a:buClr>
                <a:buChar char="–"/>
                <a:defRPr sz="2800">
                  <a:solidFill>
                    <a:schemeClr val="tx1"/>
                  </a:solidFill>
                  <a:effectLst/>
                  <a:latin typeface="+mn-lt"/>
                  <a:ea typeface="+mn-ea"/>
                </a:defRPr>
              </a:lvl2pPr>
              <a:lvl3pPr marL="11430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hlink"/>
                </a:buClr>
                <a:buFont typeface="Wingdings" panose="05000000000000000000" pitchFamily="2" charset="2"/>
                <a:buChar char="§"/>
                <a:defRPr sz="2400">
                  <a:solidFill>
                    <a:schemeClr val="tx1"/>
                  </a:solidFill>
                  <a:effectLst/>
                  <a:latin typeface="+mn-lt"/>
                  <a:ea typeface="+mn-ea"/>
                </a:defRPr>
              </a:lvl3pPr>
              <a:lvl4pPr marL="16002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–"/>
                <a:defRPr sz="2000">
                  <a:solidFill>
                    <a:schemeClr val="tx1"/>
                  </a:solidFill>
                  <a:effectLst/>
                  <a:latin typeface="+mn-lt"/>
                  <a:ea typeface="+mn-ea"/>
                </a:defRPr>
              </a:lvl4pPr>
              <a:lvl5pPr marL="20574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hlink"/>
                </a:buClr>
                <a:buFont typeface="Wingdings" panose="05000000000000000000" pitchFamily="2" charset="2"/>
                <a:buChar char="§"/>
                <a:defRPr sz="2000">
                  <a:solidFill>
                    <a:schemeClr val="tx1"/>
                  </a:solidFill>
                  <a:effectLst/>
                  <a:latin typeface="+mn-lt"/>
                  <a:ea typeface="+mn-ea"/>
                </a:defRPr>
              </a:lvl5pPr>
            </a:lstStyle>
            <a:p>
              <a:pPr marL="0" lvl="0" indent="0" eaLnBrk="1" hangingPunct="1">
                <a:spcBef>
                  <a:spcPct val="0"/>
                </a:spcBef>
                <a:buClrTx/>
                <a:buSzTx/>
                <a:buFontTx/>
                <a:buNone/>
              </a:pPr>
              <a:endParaRPr lang="zh-CN" altLang="en-US" sz="2400" b="1" dirty="0">
                <a:latin typeface="Arial" panose="020B0604020202020204" pitchFamily="34" charset="0"/>
              </a:endParaRPr>
            </a:p>
          </p:txBody>
        </p:sp>
        <p:sp>
          <p:nvSpPr>
            <p:cNvPr id="20493" name="Line 10"/>
            <p:cNvSpPr/>
            <p:nvPr/>
          </p:nvSpPr>
          <p:spPr>
            <a:xfrm>
              <a:off x="4389438" y="2717800"/>
              <a:ext cx="723900" cy="0"/>
            </a:xfrm>
            <a:prstGeom prst="line">
              <a:avLst/>
            </a:prstGeom>
            <a:ln w="28575" cap="flat" cmpd="sng">
              <a:solidFill>
                <a:schemeClr val="tx1"/>
              </a:solidFill>
              <a:prstDash val="solid"/>
              <a:headEnd type="none" w="med" len="med"/>
              <a:tailEnd type="none" w="med" len="med"/>
            </a:ln>
          </p:spPr>
        </p:sp>
        <p:sp>
          <p:nvSpPr>
            <p:cNvPr id="20494" name="Oval 11"/>
            <p:cNvSpPr/>
            <p:nvPr/>
          </p:nvSpPr>
          <p:spPr>
            <a:xfrm>
              <a:off x="5126038" y="2438400"/>
              <a:ext cx="736600" cy="546100"/>
            </a:xfrm>
            <a:prstGeom prst="ellipse">
              <a:avLst/>
            </a:prstGeom>
            <a:solidFill>
              <a:srgbClr val="66FFFF"/>
            </a:solidFill>
            <a:ln w="28575" cap="flat" cmpd="sng">
              <a:solidFill>
                <a:srgbClr val="0000CC"/>
              </a:solidFill>
              <a:prstDash val="solid"/>
              <a:headEnd type="none" w="med" len="med"/>
              <a:tailEnd type="none" w="med" len="med"/>
            </a:ln>
          </p:spPr>
          <p:txBody>
            <a:bodyPr wrap="none" anchor="ctr" anchorCtr="0"/>
            <a:lstStyle>
              <a:lvl1pPr marL="342900" indent="-342900" algn="l" rtl="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hlink"/>
                </a:buClr>
                <a:buSzPct val="80000"/>
                <a:buFont typeface="Wingdings" panose="05000000000000000000" pitchFamily="2" charset="2"/>
                <a:buChar char="n"/>
                <a:defRPr sz="3200" b="0">
                  <a:solidFill>
                    <a:schemeClr val="tx1"/>
                  </a:solidFill>
                  <a:effectLst/>
                  <a:latin typeface="+mn-lt"/>
                  <a:ea typeface="+mn-ea"/>
                  <a:cs typeface="+mn-cs"/>
                </a:defRPr>
              </a:lvl1pPr>
              <a:lvl2pPr marL="742950" indent="-285750" algn="l" rtl="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tx1"/>
                </a:buClr>
                <a:buChar char="–"/>
                <a:defRPr sz="2800">
                  <a:solidFill>
                    <a:schemeClr val="tx1"/>
                  </a:solidFill>
                  <a:effectLst/>
                  <a:latin typeface="+mn-lt"/>
                  <a:ea typeface="+mn-ea"/>
                </a:defRPr>
              </a:lvl2pPr>
              <a:lvl3pPr marL="11430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hlink"/>
                </a:buClr>
                <a:buFont typeface="Wingdings" panose="05000000000000000000" pitchFamily="2" charset="2"/>
                <a:buChar char="§"/>
                <a:defRPr sz="2400">
                  <a:solidFill>
                    <a:schemeClr val="tx1"/>
                  </a:solidFill>
                  <a:effectLst/>
                  <a:latin typeface="+mn-lt"/>
                  <a:ea typeface="+mn-ea"/>
                </a:defRPr>
              </a:lvl3pPr>
              <a:lvl4pPr marL="16002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–"/>
                <a:defRPr sz="2000">
                  <a:solidFill>
                    <a:schemeClr val="tx1"/>
                  </a:solidFill>
                  <a:effectLst/>
                  <a:latin typeface="+mn-lt"/>
                  <a:ea typeface="+mn-ea"/>
                </a:defRPr>
              </a:lvl4pPr>
              <a:lvl5pPr marL="20574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hlink"/>
                </a:buClr>
                <a:buFont typeface="Wingdings" panose="05000000000000000000" pitchFamily="2" charset="2"/>
                <a:buChar char="§"/>
                <a:defRPr sz="2000">
                  <a:solidFill>
                    <a:schemeClr val="tx1"/>
                  </a:solidFill>
                  <a:effectLst/>
                  <a:latin typeface="+mn-lt"/>
                  <a:ea typeface="+mn-ea"/>
                </a:defRPr>
              </a:lvl5pPr>
            </a:lstStyle>
            <a:p>
              <a:pPr marL="0" lvl="0" indent="0" eaLnBrk="1" hangingPunct="1">
                <a:spcBef>
                  <a:spcPct val="0"/>
                </a:spcBef>
                <a:buClrTx/>
                <a:buSzTx/>
                <a:buFontTx/>
                <a:buNone/>
              </a:pPr>
              <a:endParaRPr lang="zh-CN" altLang="en-US" sz="2400" b="1" dirty="0">
                <a:latin typeface="Arial" panose="020B0604020202020204" pitchFamily="34" charset="0"/>
              </a:endParaRPr>
            </a:p>
          </p:txBody>
        </p:sp>
        <p:sp>
          <p:nvSpPr>
            <p:cNvPr id="20495" name="Line 12"/>
            <p:cNvSpPr/>
            <p:nvPr/>
          </p:nvSpPr>
          <p:spPr>
            <a:xfrm>
              <a:off x="5862638" y="2746372"/>
              <a:ext cx="723900" cy="0"/>
            </a:xfrm>
            <a:prstGeom prst="line">
              <a:avLst/>
            </a:prstGeom>
            <a:ln w="28575" cap="flat" cmpd="sng">
              <a:solidFill>
                <a:schemeClr val="tx1"/>
              </a:solidFill>
              <a:prstDash val="sysDash"/>
              <a:headEnd type="none" w="med" len="med"/>
              <a:tailEnd type="none" w="med" len="med"/>
            </a:ln>
          </p:spPr>
        </p:sp>
        <p:sp>
          <p:nvSpPr>
            <p:cNvPr id="20496" name="Text Box 13"/>
            <p:cNvSpPr txBox="1"/>
            <p:nvPr/>
          </p:nvSpPr>
          <p:spPr>
            <a:xfrm>
              <a:off x="684213" y="2441575"/>
              <a:ext cx="925512" cy="519113"/>
            </a:xfrm>
            <a:prstGeom prst="rect">
              <a:avLst/>
            </a:prstGeom>
            <a:noFill/>
            <a:ln w="9525">
              <a:noFill/>
            </a:ln>
          </p:spPr>
          <p:txBody>
            <a:bodyPr>
              <a:spAutoFit/>
            </a:bodyPr>
            <a:lstStyle>
              <a:lvl1pPr marL="342900" indent="-342900" algn="l" rtl="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hlink"/>
                </a:buClr>
                <a:buSzPct val="80000"/>
                <a:buFont typeface="Wingdings" panose="05000000000000000000" pitchFamily="2" charset="2"/>
                <a:buChar char="n"/>
                <a:defRPr sz="3200" b="0">
                  <a:solidFill>
                    <a:schemeClr val="tx1"/>
                  </a:solidFill>
                  <a:effectLst/>
                  <a:latin typeface="+mn-lt"/>
                  <a:ea typeface="+mn-ea"/>
                  <a:cs typeface="+mn-cs"/>
                </a:defRPr>
              </a:lvl1pPr>
              <a:lvl2pPr marL="742950" indent="-285750" algn="l" rtl="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tx1"/>
                </a:buClr>
                <a:buChar char="–"/>
                <a:defRPr sz="2800">
                  <a:solidFill>
                    <a:schemeClr val="tx1"/>
                  </a:solidFill>
                  <a:effectLst/>
                  <a:latin typeface="+mn-lt"/>
                  <a:ea typeface="+mn-ea"/>
                </a:defRPr>
              </a:lvl2pPr>
              <a:lvl3pPr marL="11430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hlink"/>
                </a:buClr>
                <a:buFont typeface="Wingdings" panose="05000000000000000000" pitchFamily="2" charset="2"/>
                <a:buChar char="§"/>
                <a:defRPr sz="2400">
                  <a:solidFill>
                    <a:schemeClr val="tx1"/>
                  </a:solidFill>
                  <a:effectLst/>
                  <a:latin typeface="+mn-lt"/>
                  <a:ea typeface="+mn-ea"/>
                </a:defRPr>
              </a:lvl3pPr>
              <a:lvl4pPr marL="16002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–"/>
                <a:defRPr sz="2000">
                  <a:solidFill>
                    <a:schemeClr val="tx1"/>
                  </a:solidFill>
                  <a:effectLst/>
                  <a:latin typeface="+mn-lt"/>
                  <a:ea typeface="+mn-ea"/>
                </a:defRPr>
              </a:lvl4pPr>
              <a:lvl5pPr marL="20574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hlink"/>
                </a:buClr>
                <a:buFont typeface="Wingdings" panose="05000000000000000000" pitchFamily="2" charset="2"/>
                <a:buChar char="§"/>
                <a:defRPr sz="2000">
                  <a:solidFill>
                    <a:schemeClr val="tx1"/>
                  </a:solidFill>
                  <a:effectLst/>
                  <a:latin typeface="+mn-lt"/>
                  <a:ea typeface="+mn-ea"/>
                </a:defRPr>
              </a:lvl5pPr>
            </a:lstStyle>
            <a:p>
              <a:pPr marL="0" lvl="0" indent="0" eaLnBrk="1" hangingPunct="1">
                <a:spcBef>
                  <a:spcPct val="0"/>
                </a:spcBef>
                <a:buClrTx/>
                <a:buSzTx/>
                <a:buFontTx/>
                <a:buNone/>
              </a:pPr>
              <a:r>
                <a:rPr lang="en-US" altLang="zh-CN" sz="2800" b="1" dirty="0">
                  <a:solidFill>
                    <a:srgbClr val="CC0000"/>
                  </a:solidFill>
                  <a:latin typeface="Times New Roman" panose="02020603050405020304" pitchFamily="18" charset="0"/>
                </a:rPr>
                <a:t>stu1</a:t>
              </a:r>
              <a:endParaRPr lang="en-US" altLang="zh-CN" sz="2800" b="1" dirty="0">
                <a:latin typeface="Times New Roman" panose="02020603050405020304" pitchFamily="18" charset="0"/>
              </a:endParaRPr>
            </a:p>
          </p:txBody>
        </p:sp>
        <p:sp>
          <p:nvSpPr>
            <p:cNvPr id="20497" name="Text Box 14"/>
            <p:cNvSpPr txBox="1"/>
            <p:nvPr/>
          </p:nvSpPr>
          <p:spPr>
            <a:xfrm>
              <a:off x="2124075" y="2428875"/>
              <a:ext cx="817562" cy="519113"/>
            </a:xfrm>
            <a:prstGeom prst="rect">
              <a:avLst/>
            </a:prstGeom>
            <a:noFill/>
            <a:ln w="9525">
              <a:noFill/>
            </a:ln>
          </p:spPr>
          <p:txBody>
            <a:bodyPr wrap="none">
              <a:spAutoFit/>
            </a:bodyPr>
            <a:lstStyle>
              <a:lvl1pPr marL="342900" indent="-342900" algn="l" rtl="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hlink"/>
                </a:buClr>
                <a:buSzPct val="80000"/>
                <a:buFont typeface="Wingdings" panose="05000000000000000000" pitchFamily="2" charset="2"/>
                <a:buChar char="n"/>
                <a:defRPr sz="3200" b="0">
                  <a:solidFill>
                    <a:schemeClr val="tx1"/>
                  </a:solidFill>
                  <a:effectLst/>
                  <a:latin typeface="+mn-lt"/>
                  <a:ea typeface="+mn-ea"/>
                  <a:cs typeface="+mn-cs"/>
                </a:defRPr>
              </a:lvl1pPr>
              <a:lvl2pPr marL="742950" indent="-285750" algn="l" rtl="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tx1"/>
                </a:buClr>
                <a:buChar char="–"/>
                <a:defRPr sz="2800">
                  <a:solidFill>
                    <a:schemeClr val="tx1"/>
                  </a:solidFill>
                  <a:effectLst/>
                  <a:latin typeface="+mn-lt"/>
                  <a:ea typeface="+mn-ea"/>
                </a:defRPr>
              </a:lvl2pPr>
              <a:lvl3pPr marL="11430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hlink"/>
                </a:buClr>
                <a:buFont typeface="Wingdings" panose="05000000000000000000" pitchFamily="2" charset="2"/>
                <a:buChar char="§"/>
                <a:defRPr sz="2400">
                  <a:solidFill>
                    <a:schemeClr val="tx1"/>
                  </a:solidFill>
                  <a:effectLst/>
                  <a:latin typeface="+mn-lt"/>
                  <a:ea typeface="+mn-ea"/>
                </a:defRPr>
              </a:lvl3pPr>
              <a:lvl4pPr marL="16002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–"/>
                <a:defRPr sz="2000">
                  <a:solidFill>
                    <a:schemeClr val="tx1"/>
                  </a:solidFill>
                  <a:effectLst/>
                  <a:latin typeface="+mn-lt"/>
                  <a:ea typeface="+mn-ea"/>
                </a:defRPr>
              </a:lvl4pPr>
              <a:lvl5pPr marL="20574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hlink"/>
                </a:buClr>
                <a:buFont typeface="Wingdings" panose="05000000000000000000" pitchFamily="2" charset="2"/>
                <a:buChar char="§"/>
                <a:defRPr sz="2000">
                  <a:solidFill>
                    <a:schemeClr val="tx1"/>
                  </a:solidFill>
                  <a:effectLst/>
                  <a:latin typeface="+mn-lt"/>
                  <a:ea typeface="+mn-ea"/>
                </a:defRPr>
              </a:lvl5pPr>
            </a:lstStyle>
            <a:p>
              <a:pPr marL="0" lvl="0" indent="0" eaLnBrk="1" hangingPunct="1">
                <a:spcBef>
                  <a:spcPct val="0"/>
                </a:spcBef>
                <a:buClrTx/>
                <a:buSzTx/>
                <a:buFontTx/>
                <a:buNone/>
              </a:pPr>
              <a:r>
                <a:rPr lang="en-US" altLang="zh-CN" sz="2800" b="1" dirty="0">
                  <a:solidFill>
                    <a:srgbClr val="CC0000"/>
                  </a:solidFill>
                  <a:latin typeface="Times New Roman" panose="02020603050405020304" pitchFamily="18" charset="0"/>
                </a:rPr>
                <a:t>stu2</a:t>
              </a:r>
              <a:endParaRPr lang="en-US" altLang="zh-CN" sz="2800" b="1" dirty="0">
                <a:latin typeface="Times New Roman" panose="02020603050405020304" pitchFamily="18" charset="0"/>
              </a:endParaRPr>
            </a:p>
          </p:txBody>
        </p:sp>
        <p:sp>
          <p:nvSpPr>
            <p:cNvPr id="20498" name="Text Box 15"/>
            <p:cNvSpPr txBox="1"/>
            <p:nvPr/>
          </p:nvSpPr>
          <p:spPr>
            <a:xfrm>
              <a:off x="3635375" y="2416175"/>
              <a:ext cx="817562" cy="519113"/>
            </a:xfrm>
            <a:prstGeom prst="rect">
              <a:avLst/>
            </a:prstGeom>
            <a:noFill/>
            <a:ln w="9525">
              <a:noFill/>
            </a:ln>
          </p:spPr>
          <p:txBody>
            <a:bodyPr wrap="none">
              <a:spAutoFit/>
            </a:bodyPr>
            <a:lstStyle>
              <a:lvl1pPr marL="342900" indent="-342900" algn="l" rtl="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hlink"/>
                </a:buClr>
                <a:buSzPct val="80000"/>
                <a:buFont typeface="Wingdings" panose="05000000000000000000" pitchFamily="2" charset="2"/>
                <a:buChar char="n"/>
                <a:defRPr sz="3200" b="0">
                  <a:solidFill>
                    <a:schemeClr val="tx1"/>
                  </a:solidFill>
                  <a:effectLst/>
                  <a:latin typeface="+mn-lt"/>
                  <a:ea typeface="+mn-ea"/>
                  <a:cs typeface="+mn-cs"/>
                </a:defRPr>
              </a:lvl1pPr>
              <a:lvl2pPr marL="742950" indent="-285750" algn="l" rtl="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tx1"/>
                </a:buClr>
                <a:buChar char="–"/>
                <a:defRPr sz="2800">
                  <a:solidFill>
                    <a:schemeClr val="tx1"/>
                  </a:solidFill>
                  <a:effectLst/>
                  <a:latin typeface="+mn-lt"/>
                  <a:ea typeface="+mn-ea"/>
                </a:defRPr>
              </a:lvl2pPr>
              <a:lvl3pPr marL="11430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hlink"/>
                </a:buClr>
                <a:buFont typeface="Wingdings" panose="05000000000000000000" pitchFamily="2" charset="2"/>
                <a:buChar char="§"/>
                <a:defRPr sz="2400">
                  <a:solidFill>
                    <a:schemeClr val="tx1"/>
                  </a:solidFill>
                  <a:effectLst/>
                  <a:latin typeface="+mn-lt"/>
                  <a:ea typeface="+mn-ea"/>
                </a:defRPr>
              </a:lvl3pPr>
              <a:lvl4pPr marL="16002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–"/>
                <a:defRPr sz="2000">
                  <a:solidFill>
                    <a:schemeClr val="tx1"/>
                  </a:solidFill>
                  <a:effectLst/>
                  <a:latin typeface="+mn-lt"/>
                  <a:ea typeface="+mn-ea"/>
                </a:defRPr>
              </a:lvl4pPr>
              <a:lvl5pPr marL="20574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hlink"/>
                </a:buClr>
                <a:buFont typeface="Wingdings" panose="05000000000000000000" pitchFamily="2" charset="2"/>
                <a:buChar char="§"/>
                <a:defRPr sz="2000">
                  <a:solidFill>
                    <a:schemeClr val="tx1"/>
                  </a:solidFill>
                  <a:effectLst/>
                  <a:latin typeface="+mn-lt"/>
                  <a:ea typeface="+mn-ea"/>
                </a:defRPr>
              </a:lvl5pPr>
            </a:lstStyle>
            <a:p>
              <a:pPr marL="0" lvl="0" indent="0" eaLnBrk="1" hangingPunct="1">
                <a:spcBef>
                  <a:spcPct val="0"/>
                </a:spcBef>
                <a:buClrTx/>
                <a:buSzTx/>
                <a:buFontTx/>
                <a:buNone/>
              </a:pPr>
              <a:r>
                <a:rPr lang="en-US" altLang="zh-CN" sz="2800" b="1" dirty="0">
                  <a:solidFill>
                    <a:srgbClr val="CC0000"/>
                  </a:solidFill>
                  <a:latin typeface="Times New Roman" panose="02020603050405020304" pitchFamily="18" charset="0"/>
                </a:rPr>
                <a:t>stu3</a:t>
              </a:r>
              <a:endParaRPr lang="en-US" altLang="zh-CN" sz="2800" b="1" dirty="0">
                <a:latin typeface="Times New Roman" panose="02020603050405020304" pitchFamily="18" charset="0"/>
              </a:endParaRPr>
            </a:p>
          </p:txBody>
        </p:sp>
        <p:sp>
          <p:nvSpPr>
            <p:cNvPr id="20499" name="Text Box 16"/>
            <p:cNvSpPr txBox="1"/>
            <p:nvPr/>
          </p:nvSpPr>
          <p:spPr>
            <a:xfrm>
              <a:off x="5076825" y="2441575"/>
              <a:ext cx="817562" cy="519113"/>
            </a:xfrm>
            <a:prstGeom prst="rect">
              <a:avLst/>
            </a:prstGeom>
            <a:noFill/>
            <a:ln w="9525">
              <a:noFill/>
            </a:ln>
          </p:spPr>
          <p:txBody>
            <a:bodyPr wrap="none">
              <a:spAutoFit/>
            </a:bodyPr>
            <a:lstStyle>
              <a:lvl1pPr marL="342900" indent="-342900" algn="l" rtl="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hlink"/>
                </a:buClr>
                <a:buSzPct val="80000"/>
                <a:buFont typeface="Wingdings" panose="05000000000000000000" pitchFamily="2" charset="2"/>
                <a:buChar char="n"/>
                <a:defRPr sz="3200" b="0">
                  <a:solidFill>
                    <a:schemeClr val="tx1"/>
                  </a:solidFill>
                  <a:effectLst/>
                  <a:latin typeface="+mn-lt"/>
                  <a:ea typeface="+mn-ea"/>
                  <a:cs typeface="+mn-cs"/>
                </a:defRPr>
              </a:lvl1pPr>
              <a:lvl2pPr marL="742950" indent="-285750" algn="l" rtl="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tx1"/>
                </a:buClr>
                <a:buChar char="–"/>
                <a:defRPr sz="2800">
                  <a:solidFill>
                    <a:schemeClr val="tx1"/>
                  </a:solidFill>
                  <a:effectLst/>
                  <a:latin typeface="+mn-lt"/>
                  <a:ea typeface="+mn-ea"/>
                </a:defRPr>
              </a:lvl2pPr>
              <a:lvl3pPr marL="11430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hlink"/>
                </a:buClr>
                <a:buFont typeface="Wingdings" panose="05000000000000000000" pitchFamily="2" charset="2"/>
                <a:buChar char="§"/>
                <a:defRPr sz="2400">
                  <a:solidFill>
                    <a:schemeClr val="tx1"/>
                  </a:solidFill>
                  <a:effectLst/>
                  <a:latin typeface="+mn-lt"/>
                  <a:ea typeface="+mn-ea"/>
                </a:defRPr>
              </a:lvl3pPr>
              <a:lvl4pPr marL="16002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–"/>
                <a:defRPr sz="2000">
                  <a:solidFill>
                    <a:schemeClr val="tx1"/>
                  </a:solidFill>
                  <a:effectLst/>
                  <a:latin typeface="+mn-lt"/>
                  <a:ea typeface="+mn-ea"/>
                </a:defRPr>
              </a:lvl4pPr>
              <a:lvl5pPr marL="20574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hlink"/>
                </a:buClr>
                <a:buFont typeface="Wingdings" panose="05000000000000000000" pitchFamily="2" charset="2"/>
                <a:buChar char="§"/>
                <a:defRPr sz="2000">
                  <a:solidFill>
                    <a:schemeClr val="tx1"/>
                  </a:solidFill>
                  <a:effectLst/>
                  <a:latin typeface="+mn-lt"/>
                  <a:ea typeface="+mn-ea"/>
                </a:defRPr>
              </a:lvl5pPr>
            </a:lstStyle>
            <a:p>
              <a:pPr marL="0" lvl="0" indent="0" eaLnBrk="1" hangingPunct="1">
                <a:spcBef>
                  <a:spcPct val="0"/>
                </a:spcBef>
                <a:buClrTx/>
                <a:buSzTx/>
                <a:buFontTx/>
                <a:buNone/>
              </a:pPr>
              <a:r>
                <a:rPr lang="en-US" altLang="zh-CN" sz="2800" b="1" dirty="0">
                  <a:solidFill>
                    <a:srgbClr val="CC0000"/>
                  </a:solidFill>
                  <a:latin typeface="Times New Roman" panose="02020603050405020304" pitchFamily="18" charset="0"/>
                </a:rPr>
                <a:t>stu4</a:t>
              </a:r>
              <a:endParaRPr lang="en-US" altLang="zh-CN" sz="2800" b="1" dirty="0">
                <a:latin typeface="Times New Roman" panose="02020603050405020304" pitchFamily="18" charset="0"/>
              </a:endParaRPr>
            </a:p>
          </p:txBody>
        </p:sp>
        <p:grpSp>
          <p:nvGrpSpPr>
            <p:cNvPr id="20500" name="Group 17"/>
            <p:cNvGrpSpPr/>
            <p:nvPr/>
          </p:nvGrpSpPr>
          <p:grpSpPr>
            <a:xfrm>
              <a:off x="6563551" y="2454272"/>
              <a:ext cx="865969" cy="546100"/>
              <a:chOff x="4104" y="936"/>
              <a:chExt cx="639" cy="344"/>
            </a:xfrm>
          </p:grpSpPr>
          <p:sp>
            <p:nvSpPr>
              <p:cNvPr id="20501" name="Oval 18"/>
              <p:cNvSpPr/>
              <p:nvPr/>
            </p:nvSpPr>
            <p:spPr>
              <a:xfrm>
                <a:off x="4104" y="936"/>
                <a:ext cx="639" cy="344"/>
              </a:xfrm>
              <a:prstGeom prst="ellipse">
                <a:avLst/>
              </a:prstGeom>
              <a:solidFill>
                <a:srgbClr val="66FFFF"/>
              </a:solidFill>
              <a:ln w="28575" cap="flat" cmpd="sng">
                <a:solidFill>
                  <a:srgbClr val="0000CC"/>
                </a:solidFill>
                <a:prstDash val="solid"/>
                <a:headEnd type="none" w="med" len="med"/>
                <a:tailEnd type="none" w="med" len="med"/>
              </a:ln>
            </p:spPr>
            <p:txBody>
              <a:bodyPr wrap="none" anchor="ctr" anchorCtr="0"/>
              <a:lstStyle>
                <a:lvl1pPr marL="342900" indent="-342900" algn="l" rtl="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hlink"/>
                  </a:buClr>
                  <a:buSzPct val="80000"/>
                  <a:buFont typeface="Wingdings" panose="05000000000000000000" pitchFamily="2" charset="2"/>
                  <a:buChar char="n"/>
                  <a:defRPr sz="3200" b="0">
                    <a:solidFill>
                      <a:schemeClr val="tx1"/>
                    </a:solidFill>
                    <a:effectLst/>
                    <a:latin typeface="+mn-lt"/>
                    <a:ea typeface="+mn-ea"/>
                    <a:cs typeface="+mn-cs"/>
                  </a:defRPr>
                </a:lvl1pPr>
                <a:lvl2pPr marL="742950" indent="-285750" algn="l" rtl="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tx1"/>
                  </a:buClr>
                  <a:buChar char="–"/>
                  <a:defRPr sz="2800">
                    <a:solidFill>
                      <a:schemeClr val="tx1"/>
                    </a:solidFill>
                    <a:effectLst/>
                    <a:latin typeface="+mn-lt"/>
                    <a:ea typeface="+mn-ea"/>
                  </a:defRPr>
                </a:lvl2pPr>
                <a:lvl3pPr marL="1143000" indent="-228600" algn="l" rtl="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hlink"/>
                  </a:buClr>
                  <a:buFont typeface="Wingdings" panose="05000000000000000000" pitchFamily="2" charset="2"/>
                  <a:buChar char="§"/>
                  <a:defRPr sz="2400">
                    <a:solidFill>
                      <a:schemeClr val="tx1"/>
                    </a:solidFill>
                    <a:effectLst/>
                    <a:latin typeface="+mn-lt"/>
                    <a:ea typeface="+mn-ea"/>
                  </a:defRPr>
                </a:lvl3pPr>
                <a:lvl4pPr marL="1600200" indent="-228600" algn="l" rtl="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–"/>
                  <a:defRPr sz="2000">
                    <a:solidFill>
                      <a:schemeClr val="tx1"/>
                    </a:solidFill>
                    <a:effectLst/>
                    <a:latin typeface="+mn-lt"/>
                    <a:ea typeface="+mn-ea"/>
                  </a:defRPr>
                </a:lvl4pPr>
                <a:lvl5pPr marL="2057400" indent="-228600" algn="l" rtl="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hlink"/>
                  </a:buClr>
                  <a:buFont typeface="Wingdings" panose="05000000000000000000" pitchFamily="2" charset="2"/>
                  <a:buChar char="§"/>
                  <a:defRPr sz="2000">
                    <a:solidFill>
                      <a:schemeClr val="tx1"/>
                    </a:solidFill>
                    <a:effectLst/>
                    <a:latin typeface="+mn-lt"/>
                    <a:ea typeface="+mn-ea"/>
                  </a:defRPr>
                </a:lvl5pPr>
              </a:lstStyle>
              <a:p>
                <a:pPr marL="0" lvl="0" indent="0" eaLnBrk="1" hangingPunct="1">
                  <a:spcBef>
                    <a:spcPct val="0"/>
                  </a:spcBef>
                  <a:buClrTx/>
                  <a:buSzTx/>
                  <a:buFontTx/>
                  <a:buNone/>
                </a:pPr>
                <a:endParaRPr lang="zh-CN" altLang="en-US" sz="2400" b="1" dirty="0">
                  <a:latin typeface="Arial" panose="020B0604020202020204" pitchFamily="34" charset="0"/>
                </a:endParaRPr>
              </a:p>
            </p:txBody>
          </p:sp>
          <p:sp>
            <p:nvSpPr>
              <p:cNvPr id="20502" name="Text Box 19"/>
              <p:cNvSpPr txBox="1"/>
              <p:nvPr/>
            </p:nvSpPr>
            <p:spPr>
              <a:xfrm>
                <a:off x="4148" y="965"/>
                <a:ext cx="575" cy="252"/>
              </a:xfrm>
              <a:prstGeom prst="rect">
                <a:avLst/>
              </a:prstGeom>
              <a:noFill/>
              <a:ln w="9525">
                <a:noFill/>
              </a:ln>
            </p:spPr>
            <p:txBody>
              <a:bodyPr>
                <a:spAutoFit/>
              </a:bodyPr>
              <a:lstStyle>
                <a:lvl1pPr marL="342900" indent="-342900" algn="l" rtl="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hlink"/>
                  </a:buClr>
                  <a:buSzPct val="80000"/>
                  <a:buFont typeface="Wingdings" panose="05000000000000000000" pitchFamily="2" charset="2"/>
                  <a:buChar char="n"/>
                  <a:defRPr sz="3200" b="0">
                    <a:solidFill>
                      <a:schemeClr val="tx1"/>
                    </a:solidFill>
                    <a:effectLst/>
                    <a:latin typeface="+mn-lt"/>
                    <a:ea typeface="+mn-ea"/>
                    <a:cs typeface="+mn-cs"/>
                  </a:defRPr>
                </a:lvl1pPr>
                <a:lvl2pPr marL="742950" indent="-285750" algn="l" rtl="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tx1"/>
                  </a:buClr>
                  <a:buChar char="–"/>
                  <a:defRPr sz="2800">
                    <a:solidFill>
                      <a:schemeClr val="tx1"/>
                    </a:solidFill>
                    <a:effectLst/>
                    <a:latin typeface="+mn-lt"/>
                    <a:ea typeface="+mn-ea"/>
                  </a:defRPr>
                </a:lvl2pPr>
                <a:lvl3pPr marL="1143000" indent="-228600" algn="l" rtl="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hlink"/>
                  </a:buClr>
                  <a:buFont typeface="Wingdings" panose="05000000000000000000" pitchFamily="2" charset="2"/>
                  <a:buChar char="§"/>
                  <a:defRPr sz="2400">
                    <a:solidFill>
                      <a:schemeClr val="tx1"/>
                    </a:solidFill>
                    <a:effectLst/>
                    <a:latin typeface="+mn-lt"/>
                    <a:ea typeface="+mn-ea"/>
                  </a:defRPr>
                </a:lvl3pPr>
                <a:lvl4pPr marL="1600200" indent="-228600" algn="l" rtl="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–"/>
                  <a:defRPr sz="2000">
                    <a:solidFill>
                      <a:schemeClr val="tx1"/>
                    </a:solidFill>
                    <a:effectLst/>
                    <a:latin typeface="+mn-lt"/>
                    <a:ea typeface="+mn-ea"/>
                  </a:defRPr>
                </a:lvl4pPr>
                <a:lvl5pPr marL="2057400" indent="-228600" algn="l" rtl="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hlink"/>
                  </a:buClr>
                  <a:buFont typeface="Wingdings" panose="05000000000000000000" pitchFamily="2" charset="2"/>
                  <a:buChar char="§"/>
                  <a:defRPr sz="2000">
                    <a:solidFill>
                      <a:schemeClr val="tx1"/>
                    </a:solidFill>
                    <a:effectLst/>
                    <a:latin typeface="+mn-lt"/>
                    <a:ea typeface="+mn-ea"/>
                  </a:defRPr>
                </a:lvl5pPr>
              </a:lstStyle>
              <a:p>
                <a:pPr marL="0" lvl="0" indent="0" eaLnBrk="1" hangingPunct="1">
                  <a:spcBef>
                    <a:spcPct val="0"/>
                  </a:spcBef>
                  <a:buClrTx/>
                  <a:buSzTx/>
                  <a:buFontTx/>
                  <a:buNone/>
                </a:pPr>
                <a:r>
                  <a:rPr lang="en-US" altLang="zh-CN" sz="2000" b="1" dirty="0">
                    <a:solidFill>
                      <a:srgbClr val="CC0000"/>
                    </a:solidFill>
                    <a:latin typeface="Times New Roman" panose="02020603050405020304" pitchFamily="18" charset="0"/>
                  </a:rPr>
                  <a:t>stu50</a:t>
                </a:r>
                <a:endParaRPr lang="en-US" altLang="zh-CN" sz="2000" b="1" dirty="0">
                  <a:latin typeface="Times New Roman" panose="02020603050405020304" pitchFamily="18" charset="0"/>
                </a:endParaRPr>
              </a:p>
            </p:txBody>
          </p:sp>
        </p:grpSp>
      </p:grpSp>
      <p:sp>
        <p:nvSpPr>
          <p:cNvPr id="20487" name="矩形 1"/>
          <p:cNvSpPr/>
          <p:nvPr/>
        </p:nvSpPr>
        <p:spPr>
          <a:xfrm>
            <a:off x="-131762" y="3175000"/>
            <a:ext cx="6096000" cy="584200"/>
          </a:xfrm>
          <a:prstGeom prst="rect">
            <a:avLst/>
          </a:prstGeom>
          <a:noFill/>
          <a:ln w="9525">
            <a:noFill/>
          </a:ln>
        </p:spPr>
        <p:txBody>
          <a:bodyPr>
            <a:spAutoFit/>
          </a:bodyPr>
          <a:lstStyle>
            <a:lvl1pPr marL="342900" indent="-3429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80000"/>
              <a:buFont typeface="Wingdings" panose="05000000000000000000" pitchFamily="2" charset="2"/>
              <a:buChar char="n"/>
              <a:defRPr sz="3200" b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defRPr>
            </a:lvl1pPr>
            <a:lvl2pPr marL="742950" indent="-28575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Char char="–"/>
              <a:defRPr sz="2800">
                <a:solidFill>
                  <a:schemeClr val="tx1"/>
                </a:solidFill>
                <a:effectLst/>
                <a:latin typeface="+mn-lt"/>
                <a:ea typeface="+mn-ea"/>
              </a:defRPr>
            </a:lvl2pPr>
            <a:lvl3pPr marL="11430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Font typeface="Wingdings" panose="05000000000000000000" pitchFamily="2" charset="2"/>
              <a:buChar char="§"/>
              <a:defRPr sz="2400">
                <a:solidFill>
                  <a:schemeClr val="tx1"/>
                </a:solidFill>
                <a:effectLst/>
                <a:latin typeface="+mn-lt"/>
                <a:ea typeface="+mn-ea"/>
              </a:defRPr>
            </a:lvl3pPr>
            <a:lvl4pPr marL="16002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–"/>
              <a:defRPr sz="2000">
                <a:solidFill>
                  <a:schemeClr val="tx1"/>
                </a:solidFill>
                <a:effectLst/>
                <a:latin typeface="+mn-lt"/>
                <a:ea typeface="+mn-ea"/>
              </a:defRPr>
            </a:lvl4pPr>
            <a:lvl5pPr marL="20574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effectLst/>
                <a:latin typeface="+mn-lt"/>
                <a:ea typeface="+mn-ea"/>
              </a:defRPr>
            </a:lvl5pPr>
          </a:lstStyle>
          <a:p>
            <a:pPr marL="457200" lvl="1" indent="0">
              <a:spcBef>
                <a:spcPct val="0"/>
              </a:spcBef>
              <a:buClrTx/>
              <a:buNone/>
            </a:pPr>
            <a:r>
              <a:rPr lang="en-US" altLang="zh-CN" sz="3200" b="1" dirty="0">
                <a:solidFill>
                  <a:srgbClr val="FFFF00"/>
                </a:solidFill>
              </a:rPr>
              <a:t>1.</a:t>
            </a:r>
            <a:r>
              <a:rPr lang="zh-CN" altLang="en-US" sz="3200" b="1" dirty="0">
                <a:solidFill>
                  <a:srgbClr val="FFFF00"/>
                </a:solidFill>
              </a:rPr>
              <a:t>逻辑结构</a:t>
            </a:r>
            <a:endParaRPr lang="en-US" altLang="zh-CN" sz="1800" b="1" dirty="0"/>
          </a:p>
        </p:txBody>
      </p:sp>
    </p:spTree>
  </p:cSld>
  <p:clrMapOvr>
    <a:masterClrMapping/>
  </p:clrMapOvr>
  <p:transition>
    <p:random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486">
                                            <p:txEl>
                                              <p:charRg st="27" end="3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1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486">
                                            <p:txEl>
                                              <p:charRg st="34" end="4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3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5" name="灯片编号占位符 6"/>
          <p:cNvSpPr txBox="1">
            <a:spLocks noGrp="1"/>
          </p:cNvSpPr>
          <p:nvPr>
            <p:ph type="sldNum" sz="quarter" idx="4"/>
          </p:nvPr>
        </p:nvSpPr>
        <p:spPr bwMode="auto">
          <a:xfrm>
            <a:off x="11791950" y="5878513"/>
            <a:ext cx="398463" cy="457200"/>
          </a:xfrm>
        </p:spPr>
        <p:txBody>
          <a:bodyPr wrap="square" lIns="91440" tIns="45720" rIns="91440" bIns="45720" numCol="1" anchor="b" anchorCtr="0" compatLnSpc="1"/>
          <a:lstStyle>
            <a:lvl1pPr eaLnBrk="0" hangingPunct="0">
              <a:defRPr sz="2000" b="1">
                <a:solidFill>
                  <a:schemeClr val="tx1"/>
                </a:solidFill>
                <a:latin typeface="Tahoma" panose="020B0604030504040204" pitchFamily="34" charset="0"/>
                <a:ea typeface="黑体" panose="02010609060101010101" pitchFamily="49" charset="-122"/>
              </a:defRPr>
            </a:lvl1pPr>
            <a:lvl2pPr marL="742950" indent="-285750" eaLnBrk="0" hangingPunct="0">
              <a:defRPr sz="2000" b="1">
                <a:solidFill>
                  <a:schemeClr val="tx1"/>
                </a:solidFill>
                <a:latin typeface="Tahoma" panose="020B0604030504040204" pitchFamily="34" charset="0"/>
                <a:ea typeface="黑体" panose="02010609060101010101" pitchFamily="49" charset="-122"/>
              </a:defRPr>
            </a:lvl2pPr>
            <a:lvl3pPr marL="1143000" indent="-228600" eaLnBrk="0" hangingPunct="0">
              <a:defRPr sz="2000" b="1">
                <a:solidFill>
                  <a:schemeClr val="tx1"/>
                </a:solidFill>
                <a:latin typeface="Tahoma" panose="020B0604030504040204" pitchFamily="34" charset="0"/>
                <a:ea typeface="黑体" panose="02010609060101010101" pitchFamily="49" charset="-122"/>
              </a:defRPr>
            </a:lvl3pPr>
            <a:lvl4pPr marL="1600200" indent="-228600" eaLnBrk="0" hangingPunct="0">
              <a:defRPr sz="2000" b="1">
                <a:solidFill>
                  <a:schemeClr val="tx1"/>
                </a:solidFill>
                <a:latin typeface="Tahoma" panose="020B0604030504040204" pitchFamily="34" charset="0"/>
                <a:ea typeface="黑体" panose="02010609060101010101" pitchFamily="49" charset="-122"/>
              </a:defRPr>
            </a:lvl4pPr>
            <a:lvl5pPr marL="2057400" indent="-228600" eaLnBrk="0" hangingPunct="0">
              <a:defRPr sz="2000" b="1">
                <a:solidFill>
                  <a:schemeClr val="tx1"/>
                </a:solidFill>
                <a:latin typeface="Tahoma" panose="020B0604030504040204" pitchFamily="34" charset="0"/>
                <a:ea typeface="黑体" panose="02010609060101010101" pitchFamily="49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000" b="1">
                <a:solidFill>
                  <a:schemeClr val="tx1"/>
                </a:solidFill>
                <a:latin typeface="Tahoma" panose="020B0604030504040204" pitchFamily="34" charset="0"/>
                <a:ea typeface="黑体" panose="02010609060101010101" pitchFamily="49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000" b="1">
                <a:solidFill>
                  <a:schemeClr val="tx1"/>
                </a:solidFill>
                <a:latin typeface="Tahoma" panose="020B0604030504040204" pitchFamily="34" charset="0"/>
                <a:ea typeface="黑体" panose="02010609060101010101" pitchFamily="49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000" b="1">
                <a:solidFill>
                  <a:schemeClr val="tx1"/>
                </a:solidFill>
                <a:latin typeface="Tahoma" panose="020B0604030504040204" pitchFamily="34" charset="0"/>
                <a:ea typeface="黑体" panose="02010609060101010101" pitchFamily="49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000" b="1">
                <a:solidFill>
                  <a:schemeClr val="tx1"/>
                </a:solidFill>
                <a:latin typeface="Tahoma" panose="020B0604030504040204" pitchFamily="34" charset="0"/>
                <a:ea typeface="黑体" panose="02010609060101010101" pitchFamily="49" charset="-122"/>
              </a:defRPr>
            </a:lvl9pPr>
          </a:lstStyle>
          <a:p>
            <a:pPr marL="0" marR="0" lvl="0" indent="0" algn="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fld id="{8843EBB3-F18D-4316-9DC2-50D5A79A0EB4}" type="slidenum">
              <a:rPr kumimoji="0" lang="en-US" altLang="zh-CN" sz="1200" b="0" i="0" u="none" strike="noStrike" kern="1200" cap="none" spc="0" normalizeH="0" baseline="0" noProof="0">
                <a:ln>
                  <a:noFill/>
                </a:ln>
                <a:solidFill>
                  <a:schemeClr val="tx1"/>
                </a:solidFill>
                <a:effectLst>
                  <a:outerShdw blurRad="38100" dist="38100" dir="2700000" algn="tl">
                    <a:srgbClr val="000000"/>
                  </a:outerShdw>
                </a:effectLst>
                <a:uLnTx/>
                <a:uFillTx/>
                <a:latin typeface="Tahoma" panose="020B0604030504040204" pitchFamily="34" charset="0"/>
                <a:ea typeface="宋体" panose="02010600030101010101" pitchFamily="2" charset="-122"/>
                <a:cs typeface="+mn-cs"/>
              </a:rPr>
            </a:fld>
            <a:endParaRPr kumimoji="0" lang="en-US" altLang="zh-CN" sz="1200" b="0" i="0" u="none" strike="noStrike" kern="1200" cap="none" spc="0" normalizeH="0" baseline="0" noProof="0" dirty="0">
              <a:ln>
                <a:noFill/>
              </a:ln>
              <a:solidFill>
                <a:schemeClr val="tx1"/>
              </a:solidFill>
              <a:effectLst>
                <a:outerShdw blurRad="38100" dist="38100" dir="2700000" algn="tl">
                  <a:srgbClr val="000000"/>
                </a:outerShdw>
              </a:effectLst>
              <a:uLnTx/>
              <a:uFillTx/>
              <a:latin typeface="Tahoma" panose="020B0604030504040204" pitchFamily="34" charset="0"/>
              <a:ea typeface="宋体" panose="02010600030101010101" pitchFamily="2" charset="-122"/>
              <a:cs typeface="+mn-cs"/>
            </a:endParaRPr>
          </a:p>
        </p:txBody>
      </p:sp>
      <p:sp>
        <p:nvSpPr>
          <p:cNvPr id="1390595" name="Rectangle 3"/>
          <p:cNvSpPr>
            <a:spLocks noGrp="1" noChangeArrowheads="1"/>
          </p:cNvSpPr>
          <p:nvPr>
            <p:ph type="title"/>
          </p:nvPr>
        </p:nvSpPr>
        <p:spPr>
          <a:xfrm>
            <a:off x="1943100" y="74613"/>
            <a:ext cx="8229600" cy="647700"/>
          </a:xfrm>
        </p:spPr>
        <p:txBody>
          <a:bodyPr vert="horz" wrap="square" lIns="91440" tIns="45720" rIns="91440" bIns="45720" numCol="1" anchor="ctr" anchorCtr="0" compatLnSpc="1"/>
          <a:lstStyle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r>
              <a:rPr kumimoji="0" lang="en-US" altLang="zh-CN" sz="3200" b="1" i="0" u="none" strike="noStrike" kern="0" cap="none" spc="0" normalizeH="0" baseline="0" noProof="0" dirty="0">
                <a:ln>
                  <a:noFill/>
                </a:ln>
                <a:solidFill>
                  <a:schemeClr val="tx2"/>
                </a:solidFill>
                <a:effectLst>
                  <a:outerShdw blurRad="38100" dist="38100" dir="2700000" algn="tl">
                    <a:srgbClr val="000000"/>
                  </a:outerShdw>
                </a:effectLst>
                <a:uLnTx/>
                <a:uFillTx/>
                <a:latin typeface="+mj-lt"/>
                <a:ea typeface="黑体" panose="02010609060101010101" pitchFamily="49" charset="-122"/>
                <a:cs typeface="+mj-cs"/>
              </a:rPr>
              <a:t>6.4  </a:t>
            </a:r>
            <a:r>
              <a:rPr kumimoji="0" lang="zh-CN" altLang="en-US" sz="3200" b="1" i="0" u="none" strike="noStrike" kern="0" cap="none" spc="0" normalizeH="0" baseline="0" noProof="0" dirty="0">
                <a:ln>
                  <a:noFill/>
                </a:ln>
                <a:solidFill>
                  <a:schemeClr val="tx2"/>
                </a:solidFill>
                <a:effectLst>
                  <a:outerShdw blurRad="38100" dist="38100" dir="2700000" algn="tl">
                    <a:srgbClr val="000000"/>
                  </a:outerShdw>
                </a:effectLst>
                <a:uLnTx/>
                <a:uFillTx/>
                <a:latin typeface="+mj-lt"/>
                <a:ea typeface="黑体" panose="02010609060101010101" pitchFamily="49" charset="-122"/>
                <a:cs typeface="+mj-cs"/>
              </a:rPr>
              <a:t>线性表</a:t>
            </a:r>
            <a:r>
              <a:rPr kumimoji="0" lang="en-US" altLang="zh-CN" sz="3200" b="1" i="0" u="none" strike="noStrike" kern="0" cap="none" spc="0" normalizeH="0" baseline="0" noProof="0" dirty="0">
                <a:ln>
                  <a:noFill/>
                </a:ln>
                <a:solidFill>
                  <a:schemeClr val="tx2"/>
                </a:solidFill>
                <a:effectLst>
                  <a:outerShdw blurRad="38100" dist="38100" dir="2700000" algn="tl">
                    <a:srgbClr val="000000"/>
                  </a:outerShdw>
                </a:effectLst>
                <a:uLnTx/>
                <a:uFillTx/>
                <a:latin typeface="+mj-lt"/>
                <a:ea typeface="黑体" panose="02010609060101010101" pitchFamily="49" charset="-122"/>
                <a:cs typeface="+mj-cs"/>
              </a:rPr>
              <a:t>——</a:t>
            </a:r>
            <a:r>
              <a:rPr kumimoji="0" lang="zh-CN" altLang="en-US" sz="3200" b="1" i="0" u="none" strike="noStrike" kern="0" cap="none" spc="0" normalizeH="0" baseline="0" noProof="0" dirty="0">
                <a:ln>
                  <a:noFill/>
                </a:ln>
                <a:solidFill>
                  <a:schemeClr val="tx2"/>
                </a:solidFill>
                <a:effectLst>
                  <a:outerShdw blurRad="38100" dist="38100" dir="2700000" algn="tl">
                    <a:srgbClr val="000000"/>
                  </a:outerShdw>
                </a:effectLst>
                <a:uLnTx/>
                <a:uFillTx/>
                <a:latin typeface="+mj-lt"/>
                <a:ea typeface="黑体" panose="02010609060101010101" pitchFamily="49" charset="-122"/>
                <a:cs typeface="+mj-cs"/>
              </a:rPr>
              <a:t>排序、检索</a:t>
            </a:r>
            <a:endParaRPr kumimoji="0" lang="zh-CN" altLang="en-US" sz="3200" b="1" i="0" u="none" strike="noStrike" kern="0" cap="none" spc="0" normalizeH="0" baseline="0" noProof="0" dirty="0">
              <a:ln>
                <a:noFill/>
              </a:ln>
              <a:solidFill>
                <a:schemeClr val="tx2"/>
              </a:solidFill>
              <a:effectLst>
                <a:outerShdw blurRad="38100" dist="38100" dir="2700000" algn="tl">
                  <a:srgbClr val="000000"/>
                </a:outerShdw>
              </a:effectLst>
              <a:uLnTx/>
              <a:uFillTx/>
              <a:latin typeface="+mj-lt"/>
              <a:ea typeface="黑体" panose="02010609060101010101" pitchFamily="49" charset="-122"/>
              <a:cs typeface="+mj-cs"/>
            </a:endParaRPr>
          </a:p>
        </p:txBody>
      </p:sp>
      <p:grpSp>
        <p:nvGrpSpPr>
          <p:cNvPr id="22" name="Group 6"/>
          <p:cNvGrpSpPr/>
          <p:nvPr/>
        </p:nvGrpSpPr>
        <p:grpSpPr>
          <a:xfrm>
            <a:off x="9340850" y="425450"/>
            <a:ext cx="2159000" cy="6007100"/>
            <a:chOff x="704" y="482"/>
            <a:chExt cx="1360" cy="3624"/>
          </a:xfrm>
        </p:grpSpPr>
        <p:sp>
          <p:nvSpPr>
            <p:cNvPr id="22641" name="Freeform 7"/>
            <p:cNvSpPr/>
            <p:nvPr/>
          </p:nvSpPr>
          <p:spPr>
            <a:xfrm>
              <a:off x="839" y="482"/>
              <a:ext cx="1134" cy="3220"/>
            </a:xfrm>
            <a:custGeom>
              <a:avLst/>
              <a:gdLst/>
              <a:ahLst/>
              <a:cxnLst>
                <a:cxn ang="0">
                  <a:pos x="0" y="45"/>
                </a:cxn>
                <a:cxn ang="0">
                  <a:pos x="0" y="3220"/>
                </a:cxn>
                <a:cxn ang="0">
                  <a:pos x="1134" y="3220"/>
                </a:cxn>
                <a:cxn ang="0">
                  <a:pos x="1134" y="0"/>
                </a:cxn>
              </a:cxnLst>
              <a:pathLst>
                <a:path w="1134" h="3220">
                  <a:moveTo>
                    <a:pt x="0" y="45"/>
                  </a:moveTo>
                  <a:lnTo>
                    <a:pt x="0" y="3220"/>
                  </a:lnTo>
                  <a:lnTo>
                    <a:pt x="1134" y="3220"/>
                  </a:lnTo>
                  <a:lnTo>
                    <a:pt x="1134" y="0"/>
                  </a:lnTo>
                </a:path>
              </a:pathLst>
            </a:custGeom>
            <a:noFill/>
            <a:ln w="76200" cap="flat" cmpd="sng">
              <a:solidFill>
                <a:schemeClr val="tx1">
                  <a:alpha val="100000"/>
                </a:schemeClr>
              </a:solidFill>
              <a:prstDash val="solid"/>
              <a:round/>
              <a:headEnd type="none" w="med" len="med"/>
              <a:tailEnd type="none" w="med" len="med"/>
            </a:ln>
          </p:spPr>
          <p:txBody>
            <a:bodyPr/>
            <a:p>
              <a:endParaRPr lang="zh-CN" altLang="en-US"/>
            </a:p>
          </p:txBody>
        </p:sp>
        <p:sp>
          <p:nvSpPr>
            <p:cNvPr id="22642" name="Text Box 8"/>
            <p:cNvSpPr txBox="1"/>
            <p:nvPr/>
          </p:nvSpPr>
          <p:spPr>
            <a:xfrm>
              <a:off x="704" y="3793"/>
              <a:ext cx="1360" cy="313"/>
            </a:xfrm>
            <a:prstGeom prst="rect">
              <a:avLst/>
            </a:prstGeom>
            <a:noFill/>
            <a:ln w="76200">
              <a:noFill/>
            </a:ln>
          </p:spPr>
          <p:txBody>
            <a:bodyPr>
              <a:spAutoFit/>
            </a:bodyPr>
            <a:lstStyle>
              <a:lvl1pPr marL="342900" indent="-342900" algn="l" rtl="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hlink"/>
                </a:buClr>
                <a:buSzPct val="80000"/>
                <a:buFont typeface="Wingdings" panose="05000000000000000000" pitchFamily="2" charset="2"/>
                <a:buChar char="n"/>
                <a:defRPr sz="3200" b="0">
                  <a:solidFill>
                    <a:schemeClr val="tx1"/>
                  </a:solidFill>
                  <a:effectLst/>
                  <a:latin typeface="+mn-lt"/>
                  <a:ea typeface="+mn-ea"/>
                  <a:cs typeface="+mn-cs"/>
                </a:defRPr>
              </a:lvl1pPr>
              <a:lvl2pPr marL="742950" indent="-285750" algn="l" rtl="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tx1"/>
                </a:buClr>
                <a:buChar char="–"/>
                <a:defRPr sz="2800">
                  <a:solidFill>
                    <a:schemeClr val="tx1"/>
                  </a:solidFill>
                  <a:effectLst/>
                  <a:latin typeface="+mn-lt"/>
                  <a:ea typeface="+mn-ea"/>
                </a:defRPr>
              </a:lvl2pPr>
              <a:lvl3pPr marL="11430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hlink"/>
                </a:buClr>
                <a:buFont typeface="Wingdings" panose="05000000000000000000" pitchFamily="2" charset="2"/>
                <a:buChar char="§"/>
                <a:defRPr sz="2400">
                  <a:solidFill>
                    <a:schemeClr val="tx1"/>
                  </a:solidFill>
                  <a:effectLst/>
                  <a:latin typeface="+mn-lt"/>
                  <a:ea typeface="+mn-ea"/>
                </a:defRPr>
              </a:lvl3pPr>
              <a:lvl4pPr marL="16002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–"/>
                <a:defRPr sz="2000">
                  <a:solidFill>
                    <a:schemeClr val="tx1"/>
                  </a:solidFill>
                  <a:effectLst/>
                  <a:latin typeface="+mn-lt"/>
                  <a:ea typeface="+mn-ea"/>
                </a:defRPr>
              </a:lvl4pPr>
              <a:lvl5pPr marL="20574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hlink"/>
                </a:buClr>
                <a:buFont typeface="Wingdings" panose="05000000000000000000" pitchFamily="2" charset="2"/>
                <a:buChar char="§"/>
                <a:defRPr sz="2000">
                  <a:solidFill>
                    <a:schemeClr val="tx1"/>
                  </a:solidFill>
                  <a:effectLst/>
                  <a:latin typeface="+mn-lt"/>
                  <a:ea typeface="+mn-ea"/>
                </a:defRPr>
              </a:lvl5pPr>
            </a:lstStyle>
            <a:p>
              <a:pPr marL="0" lvl="0" indent="0" algn="ctr" eaLnBrk="1" hangingPunct="1">
                <a:spcBef>
                  <a:spcPct val="50000"/>
                </a:spcBef>
                <a:buClrTx/>
                <a:buSzTx/>
                <a:buFontTx/>
                <a:buNone/>
              </a:pPr>
              <a:r>
                <a:rPr lang="en-US" altLang="zh-CN" sz="2800" b="1" dirty="0">
                  <a:ea typeface="黑体" panose="02010609060101010101" pitchFamily="49" charset="-122"/>
                </a:rPr>
                <a:t>stack</a:t>
              </a:r>
              <a:endParaRPr lang="en-US" altLang="zh-CN" sz="2800" b="1" dirty="0">
                <a:ea typeface="黑体" panose="02010609060101010101" pitchFamily="49" charset="-122"/>
              </a:endParaRPr>
            </a:p>
          </p:txBody>
        </p:sp>
      </p:grpSp>
      <p:sp>
        <p:nvSpPr>
          <p:cNvPr id="25" name="Text Box 10"/>
          <p:cNvSpPr txBox="1"/>
          <p:nvPr/>
        </p:nvSpPr>
        <p:spPr>
          <a:xfrm>
            <a:off x="9558338" y="5167313"/>
            <a:ext cx="1800225" cy="523875"/>
          </a:xfrm>
          <a:prstGeom prst="rect">
            <a:avLst/>
          </a:prstGeom>
          <a:noFill/>
          <a:ln w="76200" cap="flat" cmpd="sng">
            <a:solidFill>
              <a:schemeClr val="tx1"/>
            </a:solidFill>
            <a:prstDash val="solid"/>
            <a:miter/>
            <a:headEnd type="none" w="med" len="med"/>
            <a:tailEnd type="none" w="med" len="med"/>
          </a:ln>
        </p:spPr>
        <p:txBody>
          <a:bodyPr>
            <a:spAutoFit/>
          </a:bodyPr>
          <a:lstStyle>
            <a:lvl1pPr marL="342900" indent="-3429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80000"/>
              <a:buFont typeface="Wingdings" panose="05000000000000000000" pitchFamily="2" charset="2"/>
              <a:buChar char="n"/>
              <a:defRPr sz="3200" b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defRPr>
            </a:lvl1pPr>
            <a:lvl2pPr marL="742950" indent="-28575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Char char="–"/>
              <a:defRPr sz="2800">
                <a:solidFill>
                  <a:schemeClr val="tx1"/>
                </a:solidFill>
                <a:effectLst/>
                <a:latin typeface="+mn-lt"/>
                <a:ea typeface="+mn-ea"/>
              </a:defRPr>
            </a:lvl2pPr>
            <a:lvl3pPr marL="11430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Font typeface="Wingdings" panose="05000000000000000000" pitchFamily="2" charset="2"/>
              <a:buChar char="§"/>
              <a:defRPr sz="2400">
                <a:solidFill>
                  <a:schemeClr val="tx1"/>
                </a:solidFill>
                <a:effectLst/>
                <a:latin typeface="+mn-lt"/>
                <a:ea typeface="+mn-ea"/>
              </a:defRPr>
            </a:lvl3pPr>
            <a:lvl4pPr marL="16002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–"/>
              <a:defRPr sz="2000">
                <a:solidFill>
                  <a:schemeClr val="tx1"/>
                </a:solidFill>
                <a:effectLst/>
                <a:latin typeface="+mn-lt"/>
                <a:ea typeface="+mn-ea"/>
              </a:defRPr>
            </a:lvl4pPr>
            <a:lvl5pPr marL="20574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effectLst/>
                <a:latin typeface="+mn-lt"/>
                <a:ea typeface="+mn-ea"/>
              </a:defRPr>
            </a:lvl5pPr>
          </a:lstStyle>
          <a:p>
            <a:pPr marL="0" lvl="0" indent="0" algn="ctr" eaLnBrk="1" hangingPunct="1">
              <a:spcBef>
                <a:spcPct val="50000"/>
              </a:spcBef>
              <a:buClrTx/>
              <a:buSzTx/>
              <a:buFontTx/>
              <a:buNone/>
            </a:pPr>
            <a:r>
              <a:rPr lang="en-US" altLang="zh-CN" sz="2800" b="1" dirty="0">
                <a:ea typeface="黑体" panose="02010609060101010101" pitchFamily="49" charset="-122"/>
              </a:rPr>
              <a:t>49</a:t>
            </a:r>
            <a:endParaRPr lang="en-US" altLang="zh-CN" sz="2800" b="1" dirty="0">
              <a:ea typeface="黑体" panose="02010609060101010101" pitchFamily="49" charset="-122"/>
            </a:endParaRPr>
          </a:p>
        </p:txBody>
      </p:sp>
      <p:sp>
        <p:nvSpPr>
          <p:cNvPr id="26" name="Text Box 10"/>
          <p:cNvSpPr txBox="1"/>
          <p:nvPr/>
        </p:nvSpPr>
        <p:spPr>
          <a:xfrm>
            <a:off x="9555163" y="4564063"/>
            <a:ext cx="1800225" cy="523875"/>
          </a:xfrm>
          <a:prstGeom prst="rect">
            <a:avLst/>
          </a:prstGeom>
          <a:noFill/>
          <a:ln w="76200" cap="flat" cmpd="sng">
            <a:solidFill>
              <a:schemeClr val="tx1"/>
            </a:solidFill>
            <a:prstDash val="solid"/>
            <a:miter/>
            <a:headEnd type="none" w="med" len="med"/>
            <a:tailEnd type="none" w="med" len="med"/>
          </a:ln>
        </p:spPr>
        <p:txBody>
          <a:bodyPr>
            <a:spAutoFit/>
          </a:bodyPr>
          <a:lstStyle>
            <a:lvl1pPr marL="342900" indent="-3429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80000"/>
              <a:buFont typeface="Wingdings" panose="05000000000000000000" pitchFamily="2" charset="2"/>
              <a:buChar char="n"/>
              <a:defRPr sz="3200" b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defRPr>
            </a:lvl1pPr>
            <a:lvl2pPr marL="742950" indent="-28575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Char char="–"/>
              <a:defRPr sz="2800">
                <a:solidFill>
                  <a:schemeClr val="tx1"/>
                </a:solidFill>
                <a:effectLst/>
                <a:latin typeface="+mn-lt"/>
                <a:ea typeface="+mn-ea"/>
              </a:defRPr>
            </a:lvl2pPr>
            <a:lvl3pPr marL="11430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Font typeface="Wingdings" panose="05000000000000000000" pitchFamily="2" charset="2"/>
              <a:buChar char="§"/>
              <a:defRPr sz="2400">
                <a:solidFill>
                  <a:schemeClr val="tx1"/>
                </a:solidFill>
                <a:effectLst/>
                <a:latin typeface="+mn-lt"/>
                <a:ea typeface="+mn-ea"/>
              </a:defRPr>
            </a:lvl3pPr>
            <a:lvl4pPr marL="16002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–"/>
              <a:defRPr sz="2000">
                <a:solidFill>
                  <a:schemeClr val="tx1"/>
                </a:solidFill>
                <a:effectLst/>
                <a:latin typeface="+mn-lt"/>
                <a:ea typeface="+mn-ea"/>
              </a:defRPr>
            </a:lvl4pPr>
            <a:lvl5pPr marL="20574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effectLst/>
                <a:latin typeface="+mn-lt"/>
                <a:ea typeface="+mn-ea"/>
              </a:defRPr>
            </a:lvl5pPr>
          </a:lstStyle>
          <a:p>
            <a:pPr marL="0" lvl="0" indent="0" algn="ctr" eaLnBrk="1" hangingPunct="1">
              <a:spcBef>
                <a:spcPct val="50000"/>
              </a:spcBef>
              <a:buClrTx/>
              <a:buSzTx/>
              <a:buFontTx/>
              <a:buNone/>
            </a:pPr>
            <a:r>
              <a:rPr lang="en-US" altLang="zh-CN" sz="2800" b="1" dirty="0">
                <a:ea typeface="黑体" panose="02010609060101010101" pitchFamily="49" charset="-122"/>
              </a:rPr>
              <a:t>35</a:t>
            </a:r>
            <a:endParaRPr lang="en-US" altLang="zh-CN" sz="2800" b="1" dirty="0">
              <a:ea typeface="黑体" panose="02010609060101010101" pitchFamily="49" charset="-122"/>
            </a:endParaRPr>
          </a:p>
        </p:txBody>
      </p:sp>
      <p:sp>
        <p:nvSpPr>
          <p:cNvPr id="27" name="Text Box 10"/>
          <p:cNvSpPr txBox="1"/>
          <p:nvPr/>
        </p:nvSpPr>
        <p:spPr>
          <a:xfrm>
            <a:off x="9559925" y="4064000"/>
            <a:ext cx="1800225" cy="523875"/>
          </a:xfrm>
          <a:prstGeom prst="rect">
            <a:avLst/>
          </a:prstGeom>
          <a:noFill/>
          <a:ln w="76200" cap="flat" cmpd="sng">
            <a:solidFill>
              <a:schemeClr val="tx1"/>
            </a:solidFill>
            <a:prstDash val="solid"/>
            <a:miter/>
            <a:headEnd type="none" w="med" len="med"/>
            <a:tailEnd type="none" w="med" len="med"/>
          </a:ln>
        </p:spPr>
        <p:txBody>
          <a:bodyPr>
            <a:spAutoFit/>
          </a:bodyPr>
          <a:lstStyle>
            <a:lvl1pPr marL="342900" indent="-3429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80000"/>
              <a:buFont typeface="Wingdings" panose="05000000000000000000" pitchFamily="2" charset="2"/>
              <a:buChar char="n"/>
              <a:defRPr sz="3200" b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defRPr>
            </a:lvl1pPr>
            <a:lvl2pPr marL="742950" indent="-28575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Char char="–"/>
              <a:defRPr sz="2800">
                <a:solidFill>
                  <a:schemeClr val="tx1"/>
                </a:solidFill>
                <a:effectLst/>
                <a:latin typeface="+mn-lt"/>
                <a:ea typeface="+mn-ea"/>
              </a:defRPr>
            </a:lvl2pPr>
            <a:lvl3pPr marL="11430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Font typeface="Wingdings" panose="05000000000000000000" pitchFamily="2" charset="2"/>
              <a:buChar char="§"/>
              <a:defRPr sz="2400">
                <a:solidFill>
                  <a:schemeClr val="tx1"/>
                </a:solidFill>
                <a:effectLst/>
                <a:latin typeface="+mn-lt"/>
                <a:ea typeface="+mn-ea"/>
              </a:defRPr>
            </a:lvl3pPr>
            <a:lvl4pPr marL="16002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–"/>
              <a:defRPr sz="2000">
                <a:solidFill>
                  <a:schemeClr val="tx1"/>
                </a:solidFill>
                <a:effectLst/>
                <a:latin typeface="+mn-lt"/>
                <a:ea typeface="+mn-ea"/>
              </a:defRPr>
            </a:lvl4pPr>
            <a:lvl5pPr marL="20574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effectLst/>
                <a:latin typeface="+mn-lt"/>
                <a:ea typeface="+mn-ea"/>
              </a:defRPr>
            </a:lvl5pPr>
          </a:lstStyle>
          <a:p>
            <a:pPr marL="0" lvl="0" indent="0" algn="ctr" eaLnBrk="1" hangingPunct="1">
              <a:spcBef>
                <a:spcPct val="50000"/>
              </a:spcBef>
              <a:buClrTx/>
              <a:buSzTx/>
              <a:buFontTx/>
              <a:buNone/>
            </a:pPr>
            <a:r>
              <a:rPr lang="en-US" altLang="zh-CN" sz="2800" b="1" dirty="0">
                <a:ea typeface="黑体" panose="02010609060101010101" pitchFamily="49" charset="-122"/>
              </a:rPr>
              <a:t>99</a:t>
            </a:r>
            <a:endParaRPr lang="en-US" altLang="zh-CN" sz="2800" b="1" dirty="0">
              <a:ea typeface="黑体" panose="02010609060101010101" pitchFamily="49" charset="-122"/>
            </a:endParaRPr>
          </a:p>
        </p:txBody>
      </p:sp>
      <p:graphicFrame>
        <p:nvGraphicFramePr>
          <p:cNvPr id="31" name="表格 30"/>
          <p:cNvGraphicFramePr>
            <a:graphicFrameLocks noGrp="1"/>
          </p:cNvGraphicFramePr>
          <p:nvPr/>
        </p:nvGraphicFramePr>
        <p:xfrm>
          <a:off x="311150" y="3843338"/>
          <a:ext cx="1106488" cy="1482726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106488"/>
              </a:tblGrid>
              <a:tr h="370682">
                <a:tc>
                  <a:txBody>
                    <a:bodyPr/>
                    <a:lstStyle/>
                    <a:p>
                      <a:r>
                        <a:rPr lang="en-US" altLang="zh-CN" sz="1800" b="1" dirty="0"/>
                        <a:t>1</a:t>
                      </a:r>
                      <a:endParaRPr lang="zh-CN" altLang="en-US" sz="1800" b="1" dirty="0"/>
                    </a:p>
                  </a:txBody>
                  <a:tcPr marL="91388" marR="91388" marT="45700" marB="45700"/>
                </a:tc>
              </a:tr>
              <a:tr h="370682">
                <a:tc>
                  <a:txBody>
                    <a:bodyPr/>
                    <a:lstStyle/>
                    <a:p>
                      <a:r>
                        <a:rPr lang="en-US" altLang="zh-CN" sz="1800" b="1" dirty="0" err="1"/>
                        <a:t>Zhangh</a:t>
                      </a:r>
                      <a:endParaRPr lang="zh-CN" altLang="en-US" sz="1800" b="1" dirty="0"/>
                    </a:p>
                  </a:txBody>
                  <a:tcPr marL="91388" marR="91388" marT="45700" marB="45700"/>
                </a:tc>
              </a:tr>
              <a:tr h="370681">
                <a:tc>
                  <a:txBody>
                    <a:bodyPr/>
                    <a:lstStyle/>
                    <a:p>
                      <a:r>
                        <a:rPr lang="en-US" altLang="zh-CN" sz="1800" b="1" dirty="0"/>
                        <a:t>89</a:t>
                      </a:r>
                      <a:endParaRPr lang="zh-CN" altLang="en-US" sz="1800" b="1" dirty="0"/>
                    </a:p>
                  </a:txBody>
                  <a:tcPr marL="91388" marR="91388" marT="45700" marB="45700"/>
                </a:tc>
              </a:tr>
              <a:tr h="370681">
                <a:tc>
                  <a:txBody>
                    <a:bodyPr/>
                    <a:lstStyle/>
                    <a:p>
                      <a:endParaRPr lang="zh-CN" altLang="en-US" sz="1800" b="1" dirty="0"/>
                    </a:p>
                  </a:txBody>
                  <a:tcPr marL="91388" marR="91388" marT="45700" marB="45700"/>
                </a:tc>
              </a:tr>
            </a:tbl>
          </a:graphicData>
        </a:graphic>
      </p:graphicFrame>
      <p:sp>
        <p:nvSpPr>
          <p:cNvPr id="22548" name="Freeform 6"/>
          <p:cNvSpPr/>
          <p:nvPr/>
        </p:nvSpPr>
        <p:spPr>
          <a:xfrm>
            <a:off x="1003300" y="4037013"/>
            <a:ext cx="979488" cy="1082675"/>
          </a:xfrm>
          <a:custGeom>
            <a:avLst/>
            <a:gdLst>
              <a:gd name="txL" fmla="*/ 0 w 20000"/>
              <a:gd name="txT" fmla="*/ 0 h 20000"/>
              <a:gd name="txR" fmla="*/ 20000 w 20000"/>
              <a:gd name="txB" fmla="*/ 20000 h 20000"/>
            </a:gdLst>
            <a:ahLst/>
            <a:cxnLst>
              <a:cxn ang="0">
                <a:pos x="0" y="2147483646"/>
              </a:cxn>
              <a:cxn ang="0">
                <a:pos x="2147483646" y="2147483646"/>
              </a:cxn>
              <a:cxn ang="0">
                <a:pos x="2147483646" y="0"/>
              </a:cxn>
              <a:cxn ang="0">
                <a:pos x="2147483646" y="0"/>
              </a:cxn>
            </a:cxnLst>
            <a:rect l="txL" t="txT" r="txR" b="txB"/>
            <a:pathLst>
              <a:path w="20000" h="20000">
                <a:moveTo>
                  <a:pt x="0" y="19959"/>
                </a:moveTo>
                <a:lnTo>
                  <a:pt x="10655" y="19959"/>
                </a:lnTo>
                <a:lnTo>
                  <a:pt x="14650" y="0"/>
                </a:lnTo>
                <a:lnTo>
                  <a:pt x="19978" y="0"/>
                </a:lnTo>
              </a:path>
            </a:pathLst>
          </a:custGeom>
          <a:noFill/>
          <a:ln w="9525" cap="flat" cmpd="sng">
            <a:solidFill>
              <a:schemeClr val="tx1">
                <a:alpha val="100000"/>
              </a:schemeClr>
            </a:solidFill>
            <a:prstDash val="solid"/>
            <a:round/>
            <a:headEnd type="none" w="med" len="med"/>
            <a:tailEnd type="triangle" w="med" len="lg"/>
          </a:ln>
        </p:spPr>
        <p:txBody>
          <a:bodyPr/>
          <a:p>
            <a:endParaRPr lang="zh-CN" altLang="en-US"/>
          </a:p>
        </p:txBody>
      </p:sp>
      <p:graphicFrame>
        <p:nvGraphicFramePr>
          <p:cNvPr id="33" name="表格 32"/>
          <p:cNvGraphicFramePr>
            <a:graphicFrameLocks noGrp="1"/>
          </p:cNvGraphicFramePr>
          <p:nvPr/>
        </p:nvGraphicFramePr>
        <p:xfrm>
          <a:off x="2005013" y="3848100"/>
          <a:ext cx="1106488" cy="1484313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106487"/>
              </a:tblGrid>
              <a:tr h="371078">
                <a:tc>
                  <a:txBody>
                    <a:bodyPr/>
                    <a:lstStyle/>
                    <a:p>
                      <a:r>
                        <a:rPr lang="en-US" altLang="zh-CN" sz="1800" b="1" dirty="0"/>
                        <a:t>2</a:t>
                      </a:r>
                      <a:endParaRPr lang="zh-CN" altLang="en-US" sz="1800" b="1" dirty="0"/>
                    </a:p>
                  </a:txBody>
                  <a:tcPr marL="91388" marR="91388" marT="45749" marB="45749"/>
                </a:tc>
              </a:tr>
              <a:tr h="371078">
                <a:tc>
                  <a:txBody>
                    <a:bodyPr/>
                    <a:lstStyle/>
                    <a:p>
                      <a:r>
                        <a:rPr lang="en-US" altLang="zh-CN" sz="1800" b="1" dirty="0" err="1"/>
                        <a:t>Lisi</a:t>
                      </a:r>
                      <a:endParaRPr lang="zh-CN" altLang="en-US" sz="1800" b="1" dirty="0"/>
                    </a:p>
                  </a:txBody>
                  <a:tcPr marL="91388" marR="91388" marT="45749" marB="45749"/>
                </a:tc>
              </a:tr>
              <a:tr h="371078">
                <a:tc>
                  <a:txBody>
                    <a:bodyPr/>
                    <a:lstStyle/>
                    <a:p>
                      <a:r>
                        <a:rPr lang="en-US" altLang="zh-CN" sz="1800" b="1" dirty="0"/>
                        <a:t>91</a:t>
                      </a:r>
                      <a:endParaRPr lang="zh-CN" altLang="en-US" sz="1800" b="1" dirty="0"/>
                    </a:p>
                  </a:txBody>
                  <a:tcPr marL="91388" marR="91388" marT="45749" marB="45749"/>
                </a:tc>
              </a:tr>
              <a:tr h="371078">
                <a:tc>
                  <a:txBody>
                    <a:bodyPr/>
                    <a:lstStyle/>
                    <a:p>
                      <a:endParaRPr lang="zh-CN" altLang="en-US" sz="1800" b="1" dirty="0"/>
                    </a:p>
                  </a:txBody>
                  <a:tcPr marL="91388" marR="91388" marT="45749" marB="45749"/>
                </a:tc>
              </a:tr>
            </a:tbl>
          </a:graphicData>
        </a:graphic>
      </p:graphicFrame>
      <p:sp>
        <p:nvSpPr>
          <p:cNvPr id="22561" name="Freeform 6"/>
          <p:cNvSpPr/>
          <p:nvPr/>
        </p:nvSpPr>
        <p:spPr>
          <a:xfrm>
            <a:off x="2697163" y="4037013"/>
            <a:ext cx="979487" cy="1089025"/>
          </a:xfrm>
          <a:custGeom>
            <a:avLst/>
            <a:gdLst>
              <a:gd name="txL" fmla="*/ 0 w 20000"/>
              <a:gd name="txT" fmla="*/ 0 h 20000"/>
              <a:gd name="txR" fmla="*/ 20000 w 20000"/>
              <a:gd name="txB" fmla="*/ 20000 h 20000"/>
            </a:gdLst>
            <a:ahLst/>
            <a:cxnLst>
              <a:cxn ang="0">
                <a:pos x="0" y="2147483646"/>
              </a:cxn>
              <a:cxn ang="0">
                <a:pos x="2147483646" y="2147483646"/>
              </a:cxn>
              <a:cxn ang="0">
                <a:pos x="2147483646" y="0"/>
              </a:cxn>
              <a:cxn ang="0">
                <a:pos x="2147483646" y="0"/>
              </a:cxn>
            </a:cxnLst>
            <a:rect l="txL" t="txT" r="txR" b="txB"/>
            <a:pathLst>
              <a:path w="20000" h="20000">
                <a:moveTo>
                  <a:pt x="0" y="19959"/>
                </a:moveTo>
                <a:lnTo>
                  <a:pt x="10655" y="19959"/>
                </a:lnTo>
                <a:lnTo>
                  <a:pt x="14650" y="0"/>
                </a:lnTo>
                <a:lnTo>
                  <a:pt x="19978" y="0"/>
                </a:lnTo>
              </a:path>
            </a:pathLst>
          </a:custGeom>
          <a:noFill/>
          <a:ln w="9525" cap="flat" cmpd="sng">
            <a:solidFill>
              <a:schemeClr val="tx1">
                <a:alpha val="100000"/>
              </a:schemeClr>
            </a:solidFill>
            <a:prstDash val="solid"/>
            <a:round/>
            <a:headEnd type="none" w="med" len="med"/>
            <a:tailEnd type="triangle" w="med" len="lg"/>
          </a:ln>
        </p:spPr>
        <p:txBody>
          <a:bodyPr/>
          <a:p>
            <a:endParaRPr lang="zh-CN" altLang="en-US"/>
          </a:p>
        </p:txBody>
      </p:sp>
      <p:graphicFrame>
        <p:nvGraphicFramePr>
          <p:cNvPr id="35" name="表格 34"/>
          <p:cNvGraphicFramePr>
            <a:graphicFrameLocks noGrp="1"/>
          </p:cNvGraphicFramePr>
          <p:nvPr/>
        </p:nvGraphicFramePr>
        <p:xfrm>
          <a:off x="3692525" y="3833813"/>
          <a:ext cx="1106488" cy="1482726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106488"/>
              </a:tblGrid>
              <a:tr h="370682">
                <a:tc>
                  <a:txBody>
                    <a:bodyPr/>
                    <a:lstStyle/>
                    <a:p>
                      <a:r>
                        <a:rPr lang="en-US" altLang="zh-CN" sz="1800" b="1" dirty="0"/>
                        <a:t>3</a:t>
                      </a:r>
                      <a:endParaRPr lang="zh-CN" altLang="en-US" sz="1800" b="1" dirty="0"/>
                    </a:p>
                  </a:txBody>
                  <a:tcPr marL="91388" marR="91388" marT="45700" marB="45700"/>
                </a:tc>
              </a:tr>
              <a:tr h="370682">
                <a:tc>
                  <a:txBody>
                    <a:bodyPr/>
                    <a:lstStyle/>
                    <a:p>
                      <a:r>
                        <a:rPr lang="en-US" altLang="zh-CN" sz="1800" b="1" dirty="0" err="1"/>
                        <a:t>Liuli</a:t>
                      </a:r>
                      <a:endParaRPr lang="zh-CN" altLang="en-US" sz="1800" b="1" dirty="0"/>
                    </a:p>
                  </a:txBody>
                  <a:tcPr marL="91388" marR="91388" marT="45700" marB="45700"/>
                </a:tc>
              </a:tr>
              <a:tr h="370681">
                <a:tc>
                  <a:txBody>
                    <a:bodyPr/>
                    <a:lstStyle/>
                    <a:p>
                      <a:r>
                        <a:rPr lang="en-US" altLang="zh-CN" sz="1800" b="1" dirty="0"/>
                        <a:t>72</a:t>
                      </a:r>
                      <a:endParaRPr lang="zh-CN" altLang="en-US" sz="1800" b="1" dirty="0"/>
                    </a:p>
                  </a:txBody>
                  <a:tcPr marL="91388" marR="91388" marT="45700" marB="45700"/>
                </a:tc>
              </a:tr>
              <a:tr h="370681">
                <a:tc>
                  <a:txBody>
                    <a:bodyPr/>
                    <a:lstStyle/>
                    <a:p>
                      <a:endParaRPr lang="zh-CN" altLang="en-US" sz="1800" b="1" dirty="0"/>
                    </a:p>
                  </a:txBody>
                  <a:tcPr marL="91388" marR="91388" marT="45700" marB="45700"/>
                </a:tc>
              </a:tr>
            </a:tbl>
          </a:graphicData>
        </a:graphic>
      </p:graphicFrame>
      <p:sp>
        <p:nvSpPr>
          <p:cNvPr id="22574" name="Freeform 6"/>
          <p:cNvSpPr/>
          <p:nvPr/>
        </p:nvSpPr>
        <p:spPr>
          <a:xfrm>
            <a:off x="4384675" y="4027488"/>
            <a:ext cx="979488" cy="1082675"/>
          </a:xfrm>
          <a:custGeom>
            <a:avLst/>
            <a:gdLst>
              <a:gd name="txL" fmla="*/ 0 w 20000"/>
              <a:gd name="txT" fmla="*/ 0 h 20000"/>
              <a:gd name="txR" fmla="*/ 20000 w 20000"/>
              <a:gd name="txB" fmla="*/ 20000 h 20000"/>
            </a:gdLst>
            <a:ahLst/>
            <a:cxnLst>
              <a:cxn ang="0">
                <a:pos x="0" y="2147483646"/>
              </a:cxn>
              <a:cxn ang="0">
                <a:pos x="2147483646" y="2147483646"/>
              </a:cxn>
              <a:cxn ang="0">
                <a:pos x="2147483646" y="0"/>
              </a:cxn>
              <a:cxn ang="0">
                <a:pos x="2147483646" y="0"/>
              </a:cxn>
            </a:cxnLst>
            <a:rect l="txL" t="txT" r="txR" b="txB"/>
            <a:pathLst>
              <a:path w="20000" h="20000">
                <a:moveTo>
                  <a:pt x="0" y="19959"/>
                </a:moveTo>
                <a:lnTo>
                  <a:pt x="10655" y="19959"/>
                </a:lnTo>
                <a:lnTo>
                  <a:pt x="14650" y="0"/>
                </a:lnTo>
                <a:lnTo>
                  <a:pt x="19978" y="0"/>
                </a:lnTo>
              </a:path>
            </a:pathLst>
          </a:custGeom>
          <a:noFill/>
          <a:ln w="9525" cap="flat" cmpd="sng">
            <a:solidFill>
              <a:schemeClr val="tx1">
                <a:alpha val="100000"/>
              </a:schemeClr>
            </a:solidFill>
            <a:prstDash val="solid"/>
            <a:round/>
            <a:headEnd type="none" w="med" len="med"/>
            <a:tailEnd type="triangle" w="med" len="lg"/>
          </a:ln>
        </p:spPr>
        <p:txBody>
          <a:bodyPr/>
          <a:p>
            <a:endParaRPr lang="zh-CN" altLang="en-US"/>
          </a:p>
        </p:txBody>
      </p:sp>
      <p:graphicFrame>
        <p:nvGraphicFramePr>
          <p:cNvPr id="37" name="表格 36"/>
          <p:cNvGraphicFramePr>
            <a:graphicFrameLocks noGrp="1"/>
          </p:cNvGraphicFramePr>
          <p:nvPr/>
        </p:nvGraphicFramePr>
        <p:xfrm>
          <a:off x="5384800" y="3838575"/>
          <a:ext cx="1108075" cy="1484313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108075"/>
              </a:tblGrid>
              <a:tr h="371078">
                <a:tc>
                  <a:txBody>
                    <a:bodyPr/>
                    <a:lstStyle/>
                    <a:p>
                      <a:r>
                        <a:rPr lang="en-US" altLang="zh-CN" sz="1800" b="1" dirty="0"/>
                        <a:t>……</a:t>
                      </a:r>
                      <a:endParaRPr lang="zh-CN" altLang="en-US" sz="1800" b="1" dirty="0"/>
                    </a:p>
                  </a:txBody>
                  <a:tcPr marL="91519" marR="91519" marT="45749" marB="45749"/>
                </a:tc>
              </a:tr>
              <a:tr h="371078">
                <a:tc>
                  <a:txBody>
                    <a:bodyPr/>
                    <a:lstStyle/>
                    <a:p>
                      <a:r>
                        <a:rPr lang="en-US" altLang="zh-CN" sz="1800" b="1" dirty="0"/>
                        <a:t>……</a:t>
                      </a:r>
                      <a:endParaRPr lang="zh-CN" altLang="en-US" sz="1800" b="1" dirty="0"/>
                    </a:p>
                  </a:txBody>
                  <a:tcPr marL="91519" marR="91519" marT="45749" marB="45749"/>
                </a:tc>
              </a:tr>
              <a:tr h="371078">
                <a:tc>
                  <a:txBody>
                    <a:bodyPr/>
                    <a:lstStyle/>
                    <a:p>
                      <a:r>
                        <a:rPr lang="en-US" altLang="zh-CN" sz="1800" b="1" dirty="0"/>
                        <a:t>……</a:t>
                      </a:r>
                      <a:endParaRPr lang="zh-CN" altLang="en-US" sz="1800" b="1" dirty="0"/>
                    </a:p>
                  </a:txBody>
                  <a:tcPr marL="91519" marR="91519" marT="45749" marB="45749"/>
                </a:tc>
              </a:tr>
              <a:tr h="371078">
                <a:tc>
                  <a:txBody>
                    <a:bodyPr/>
                    <a:lstStyle/>
                    <a:p>
                      <a:endParaRPr lang="zh-CN" altLang="en-US" sz="1800" b="1" dirty="0"/>
                    </a:p>
                  </a:txBody>
                  <a:tcPr marL="91519" marR="91519" marT="45749" marB="45749"/>
                </a:tc>
              </a:tr>
            </a:tbl>
          </a:graphicData>
        </a:graphic>
      </p:graphicFrame>
      <p:sp>
        <p:nvSpPr>
          <p:cNvPr id="22587" name="Freeform 6"/>
          <p:cNvSpPr/>
          <p:nvPr/>
        </p:nvSpPr>
        <p:spPr>
          <a:xfrm>
            <a:off x="6078538" y="4027488"/>
            <a:ext cx="979487" cy="1089025"/>
          </a:xfrm>
          <a:custGeom>
            <a:avLst/>
            <a:gdLst>
              <a:gd name="txL" fmla="*/ 0 w 20000"/>
              <a:gd name="txT" fmla="*/ 0 h 20000"/>
              <a:gd name="txR" fmla="*/ 20000 w 20000"/>
              <a:gd name="txB" fmla="*/ 20000 h 20000"/>
            </a:gdLst>
            <a:ahLst/>
            <a:cxnLst>
              <a:cxn ang="0">
                <a:pos x="0" y="2147483646"/>
              </a:cxn>
              <a:cxn ang="0">
                <a:pos x="2147483646" y="2147483646"/>
              </a:cxn>
              <a:cxn ang="0">
                <a:pos x="2147483646" y="0"/>
              </a:cxn>
              <a:cxn ang="0">
                <a:pos x="2147483646" y="0"/>
              </a:cxn>
            </a:cxnLst>
            <a:rect l="txL" t="txT" r="txR" b="txB"/>
            <a:pathLst>
              <a:path w="20000" h="20000">
                <a:moveTo>
                  <a:pt x="0" y="19959"/>
                </a:moveTo>
                <a:lnTo>
                  <a:pt x="10655" y="19959"/>
                </a:lnTo>
                <a:lnTo>
                  <a:pt x="14650" y="0"/>
                </a:lnTo>
                <a:lnTo>
                  <a:pt x="19978" y="0"/>
                </a:lnTo>
              </a:path>
            </a:pathLst>
          </a:custGeom>
          <a:noFill/>
          <a:ln w="9525" cap="flat" cmpd="sng">
            <a:solidFill>
              <a:schemeClr val="tx1">
                <a:alpha val="100000"/>
              </a:schemeClr>
            </a:solidFill>
            <a:prstDash val="solid"/>
            <a:round/>
            <a:headEnd type="none" w="med" len="med"/>
            <a:tailEnd type="triangle" w="med" len="lg"/>
          </a:ln>
        </p:spPr>
        <p:txBody>
          <a:bodyPr/>
          <a:p>
            <a:endParaRPr lang="zh-CN" altLang="en-US"/>
          </a:p>
        </p:txBody>
      </p:sp>
      <p:graphicFrame>
        <p:nvGraphicFramePr>
          <p:cNvPr id="39" name="表格 38"/>
          <p:cNvGraphicFramePr>
            <a:graphicFrameLocks noGrp="1"/>
          </p:cNvGraphicFramePr>
          <p:nvPr/>
        </p:nvGraphicFramePr>
        <p:xfrm>
          <a:off x="7058025" y="3838575"/>
          <a:ext cx="1106488" cy="1484313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106488"/>
              </a:tblGrid>
              <a:tr h="371078">
                <a:tc>
                  <a:txBody>
                    <a:bodyPr/>
                    <a:lstStyle/>
                    <a:p>
                      <a:r>
                        <a:rPr lang="en-US" altLang="zh-CN" sz="1800" b="1" dirty="0"/>
                        <a:t>50</a:t>
                      </a:r>
                      <a:endParaRPr lang="zh-CN" altLang="en-US" sz="1800" b="1" dirty="0"/>
                    </a:p>
                  </a:txBody>
                  <a:tcPr marL="91388" marR="91388" marT="45749" marB="45749"/>
                </a:tc>
              </a:tr>
              <a:tr h="371078">
                <a:tc>
                  <a:txBody>
                    <a:bodyPr/>
                    <a:lstStyle/>
                    <a:p>
                      <a:r>
                        <a:rPr lang="en-US" altLang="zh-CN" sz="1800" b="1" dirty="0" err="1"/>
                        <a:t>Fansh</a:t>
                      </a:r>
                      <a:endParaRPr lang="zh-CN" altLang="en-US" sz="1800" b="1" dirty="0"/>
                    </a:p>
                  </a:txBody>
                  <a:tcPr marL="91388" marR="91388" marT="45749" marB="45749"/>
                </a:tc>
              </a:tr>
              <a:tr h="371078">
                <a:tc>
                  <a:txBody>
                    <a:bodyPr/>
                    <a:lstStyle/>
                    <a:p>
                      <a:r>
                        <a:rPr lang="en-US" altLang="zh-CN" sz="1800" b="1" dirty="0"/>
                        <a:t>100</a:t>
                      </a:r>
                      <a:endParaRPr lang="zh-CN" altLang="en-US" sz="1800" b="1" dirty="0"/>
                    </a:p>
                  </a:txBody>
                  <a:tcPr marL="91388" marR="91388" marT="45749" marB="45749"/>
                </a:tc>
              </a:tr>
              <a:tr h="371078">
                <a:tc>
                  <a:txBody>
                    <a:bodyPr/>
                    <a:lstStyle/>
                    <a:p>
                      <a:r>
                        <a:rPr lang="en-US" altLang="zh-CN" sz="1800" b="1" dirty="0"/>
                        <a:t>NULL</a:t>
                      </a:r>
                      <a:endParaRPr lang="zh-CN" altLang="en-US" sz="1800" b="1" dirty="0"/>
                    </a:p>
                  </a:txBody>
                  <a:tcPr marL="91388" marR="91388" marT="45749" marB="45749"/>
                </a:tc>
              </a:tr>
            </a:tbl>
          </a:graphicData>
        </a:graphic>
      </p:graphicFrame>
      <p:graphicFrame>
        <p:nvGraphicFramePr>
          <p:cNvPr id="40" name="表格 39"/>
          <p:cNvGraphicFramePr>
            <a:graphicFrameLocks noGrp="1"/>
          </p:cNvGraphicFramePr>
          <p:nvPr/>
        </p:nvGraphicFramePr>
        <p:xfrm>
          <a:off x="260350" y="1530350"/>
          <a:ext cx="8856664" cy="1112838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107083"/>
                <a:gridCol w="1107083"/>
                <a:gridCol w="1107083"/>
                <a:gridCol w="1107083"/>
                <a:gridCol w="1107083"/>
                <a:gridCol w="1107083"/>
                <a:gridCol w="1107083"/>
                <a:gridCol w="1107083"/>
              </a:tblGrid>
              <a:tr h="370946">
                <a:tc>
                  <a:txBody>
                    <a:bodyPr/>
                    <a:lstStyle/>
                    <a:p>
                      <a:r>
                        <a:rPr lang="en-US" altLang="zh-CN" sz="1800" b="1" dirty="0"/>
                        <a:t>1</a:t>
                      </a:r>
                      <a:endParaRPr lang="zh-CN" altLang="en-US" sz="1800" b="1" dirty="0"/>
                    </a:p>
                  </a:txBody>
                  <a:tcPr marL="91437" marR="91437" marT="45733" marB="45733"/>
                </a:tc>
                <a:tc>
                  <a:txBody>
                    <a:bodyPr/>
                    <a:lstStyle/>
                    <a:p>
                      <a:r>
                        <a:rPr lang="en-US" altLang="zh-CN" sz="1800" b="1" dirty="0"/>
                        <a:t>2</a:t>
                      </a:r>
                      <a:endParaRPr lang="zh-CN" altLang="en-US" sz="1800" b="1" dirty="0"/>
                    </a:p>
                  </a:txBody>
                  <a:tcPr marL="91437" marR="91437" marT="45733" marB="45733"/>
                </a:tc>
                <a:tc>
                  <a:txBody>
                    <a:bodyPr/>
                    <a:lstStyle/>
                    <a:p>
                      <a:r>
                        <a:rPr lang="en-US" altLang="zh-CN" sz="1800" b="1" dirty="0"/>
                        <a:t>3</a:t>
                      </a:r>
                      <a:endParaRPr lang="zh-CN" altLang="en-US" sz="1800" b="1" dirty="0"/>
                    </a:p>
                  </a:txBody>
                  <a:tcPr marL="91437" marR="91437" marT="45733" marB="45733"/>
                </a:tc>
                <a:tc>
                  <a:txBody>
                    <a:bodyPr/>
                    <a:lstStyle/>
                    <a:p>
                      <a:r>
                        <a:rPr lang="en-US" altLang="zh-CN" sz="1800" b="1" dirty="0"/>
                        <a:t>4</a:t>
                      </a:r>
                      <a:endParaRPr lang="zh-CN" altLang="en-US" sz="1800" b="1" dirty="0"/>
                    </a:p>
                  </a:txBody>
                  <a:tcPr marL="91437" marR="91437" marT="45733" marB="45733"/>
                </a:tc>
                <a:tc>
                  <a:txBody>
                    <a:bodyPr/>
                    <a:lstStyle/>
                    <a:p>
                      <a:r>
                        <a:rPr lang="en-US" altLang="zh-CN" sz="1800" b="1" dirty="0"/>
                        <a:t>5</a:t>
                      </a:r>
                      <a:endParaRPr lang="zh-CN" altLang="en-US" sz="1800" b="1" dirty="0"/>
                    </a:p>
                  </a:txBody>
                  <a:tcPr marL="91437" marR="91437" marT="45733" marB="45733"/>
                </a:tc>
                <a:tc>
                  <a:txBody>
                    <a:bodyPr/>
                    <a:lstStyle/>
                    <a:p>
                      <a:r>
                        <a:rPr lang="en-US" altLang="zh-CN" sz="1800" b="1" dirty="0"/>
                        <a:t>6</a:t>
                      </a:r>
                      <a:endParaRPr lang="zh-CN" altLang="en-US" sz="1800" b="1" dirty="0"/>
                    </a:p>
                  </a:txBody>
                  <a:tcPr marL="91437" marR="91437" marT="45733" marB="45733"/>
                </a:tc>
                <a:tc>
                  <a:txBody>
                    <a:bodyPr/>
                    <a:lstStyle/>
                    <a:p>
                      <a:r>
                        <a:rPr lang="en-US" altLang="zh-CN" sz="1800" b="1" dirty="0"/>
                        <a:t>……</a:t>
                      </a:r>
                      <a:endParaRPr lang="zh-CN" altLang="en-US" sz="1800" b="1" dirty="0"/>
                    </a:p>
                  </a:txBody>
                  <a:tcPr marL="91437" marR="91437" marT="45733" marB="45733"/>
                </a:tc>
                <a:tc>
                  <a:txBody>
                    <a:bodyPr/>
                    <a:lstStyle/>
                    <a:p>
                      <a:r>
                        <a:rPr lang="en-US" altLang="zh-CN" sz="1800" b="1" dirty="0"/>
                        <a:t>50</a:t>
                      </a:r>
                      <a:endParaRPr lang="zh-CN" altLang="en-US" sz="1800" b="1" dirty="0"/>
                    </a:p>
                  </a:txBody>
                  <a:tcPr marL="91437" marR="91437" marT="45733" marB="45733"/>
                </a:tc>
              </a:tr>
              <a:tr h="370946">
                <a:tc>
                  <a:txBody>
                    <a:bodyPr/>
                    <a:lstStyle/>
                    <a:p>
                      <a:r>
                        <a:rPr lang="en-US" altLang="zh-CN" sz="1800" b="1" dirty="0" err="1"/>
                        <a:t>Zhangh</a:t>
                      </a:r>
                      <a:endParaRPr lang="zh-CN" altLang="en-US" sz="1800" b="1" dirty="0"/>
                    </a:p>
                  </a:txBody>
                  <a:tcPr marL="91437" marR="91437" marT="45733" marB="45733"/>
                </a:tc>
                <a:tc>
                  <a:txBody>
                    <a:bodyPr/>
                    <a:lstStyle/>
                    <a:p>
                      <a:r>
                        <a:rPr lang="en-US" altLang="zh-CN" sz="1800" b="1" dirty="0" err="1"/>
                        <a:t>Lisi</a:t>
                      </a:r>
                      <a:endParaRPr lang="zh-CN" altLang="en-US" sz="1800" b="1" dirty="0"/>
                    </a:p>
                  </a:txBody>
                  <a:tcPr marL="91437" marR="91437" marT="45733" marB="45733"/>
                </a:tc>
                <a:tc>
                  <a:txBody>
                    <a:bodyPr/>
                    <a:lstStyle/>
                    <a:p>
                      <a:r>
                        <a:rPr lang="en-US" altLang="zh-CN" sz="1800" b="1" dirty="0" err="1"/>
                        <a:t>Liuli</a:t>
                      </a:r>
                      <a:endParaRPr lang="zh-CN" altLang="en-US" sz="1800" b="1" dirty="0"/>
                    </a:p>
                  </a:txBody>
                  <a:tcPr marL="91437" marR="91437" marT="45733" marB="45733"/>
                </a:tc>
                <a:tc>
                  <a:txBody>
                    <a:bodyPr/>
                    <a:lstStyle/>
                    <a:p>
                      <a:r>
                        <a:rPr lang="en-US" altLang="zh-CN" sz="1800" b="1" dirty="0" err="1"/>
                        <a:t>Wanw</a:t>
                      </a:r>
                      <a:endParaRPr lang="zh-CN" altLang="en-US" sz="1800" b="1" dirty="0"/>
                    </a:p>
                  </a:txBody>
                  <a:tcPr marL="91437" marR="91437" marT="45733" marB="45733"/>
                </a:tc>
                <a:tc>
                  <a:txBody>
                    <a:bodyPr/>
                    <a:lstStyle/>
                    <a:p>
                      <a:r>
                        <a:rPr lang="en-US" altLang="zh-CN" sz="1800" b="1" dirty="0" err="1"/>
                        <a:t>Zhaosi</a:t>
                      </a:r>
                      <a:endParaRPr lang="zh-CN" altLang="en-US" sz="1800" b="1" dirty="0"/>
                    </a:p>
                  </a:txBody>
                  <a:tcPr marL="91437" marR="91437" marT="45733" marB="45733"/>
                </a:tc>
                <a:tc>
                  <a:txBody>
                    <a:bodyPr/>
                    <a:lstStyle/>
                    <a:p>
                      <a:r>
                        <a:rPr lang="en-US" altLang="zh-CN" sz="1800" b="1" dirty="0" err="1"/>
                        <a:t>Wangp</a:t>
                      </a:r>
                      <a:endParaRPr lang="zh-CN" altLang="en-US" sz="1800" b="1" dirty="0"/>
                    </a:p>
                  </a:txBody>
                  <a:tcPr marL="91437" marR="91437" marT="45733" marB="45733"/>
                </a:tc>
                <a:tc>
                  <a:txBody>
                    <a:bodyPr/>
                    <a:lstStyle/>
                    <a:p>
                      <a:r>
                        <a:rPr lang="en-US" altLang="zh-CN" sz="1800" b="1" dirty="0" err="1"/>
                        <a:t>Renxl</a:t>
                      </a:r>
                      <a:endParaRPr lang="zh-CN" altLang="en-US" sz="1800" b="1" dirty="0"/>
                    </a:p>
                  </a:txBody>
                  <a:tcPr marL="91437" marR="91437" marT="45733" marB="45733"/>
                </a:tc>
                <a:tc>
                  <a:txBody>
                    <a:bodyPr/>
                    <a:lstStyle/>
                    <a:p>
                      <a:r>
                        <a:rPr lang="en-US" altLang="zh-CN" sz="1800" b="1" dirty="0" err="1"/>
                        <a:t>Fansh</a:t>
                      </a:r>
                      <a:endParaRPr lang="zh-CN" altLang="en-US" sz="1800" b="1" dirty="0"/>
                    </a:p>
                  </a:txBody>
                  <a:tcPr marL="91437" marR="91437" marT="45733" marB="45733"/>
                </a:tc>
              </a:tr>
              <a:tr h="370945">
                <a:tc>
                  <a:txBody>
                    <a:bodyPr/>
                    <a:lstStyle/>
                    <a:p>
                      <a:r>
                        <a:rPr lang="en-US" altLang="zh-CN" sz="1800" b="1" dirty="0"/>
                        <a:t>89</a:t>
                      </a:r>
                      <a:endParaRPr lang="zh-CN" altLang="en-US" sz="1800" b="1" dirty="0"/>
                    </a:p>
                  </a:txBody>
                  <a:tcPr marL="91437" marR="91437" marT="45733" marB="45733"/>
                </a:tc>
                <a:tc>
                  <a:txBody>
                    <a:bodyPr/>
                    <a:lstStyle/>
                    <a:p>
                      <a:r>
                        <a:rPr lang="en-US" altLang="zh-CN" sz="1800" b="1" dirty="0"/>
                        <a:t>91</a:t>
                      </a:r>
                      <a:endParaRPr lang="zh-CN" altLang="en-US" sz="1800" b="1" dirty="0"/>
                    </a:p>
                  </a:txBody>
                  <a:tcPr marL="91437" marR="91437" marT="45733" marB="45733"/>
                </a:tc>
                <a:tc>
                  <a:txBody>
                    <a:bodyPr/>
                    <a:lstStyle/>
                    <a:p>
                      <a:r>
                        <a:rPr lang="en-US" altLang="zh-CN" sz="1800" b="1" dirty="0"/>
                        <a:t>72</a:t>
                      </a:r>
                      <a:endParaRPr lang="zh-CN" altLang="en-US" sz="1800" b="1" dirty="0"/>
                    </a:p>
                  </a:txBody>
                  <a:tcPr marL="91437" marR="91437" marT="45733" marB="45733"/>
                </a:tc>
                <a:tc>
                  <a:txBody>
                    <a:bodyPr/>
                    <a:lstStyle/>
                    <a:p>
                      <a:r>
                        <a:rPr lang="en-US" altLang="zh-CN" sz="1800" b="1" dirty="0"/>
                        <a:t>90</a:t>
                      </a:r>
                      <a:endParaRPr lang="zh-CN" altLang="en-US" sz="1800" b="1" dirty="0"/>
                    </a:p>
                  </a:txBody>
                  <a:tcPr marL="91437" marR="91437" marT="45733" marB="45733"/>
                </a:tc>
                <a:tc>
                  <a:txBody>
                    <a:bodyPr/>
                    <a:lstStyle/>
                    <a:p>
                      <a:r>
                        <a:rPr lang="en-US" altLang="zh-CN" sz="1800" b="1" dirty="0"/>
                        <a:t>67</a:t>
                      </a:r>
                      <a:endParaRPr lang="zh-CN" altLang="en-US" sz="1800" b="1" dirty="0"/>
                    </a:p>
                  </a:txBody>
                  <a:tcPr marL="91437" marR="91437" marT="45733" marB="45733"/>
                </a:tc>
                <a:tc>
                  <a:txBody>
                    <a:bodyPr/>
                    <a:lstStyle/>
                    <a:p>
                      <a:r>
                        <a:rPr lang="en-US" altLang="zh-CN" sz="1800" b="1" dirty="0"/>
                        <a:t>56</a:t>
                      </a:r>
                      <a:endParaRPr lang="zh-CN" altLang="en-US" sz="1800" b="1" dirty="0"/>
                    </a:p>
                  </a:txBody>
                  <a:tcPr marL="91437" marR="91437" marT="45733" marB="45733"/>
                </a:tc>
                <a:tc>
                  <a:txBody>
                    <a:bodyPr/>
                    <a:lstStyle/>
                    <a:p>
                      <a:r>
                        <a:rPr lang="en-US" altLang="zh-CN" sz="1800" b="1" dirty="0"/>
                        <a:t>……</a:t>
                      </a:r>
                      <a:endParaRPr lang="zh-CN" altLang="en-US" sz="1800" b="1" dirty="0"/>
                    </a:p>
                  </a:txBody>
                  <a:tcPr marL="91437" marR="91437" marT="45733" marB="45733"/>
                </a:tc>
                <a:tc>
                  <a:txBody>
                    <a:bodyPr/>
                    <a:lstStyle/>
                    <a:p>
                      <a:r>
                        <a:rPr lang="en-US" altLang="zh-CN" sz="1800" b="1" dirty="0"/>
                        <a:t>100</a:t>
                      </a:r>
                      <a:endParaRPr lang="zh-CN" altLang="en-US" sz="1800" b="1" dirty="0"/>
                    </a:p>
                  </a:txBody>
                  <a:tcPr marL="91437" marR="91437" marT="45733" marB="45733"/>
                </a:tc>
              </a:tr>
            </a:tbl>
          </a:graphicData>
        </a:graphic>
      </p:graphicFrame>
      <p:sp>
        <p:nvSpPr>
          <p:cNvPr id="22638" name="文本框 2"/>
          <p:cNvSpPr txBox="1"/>
          <p:nvPr/>
        </p:nvSpPr>
        <p:spPr>
          <a:xfrm>
            <a:off x="233363" y="812800"/>
            <a:ext cx="2386012" cy="461963"/>
          </a:xfrm>
          <a:prstGeom prst="rect">
            <a:avLst/>
          </a:prstGeom>
          <a:noFill/>
          <a:ln w="9525">
            <a:noFill/>
          </a:ln>
        </p:spPr>
        <p:txBody>
          <a:bodyPr>
            <a:spAutoFit/>
          </a:bodyPr>
          <a:lstStyle>
            <a:lvl1pPr marL="342900" indent="-3429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80000"/>
              <a:buFont typeface="Wingdings" panose="05000000000000000000" pitchFamily="2" charset="2"/>
              <a:buChar char="n"/>
              <a:defRPr sz="3200" b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defRPr>
            </a:lvl1pPr>
            <a:lvl2pPr marL="742950" indent="-28575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Char char="–"/>
              <a:defRPr sz="2800">
                <a:solidFill>
                  <a:schemeClr val="tx1"/>
                </a:solidFill>
                <a:effectLst/>
                <a:latin typeface="+mn-lt"/>
                <a:ea typeface="+mn-ea"/>
              </a:defRPr>
            </a:lvl2pPr>
            <a:lvl3pPr marL="11430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Font typeface="Wingdings" panose="05000000000000000000" pitchFamily="2" charset="2"/>
              <a:buChar char="§"/>
              <a:defRPr sz="2400">
                <a:solidFill>
                  <a:schemeClr val="tx1"/>
                </a:solidFill>
                <a:effectLst/>
                <a:latin typeface="+mn-lt"/>
                <a:ea typeface="+mn-ea"/>
              </a:defRPr>
            </a:lvl3pPr>
            <a:lvl4pPr marL="16002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–"/>
              <a:defRPr sz="2000">
                <a:solidFill>
                  <a:schemeClr val="tx1"/>
                </a:solidFill>
                <a:effectLst/>
                <a:latin typeface="+mn-lt"/>
                <a:ea typeface="+mn-ea"/>
              </a:defRPr>
            </a:lvl4pPr>
            <a:lvl5pPr marL="20574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effectLst/>
                <a:latin typeface="+mn-lt"/>
                <a:ea typeface="+mn-ea"/>
              </a:defRPr>
            </a:lvl5pPr>
          </a:lstStyle>
          <a:p>
            <a:pPr marL="0" lvl="0" indent="0">
              <a:spcBef>
                <a:spcPct val="0"/>
              </a:spcBef>
              <a:buClrTx/>
              <a:buSzTx/>
              <a:buFontTx/>
              <a:buNone/>
            </a:pPr>
            <a:r>
              <a:rPr lang="zh-CN" altLang="en-US" sz="2400" b="1" dirty="0">
                <a:solidFill>
                  <a:srgbClr val="FFC000"/>
                </a:solidFill>
              </a:rPr>
              <a:t>顺序存储结构</a:t>
            </a:r>
            <a:endParaRPr lang="zh-CN" altLang="en-US" sz="2400" b="1" dirty="0">
              <a:solidFill>
                <a:srgbClr val="FFC000"/>
              </a:solidFill>
            </a:endParaRPr>
          </a:p>
        </p:txBody>
      </p:sp>
      <p:sp>
        <p:nvSpPr>
          <p:cNvPr id="22639" name="文本框 22"/>
          <p:cNvSpPr txBox="1"/>
          <p:nvPr/>
        </p:nvSpPr>
        <p:spPr>
          <a:xfrm>
            <a:off x="223838" y="3114675"/>
            <a:ext cx="2386012" cy="460375"/>
          </a:xfrm>
          <a:prstGeom prst="rect">
            <a:avLst/>
          </a:prstGeom>
          <a:noFill/>
          <a:ln w="9525">
            <a:noFill/>
          </a:ln>
        </p:spPr>
        <p:txBody>
          <a:bodyPr>
            <a:spAutoFit/>
          </a:bodyPr>
          <a:lstStyle>
            <a:lvl1pPr marL="342900" indent="-3429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80000"/>
              <a:buFont typeface="Wingdings" panose="05000000000000000000" pitchFamily="2" charset="2"/>
              <a:buChar char="n"/>
              <a:defRPr sz="3200" b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defRPr>
            </a:lvl1pPr>
            <a:lvl2pPr marL="742950" indent="-28575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Char char="–"/>
              <a:defRPr sz="2800">
                <a:solidFill>
                  <a:schemeClr val="tx1"/>
                </a:solidFill>
                <a:effectLst/>
                <a:latin typeface="+mn-lt"/>
                <a:ea typeface="+mn-ea"/>
              </a:defRPr>
            </a:lvl2pPr>
            <a:lvl3pPr marL="11430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Font typeface="Wingdings" panose="05000000000000000000" pitchFamily="2" charset="2"/>
              <a:buChar char="§"/>
              <a:defRPr sz="2400">
                <a:solidFill>
                  <a:schemeClr val="tx1"/>
                </a:solidFill>
                <a:effectLst/>
                <a:latin typeface="+mn-lt"/>
                <a:ea typeface="+mn-ea"/>
              </a:defRPr>
            </a:lvl3pPr>
            <a:lvl4pPr marL="16002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–"/>
              <a:defRPr sz="2000">
                <a:solidFill>
                  <a:schemeClr val="tx1"/>
                </a:solidFill>
                <a:effectLst/>
                <a:latin typeface="+mn-lt"/>
                <a:ea typeface="+mn-ea"/>
              </a:defRPr>
            </a:lvl4pPr>
            <a:lvl5pPr marL="20574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effectLst/>
                <a:latin typeface="+mn-lt"/>
                <a:ea typeface="+mn-ea"/>
              </a:defRPr>
            </a:lvl5pPr>
          </a:lstStyle>
          <a:p>
            <a:pPr marL="0" lvl="0" indent="0">
              <a:spcBef>
                <a:spcPct val="0"/>
              </a:spcBef>
              <a:buClrTx/>
              <a:buSzTx/>
              <a:buFontTx/>
              <a:buNone/>
            </a:pPr>
            <a:r>
              <a:rPr lang="zh-CN" altLang="en-US" sz="2400" b="1" dirty="0">
                <a:solidFill>
                  <a:srgbClr val="FFC000"/>
                </a:solidFill>
              </a:rPr>
              <a:t>链式存储结构</a:t>
            </a:r>
            <a:endParaRPr lang="zh-CN" altLang="en-US" sz="2400" b="1" dirty="0">
              <a:solidFill>
                <a:srgbClr val="FFC000"/>
              </a:solidFill>
            </a:endParaRPr>
          </a:p>
        </p:txBody>
      </p:sp>
      <p:sp>
        <p:nvSpPr>
          <p:cNvPr id="4" name="矩形 3"/>
          <p:cNvSpPr/>
          <p:nvPr/>
        </p:nvSpPr>
        <p:spPr>
          <a:xfrm>
            <a:off x="8983663" y="6432550"/>
            <a:ext cx="3008312" cy="369888"/>
          </a:xfrm>
          <a:prstGeom prst="rect">
            <a:avLst/>
          </a:prstGeom>
          <a:noFill/>
          <a:ln w="9525">
            <a:noFill/>
          </a:ln>
        </p:spPr>
        <p:txBody>
          <a:bodyPr>
            <a:spAutoFit/>
          </a:bodyPr>
          <a:lstStyle>
            <a:lvl1pPr marL="342900" indent="-3429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80000"/>
              <a:buFont typeface="Wingdings" panose="05000000000000000000" pitchFamily="2" charset="2"/>
              <a:buChar char="n"/>
              <a:defRPr sz="3200" b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defRPr>
            </a:lvl1pPr>
            <a:lvl2pPr marL="742950" indent="-28575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Char char="–"/>
              <a:defRPr sz="2800">
                <a:solidFill>
                  <a:schemeClr val="tx1"/>
                </a:solidFill>
                <a:effectLst/>
                <a:latin typeface="+mn-lt"/>
                <a:ea typeface="+mn-ea"/>
              </a:defRPr>
            </a:lvl2pPr>
            <a:lvl3pPr marL="11430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Font typeface="Wingdings" panose="05000000000000000000" pitchFamily="2" charset="2"/>
              <a:buChar char="§"/>
              <a:defRPr sz="2400">
                <a:solidFill>
                  <a:schemeClr val="tx1"/>
                </a:solidFill>
                <a:effectLst/>
                <a:latin typeface="+mn-lt"/>
                <a:ea typeface="+mn-ea"/>
              </a:defRPr>
            </a:lvl3pPr>
            <a:lvl4pPr marL="16002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–"/>
              <a:defRPr sz="2000">
                <a:solidFill>
                  <a:schemeClr val="tx1"/>
                </a:solidFill>
                <a:effectLst/>
                <a:latin typeface="+mn-lt"/>
                <a:ea typeface="+mn-ea"/>
              </a:defRPr>
            </a:lvl4pPr>
            <a:lvl5pPr marL="20574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effectLst/>
                <a:latin typeface="+mn-lt"/>
                <a:ea typeface="+mn-ea"/>
              </a:defRPr>
            </a:lvl5pPr>
          </a:lstStyle>
          <a:p>
            <a:pPr marL="0" lvl="0" indent="0" eaLnBrk="1" hangingPunct="1">
              <a:spcBef>
                <a:spcPct val="0"/>
              </a:spcBef>
              <a:buClrTx/>
              <a:buSzTx/>
              <a:buFontTx/>
              <a:buNone/>
            </a:pPr>
            <a:r>
              <a:rPr lang="zh-CN" altLang="en-US" sz="1800" b="1" dirty="0">
                <a:solidFill>
                  <a:srgbClr val="FFC000"/>
                </a:solidFill>
              </a:rPr>
              <a:t>特殊的线性表：栈，队列</a:t>
            </a:r>
            <a:endParaRPr lang="en-US" altLang="zh-CN" sz="1800" b="1" dirty="0">
              <a:solidFill>
                <a:srgbClr val="FFC000"/>
              </a:solidFill>
            </a:endParaRPr>
          </a:p>
        </p:txBody>
      </p:sp>
    </p:spTree>
  </p:cSld>
  <p:clrMapOvr>
    <a:masterClrMapping/>
  </p:clrMapOvr>
  <p:transition>
    <p:random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" fill="hold">
                      <p:stCondLst>
                        <p:cond delay="indefinite"/>
                      </p:stCondLst>
                      <p:childTnLst>
                        <p:par>
                          <p:cTn id="10" fill="hold">
                            <p:stCondLst>
                              <p:cond delay="0"/>
                            </p:stCondLst>
                            <p:childTnLst>
                              <p:par>
                                <p:cTn id="11" presetID="2" presetClass="entr" presetSubtype="1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3" dur="500" fill="hold"/>
                                        <p:tgtEl>
                                          <p:spTgt spid="2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4" dur="500" fill="hold"/>
                                        <p:tgtEl>
                                          <p:spTgt spid="2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2" presetClass="entr" presetSubtype="1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9" dur="500" fill="hold"/>
                                        <p:tgtEl>
                                          <p:spTgt spid="26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0" dur="500" fill="hold"/>
                                        <p:tgtEl>
                                          <p:spTgt spid="2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1" fill="hold">
                      <p:stCondLst>
                        <p:cond delay="indefinite"/>
                      </p:stCondLst>
                      <p:childTnLst>
                        <p:par>
                          <p:cTn id="22" fill="hold">
                            <p:stCondLst>
                              <p:cond delay="0"/>
                            </p:stCondLst>
                            <p:childTnLst>
                              <p:par>
                                <p:cTn id="23" presetID="2" presetClass="entr" presetSubtype="1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5" dur="500" fill="hold"/>
                                        <p:tgtEl>
                                          <p:spTgt spid="27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6" dur="500" fill="hold"/>
                                        <p:tgtEl>
                                          <p:spTgt spid="27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7" fill="hold">
                      <p:stCondLst>
                        <p:cond delay="indefinite"/>
                      </p:stCondLst>
                      <p:childTnLst>
                        <p:par>
                          <p:cTn id="28" fill="hold">
                            <p:stCondLst>
                              <p:cond delay="0"/>
                            </p:stCondLst>
                            <p:childTnLst>
                              <p:par>
                                <p:cTn id="29" presetID="2" presetClass="exit" presetSubtype="1" fill="hold" grpId="1" nodeType="clickEffect">
                                  <p:stCondLst>
                                    <p:cond delay="0"/>
                                  </p:stCondLst>
                                  <p:childTnLst>
                                    <p:anim calcmode="lin" valueType="num">
                                      <p:cBhvr additive="base">
                                        <p:cTn id="30" dur="500"/>
                                        <p:tgtEl>
                                          <p:spTgt spid="27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ppt_x"/>
                                          </p:val>
                                        </p:tav>
                                        <p:tav tm="100000">
                                          <p:val>
                                            <p:strVal val="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1" dur="500"/>
                                        <p:tgtEl>
                                          <p:spTgt spid="27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ppt_y"/>
                                          </p:val>
                                        </p:tav>
                                        <p:tav tm="100000">
                                          <p:val>
                                            <p:strVal val="0-ppt_h/2"/>
                                          </p:val>
                                        </p:tav>
                                      </p:tavLst>
                                    </p:anim>
                                    <p:set>
                                      <p:cBhvr>
                                        <p:cTn id="32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2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2" presetClass="exit" presetSubtype="1" fill="hold" grpId="1" nodeType="clickEffect">
                                  <p:stCondLst>
                                    <p:cond delay="0"/>
                                  </p:stCondLst>
                                  <p:childTnLst>
                                    <p:anim calcmode="lin" valueType="num">
                                      <p:cBhvr additive="base">
                                        <p:cTn id="36" dur="500"/>
                                        <p:tgtEl>
                                          <p:spTgt spid="26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ppt_x"/>
                                          </p:val>
                                        </p:tav>
                                        <p:tav tm="100000">
                                          <p:val>
                                            <p:strVal val="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7" dur="500"/>
                                        <p:tgtEl>
                                          <p:spTgt spid="2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ppt_y"/>
                                          </p:val>
                                        </p:tav>
                                        <p:tav tm="100000">
                                          <p:val>
                                            <p:strVal val="0-ppt_h/2"/>
                                          </p:val>
                                        </p:tav>
                                      </p:tavLst>
                                    </p:anim>
                                    <p:set>
                                      <p:cBhvr>
                                        <p:cTn id="38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2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5" grpId="0" animBg="1"/>
      <p:bldP spid="26" grpId="0" animBg="1"/>
      <p:bldP spid="26" grpId="1" animBg="1"/>
      <p:bldP spid="27" grpId="0" animBg="1"/>
      <p:bldP spid="27" grpId="1" animBg="1"/>
      <p:bldP spid="4" grpId="0"/>
    </p:bldLst>
  </p:timing>
</p:sld>
</file>

<file path=ppt/slides/slide3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grpSp>
        <p:nvGrpSpPr>
          <p:cNvPr id="21" name="组合 20"/>
          <p:cNvGrpSpPr/>
          <p:nvPr/>
        </p:nvGrpSpPr>
        <p:grpSpPr>
          <a:xfrm>
            <a:off x="8016875" y="5172075"/>
            <a:ext cx="2043113" cy="352425"/>
            <a:chOff x="6567964" y="4586355"/>
            <a:chExt cx="2041488" cy="351939"/>
          </a:xfrm>
        </p:grpSpPr>
        <p:sp>
          <p:nvSpPr>
            <p:cNvPr id="67" name="文本框 66"/>
            <p:cNvSpPr txBox="1"/>
            <p:nvPr/>
          </p:nvSpPr>
          <p:spPr>
            <a:xfrm>
              <a:off x="7698952" y="4599037"/>
              <a:ext cx="910500" cy="339257"/>
            </a:xfrm>
            <a:prstGeom prst="rect">
              <a:avLst/>
            </a:prstGeom>
            <a:noFill/>
          </p:spPr>
          <p:txBody>
            <a:bodyPr>
              <a:spAutoFit/>
            </a:bodyPr>
            <a:lstStyle/>
            <a:p>
              <a:pPr marR="0" defTabSz="914400">
                <a:buClrTx/>
                <a:buSzTx/>
                <a:buFontTx/>
                <a:buNone/>
                <a:defRPr/>
              </a:pPr>
              <a:r>
                <a:rPr kumimoji="0" lang="en-US" altLang="zh-CN" sz="1600" b="0" kern="1200" cap="none" spc="0" normalizeH="0" baseline="0" noProof="0" dirty="0">
                  <a:effectLst>
                    <a:outerShdw blurRad="38100" dist="38100" dir="2700000" algn="tl">
                      <a:srgbClr val="000000"/>
                    </a:outerShdw>
                  </a:effectLst>
                  <a:latin typeface="Tahoma" panose="020B0604030504040204" pitchFamily="34" charset="0"/>
                  <a:ea typeface="宋体" panose="02010600030101010101" pitchFamily="2" charset="-122"/>
                  <a:cs typeface="+mn-cs"/>
                </a:rPr>
                <a:t>a[39]</a:t>
              </a:r>
              <a:endParaRPr kumimoji="0" lang="zh-CN" altLang="en-US" sz="1600" b="0" kern="1200" cap="none" spc="0" normalizeH="0" baseline="0" noProof="0" dirty="0">
                <a:effectLst>
                  <a:outerShdw blurRad="38100" dist="38100" dir="2700000" algn="tl">
                    <a:srgbClr val="000000"/>
                  </a:outerShdw>
                </a:effectLst>
                <a:latin typeface="Tahoma" panose="020B0604030504040204" pitchFamily="34" charset="0"/>
                <a:ea typeface="宋体" panose="02010600030101010101" pitchFamily="2" charset="-122"/>
                <a:cs typeface="+mn-cs"/>
              </a:endParaRPr>
            </a:p>
          </p:txBody>
        </p:sp>
        <p:sp>
          <p:nvSpPr>
            <p:cNvPr id="15" name="文本框 14"/>
            <p:cNvSpPr txBox="1"/>
            <p:nvPr/>
          </p:nvSpPr>
          <p:spPr>
            <a:xfrm>
              <a:off x="6567964" y="4586355"/>
              <a:ext cx="910500" cy="339257"/>
            </a:xfrm>
            <a:prstGeom prst="rect">
              <a:avLst/>
            </a:prstGeom>
            <a:noFill/>
          </p:spPr>
          <p:txBody>
            <a:bodyPr>
              <a:spAutoFit/>
            </a:bodyPr>
            <a:lstStyle/>
            <a:p>
              <a:pPr marR="0" defTabSz="914400">
                <a:buClrTx/>
                <a:buSzTx/>
                <a:buFontTx/>
                <a:buNone/>
                <a:defRPr/>
              </a:pPr>
              <a:r>
                <a:rPr kumimoji="0" lang="en-US" altLang="zh-CN" sz="1600" b="0" kern="1200" cap="none" spc="0" normalizeH="0" baseline="0" noProof="0" dirty="0">
                  <a:effectLst>
                    <a:outerShdw blurRad="38100" dist="38100" dir="2700000" algn="tl">
                      <a:srgbClr val="000000"/>
                    </a:outerShdw>
                  </a:effectLst>
                  <a:latin typeface="Tahoma" panose="020B0604030504040204" pitchFamily="34" charset="0"/>
                  <a:ea typeface="宋体" panose="02010600030101010101" pitchFamily="2" charset="-122"/>
                  <a:cs typeface="+mn-cs"/>
                </a:rPr>
                <a:t>a[34]</a:t>
              </a:r>
              <a:endParaRPr kumimoji="0" lang="zh-CN" altLang="en-US" sz="1600" b="0" kern="1200" cap="none" spc="0" normalizeH="0" baseline="0" noProof="0" dirty="0">
                <a:effectLst>
                  <a:outerShdw blurRad="38100" dist="38100" dir="2700000" algn="tl">
                    <a:srgbClr val="000000"/>
                  </a:outerShdw>
                </a:effectLst>
                <a:latin typeface="Tahoma" panose="020B0604030504040204" pitchFamily="34" charset="0"/>
                <a:ea typeface="宋体" panose="02010600030101010101" pitchFamily="2" charset="-122"/>
                <a:cs typeface="+mn-cs"/>
              </a:endParaRPr>
            </a:p>
          </p:txBody>
        </p:sp>
      </p:grpSp>
      <p:sp>
        <p:nvSpPr>
          <p:cNvPr id="5" name="灯片编号占位符 6"/>
          <p:cNvSpPr txBox="1">
            <a:spLocks noGrp="1"/>
          </p:cNvSpPr>
          <p:nvPr>
            <p:ph type="sldNum" sz="quarter" idx="4"/>
          </p:nvPr>
        </p:nvSpPr>
        <p:spPr bwMode="auto"/>
        <p:txBody>
          <a:bodyPr wrap="square" lIns="91440" tIns="45720" rIns="91440" bIns="45720" numCol="1" anchor="b" anchorCtr="0" compatLnSpc="1"/>
          <a:lstStyle>
            <a:lvl1pPr eaLnBrk="0" hangingPunct="0">
              <a:defRPr sz="2000" b="1">
                <a:solidFill>
                  <a:schemeClr val="tx1"/>
                </a:solidFill>
                <a:latin typeface="Tahoma" panose="020B0604030504040204" pitchFamily="34" charset="0"/>
                <a:ea typeface="黑体" panose="02010609060101010101" pitchFamily="49" charset="-122"/>
              </a:defRPr>
            </a:lvl1pPr>
            <a:lvl2pPr marL="742950" indent="-285750" eaLnBrk="0" hangingPunct="0">
              <a:defRPr sz="2000" b="1">
                <a:solidFill>
                  <a:schemeClr val="tx1"/>
                </a:solidFill>
                <a:latin typeface="Tahoma" panose="020B0604030504040204" pitchFamily="34" charset="0"/>
                <a:ea typeface="黑体" panose="02010609060101010101" pitchFamily="49" charset="-122"/>
              </a:defRPr>
            </a:lvl2pPr>
            <a:lvl3pPr marL="1143000" indent="-228600" eaLnBrk="0" hangingPunct="0">
              <a:defRPr sz="2000" b="1">
                <a:solidFill>
                  <a:schemeClr val="tx1"/>
                </a:solidFill>
                <a:latin typeface="Tahoma" panose="020B0604030504040204" pitchFamily="34" charset="0"/>
                <a:ea typeface="黑体" panose="02010609060101010101" pitchFamily="49" charset="-122"/>
              </a:defRPr>
            </a:lvl3pPr>
            <a:lvl4pPr marL="1600200" indent="-228600" eaLnBrk="0" hangingPunct="0">
              <a:defRPr sz="2000" b="1">
                <a:solidFill>
                  <a:schemeClr val="tx1"/>
                </a:solidFill>
                <a:latin typeface="Tahoma" panose="020B0604030504040204" pitchFamily="34" charset="0"/>
                <a:ea typeface="黑体" panose="02010609060101010101" pitchFamily="49" charset="-122"/>
              </a:defRPr>
            </a:lvl4pPr>
            <a:lvl5pPr marL="2057400" indent="-228600" eaLnBrk="0" hangingPunct="0">
              <a:defRPr sz="2000" b="1">
                <a:solidFill>
                  <a:schemeClr val="tx1"/>
                </a:solidFill>
                <a:latin typeface="Tahoma" panose="020B0604030504040204" pitchFamily="34" charset="0"/>
                <a:ea typeface="黑体" panose="02010609060101010101" pitchFamily="49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000" b="1">
                <a:solidFill>
                  <a:schemeClr val="tx1"/>
                </a:solidFill>
                <a:latin typeface="Tahoma" panose="020B0604030504040204" pitchFamily="34" charset="0"/>
                <a:ea typeface="黑体" panose="02010609060101010101" pitchFamily="49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000" b="1">
                <a:solidFill>
                  <a:schemeClr val="tx1"/>
                </a:solidFill>
                <a:latin typeface="Tahoma" panose="020B0604030504040204" pitchFamily="34" charset="0"/>
                <a:ea typeface="黑体" panose="02010609060101010101" pitchFamily="49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000" b="1">
                <a:solidFill>
                  <a:schemeClr val="tx1"/>
                </a:solidFill>
                <a:latin typeface="Tahoma" panose="020B0604030504040204" pitchFamily="34" charset="0"/>
                <a:ea typeface="黑体" panose="02010609060101010101" pitchFamily="49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000" b="1">
                <a:solidFill>
                  <a:schemeClr val="tx1"/>
                </a:solidFill>
                <a:latin typeface="Tahoma" panose="020B0604030504040204" pitchFamily="34" charset="0"/>
                <a:ea typeface="黑体" panose="02010609060101010101" pitchFamily="49" charset="-122"/>
              </a:defRPr>
            </a:lvl9pPr>
          </a:lstStyle>
          <a:p>
            <a:pPr marL="0" marR="0" lvl="0" indent="0" algn="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fld id="{E71391A8-2BDD-4B69-8B7A-721D9BAE4E15}" type="slidenum">
              <a:rPr kumimoji="0" lang="en-US" altLang="zh-CN" sz="1200" b="0" i="0" u="none" strike="noStrike" kern="1200" cap="none" spc="0" normalizeH="0" baseline="0" noProof="0">
                <a:ln>
                  <a:noFill/>
                </a:ln>
                <a:solidFill>
                  <a:schemeClr val="tx1"/>
                </a:solidFill>
                <a:effectLst>
                  <a:outerShdw blurRad="38100" dist="38100" dir="2700000" algn="tl">
                    <a:srgbClr val="000000"/>
                  </a:outerShdw>
                </a:effectLst>
                <a:uLnTx/>
                <a:uFillTx/>
                <a:latin typeface="Tahoma" panose="020B0604030504040204" pitchFamily="34" charset="0"/>
                <a:ea typeface="宋体" panose="02010600030101010101" pitchFamily="2" charset="-122"/>
                <a:cs typeface="+mn-cs"/>
              </a:rPr>
            </a:fld>
            <a:endParaRPr kumimoji="0" lang="en-US" altLang="zh-CN" sz="1200" b="0" i="0" u="none" strike="noStrike" kern="1200" cap="none" spc="0" normalizeH="0" baseline="0" noProof="0" dirty="0">
              <a:ln>
                <a:noFill/>
              </a:ln>
              <a:solidFill>
                <a:schemeClr val="tx1"/>
              </a:solidFill>
              <a:effectLst>
                <a:outerShdw blurRad="38100" dist="38100" dir="2700000" algn="tl">
                  <a:srgbClr val="000000"/>
                </a:outerShdw>
              </a:effectLst>
              <a:uLnTx/>
              <a:uFillTx/>
              <a:latin typeface="Tahoma" panose="020B0604030504040204" pitchFamily="34" charset="0"/>
              <a:ea typeface="宋体" panose="02010600030101010101" pitchFamily="2" charset="-122"/>
              <a:cs typeface="+mn-cs"/>
            </a:endParaRPr>
          </a:p>
        </p:txBody>
      </p:sp>
      <p:grpSp>
        <p:nvGrpSpPr>
          <p:cNvPr id="24580" name="组合 20"/>
          <p:cNvGrpSpPr/>
          <p:nvPr/>
        </p:nvGrpSpPr>
        <p:grpSpPr>
          <a:xfrm>
            <a:off x="1603375" y="760413"/>
            <a:ext cx="6745288" cy="584200"/>
            <a:chOff x="684213" y="2416175"/>
            <a:chExt cx="6745307" cy="584197"/>
          </a:xfrm>
        </p:grpSpPr>
        <p:sp>
          <p:nvSpPr>
            <p:cNvPr id="24661" name="Oval 5"/>
            <p:cNvSpPr/>
            <p:nvPr/>
          </p:nvSpPr>
          <p:spPr>
            <a:xfrm>
              <a:off x="744538" y="2451100"/>
              <a:ext cx="736600" cy="546100"/>
            </a:xfrm>
            <a:prstGeom prst="ellipse">
              <a:avLst/>
            </a:prstGeom>
            <a:solidFill>
              <a:srgbClr val="66FFFF"/>
            </a:solidFill>
            <a:ln w="28575" cap="flat" cmpd="sng">
              <a:solidFill>
                <a:srgbClr val="0000CC"/>
              </a:solidFill>
              <a:prstDash val="solid"/>
              <a:headEnd type="none" w="med" len="med"/>
              <a:tailEnd type="none" w="med" len="med"/>
            </a:ln>
          </p:spPr>
          <p:txBody>
            <a:bodyPr wrap="none" anchor="ctr" anchorCtr="0"/>
            <a:lstStyle>
              <a:lvl1pPr marL="342900" indent="-342900" algn="l" rtl="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hlink"/>
                </a:buClr>
                <a:buSzPct val="80000"/>
                <a:buFont typeface="Wingdings" panose="05000000000000000000" pitchFamily="2" charset="2"/>
                <a:buChar char="n"/>
                <a:defRPr sz="3200" b="0">
                  <a:solidFill>
                    <a:schemeClr val="tx1"/>
                  </a:solidFill>
                  <a:effectLst/>
                  <a:latin typeface="+mn-lt"/>
                  <a:ea typeface="+mn-ea"/>
                  <a:cs typeface="+mn-cs"/>
                </a:defRPr>
              </a:lvl1pPr>
              <a:lvl2pPr marL="742950" indent="-285750" algn="l" rtl="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tx1"/>
                </a:buClr>
                <a:buChar char="–"/>
                <a:defRPr sz="2800">
                  <a:solidFill>
                    <a:schemeClr val="tx1"/>
                  </a:solidFill>
                  <a:effectLst/>
                  <a:latin typeface="+mn-lt"/>
                  <a:ea typeface="+mn-ea"/>
                </a:defRPr>
              </a:lvl2pPr>
              <a:lvl3pPr marL="11430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hlink"/>
                </a:buClr>
                <a:buFont typeface="Wingdings" panose="05000000000000000000" pitchFamily="2" charset="2"/>
                <a:buChar char="§"/>
                <a:defRPr sz="2400">
                  <a:solidFill>
                    <a:schemeClr val="tx1"/>
                  </a:solidFill>
                  <a:effectLst/>
                  <a:latin typeface="+mn-lt"/>
                  <a:ea typeface="+mn-ea"/>
                </a:defRPr>
              </a:lvl3pPr>
              <a:lvl4pPr marL="16002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–"/>
                <a:defRPr sz="2000">
                  <a:solidFill>
                    <a:schemeClr val="tx1"/>
                  </a:solidFill>
                  <a:effectLst/>
                  <a:latin typeface="+mn-lt"/>
                  <a:ea typeface="+mn-ea"/>
                </a:defRPr>
              </a:lvl4pPr>
              <a:lvl5pPr marL="20574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hlink"/>
                </a:buClr>
                <a:buFont typeface="Wingdings" panose="05000000000000000000" pitchFamily="2" charset="2"/>
                <a:buChar char="§"/>
                <a:defRPr sz="2000">
                  <a:solidFill>
                    <a:schemeClr val="tx1"/>
                  </a:solidFill>
                  <a:effectLst/>
                  <a:latin typeface="+mn-lt"/>
                  <a:ea typeface="+mn-ea"/>
                </a:defRPr>
              </a:lvl5pPr>
            </a:lstStyle>
            <a:p>
              <a:pPr marL="0" lvl="0" indent="0" eaLnBrk="1" hangingPunct="1">
                <a:spcBef>
                  <a:spcPct val="0"/>
                </a:spcBef>
                <a:buClrTx/>
                <a:buSzTx/>
                <a:buFontTx/>
                <a:buNone/>
              </a:pPr>
              <a:endParaRPr lang="zh-CN" altLang="en-US" sz="2400" b="1" dirty="0">
                <a:latin typeface="Arial" panose="020B0604020202020204" pitchFamily="34" charset="0"/>
              </a:endParaRPr>
            </a:p>
          </p:txBody>
        </p:sp>
        <p:sp>
          <p:nvSpPr>
            <p:cNvPr id="24662" name="Oval 6"/>
            <p:cNvSpPr/>
            <p:nvPr/>
          </p:nvSpPr>
          <p:spPr>
            <a:xfrm>
              <a:off x="2192338" y="2438400"/>
              <a:ext cx="736600" cy="546100"/>
            </a:xfrm>
            <a:prstGeom prst="ellipse">
              <a:avLst/>
            </a:prstGeom>
            <a:solidFill>
              <a:srgbClr val="66FFFF"/>
            </a:solidFill>
            <a:ln w="28575" cap="flat" cmpd="sng">
              <a:solidFill>
                <a:srgbClr val="0000CC"/>
              </a:solidFill>
              <a:prstDash val="solid"/>
              <a:headEnd type="none" w="med" len="med"/>
              <a:tailEnd type="none" w="med" len="med"/>
            </a:ln>
          </p:spPr>
          <p:txBody>
            <a:bodyPr wrap="none" anchor="ctr" anchorCtr="0"/>
            <a:lstStyle>
              <a:lvl1pPr marL="342900" indent="-342900" algn="l" rtl="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hlink"/>
                </a:buClr>
                <a:buSzPct val="80000"/>
                <a:buFont typeface="Wingdings" panose="05000000000000000000" pitchFamily="2" charset="2"/>
                <a:buChar char="n"/>
                <a:defRPr sz="3200" b="0">
                  <a:solidFill>
                    <a:schemeClr val="tx1"/>
                  </a:solidFill>
                  <a:effectLst/>
                  <a:latin typeface="+mn-lt"/>
                  <a:ea typeface="+mn-ea"/>
                  <a:cs typeface="+mn-cs"/>
                </a:defRPr>
              </a:lvl1pPr>
              <a:lvl2pPr marL="742950" indent="-285750" algn="l" rtl="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tx1"/>
                </a:buClr>
                <a:buChar char="–"/>
                <a:defRPr sz="2800">
                  <a:solidFill>
                    <a:schemeClr val="tx1"/>
                  </a:solidFill>
                  <a:effectLst/>
                  <a:latin typeface="+mn-lt"/>
                  <a:ea typeface="+mn-ea"/>
                </a:defRPr>
              </a:lvl2pPr>
              <a:lvl3pPr marL="11430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hlink"/>
                </a:buClr>
                <a:buFont typeface="Wingdings" panose="05000000000000000000" pitchFamily="2" charset="2"/>
                <a:buChar char="§"/>
                <a:defRPr sz="2400">
                  <a:solidFill>
                    <a:schemeClr val="tx1"/>
                  </a:solidFill>
                  <a:effectLst/>
                  <a:latin typeface="+mn-lt"/>
                  <a:ea typeface="+mn-ea"/>
                </a:defRPr>
              </a:lvl3pPr>
              <a:lvl4pPr marL="16002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–"/>
                <a:defRPr sz="2000">
                  <a:solidFill>
                    <a:schemeClr val="tx1"/>
                  </a:solidFill>
                  <a:effectLst/>
                  <a:latin typeface="+mn-lt"/>
                  <a:ea typeface="+mn-ea"/>
                </a:defRPr>
              </a:lvl4pPr>
              <a:lvl5pPr marL="20574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hlink"/>
                </a:buClr>
                <a:buFont typeface="Wingdings" panose="05000000000000000000" pitchFamily="2" charset="2"/>
                <a:buChar char="§"/>
                <a:defRPr sz="2000">
                  <a:solidFill>
                    <a:schemeClr val="tx1"/>
                  </a:solidFill>
                  <a:effectLst/>
                  <a:latin typeface="+mn-lt"/>
                  <a:ea typeface="+mn-ea"/>
                </a:defRPr>
              </a:lvl5pPr>
            </a:lstStyle>
            <a:p>
              <a:pPr marL="0" lvl="0" indent="0" eaLnBrk="1" hangingPunct="1">
                <a:spcBef>
                  <a:spcPct val="0"/>
                </a:spcBef>
                <a:buClrTx/>
                <a:buSzTx/>
                <a:buFontTx/>
                <a:buNone/>
              </a:pPr>
              <a:endParaRPr lang="zh-CN" altLang="en-US" sz="2400" b="1" dirty="0">
                <a:latin typeface="Arial" panose="020B0604020202020204" pitchFamily="34" charset="0"/>
              </a:endParaRPr>
            </a:p>
          </p:txBody>
        </p:sp>
        <p:sp>
          <p:nvSpPr>
            <p:cNvPr id="24663" name="Line 7"/>
            <p:cNvSpPr/>
            <p:nvPr/>
          </p:nvSpPr>
          <p:spPr>
            <a:xfrm>
              <a:off x="1468438" y="2717800"/>
              <a:ext cx="723900" cy="0"/>
            </a:xfrm>
            <a:prstGeom prst="line">
              <a:avLst/>
            </a:prstGeom>
            <a:ln w="28575" cap="flat" cmpd="sng">
              <a:solidFill>
                <a:schemeClr val="tx1"/>
              </a:solidFill>
              <a:prstDash val="solid"/>
              <a:headEnd type="none" w="med" len="med"/>
              <a:tailEnd type="none" w="med" len="med"/>
            </a:ln>
          </p:spPr>
        </p:sp>
        <p:sp>
          <p:nvSpPr>
            <p:cNvPr id="24664" name="Line 8"/>
            <p:cNvSpPr/>
            <p:nvPr/>
          </p:nvSpPr>
          <p:spPr>
            <a:xfrm>
              <a:off x="2928938" y="2717800"/>
              <a:ext cx="723900" cy="0"/>
            </a:xfrm>
            <a:prstGeom prst="line">
              <a:avLst/>
            </a:prstGeom>
            <a:ln w="28575" cap="flat" cmpd="sng">
              <a:solidFill>
                <a:schemeClr val="tx1"/>
              </a:solidFill>
              <a:prstDash val="solid"/>
              <a:headEnd type="none" w="med" len="med"/>
              <a:tailEnd type="none" w="med" len="med"/>
            </a:ln>
          </p:spPr>
        </p:sp>
        <p:sp>
          <p:nvSpPr>
            <p:cNvPr id="24665" name="Oval 9"/>
            <p:cNvSpPr/>
            <p:nvPr/>
          </p:nvSpPr>
          <p:spPr>
            <a:xfrm>
              <a:off x="3652838" y="2438400"/>
              <a:ext cx="736600" cy="546100"/>
            </a:xfrm>
            <a:prstGeom prst="ellipse">
              <a:avLst/>
            </a:prstGeom>
            <a:solidFill>
              <a:srgbClr val="66FFFF"/>
            </a:solidFill>
            <a:ln w="28575" cap="flat" cmpd="sng">
              <a:solidFill>
                <a:srgbClr val="0000CC"/>
              </a:solidFill>
              <a:prstDash val="solid"/>
              <a:headEnd type="none" w="med" len="med"/>
              <a:tailEnd type="none" w="med" len="med"/>
            </a:ln>
          </p:spPr>
          <p:txBody>
            <a:bodyPr wrap="none" anchor="ctr" anchorCtr="0"/>
            <a:lstStyle>
              <a:lvl1pPr marL="342900" indent="-342900" algn="l" rtl="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hlink"/>
                </a:buClr>
                <a:buSzPct val="80000"/>
                <a:buFont typeface="Wingdings" panose="05000000000000000000" pitchFamily="2" charset="2"/>
                <a:buChar char="n"/>
                <a:defRPr sz="3200" b="0">
                  <a:solidFill>
                    <a:schemeClr val="tx1"/>
                  </a:solidFill>
                  <a:effectLst/>
                  <a:latin typeface="+mn-lt"/>
                  <a:ea typeface="+mn-ea"/>
                  <a:cs typeface="+mn-cs"/>
                </a:defRPr>
              </a:lvl1pPr>
              <a:lvl2pPr marL="742950" indent="-285750" algn="l" rtl="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tx1"/>
                </a:buClr>
                <a:buChar char="–"/>
                <a:defRPr sz="2800">
                  <a:solidFill>
                    <a:schemeClr val="tx1"/>
                  </a:solidFill>
                  <a:effectLst/>
                  <a:latin typeface="+mn-lt"/>
                  <a:ea typeface="+mn-ea"/>
                </a:defRPr>
              </a:lvl2pPr>
              <a:lvl3pPr marL="11430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hlink"/>
                </a:buClr>
                <a:buFont typeface="Wingdings" panose="05000000000000000000" pitchFamily="2" charset="2"/>
                <a:buChar char="§"/>
                <a:defRPr sz="2400">
                  <a:solidFill>
                    <a:schemeClr val="tx1"/>
                  </a:solidFill>
                  <a:effectLst/>
                  <a:latin typeface="+mn-lt"/>
                  <a:ea typeface="+mn-ea"/>
                </a:defRPr>
              </a:lvl3pPr>
              <a:lvl4pPr marL="16002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–"/>
                <a:defRPr sz="2000">
                  <a:solidFill>
                    <a:schemeClr val="tx1"/>
                  </a:solidFill>
                  <a:effectLst/>
                  <a:latin typeface="+mn-lt"/>
                  <a:ea typeface="+mn-ea"/>
                </a:defRPr>
              </a:lvl4pPr>
              <a:lvl5pPr marL="20574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hlink"/>
                </a:buClr>
                <a:buFont typeface="Wingdings" panose="05000000000000000000" pitchFamily="2" charset="2"/>
                <a:buChar char="§"/>
                <a:defRPr sz="2000">
                  <a:solidFill>
                    <a:schemeClr val="tx1"/>
                  </a:solidFill>
                  <a:effectLst/>
                  <a:latin typeface="+mn-lt"/>
                  <a:ea typeface="+mn-ea"/>
                </a:defRPr>
              </a:lvl5pPr>
            </a:lstStyle>
            <a:p>
              <a:pPr marL="0" lvl="0" indent="0" eaLnBrk="1" hangingPunct="1">
                <a:spcBef>
                  <a:spcPct val="0"/>
                </a:spcBef>
                <a:buClrTx/>
                <a:buSzTx/>
                <a:buFontTx/>
                <a:buNone/>
              </a:pPr>
              <a:endParaRPr lang="zh-CN" altLang="en-US" sz="2400" b="1" dirty="0">
                <a:latin typeface="Arial" panose="020B0604020202020204" pitchFamily="34" charset="0"/>
              </a:endParaRPr>
            </a:p>
          </p:txBody>
        </p:sp>
        <p:sp>
          <p:nvSpPr>
            <p:cNvPr id="24666" name="Line 10"/>
            <p:cNvSpPr/>
            <p:nvPr/>
          </p:nvSpPr>
          <p:spPr>
            <a:xfrm>
              <a:off x="4389438" y="2717800"/>
              <a:ext cx="723900" cy="0"/>
            </a:xfrm>
            <a:prstGeom prst="line">
              <a:avLst/>
            </a:prstGeom>
            <a:ln w="28575" cap="flat" cmpd="sng">
              <a:solidFill>
                <a:schemeClr val="tx1"/>
              </a:solidFill>
              <a:prstDash val="solid"/>
              <a:headEnd type="none" w="med" len="med"/>
              <a:tailEnd type="none" w="med" len="med"/>
            </a:ln>
          </p:spPr>
        </p:sp>
        <p:sp>
          <p:nvSpPr>
            <p:cNvPr id="24667" name="Oval 11"/>
            <p:cNvSpPr/>
            <p:nvPr/>
          </p:nvSpPr>
          <p:spPr>
            <a:xfrm>
              <a:off x="5126038" y="2438400"/>
              <a:ext cx="736600" cy="546100"/>
            </a:xfrm>
            <a:prstGeom prst="ellipse">
              <a:avLst/>
            </a:prstGeom>
            <a:solidFill>
              <a:srgbClr val="66FFFF"/>
            </a:solidFill>
            <a:ln w="28575" cap="flat" cmpd="sng">
              <a:solidFill>
                <a:srgbClr val="0000CC"/>
              </a:solidFill>
              <a:prstDash val="solid"/>
              <a:headEnd type="none" w="med" len="med"/>
              <a:tailEnd type="none" w="med" len="med"/>
            </a:ln>
          </p:spPr>
          <p:txBody>
            <a:bodyPr wrap="none" anchor="ctr" anchorCtr="0"/>
            <a:lstStyle>
              <a:lvl1pPr marL="342900" indent="-342900" algn="l" rtl="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hlink"/>
                </a:buClr>
                <a:buSzPct val="80000"/>
                <a:buFont typeface="Wingdings" panose="05000000000000000000" pitchFamily="2" charset="2"/>
                <a:buChar char="n"/>
                <a:defRPr sz="3200" b="0">
                  <a:solidFill>
                    <a:schemeClr val="tx1"/>
                  </a:solidFill>
                  <a:effectLst/>
                  <a:latin typeface="+mn-lt"/>
                  <a:ea typeface="+mn-ea"/>
                  <a:cs typeface="+mn-cs"/>
                </a:defRPr>
              </a:lvl1pPr>
              <a:lvl2pPr marL="742950" indent="-285750" algn="l" rtl="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tx1"/>
                </a:buClr>
                <a:buChar char="–"/>
                <a:defRPr sz="2800">
                  <a:solidFill>
                    <a:schemeClr val="tx1"/>
                  </a:solidFill>
                  <a:effectLst/>
                  <a:latin typeface="+mn-lt"/>
                  <a:ea typeface="+mn-ea"/>
                </a:defRPr>
              </a:lvl2pPr>
              <a:lvl3pPr marL="11430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hlink"/>
                </a:buClr>
                <a:buFont typeface="Wingdings" panose="05000000000000000000" pitchFamily="2" charset="2"/>
                <a:buChar char="§"/>
                <a:defRPr sz="2400">
                  <a:solidFill>
                    <a:schemeClr val="tx1"/>
                  </a:solidFill>
                  <a:effectLst/>
                  <a:latin typeface="+mn-lt"/>
                  <a:ea typeface="+mn-ea"/>
                </a:defRPr>
              </a:lvl3pPr>
              <a:lvl4pPr marL="16002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–"/>
                <a:defRPr sz="2000">
                  <a:solidFill>
                    <a:schemeClr val="tx1"/>
                  </a:solidFill>
                  <a:effectLst/>
                  <a:latin typeface="+mn-lt"/>
                  <a:ea typeface="+mn-ea"/>
                </a:defRPr>
              </a:lvl4pPr>
              <a:lvl5pPr marL="20574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hlink"/>
                </a:buClr>
                <a:buFont typeface="Wingdings" panose="05000000000000000000" pitchFamily="2" charset="2"/>
                <a:buChar char="§"/>
                <a:defRPr sz="2000">
                  <a:solidFill>
                    <a:schemeClr val="tx1"/>
                  </a:solidFill>
                  <a:effectLst/>
                  <a:latin typeface="+mn-lt"/>
                  <a:ea typeface="+mn-ea"/>
                </a:defRPr>
              </a:lvl5pPr>
            </a:lstStyle>
            <a:p>
              <a:pPr marL="0" lvl="0" indent="0" eaLnBrk="1" hangingPunct="1">
                <a:spcBef>
                  <a:spcPct val="0"/>
                </a:spcBef>
                <a:buClrTx/>
                <a:buSzTx/>
                <a:buFontTx/>
                <a:buNone/>
              </a:pPr>
              <a:endParaRPr lang="zh-CN" altLang="en-US" sz="2400" b="1" dirty="0">
                <a:latin typeface="Arial" panose="020B0604020202020204" pitchFamily="34" charset="0"/>
              </a:endParaRPr>
            </a:p>
          </p:txBody>
        </p:sp>
        <p:sp>
          <p:nvSpPr>
            <p:cNvPr id="24668" name="Line 12"/>
            <p:cNvSpPr/>
            <p:nvPr/>
          </p:nvSpPr>
          <p:spPr>
            <a:xfrm>
              <a:off x="5862638" y="2746372"/>
              <a:ext cx="723900" cy="0"/>
            </a:xfrm>
            <a:prstGeom prst="line">
              <a:avLst/>
            </a:prstGeom>
            <a:ln w="28575" cap="flat" cmpd="sng">
              <a:solidFill>
                <a:schemeClr val="tx1"/>
              </a:solidFill>
              <a:prstDash val="sysDash"/>
              <a:headEnd type="none" w="med" len="med"/>
              <a:tailEnd type="none" w="med" len="med"/>
            </a:ln>
          </p:spPr>
        </p:sp>
        <p:sp>
          <p:nvSpPr>
            <p:cNvPr id="24669" name="Text Box 13"/>
            <p:cNvSpPr txBox="1"/>
            <p:nvPr/>
          </p:nvSpPr>
          <p:spPr>
            <a:xfrm>
              <a:off x="684213" y="2441575"/>
              <a:ext cx="925512" cy="519113"/>
            </a:xfrm>
            <a:prstGeom prst="rect">
              <a:avLst/>
            </a:prstGeom>
            <a:noFill/>
            <a:ln w="9525">
              <a:noFill/>
            </a:ln>
          </p:spPr>
          <p:txBody>
            <a:bodyPr>
              <a:spAutoFit/>
            </a:bodyPr>
            <a:lstStyle>
              <a:lvl1pPr marL="342900" indent="-342900" algn="l" rtl="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hlink"/>
                </a:buClr>
                <a:buSzPct val="80000"/>
                <a:buFont typeface="Wingdings" panose="05000000000000000000" pitchFamily="2" charset="2"/>
                <a:buChar char="n"/>
                <a:defRPr sz="3200" b="0">
                  <a:solidFill>
                    <a:schemeClr val="tx1"/>
                  </a:solidFill>
                  <a:effectLst/>
                  <a:latin typeface="+mn-lt"/>
                  <a:ea typeface="+mn-ea"/>
                  <a:cs typeface="+mn-cs"/>
                </a:defRPr>
              </a:lvl1pPr>
              <a:lvl2pPr marL="742950" indent="-285750" algn="l" rtl="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tx1"/>
                </a:buClr>
                <a:buChar char="–"/>
                <a:defRPr sz="2800">
                  <a:solidFill>
                    <a:schemeClr val="tx1"/>
                  </a:solidFill>
                  <a:effectLst/>
                  <a:latin typeface="+mn-lt"/>
                  <a:ea typeface="+mn-ea"/>
                </a:defRPr>
              </a:lvl2pPr>
              <a:lvl3pPr marL="11430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hlink"/>
                </a:buClr>
                <a:buFont typeface="Wingdings" panose="05000000000000000000" pitchFamily="2" charset="2"/>
                <a:buChar char="§"/>
                <a:defRPr sz="2400">
                  <a:solidFill>
                    <a:schemeClr val="tx1"/>
                  </a:solidFill>
                  <a:effectLst/>
                  <a:latin typeface="+mn-lt"/>
                  <a:ea typeface="+mn-ea"/>
                </a:defRPr>
              </a:lvl3pPr>
              <a:lvl4pPr marL="16002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–"/>
                <a:defRPr sz="2000">
                  <a:solidFill>
                    <a:schemeClr val="tx1"/>
                  </a:solidFill>
                  <a:effectLst/>
                  <a:latin typeface="+mn-lt"/>
                  <a:ea typeface="+mn-ea"/>
                </a:defRPr>
              </a:lvl4pPr>
              <a:lvl5pPr marL="20574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hlink"/>
                </a:buClr>
                <a:buFont typeface="Wingdings" panose="05000000000000000000" pitchFamily="2" charset="2"/>
                <a:buChar char="§"/>
                <a:defRPr sz="2000">
                  <a:solidFill>
                    <a:schemeClr val="tx1"/>
                  </a:solidFill>
                  <a:effectLst/>
                  <a:latin typeface="+mn-lt"/>
                  <a:ea typeface="+mn-ea"/>
                </a:defRPr>
              </a:lvl5pPr>
            </a:lstStyle>
            <a:p>
              <a:pPr marL="0" lvl="0" indent="0" eaLnBrk="1" hangingPunct="1">
                <a:spcBef>
                  <a:spcPct val="0"/>
                </a:spcBef>
                <a:buClrTx/>
                <a:buSzTx/>
                <a:buFontTx/>
                <a:buNone/>
              </a:pPr>
              <a:r>
                <a:rPr lang="en-US" altLang="zh-CN" sz="2800" b="1" dirty="0">
                  <a:solidFill>
                    <a:srgbClr val="CC0000"/>
                  </a:solidFill>
                  <a:latin typeface="Times New Roman" panose="02020603050405020304" pitchFamily="18" charset="0"/>
                </a:rPr>
                <a:t>stu1</a:t>
              </a:r>
              <a:endParaRPr lang="en-US" altLang="zh-CN" sz="2800" b="1" dirty="0">
                <a:latin typeface="Times New Roman" panose="02020603050405020304" pitchFamily="18" charset="0"/>
              </a:endParaRPr>
            </a:p>
          </p:txBody>
        </p:sp>
        <p:sp>
          <p:nvSpPr>
            <p:cNvPr id="24670" name="Text Box 14"/>
            <p:cNvSpPr txBox="1"/>
            <p:nvPr/>
          </p:nvSpPr>
          <p:spPr>
            <a:xfrm>
              <a:off x="2124075" y="2428875"/>
              <a:ext cx="817562" cy="519113"/>
            </a:xfrm>
            <a:prstGeom prst="rect">
              <a:avLst/>
            </a:prstGeom>
            <a:noFill/>
            <a:ln w="9525">
              <a:noFill/>
            </a:ln>
          </p:spPr>
          <p:txBody>
            <a:bodyPr wrap="none">
              <a:spAutoFit/>
            </a:bodyPr>
            <a:lstStyle>
              <a:lvl1pPr marL="342900" indent="-342900" algn="l" rtl="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hlink"/>
                </a:buClr>
                <a:buSzPct val="80000"/>
                <a:buFont typeface="Wingdings" panose="05000000000000000000" pitchFamily="2" charset="2"/>
                <a:buChar char="n"/>
                <a:defRPr sz="3200" b="0">
                  <a:solidFill>
                    <a:schemeClr val="tx1"/>
                  </a:solidFill>
                  <a:effectLst/>
                  <a:latin typeface="+mn-lt"/>
                  <a:ea typeface="+mn-ea"/>
                  <a:cs typeface="+mn-cs"/>
                </a:defRPr>
              </a:lvl1pPr>
              <a:lvl2pPr marL="742950" indent="-285750" algn="l" rtl="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tx1"/>
                </a:buClr>
                <a:buChar char="–"/>
                <a:defRPr sz="2800">
                  <a:solidFill>
                    <a:schemeClr val="tx1"/>
                  </a:solidFill>
                  <a:effectLst/>
                  <a:latin typeface="+mn-lt"/>
                  <a:ea typeface="+mn-ea"/>
                </a:defRPr>
              </a:lvl2pPr>
              <a:lvl3pPr marL="11430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hlink"/>
                </a:buClr>
                <a:buFont typeface="Wingdings" panose="05000000000000000000" pitchFamily="2" charset="2"/>
                <a:buChar char="§"/>
                <a:defRPr sz="2400">
                  <a:solidFill>
                    <a:schemeClr val="tx1"/>
                  </a:solidFill>
                  <a:effectLst/>
                  <a:latin typeface="+mn-lt"/>
                  <a:ea typeface="+mn-ea"/>
                </a:defRPr>
              </a:lvl3pPr>
              <a:lvl4pPr marL="16002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–"/>
                <a:defRPr sz="2000">
                  <a:solidFill>
                    <a:schemeClr val="tx1"/>
                  </a:solidFill>
                  <a:effectLst/>
                  <a:latin typeface="+mn-lt"/>
                  <a:ea typeface="+mn-ea"/>
                </a:defRPr>
              </a:lvl4pPr>
              <a:lvl5pPr marL="20574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hlink"/>
                </a:buClr>
                <a:buFont typeface="Wingdings" panose="05000000000000000000" pitchFamily="2" charset="2"/>
                <a:buChar char="§"/>
                <a:defRPr sz="2000">
                  <a:solidFill>
                    <a:schemeClr val="tx1"/>
                  </a:solidFill>
                  <a:effectLst/>
                  <a:latin typeface="+mn-lt"/>
                  <a:ea typeface="+mn-ea"/>
                </a:defRPr>
              </a:lvl5pPr>
            </a:lstStyle>
            <a:p>
              <a:pPr marL="0" lvl="0" indent="0" eaLnBrk="1" hangingPunct="1">
                <a:spcBef>
                  <a:spcPct val="0"/>
                </a:spcBef>
                <a:buClrTx/>
                <a:buSzTx/>
                <a:buFontTx/>
                <a:buNone/>
              </a:pPr>
              <a:r>
                <a:rPr lang="en-US" altLang="zh-CN" sz="2800" b="1" dirty="0">
                  <a:solidFill>
                    <a:srgbClr val="CC0000"/>
                  </a:solidFill>
                  <a:latin typeface="Times New Roman" panose="02020603050405020304" pitchFamily="18" charset="0"/>
                </a:rPr>
                <a:t>stu2</a:t>
              </a:r>
              <a:endParaRPr lang="en-US" altLang="zh-CN" sz="2800" b="1" dirty="0">
                <a:latin typeface="Times New Roman" panose="02020603050405020304" pitchFamily="18" charset="0"/>
              </a:endParaRPr>
            </a:p>
          </p:txBody>
        </p:sp>
        <p:sp>
          <p:nvSpPr>
            <p:cNvPr id="24671" name="Text Box 15"/>
            <p:cNvSpPr txBox="1"/>
            <p:nvPr/>
          </p:nvSpPr>
          <p:spPr>
            <a:xfrm>
              <a:off x="3635375" y="2416175"/>
              <a:ext cx="817562" cy="519113"/>
            </a:xfrm>
            <a:prstGeom prst="rect">
              <a:avLst/>
            </a:prstGeom>
            <a:noFill/>
            <a:ln w="9525">
              <a:noFill/>
            </a:ln>
          </p:spPr>
          <p:txBody>
            <a:bodyPr wrap="none">
              <a:spAutoFit/>
            </a:bodyPr>
            <a:lstStyle>
              <a:lvl1pPr marL="342900" indent="-342900" algn="l" rtl="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hlink"/>
                </a:buClr>
                <a:buSzPct val="80000"/>
                <a:buFont typeface="Wingdings" panose="05000000000000000000" pitchFamily="2" charset="2"/>
                <a:buChar char="n"/>
                <a:defRPr sz="3200" b="0">
                  <a:solidFill>
                    <a:schemeClr val="tx1"/>
                  </a:solidFill>
                  <a:effectLst/>
                  <a:latin typeface="+mn-lt"/>
                  <a:ea typeface="+mn-ea"/>
                  <a:cs typeface="+mn-cs"/>
                </a:defRPr>
              </a:lvl1pPr>
              <a:lvl2pPr marL="742950" indent="-285750" algn="l" rtl="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tx1"/>
                </a:buClr>
                <a:buChar char="–"/>
                <a:defRPr sz="2800">
                  <a:solidFill>
                    <a:schemeClr val="tx1"/>
                  </a:solidFill>
                  <a:effectLst/>
                  <a:latin typeface="+mn-lt"/>
                  <a:ea typeface="+mn-ea"/>
                </a:defRPr>
              </a:lvl2pPr>
              <a:lvl3pPr marL="11430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hlink"/>
                </a:buClr>
                <a:buFont typeface="Wingdings" panose="05000000000000000000" pitchFamily="2" charset="2"/>
                <a:buChar char="§"/>
                <a:defRPr sz="2400">
                  <a:solidFill>
                    <a:schemeClr val="tx1"/>
                  </a:solidFill>
                  <a:effectLst/>
                  <a:latin typeface="+mn-lt"/>
                  <a:ea typeface="+mn-ea"/>
                </a:defRPr>
              </a:lvl3pPr>
              <a:lvl4pPr marL="16002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–"/>
                <a:defRPr sz="2000">
                  <a:solidFill>
                    <a:schemeClr val="tx1"/>
                  </a:solidFill>
                  <a:effectLst/>
                  <a:latin typeface="+mn-lt"/>
                  <a:ea typeface="+mn-ea"/>
                </a:defRPr>
              </a:lvl4pPr>
              <a:lvl5pPr marL="20574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hlink"/>
                </a:buClr>
                <a:buFont typeface="Wingdings" panose="05000000000000000000" pitchFamily="2" charset="2"/>
                <a:buChar char="§"/>
                <a:defRPr sz="2000">
                  <a:solidFill>
                    <a:schemeClr val="tx1"/>
                  </a:solidFill>
                  <a:effectLst/>
                  <a:latin typeface="+mn-lt"/>
                  <a:ea typeface="+mn-ea"/>
                </a:defRPr>
              </a:lvl5pPr>
            </a:lstStyle>
            <a:p>
              <a:pPr marL="0" lvl="0" indent="0" eaLnBrk="1" hangingPunct="1">
                <a:spcBef>
                  <a:spcPct val="0"/>
                </a:spcBef>
                <a:buClrTx/>
                <a:buSzTx/>
                <a:buFontTx/>
                <a:buNone/>
              </a:pPr>
              <a:r>
                <a:rPr lang="en-US" altLang="zh-CN" sz="2800" b="1" dirty="0">
                  <a:solidFill>
                    <a:srgbClr val="CC0000"/>
                  </a:solidFill>
                  <a:latin typeface="Times New Roman" panose="02020603050405020304" pitchFamily="18" charset="0"/>
                </a:rPr>
                <a:t>stu3</a:t>
              </a:r>
              <a:endParaRPr lang="en-US" altLang="zh-CN" sz="2800" b="1" dirty="0">
                <a:latin typeface="Times New Roman" panose="02020603050405020304" pitchFamily="18" charset="0"/>
              </a:endParaRPr>
            </a:p>
          </p:txBody>
        </p:sp>
        <p:sp>
          <p:nvSpPr>
            <p:cNvPr id="24672" name="Text Box 16"/>
            <p:cNvSpPr txBox="1"/>
            <p:nvPr/>
          </p:nvSpPr>
          <p:spPr>
            <a:xfrm>
              <a:off x="5076825" y="2441575"/>
              <a:ext cx="817562" cy="519113"/>
            </a:xfrm>
            <a:prstGeom prst="rect">
              <a:avLst/>
            </a:prstGeom>
            <a:noFill/>
            <a:ln w="9525">
              <a:noFill/>
            </a:ln>
          </p:spPr>
          <p:txBody>
            <a:bodyPr wrap="none">
              <a:spAutoFit/>
            </a:bodyPr>
            <a:lstStyle>
              <a:lvl1pPr marL="342900" indent="-342900" algn="l" rtl="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hlink"/>
                </a:buClr>
                <a:buSzPct val="80000"/>
                <a:buFont typeface="Wingdings" panose="05000000000000000000" pitchFamily="2" charset="2"/>
                <a:buChar char="n"/>
                <a:defRPr sz="3200" b="0">
                  <a:solidFill>
                    <a:schemeClr val="tx1"/>
                  </a:solidFill>
                  <a:effectLst/>
                  <a:latin typeface="+mn-lt"/>
                  <a:ea typeface="+mn-ea"/>
                  <a:cs typeface="+mn-cs"/>
                </a:defRPr>
              </a:lvl1pPr>
              <a:lvl2pPr marL="742950" indent="-285750" algn="l" rtl="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tx1"/>
                </a:buClr>
                <a:buChar char="–"/>
                <a:defRPr sz="2800">
                  <a:solidFill>
                    <a:schemeClr val="tx1"/>
                  </a:solidFill>
                  <a:effectLst/>
                  <a:latin typeface="+mn-lt"/>
                  <a:ea typeface="+mn-ea"/>
                </a:defRPr>
              </a:lvl2pPr>
              <a:lvl3pPr marL="11430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hlink"/>
                </a:buClr>
                <a:buFont typeface="Wingdings" panose="05000000000000000000" pitchFamily="2" charset="2"/>
                <a:buChar char="§"/>
                <a:defRPr sz="2400">
                  <a:solidFill>
                    <a:schemeClr val="tx1"/>
                  </a:solidFill>
                  <a:effectLst/>
                  <a:latin typeface="+mn-lt"/>
                  <a:ea typeface="+mn-ea"/>
                </a:defRPr>
              </a:lvl3pPr>
              <a:lvl4pPr marL="16002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–"/>
                <a:defRPr sz="2000">
                  <a:solidFill>
                    <a:schemeClr val="tx1"/>
                  </a:solidFill>
                  <a:effectLst/>
                  <a:latin typeface="+mn-lt"/>
                  <a:ea typeface="+mn-ea"/>
                </a:defRPr>
              </a:lvl4pPr>
              <a:lvl5pPr marL="20574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hlink"/>
                </a:buClr>
                <a:buFont typeface="Wingdings" panose="05000000000000000000" pitchFamily="2" charset="2"/>
                <a:buChar char="§"/>
                <a:defRPr sz="2000">
                  <a:solidFill>
                    <a:schemeClr val="tx1"/>
                  </a:solidFill>
                  <a:effectLst/>
                  <a:latin typeface="+mn-lt"/>
                  <a:ea typeface="+mn-ea"/>
                </a:defRPr>
              </a:lvl5pPr>
            </a:lstStyle>
            <a:p>
              <a:pPr marL="0" lvl="0" indent="0" eaLnBrk="1" hangingPunct="1">
                <a:spcBef>
                  <a:spcPct val="0"/>
                </a:spcBef>
                <a:buClrTx/>
                <a:buSzTx/>
                <a:buFontTx/>
                <a:buNone/>
              </a:pPr>
              <a:r>
                <a:rPr lang="en-US" altLang="zh-CN" sz="2800" b="1" dirty="0">
                  <a:solidFill>
                    <a:srgbClr val="CC0000"/>
                  </a:solidFill>
                  <a:latin typeface="Times New Roman" panose="02020603050405020304" pitchFamily="18" charset="0"/>
                </a:rPr>
                <a:t>stu4</a:t>
              </a:r>
              <a:endParaRPr lang="en-US" altLang="zh-CN" sz="2800" b="1" dirty="0">
                <a:latin typeface="Times New Roman" panose="02020603050405020304" pitchFamily="18" charset="0"/>
              </a:endParaRPr>
            </a:p>
          </p:txBody>
        </p:sp>
        <p:grpSp>
          <p:nvGrpSpPr>
            <p:cNvPr id="24673" name="Group 17"/>
            <p:cNvGrpSpPr/>
            <p:nvPr/>
          </p:nvGrpSpPr>
          <p:grpSpPr>
            <a:xfrm>
              <a:off x="6563551" y="2454272"/>
              <a:ext cx="865969" cy="546100"/>
              <a:chOff x="4104" y="936"/>
              <a:chExt cx="639" cy="344"/>
            </a:xfrm>
          </p:grpSpPr>
          <p:sp>
            <p:nvSpPr>
              <p:cNvPr id="24674" name="Oval 18"/>
              <p:cNvSpPr/>
              <p:nvPr/>
            </p:nvSpPr>
            <p:spPr>
              <a:xfrm>
                <a:off x="4104" y="936"/>
                <a:ext cx="639" cy="344"/>
              </a:xfrm>
              <a:prstGeom prst="ellipse">
                <a:avLst/>
              </a:prstGeom>
              <a:solidFill>
                <a:srgbClr val="66FFFF"/>
              </a:solidFill>
              <a:ln w="28575" cap="flat" cmpd="sng">
                <a:solidFill>
                  <a:srgbClr val="0000CC"/>
                </a:solidFill>
                <a:prstDash val="solid"/>
                <a:headEnd type="none" w="med" len="med"/>
                <a:tailEnd type="none" w="med" len="med"/>
              </a:ln>
            </p:spPr>
            <p:txBody>
              <a:bodyPr wrap="none" anchor="ctr" anchorCtr="0"/>
              <a:lstStyle>
                <a:lvl1pPr marL="342900" indent="-342900" algn="l" rtl="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hlink"/>
                  </a:buClr>
                  <a:buSzPct val="80000"/>
                  <a:buFont typeface="Wingdings" panose="05000000000000000000" pitchFamily="2" charset="2"/>
                  <a:buChar char="n"/>
                  <a:defRPr sz="3200" b="0">
                    <a:solidFill>
                      <a:schemeClr val="tx1"/>
                    </a:solidFill>
                    <a:effectLst/>
                    <a:latin typeface="+mn-lt"/>
                    <a:ea typeface="+mn-ea"/>
                    <a:cs typeface="+mn-cs"/>
                  </a:defRPr>
                </a:lvl1pPr>
                <a:lvl2pPr marL="742950" indent="-285750" algn="l" rtl="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tx1"/>
                  </a:buClr>
                  <a:buChar char="–"/>
                  <a:defRPr sz="2800">
                    <a:solidFill>
                      <a:schemeClr val="tx1"/>
                    </a:solidFill>
                    <a:effectLst/>
                    <a:latin typeface="+mn-lt"/>
                    <a:ea typeface="+mn-ea"/>
                  </a:defRPr>
                </a:lvl2pPr>
                <a:lvl3pPr marL="1143000" indent="-228600" algn="l" rtl="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hlink"/>
                  </a:buClr>
                  <a:buFont typeface="Wingdings" panose="05000000000000000000" pitchFamily="2" charset="2"/>
                  <a:buChar char="§"/>
                  <a:defRPr sz="2400">
                    <a:solidFill>
                      <a:schemeClr val="tx1"/>
                    </a:solidFill>
                    <a:effectLst/>
                    <a:latin typeface="+mn-lt"/>
                    <a:ea typeface="+mn-ea"/>
                  </a:defRPr>
                </a:lvl3pPr>
                <a:lvl4pPr marL="1600200" indent="-228600" algn="l" rtl="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–"/>
                  <a:defRPr sz="2000">
                    <a:solidFill>
                      <a:schemeClr val="tx1"/>
                    </a:solidFill>
                    <a:effectLst/>
                    <a:latin typeface="+mn-lt"/>
                    <a:ea typeface="+mn-ea"/>
                  </a:defRPr>
                </a:lvl4pPr>
                <a:lvl5pPr marL="2057400" indent="-228600" algn="l" rtl="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hlink"/>
                  </a:buClr>
                  <a:buFont typeface="Wingdings" panose="05000000000000000000" pitchFamily="2" charset="2"/>
                  <a:buChar char="§"/>
                  <a:defRPr sz="2000">
                    <a:solidFill>
                      <a:schemeClr val="tx1"/>
                    </a:solidFill>
                    <a:effectLst/>
                    <a:latin typeface="+mn-lt"/>
                    <a:ea typeface="+mn-ea"/>
                  </a:defRPr>
                </a:lvl5pPr>
              </a:lstStyle>
              <a:p>
                <a:pPr marL="0" lvl="0" indent="0" eaLnBrk="1" hangingPunct="1">
                  <a:spcBef>
                    <a:spcPct val="0"/>
                  </a:spcBef>
                  <a:buClrTx/>
                  <a:buSzTx/>
                  <a:buFontTx/>
                  <a:buNone/>
                </a:pPr>
                <a:endParaRPr lang="zh-CN" altLang="en-US" sz="2400" b="1" dirty="0">
                  <a:latin typeface="Arial" panose="020B0604020202020204" pitchFamily="34" charset="0"/>
                </a:endParaRPr>
              </a:p>
            </p:txBody>
          </p:sp>
          <p:sp>
            <p:nvSpPr>
              <p:cNvPr id="24675" name="Text Box 19"/>
              <p:cNvSpPr txBox="1"/>
              <p:nvPr/>
            </p:nvSpPr>
            <p:spPr>
              <a:xfrm>
                <a:off x="4148" y="965"/>
                <a:ext cx="575" cy="252"/>
              </a:xfrm>
              <a:prstGeom prst="rect">
                <a:avLst/>
              </a:prstGeom>
              <a:noFill/>
              <a:ln w="9525">
                <a:noFill/>
              </a:ln>
            </p:spPr>
            <p:txBody>
              <a:bodyPr>
                <a:spAutoFit/>
              </a:bodyPr>
              <a:lstStyle>
                <a:lvl1pPr marL="342900" indent="-342900" algn="l" rtl="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hlink"/>
                  </a:buClr>
                  <a:buSzPct val="80000"/>
                  <a:buFont typeface="Wingdings" panose="05000000000000000000" pitchFamily="2" charset="2"/>
                  <a:buChar char="n"/>
                  <a:defRPr sz="3200" b="0">
                    <a:solidFill>
                      <a:schemeClr val="tx1"/>
                    </a:solidFill>
                    <a:effectLst/>
                    <a:latin typeface="+mn-lt"/>
                    <a:ea typeface="+mn-ea"/>
                    <a:cs typeface="+mn-cs"/>
                  </a:defRPr>
                </a:lvl1pPr>
                <a:lvl2pPr marL="742950" indent="-285750" algn="l" rtl="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tx1"/>
                  </a:buClr>
                  <a:buChar char="–"/>
                  <a:defRPr sz="2800">
                    <a:solidFill>
                      <a:schemeClr val="tx1"/>
                    </a:solidFill>
                    <a:effectLst/>
                    <a:latin typeface="+mn-lt"/>
                    <a:ea typeface="+mn-ea"/>
                  </a:defRPr>
                </a:lvl2pPr>
                <a:lvl3pPr marL="1143000" indent="-228600" algn="l" rtl="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hlink"/>
                  </a:buClr>
                  <a:buFont typeface="Wingdings" panose="05000000000000000000" pitchFamily="2" charset="2"/>
                  <a:buChar char="§"/>
                  <a:defRPr sz="2400">
                    <a:solidFill>
                      <a:schemeClr val="tx1"/>
                    </a:solidFill>
                    <a:effectLst/>
                    <a:latin typeface="+mn-lt"/>
                    <a:ea typeface="+mn-ea"/>
                  </a:defRPr>
                </a:lvl3pPr>
                <a:lvl4pPr marL="1600200" indent="-228600" algn="l" rtl="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–"/>
                  <a:defRPr sz="2000">
                    <a:solidFill>
                      <a:schemeClr val="tx1"/>
                    </a:solidFill>
                    <a:effectLst/>
                    <a:latin typeface="+mn-lt"/>
                    <a:ea typeface="+mn-ea"/>
                  </a:defRPr>
                </a:lvl4pPr>
                <a:lvl5pPr marL="2057400" indent="-228600" algn="l" rtl="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hlink"/>
                  </a:buClr>
                  <a:buFont typeface="Wingdings" panose="05000000000000000000" pitchFamily="2" charset="2"/>
                  <a:buChar char="§"/>
                  <a:defRPr sz="2000">
                    <a:solidFill>
                      <a:schemeClr val="tx1"/>
                    </a:solidFill>
                    <a:effectLst/>
                    <a:latin typeface="+mn-lt"/>
                    <a:ea typeface="+mn-ea"/>
                  </a:defRPr>
                </a:lvl5pPr>
              </a:lstStyle>
              <a:p>
                <a:pPr marL="0" lvl="0" indent="0" eaLnBrk="1" hangingPunct="1">
                  <a:spcBef>
                    <a:spcPct val="0"/>
                  </a:spcBef>
                  <a:buClrTx/>
                  <a:buSzTx/>
                  <a:buFontTx/>
                  <a:buNone/>
                </a:pPr>
                <a:r>
                  <a:rPr lang="en-US" altLang="zh-CN" sz="2000" b="1" dirty="0">
                    <a:solidFill>
                      <a:srgbClr val="CC0000"/>
                    </a:solidFill>
                    <a:latin typeface="Times New Roman" panose="02020603050405020304" pitchFamily="18" charset="0"/>
                  </a:rPr>
                  <a:t>stu34</a:t>
                </a:r>
                <a:endParaRPr lang="en-US" altLang="zh-CN" sz="2000" b="1" dirty="0">
                  <a:latin typeface="Times New Roman" panose="02020603050405020304" pitchFamily="18" charset="0"/>
                </a:endParaRPr>
              </a:p>
            </p:txBody>
          </p:sp>
        </p:grpSp>
      </p:grpSp>
      <p:graphicFrame>
        <p:nvGraphicFramePr>
          <p:cNvPr id="28" name="Group 59"/>
          <p:cNvGraphicFramePr/>
          <p:nvPr/>
        </p:nvGraphicFramePr>
        <p:xfrm>
          <a:off x="1546225" y="3294063"/>
          <a:ext cx="6516689" cy="468313"/>
        </p:xfrm>
        <a:graphic>
          <a:graphicData uri="http://schemas.openxmlformats.org/drawingml/2006/table">
            <a:tbl>
              <a:tblPr/>
              <a:tblGrid>
                <a:gridCol w="592106"/>
                <a:gridCol w="592106"/>
                <a:gridCol w="592106"/>
                <a:gridCol w="593280"/>
                <a:gridCol w="592106"/>
                <a:gridCol w="593281"/>
                <a:gridCol w="592106"/>
                <a:gridCol w="593280"/>
                <a:gridCol w="592106"/>
                <a:gridCol w="592106"/>
                <a:gridCol w="592106"/>
              </a:tblGrid>
              <a:tr h="468312"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buSzPct val="80000"/>
                        <a:buFont typeface="Wingdings" panose="05000000000000000000" pitchFamily="2" charset="2"/>
                        <a:buNone/>
                      </a:pPr>
                      <a:r>
                        <a:rPr kumimoji="0" lang="en-US" altLang="zh-CN" sz="20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hlink"/>
                          </a:solidFill>
                          <a:effectLst>
                            <a:outerShdw blurRad="38100" dist="38100" dir="2700000" algn="tl">
                              <a:srgbClr val="000000"/>
                            </a:outerShdw>
                          </a:effectLst>
                          <a:latin typeface="Tahoma" panose="020B0604030504040204" pitchFamily="34" charset="0"/>
                          <a:ea typeface="宋体" panose="02010600030101010101" pitchFamily="2" charset="-122"/>
                        </a:rPr>
                        <a:t>78</a:t>
                      </a:r>
                      <a:endParaRPr kumimoji="0" lang="en-US" altLang="zh-CN" sz="2000" b="0" i="0" u="none" strike="noStrike" cap="none" normalizeH="0" baseline="0" dirty="0">
                        <a:ln>
                          <a:noFill/>
                        </a:ln>
                        <a:solidFill>
                          <a:schemeClr val="hlink"/>
                        </a:solidFill>
                        <a:effectLst>
                          <a:outerShdw blurRad="38100" dist="38100" dir="2700000" algn="tl">
                            <a:srgbClr val="000000"/>
                          </a:outerShdw>
                        </a:effectLst>
                        <a:latin typeface="Tahoma" panose="020B0604030504040204" pitchFamily="34" charset="0"/>
                        <a:ea typeface="宋体" panose="02010600030101010101" pitchFamily="2" charset="-122"/>
                      </a:endParaRPr>
                    </a:p>
                  </a:txBody>
                  <a:tcPr marL="91425" marR="91425"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buSzPct val="80000"/>
                        <a:buFont typeface="Wingdings" panose="05000000000000000000" pitchFamily="2" charset="2"/>
                        <a:buNone/>
                      </a:pPr>
                      <a:r>
                        <a:rPr kumimoji="0" lang="en-US" altLang="zh-CN" sz="20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hlink"/>
                          </a:solidFill>
                          <a:effectLst>
                            <a:outerShdw blurRad="38100" dist="38100" dir="2700000" algn="tl">
                              <a:srgbClr val="000000"/>
                            </a:outerShdw>
                          </a:effectLst>
                          <a:latin typeface="Tahoma" panose="020B0604030504040204" pitchFamily="34" charset="0"/>
                          <a:ea typeface="宋体" panose="02010600030101010101" pitchFamily="2" charset="-122"/>
                        </a:rPr>
                        <a:t>60</a:t>
                      </a:r>
                      <a:endParaRPr kumimoji="0" lang="en-US" altLang="zh-CN" sz="2000" b="0" i="0" u="none" strike="noStrike" cap="none" normalizeH="0" baseline="0" dirty="0">
                        <a:ln>
                          <a:noFill/>
                        </a:ln>
                        <a:solidFill>
                          <a:schemeClr val="hlink"/>
                        </a:solidFill>
                        <a:effectLst>
                          <a:outerShdw blurRad="38100" dist="38100" dir="2700000" algn="tl">
                            <a:srgbClr val="000000"/>
                          </a:outerShdw>
                        </a:effectLst>
                        <a:latin typeface="Tahoma" panose="020B0604030504040204" pitchFamily="34" charset="0"/>
                        <a:ea typeface="宋体" panose="02010600030101010101" pitchFamily="2" charset="-122"/>
                      </a:endParaRPr>
                    </a:p>
                  </a:txBody>
                  <a:tcPr marL="91425" marR="91425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buSzPct val="80000"/>
                        <a:buFont typeface="Wingdings" panose="05000000000000000000" pitchFamily="2" charset="2"/>
                        <a:buNone/>
                      </a:pPr>
                      <a:r>
                        <a:rPr kumimoji="0" lang="en-US" altLang="zh-CN" sz="2000" b="0" i="0" u="none" strike="noStrike" cap="none" normalizeH="0" baseline="0" dirty="0">
                          <a:ln>
                            <a:noFill/>
                          </a:ln>
                          <a:solidFill>
                            <a:srgbClr val="FFFF00"/>
                          </a:solidFill>
                          <a:effectLst>
                            <a:outerShdw blurRad="38100" dist="38100" dir="2700000" algn="tl">
                              <a:srgbClr val="000000"/>
                            </a:outerShdw>
                          </a:effectLst>
                          <a:latin typeface="Tahoma" panose="020B0604030504040204" pitchFamily="34" charset="0"/>
                          <a:ea typeface="宋体" panose="02010600030101010101" pitchFamily="2" charset="-122"/>
                        </a:rPr>
                        <a:t>56</a:t>
                      </a:r>
                      <a:endParaRPr kumimoji="0" lang="en-US" altLang="zh-CN" sz="2000" b="0" i="0" u="none" strike="noStrike" cap="none" normalizeH="0" baseline="0" dirty="0">
                        <a:ln>
                          <a:noFill/>
                        </a:ln>
                        <a:solidFill>
                          <a:srgbClr val="FFFF00"/>
                        </a:solidFill>
                        <a:effectLst>
                          <a:outerShdw blurRad="38100" dist="38100" dir="2700000" algn="tl">
                            <a:srgbClr val="000000"/>
                          </a:outerShdw>
                        </a:effectLst>
                        <a:latin typeface="Tahoma" panose="020B0604030504040204" pitchFamily="34" charset="0"/>
                        <a:ea typeface="宋体" panose="02010600030101010101" pitchFamily="2" charset="-122"/>
                      </a:endParaRPr>
                    </a:p>
                  </a:txBody>
                  <a:tcPr marL="91425" marR="91425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buSzPct val="80000"/>
                        <a:buFont typeface="Wingdings" panose="05000000000000000000" pitchFamily="2" charset="2"/>
                        <a:buNone/>
                      </a:pPr>
                      <a:r>
                        <a:rPr kumimoji="0" lang="en-US" altLang="zh-CN" sz="18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hlink"/>
                          </a:solidFill>
                          <a:effectLst>
                            <a:outerShdw blurRad="38100" dist="38100" dir="2700000" algn="tl">
                              <a:srgbClr val="000000"/>
                            </a:outerShdw>
                          </a:effectLst>
                          <a:latin typeface="Tahoma" panose="020B0604030504040204" pitchFamily="34" charset="0"/>
                          <a:ea typeface="宋体" panose="02010600030101010101" pitchFamily="2" charset="-122"/>
                        </a:rPr>
                        <a:t>100</a:t>
                      </a:r>
                      <a:endParaRPr kumimoji="0" lang="en-US" altLang="zh-CN" sz="1800" b="0" i="0" u="none" strike="noStrike" cap="none" normalizeH="0" baseline="0" dirty="0">
                        <a:ln>
                          <a:noFill/>
                        </a:ln>
                        <a:solidFill>
                          <a:schemeClr val="hlink"/>
                        </a:solidFill>
                        <a:effectLst>
                          <a:outerShdw blurRad="38100" dist="38100" dir="2700000" algn="tl">
                            <a:srgbClr val="000000"/>
                          </a:outerShdw>
                        </a:effectLst>
                        <a:latin typeface="Tahoma" panose="020B0604030504040204" pitchFamily="34" charset="0"/>
                        <a:ea typeface="宋体" panose="02010600030101010101" pitchFamily="2" charset="-122"/>
                      </a:endParaRPr>
                    </a:p>
                  </a:txBody>
                  <a:tcPr marL="91425" marR="91425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buSzPct val="80000"/>
                        <a:buFont typeface="Wingdings" panose="05000000000000000000" pitchFamily="2" charset="2"/>
                        <a:buNone/>
                      </a:pPr>
                      <a:r>
                        <a:rPr kumimoji="0" lang="en-US" altLang="zh-CN" sz="20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hlink"/>
                          </a:solidFill>
                          <a:effectLst>
                            <a:outerShdw blurRad="38100" dist="38100" dir="2700000" algn="tl">
                              <a:srgbClr val="000000"/>
                            </a:outerShdw>
                          </a:effectLst>
                          <a:latin typeface="Arial" panose="020B0604020202020204"/>
                          <a:ea typeface="宋体" panose="02010600030101010101" pitchFamily="2" charset="-122"/>
                        </a:rPr>
                        <a:t>…</a:t>
                      </a:r>
                      <a:endParaRPr kumimoji="0" lang="en-US" altLang="zh-CN" sz="2000" b="0" i="0" u="none" strike="noStrike" cap="none" normalizeH="0" baseline="0" dirty="0">
                        <a:ln>
                          <a:noFill/>
                        </a:ln>
                        <a:solidFill>
                          <a:schemeClr val="hlink"/>
                        </a:solidFill>
                        <a:effectLst>
                          <a:outerShdw blurRad="38100" dist="38100" dir="2700000" algn="tl">
                            <a:srgbClr val="000000"/>
                          </a:outerShdw>
                        </a:effectLst>
                        <a:latin typeface="Tahoma" panose="020B0604030504040204" pitchFamily="34" charset="0"/>
                        <a:ea typeface="宋体" panose="02010600030101010101" pitchFamily="2" charset="-122"/>
                      </a:endParaRPr>
                    </a:p>
                  </a:txBody>
                  <a:tcPr marL="91425" marR="91425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buSzPct val="80000"/>
                        <a:buFont typeface="Wingdings" panose="05000000000000000000" pitchFamily="2" charset="2"/>
                        <a:buNone/>
                      </a:pPr>
                      <a:r>
                        <a:rPr kumimoji="0" lang="en-US" altLang="zh-CN" sz="20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hlink"/>
                          </a:solidFill>
                          <a:effectLst>
                            <a:outerShdw blurRad="38100" dist="38100" dir="2700000" algn="tl">
                              <a:srgbClr val="000000"/>
                            </a:outerShdw>
                          </a:effectLst>
                          <a:latin typeface="Tahoma" panose="020B0604030504040204" pitchFamily="34" charset="0"/>
                          <a:ea typeface="宋体" panose="02010600030101010101" pitchFamily="2" charset="-122"/>
                        </a:rPr>
                        <a:t>98</a:t>
                      </a:r>
                      <a:endParaRPr kumimoji="0" lang="en-US" altLang="zh-CN" sz="2000" b="0" i="0" u="none" strike="noStrike" cap="none" normalizeH="0" baseline="0" dirty="0">
                        <a:ln>
                          <a:noFill/>
                        </a:ln>
                        <a:solidFill>
                          <a:schemeClr val="hlink"/>
                        </a:solidFill>
                        <a:effectLst>
                          <a:outerShdw blurRad="38100" dist="38100" dir="2700000" algn="tl">
                            <a:srgbClr val="000000"/>
                          </a:outerShdw>
                        </a:effectLst>
                        <a:latin typeface="Tahoma" panose="020B0604030504040204" pitchFamily="34" charset="0"/>
                        <a:ea typeface="宋体" panose="02010600030101010101" pitchFamily="2" charset="-122"/>
                      </a:endParaRPr>
                    </a:p>
                  </a:txBody>
                  <a:tcPr marL="91425" marR="91425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buSzPct val="80000"/>
                        <a:buFont typeface="Wingdings" panose="05000000000000000000" pitchFamily="2" charset="2"/>
                        <a:buNone/>
                      </a:pPr>
                      <a:r>
                        <a:rPr kumimoji="0" lang="en-US" altLang="zh-CN" sz="20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hlink"/>
                          </a:solidFill>
                          <a:effectLst>
                            <a:outerShdw blurRad="38100" dist="38100" dir="2700000" algn="tl">
                              <a:srgbClr val="000000"/>
                            </a:outerShdw>
                          </a:effectLst>
                          <a:latin typeface="Arial" panose="020B0604020202020204"/>
                          <a:ea typeface="宋体" panose="02010600030101010101" pitchFamily="2" charset="-122"/>
                        </a:rPr>
                        <a:t>…</a:t>
                      </a:r>
                      <a:endParaRPr kumimoji="0" lang="en-US" altLang="zh-CN" sz="2000" b="0" i="0" u="none" strike="noStrike" cap="none" normalizeH="0" baseline="0" dirty="0">
                        <a:ln>
                          <a:noFill/>
                        </a:ln>
                        <a:solidFill>
                          <a:schemeClr val="hlink"/>
                        </a:solidFill>
                        <a:effectLst>
                          <a:outerShdw blurRad="38100" dist="38100" dir="2700000" algn="tl">
                            <a:srgbClr val="000000"/>
                          </a:outerShdw>
                        </a:effectLst>
                        <a:latin typeface="Tahoma" panose="020B0604030504040204" pitchFamily="34" charset="0"/>
                        <a:ea typeface="宋体" panose="02010600030101010101" pitchFamily="2" charset="-122"/>
                      </a:endParaRPr>
                    </a:p>
                  </a:txBody>
                  <a:tcPr marL="91425" marR="91425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buSzPct val="80000"/>
                        <a:buFont typeface="Wingdings" panose="05000000000000000000" pitchFamily="2" charset="2"/>
                        <a:buNone/>
                      </a:pPr>
                      <a:r>
                        <a:rPr kumimoji="0" lang="en-US" altLang="zh-CN" sz="2000" b="0" i="0" u="none" strike="noStrike" cap="none" normalizeH="0" baseline="0" dirty="0">
                          <a:ln>
                            <a:noFill/>
                          </a:ln>
                          <a:solidFill>
                            <a:srgbClr val="FFFF00"/>
                          </a:solidFill>
                          <a:effectLst>
                            <a:outerShdw blurRad="38100" dist="38100" dir="2700000" algn="tl">
                              <a:srgbClr val="000000"/>
                            </a:outerShdw>
                          </a:effectLst>
                          <a:latin typeface="Tahoma" panose="020B0604030504040204" pitchFamily="34" charset="0"/>
                          <a:ea typeface="宋体" panose="02010600030101010101" pitchFamily="2" charset="-122"/>
                        </a:rPr>
                        <a:t>39</a:t>
                      </a:r>
                      <a:endParaRPr kumimoji="0" lang="en-US" altLang="zh-CN" sz="2000" b="0" i="0" u="none" strike="noStrike" cap="none" normalizeH="0" baseline="0" dirty="0">
                        <a:ln>
                          <a:noFill/>
                        </a:ln>
                        <a:solidFill>
                          <a:srgbClr val="FFFF00"/>
                        </a:solidFill>
                        <a:effectLst>
                          <a:outerShdw blurRad="38100" dist="38100" dir="2700000" algn="tl">
                            <a:srgbClr val="000000"/>
                          </a:outerShdw>
                        </a:effectLst>
                        <a:latin typeface="Tahoma" panose="020B0604030504040204" pitchFamily="34" charset="0"/>
                        <a:ea typeface="宋体" panose="02010600030101010101" pitchFamily="2" charset="-122"/>
                      </a:endParaRPr>
                    </a:p>
                  </a:txBody>
                  <a:tcPr marL="91425" marR="91425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buSzPct val="80000"/>
                        <a:buFont typeface="Wingdings" panose="05000000000000000000" pitchFamily="2" charset="2"/>
                        <a:buNone/>
                      </a:pPr>
                      <a:r>
                        <a:rPr kumimoji="0" lang="en-US" altLang="zh-CN" sz="20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hlink"/>
                          </a:solidFill>
                          <a:effectLst>
                            <a:outerShdw blurRad="38100" dist="38100" dir="2700000" algn="tl">
                              <a:srgbClr val="000000"/>
                            </a:outerShdw>
                          </a:effectLst>
                          <a:latin typeface="Tahoma" panose="020B0604030504040204" pitchFamily="34" charset="0"/>
                          <a:ea typeface="宋体" panose="02010600030101010101" pitchFamily="2" charset="-122"/>
                        </a:rPr>
                        <a:t>79</a:t>
                      </a:r>
                      <a:endParaRPr kumimoji="0" lang="en-US" altLang="zh-CN" sz="2000" b="0" i="0" u="none" strike="noStrike" cap="none" normalizeH="0" baseline="0" dirty="0">
                        <a:ln>
                          <a:noFill/>
                        </a:ln>
                        <a:solidFill>
                          <a:schemeClr val="hlink"/>
                        </a:solidFill>
                        <a:effectLst>
                          <a:outerShdw blurRad="38100" dist="38100" dir="2700000" algn="tl">
                            <a:srgbClr val="000000"/>
                          </a:outerShdw>
                        </a:effectLst>
                        <a:latin typeface="Tahoma" panose="020B0604030504040204" pitchFamily="34" charset="0"/>
                        <a:ea typeface="宋体" panose="02010600030101010101" pitchFamily="2" charset="-122"/>
                      </a:endParaRPr>
                    </a:p>
                  </a:txBody>
                  <a:tcPr marL="91425" marR="91425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buSzPct val="80000"/>
                        <a:buFont typeface="Wingdings" panose="05000000000000000000" pitchFamily="2" charset="2"/>
                        <a:buNone/>
                      </a:pPr>
                      <a:r>
                        <a:rPr kumimoji="0" lang="en-US" altLang="zh-CN" sz="20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hlink"/>
                          </a:solidFill>
                          <a:effectLst>
                            <a:outerShdw blurRad="38100" dist="38100" dir="2700000" algn="tl">
                              <a:srgbClr val="000000"/>
                            </a:outerShdw>
                          </a:effectLst>
                          <a:latin typeface="Tahoma" panose="020B0604030504040204" pitchFamily="34" charset="0"/>
                          <a:ea typeface="宋体" panose="02010600030101010101" pitchFamily="2" charset="-122"/>
                        </a:rPr>
                        <a:t>88</a:t>
                      </a:r>
                      <a:endParaRPr kumimoji="0" lang="en-US" altLang="zh-CN" sz="2000" b="0" i="0" u="none" strike="noStrike" cap="none" normalizeH="0" baseline="0" dirty="0">
                        <a:ln>
                          <a:noFill/>
                        </a:ln>
                        <a:solidFill>
                          <a:schemeClr val="hlink"/>
                        </a:solidFill>
                        <a:effectLst>
                          <a:outerShdw blurRad="38100" dist="38100" dir="2700000" algn="tl">
                            <a:srgbClr val="000000"/>
                          </a:outerShdw>
                        </a:effectLst>
                        <a:latin typeface="Tahoma" panose="020B0604030504040204" pitchFamily="34" charset="0"/>
                        <a:ea typeface="宋体" panose="02010600030101010101" pitchFamily="2" charset="-122"/>
                      </a:endParaRPr>
                    </a:p>
                  </a:txBody>
                  <a:tcPr marL="91425" marR="91425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buSzPct val="80000"/>
                        <a:buFont typeface="Wingdings" panose="05000000000000000000" pitchFamily="2" charset="2"/>
                        <a:buNone/>
                      </a:pPr>
                      <a:r>
                        <a:rPr kumimoji="0" lang="en-US" altLang="zh-CN" sz="20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hlink"/>
                          </a:solidFill>
                          <a:effectLst>
                            <a:outerShdw blurRad="38100" dist="38100" dir="2700000" algn="tl">
                              <a:srgbClr val="000000"/>
                            </a:outerShdw>
                          </a:effectLst>
                          <a:latin typeface="Tahoma" panose="020B0604030504040204" pitchFamily="34" charset="0"/>
                          <a:ea typeface="宋体" panose="02010600030101010101" pitchFamily="2" charset="-122"/>
                        </a:rPr>
                        <a:t>92</a:t>
                      </a:r>
                      <a:endParaRPr kumimoji="0" lang="en-US" altLang="zh-CN" sz="2000" b="0" i="0" u="none" strike="noStrike" cap="none" normalizeH="0" baseline="0" dirty="0">
                        <a:ln>
                          <a:noFill/>
                        </a:ln>
                        <a:solidFill>
                          <a:schemeClr val="hlink"/>
                        </a:solidFill>
                        <a:effectLst>
                          <a:outerShdw blurRad="38100" dist="38100" dir="2700000" algn="tl">
                            <a:srgbClr val="000000"/>
                          </a:outerShdw>
                        </a:effectLst>
                        <a:latin typeface="Tahoma" panose="020B0604030504040204" pitchFamily="34" charset="0"/>
                        <a:ea typeface="宋体" panose="02010600030101010101" pitchFamily="2" charset="-122"/>
                      </a:endParaRPr>
                    </a:p>
                  </a:txBody>
                  <a:tcPr marL="91425" marR="91425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</a:tr>
            </a:tbl>
          </a:graphicData>
        </a:graphic>
      </p:graphicFrame>
      <p:graphicFrame>
        <p:nvGraphicFramePr>
          <p:cNvPr id="29" name="Group 130"/>
          <p:cNvGraphicFramePr>
            <a:graphicFrameLocks noGrp="1"/>
          </p:cNvGraphicFramePr>
          <p:nvPr/>
        </p:nvGraphicFramePr>
        <p:xfrm>
          <a:off x="1546225" y="3798888"/>
          <a:ext cx="6516689" cy="431800"/>
        </p:xfrm>
        <a:graphic>
          <a:graphicData uri="http://schemas.openxmlformats.org/drawingml/2006/table">
            <a:tbl>
              <a:tblPr/>
              <a:tblGrid>
                <a:gridCol w="592106"/>
                <a:gridCol w="592106"/>
                <a:gridCol w="592106"/>
                <a:gridCol w="593280"/>
                <a:gridCol w="592106"/>
                <a:gridCol w="593281"/>
                <a:gridCol w="592106"/>
                <a:gridCol w="593280"/>
                <a:gridCol w="592106"/>
                <a:gridCol w="592106"/>
                <a:gridCol w="592106"/>
              </a:tblGrid>
              <a:tr h="431800"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buSzPct val="80000"/>
                        <a:buFont typeface="Wingdings" panose="05000000000000000000" pitchFamily="2" charset="2"/>
                        <a:buNone/>
                      </a:pPr>
                      <a:r>
                        <a:rPr kumimoji="0" lang="en-US" altLang="zh-CN" sz="20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/>
                            </a:outerShdw>
                          </a:effectLst>
                          <a:latin typeface="Tahoma" panose="020B0604030504040204" pitchFamily="34" charset="0"/>
                          <a:ea typeface="宋体" panose="02010600030101010101" pitchFamily="2" charset="-122"/>
                        </a:rPr>
                        <a:t>a[0]</a:t>
                      </a:r>
                      <a:endParaRPr kumimoji="0" lang="en-US" altLang="zh-CN" sz="2000" b="0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>
                          <a:outerShdw blurRad="38100" dist="38100" dir="2700000" algn="tl">
                            <a:srgbClr val="000000"/>
                          </a:outerShdw>
                        </a:effectLst>
                        <a:latin typeface="Tahoma" panose="020B0604030504040204" pitchFamily="34" charset="0"/>
                        <a:ea typeface="宋体" panose="02010600030101010101" pitchFamily="2" charset="-122"/>
                      </a:endParaRPr>
                    </a:p>
                  </a:txBody>
                  <a:tcPr marL="91426" marR="91426" horzOverflow="overflow">
                    <a:lnL cap="flat">
                      <a:noFill/>
                    </a:lnL>
                    <a:lnR>
                      <a:noFill/>
                    </a:lnR>
                    <a:lnT cap="flat">
                      <a:noFill/>
                    </a:lnT>
                    <a:lnB cap="flat">
                      <a:noFill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buSzPct val="80000"/>
                        <a:buFont typeface="Wingdings" panose="05000000000000000000" pitchFamily="2" charset="2"/>
                        <a:buNone/>
                      </a:pPr>
                      <a:r>
                        <a:rPr kumimoji="0" lang="en-US" altLang="zh-CN" sz="20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/>
                            </a:outerShdw>
                          </a:effectLst>
                          <a:latin typeface="Tahoma" panose="020B0604030504040204" pitchFamily="34" charset="0"/>
                          <a:ea typeface="宋体" panose="02010600030101010101" pitchFamily="2" charset="-122"/>
                        </a:rPr>
                        <a:t>a[1]</a:t>
                      </a:r>
                      <a:endParaRPr kumimoji="0" lang="en-US" altLang="zh-CN" sz="2000" b="0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>
                          <a:outerShdw blurRad="38100" dist="38100" dir="2700000" algn="tl">
                            <a:srgbClr val="000000"/>
                          </a:outerShdw>
                        </a:effectLst>
                        <a:latin typeface="Tahoma" panose="020B0604030504040204" pitchFamily="34" charset="0"/>
                        <a:ea typeface="宋体" panose="02010600030101010101" pitchFamily="2" charset="-122"/>
                      </a:endParaRPr>
                    </a:p>
                  </a:txBody>
                  <a:tcPr marL="91426" marR="91426" horzOverflow="overflow">
                    <a:lnL>
                      <a:noFill/>
                    </a:lnL>
                    <a:lnR>
                      <a:noFill/>
                    </a:lnR>
                    <a:lnT cap="flat">
                      <a:noFill/>
                    </a:lnT>
                    <a:lnB cap="flat">
                      <a:noFill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buSzPct val="80000"/>
                        <a:buFont typeface="Wingdings" panose="05000000000000000000" pitchFamily="2" charset="2"/>
                        <a:buNone/>
                      </a:pPr>
                      <a:r>
                        <a:rPr kumimoji="0" lang="en-US" altLang="zh-CN" sz="20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/>
                            </a:outerShdw>
                          </a:effectLst>
                          <a:latin typeface="Tahoma" panose="020B0604030504040204" pitchFamily="34" charset="0"/>
                          <a:ea typeface="宋体" panose="02010600030101010101" pitchFamily="2" charset="-122"/>
                        </a:rPr>
                        <a:t>a[2]</a:t>
                      </a:r>
                      <a:endParaRPr kumimoji="0" lang="en-US" altLang="zh-CN" sz="2000" b="0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>
                          <a:outerShdw blurRad="38100" dist="38100" dir="2700000" algn="tl">
                            <a:srgbClr val="000000"/>
                          </a:outerShdw>
                        </a:effectLst>
                        <a:latin typeface="Tahoma" panose="020B0604030504040204" pitchFamily="34" charset="0"/>
                        <a:ea typeface="宋体" panose="02010600030101010101" pitchFamily="2" charset="-122"/>
                      </a:endParaRPr>
                    </a:p>
                  </a:txBody>
                  <a:tcPr marL="91426" marR="91426" horzOverflow="overflow">
                    <a:lnL>
                      <a:noFill/>
                    </a:lnL>
                    <a:lnR>
                      <a:noFill/>
                    </a:lnR>
                    <a:lnT cap="flat">
                      <a:noFill/>
                    </a:lnT>
                    <a:lnB cap="flat">
                      <a:noFill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buSzPct val="80000"/>
                        <a:buFont typeface="Wingdings" panose="05000000000000000000" pitchFamily="2" charset="2"/>
                        <a:buNone/>
                      </a:pPr>
                      <a:r>
                        <a:rPr kumimoji="0" lang="en-US" altLang="zh-CN" sz="20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/>
                            </a:outerShdw>
                          </a:effectLst>
                          <a:latin typeface="Tahoma" panose="020B0604030504040204" pitchFamily="34" charset="0"/>
                          <a:ea typeface="宋体" panose="02010600030101010101" pitchFamily="2" charset="-122"/>
                        </a:rPr>
                        <a:t>a[3]</a:t>
                      </a:r>
                      <a:endParaRPr kumimoji="0" lang="en-US" altLang="zh-CN" sz="2000" b="0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>
                          <a:outerShdw blurRad="38100" dist="38100" dir="2700000" algn="tl">
                            <a:srgbClr val="000000"/>
                          </a:outerShdw>
                        </a:effectLst>
                        <a:latin typeface="Tahoma" panose="020B0604030504040204" pitchFamily="34" charset="0"/>
                        <a:ea typeface="宋体" panose="02010600030101010101" pitchFamily="2" charset="-122"/>
                      </a:endParaRPr>
                    </a:p>
                  </a:txBody>
                  <a:tcPr marL="91426" marR="91426" horzOverflow="overflow">
                    <a:lnL>
                      <a:noFill/>
                    </a:lnL>
                    <a:lnR>
                      <a:noFill/>
                    </a:lnR>
                    <a:lnT cap="flat">
                      <a:noFill/>
                    </a:lnT>
                    <a:lnB cap="flat">
                      <a:noFill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buSzPct val="80000"/>
                        <a:buFont typeface="Wingdings" panose="05000000000000000000" pitchFamily="2" charset="2"/>
                        <a:buNone/>
                      </a:pPr>
                      <a:r>
                        <a:rPr kumimoji="0" lang="en-US" altLang="zh-CN" sz="20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/>
                            </a:outerShdw>
                          </a:effectLst>
                          <a:latin typeface="Arial" panose="020B0604020202020204"/>
                          <a:ea typeface="宋体" panose="02010600030101010101" pitchFamily="2" charset="-122"/>
                        </a:rPr>
                        <a:t>…</a:t>
                      </a:r>
                      <a:endParaRPr kumimoji="0" lang="en-US" altLang="zh-CN" sz="2000" b="0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>
                          <a:outerShdw blurRad="38100" dist="38100" dir="2700000" algn="tl">
                            <a:srgbClr val="000000"/>
                          </a:outerShdw>
                        </a:effectLst>
                        <a:latin typeface="Tahoma" panose="020B0604030504040204" pitchFamily="34" charset="0"/>
                        <a:ea typeface="宋体" panose="02010600030101010101" pitchFamily="2" charset="-122"/>
                      </a:endParaRPr>
                    </a:p>
                  </a:txBody>
                  <a:tcPr marL="91426" marR="91426" horzOverflow="overflow">
                    <a:lnL>
                      <a:noFill/>
                    </a:lnL>
                    <a:lnR>
                      <a:noFill/>
                    </a:lnR>
                    <a:lnT cap="flat">
                      <a:noFill/>
                    </a:lnT>
                    <a:lnB cap="flat">
                      <a:noFill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buSzPct val="80000"/>
                        <a:buFont typeface="Wingdings" panose="05000000000000000000" pitchFamily="2" charset="2"/>
                        <a:buNone/>
                      </a:pPr>
                      <a:r>
                        <a:rPr kumimoji="0" lang="en-US" altLang="zh-CN" sz="20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hlink"/>
                          </a:solidFill>
                          <a:effectLst>
                            <a:outerShdw blurRad="38100" dist="38100" dir="2700000" algn="tl">
                              <a:srgbClr val="000000"/>
                            </a:outerShdw>
                          </a:effectLst>
                          <a:latin typeface="Tahoma" panose="020B0604030504040204" pitchFamily="34" charset="0"/>
                          <a:ea typeface="宋体" panose="02010600030101010101" pitchFamily="2" charset="-122"/>
                        </a:rPr>
                        <a:t>a[</a:t>
                      </a:r>
                      <a:r>
                        <a:rPr kumimoji="0" lang="en-US" altLang="zh-CN" sz="2000" b="0" i="0" u="none" strike="noStrike" cap="none" normalizeH="0" baseline="0" dirty="0" err="1">
                          <a:ln>
                            <a:noFill/>
                          </a:ln>
                          <a:solidFill>
                            <a:schemeClr val="hlink"/>
                          </a:solidFill>
                          <a:effectLst>
                            <a:outerShdw blurRad="38100" dist="38100" dir="2700000" algn="tl">
                              <a:srgbClr val="000000"/>
                            </a:outerShdw>
                          </a:effectLst>
                          <a:latin typeface="Tahoma" panose="020B0604030504040204" pitchFamily="34" charset="0"/>
                          <a:ea typeface="宋体" panose="02010600030101010101" pitchFamily="2" charset="-122"/>
                        </a:rPr>
                        <a:t>i</a:t>
                      </a:r>
                      <a:r>
                        <a:rPr kumimoji="0" lang="en-US" altLang="zh-CN" sz="20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hlink"/>
                          </a:solidFill>
                          <a:effectLst>
                            <a:outerShdw blurRad="38100" dist="38100" dir="2700000" algn="tl">
                              <a:srgbClr val="000000"/>
                            </a:outerShdw>
                          </a:effectLst>
                          <a:latin typeface="Tahoma" panose="020B0604030504040204" pitchFamily="34" charset="0"/>
                          <a:ea typeface="宋体" panose="02010600030101010101" pitchFamily="2" charset="-122"/>
                        </a:rPr>
                        <a:t>]</a:t>
                      </a:r>
                      <a:endParaRPr kumimoji="0" lang="en-US" altLang="zh-CN" sz="2000" b="0" i="0" u="none" strike="noStrike" cap="none" normalizeH="0" baseline="0" dirty="0">
                        <a:ln>
                          <a:noFill/>
                        </a:ln>
                        <a:solidFill>
                          <a:schemeClr val="hlink"/>
                        </a:solidFill>
                        <a:effectLst>
                          <a:outerShdw blurRad="38100" dist="38100" dir="2700000" algn="tl">
                            <a:srgbClr val="000000"/>
                          </a:outerShdw>
                        </a:effectLst>
                        <a:latin typeface="Tahoma" panose="020B0604030504040204" pitchFamily="34" charset="0"/>
                        <a:ea typeface="宋体" panose="02010600030101010101" pitchFamily="2" charset="-122"/>
                      </a:endParaRPr>
                    </a:p>
                  </a:txBody>
                  <a:tcPr marL="91426" marR="91426" horzOverflow="overflow">
                    <a:lnL>
                      <a:noFill/>
                    </a:lnL>
                    <a:lnR>
                      <a:noFill/>
                    </a:lnR>
                    <a:lnT cap="flat">
                      <a:noFill/>
                    </a:lnT>
                    <a:lnB cap="flat">
                      <a:noFill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buSzPct val="80000"/>
                        <a:buFont typeface="Wingdings" panose="05000000000000000000" pitchFamily="2" charset="2"/>
                        <a:buNone/>
                      </a:pPr>
                      <a:r>
                        <a:rPr kumimoji="0" lang="en-US" altLang="zh-CN" sz="20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/>
                            </a:outerShdw>
                          </a:effectLst>
                          <a:latin typeface="Arial" panose="020B0604020202020204"/>
                          <a:ea typeface="宋体" panose="02010600030101010101" pitchFamily="2" charset="-122"/>
                        </a:rPr>
                        <a:t>…</a:t>
                      </a:r>
                      <a:endParaRPr kumimoji="0" lang="en-US" altLang="zh-CN" sz="2000" b="0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>
                          <a:outerShdw blurRad="38100" dist="38100" dir="2700000" algn="tl">
                            <a:srgbClr val="000000"/>
                          </a:outerShdw>
                        </a:effectLst>
                        <a:latin typeface="Tahoma" panose="020B0604030504040204" pitchFamily="34" charset="0"/>
                        <a:ea typeface="宋体" panose="02010600030101010101" pitchFamily="2" charset="-122"/>
                      </a:endParaRPr>
                    </a:p>
                  </a:txBody>
                  <a:tcPr marL="91426" marR="91426" horzOverflow="overflow">
                    <a:lnL>
                      <a:noFill/>
                    </a:lnL>
                    <a:lnR>
                      <a:noFill/>
                    </a:lnR>
                    <a:lnT cap="flat">
                      <a:noFill/>
                    </a:lnT>
                    <a:lnB cap="flat">
                      <a:noFill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buSzPct val="80000"/>
                        <a:buFont typeface="Wingdings" panose="05000000000000000000" pitchFamily="2" charset="2"/>
                        <a:buNone/>
                      </a:pPr>
                      <a:r>
                        <a:rPr kumimoji="0" lang="en-US" altLang="zh-CN" sz="16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/>
                            </a:outerShdw>
                          </a:effectLst>
                          <a:latin typeface="Tahoma" panose="020B0604030504040204" pitchFamily="34" charset="0"/>
                          <a:ea typeface="宋体" panose="02010600030101010101" pitchFamily="2" charset="-122"/>
                        </a:rPr>
                        <a:t>a[30]</a:t>
                      </a:r>
                      <a:endParaRPr kumimoji="0" lang="en-US" altLang="zh-CN" sz="1600" b="0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>
                          <a:outerShdw blurRad="38100" dist="38100" dir="2700000" algn="tl">
                            <a:srgbClr val="000000"/>
                          </a:outerShdw>
                        </a:effectLst>
                        <a:latin typeface="Tahoma" panose="020B0604030504040204" pitchFamily="34" charset="0"/>
                        <a:ea typeface="宋体" panose="02010600030101010101" pitchFamily="2" charset="-122"/>
                      </a:endParaRPr>
                    </a:p>
                  </a:txBody>
                  <a:tcPr marL="91426" marR="91426" horzOverflow="overflow">
                    <a:lnL>
                      <a:noFill/>
                    </a:lnL>
                    <a:lnR>
                      <a:noFill/>
                    </a:lnR>
                    <a:lnT cap="flat">
                      <a:noFill/>
                    </a:lnT>
                    <a:lnB cap="flat">
                      <a:noFill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buSzPct val="80000"/>
                        <a:buFont typeface="Wingdings" panose="05000000000000000000" pitchFamily="2" charset="2"/>
                        <a:buNone/>
                      </a:pPr>
                      <a:r>
                        <a:rPr kumimoji="0" lang="en-US" altLang="zh-CN" sz="16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/>
                            </a:outerShdw>
                          </a:effectLst>
                          <a:latin typeface="Tahoma" panose="020B0604030504040204" pitchFamily="34" charset="0"/>
                          <a:ea typeface="宋体" panose="02010600030101010101" pitchFamily="2" charset="-122"/>
                        </a:rPr>
                        <a:t>a[31]</a:t>
                      </a:r>
                      <a:endParaRPr kumimoji="0" lang="en-US" altLang="zh-CN" sz="1600" b="0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>
                          <a:outerShdw blurRad="38100" dist="38100" dir="2700000" algn="tl">
                            <a:srgbClr val="000000"/>
                          </a:outerShdw>
                        </a:effectLst>
                        <a:latin typeface="Tahoma" panose="020B0604030504040204" pitchFamily="34" charset="0"/>
                        <a:ea typeface="宋体" panose="02010600030101010101" pitchFamily="2" charset="-122"/>
                      </a:endParaRPr>
                    </a:p>
                  </a:txBody>
                  <a:tcPr marL="91426" marR="91426" horzOverflow="overflow">
                    <a:lnL>
                      <a:noFill/>
                    </a:lnL>
                    <a:lnR>
                      <a:noFill/>
                    </a:lnR>
                    <a:lnT cap="flat">
                      <a:noFill/>
                    </a:lnT>
                    <a:lnB cap="flat">
                      <a:noFill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buSzPct val="80000"/>
                        <a:buFont typeface="Wingdings" panose="05000000000000000000" pitchFamily="2" charset="2"/>
                        <a:buNone/>
                      </a:pPr>
                      <a:r>
                        <a:rPr kumimoji="0" lang="en-US" altLang="zh-CN" sz="16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/>
                            </a:outerShdw>
                          </a:effectLst>
                          <a:latin typeface="Tahoma" panose="020B0604030504040204" pitchFamily="34" charset="0"/>
                          <a:ea typeface="宋体" panose="02010600030101010101" pitchFamily="2" charset="-122"/>
                        </a:rPr>
                        <a:t>a[32]</a:t>
                      </a:r>
                      <a:endParaRPr kumimoji="0" lang="en-US" altLang="zh-CN" sz="1600" b="0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>
                          <a:outerShdw blurRad="38100" dist="38100" dir="2700000" algn="tl">
                            <a:srgbClr val="000000"/>
                          </a:outerShdw>
                        </a:effectLst>
                        <a:latin typeface="Tahoma" panose="020B0604030504040204" pitchFamily="34" charset="0"/>
                        <a:ea typeface="宋体" panose="02010600030101010101" pitchFamily="2" charset="-122"/>
                      </a:endParaRPr>
                    </a:p>
                  </a:txBody>
                  <a:tcPr marL="91426" marR="91426" horzOverflow="overflow">
                    <a:lnL>
                      <a:noFill/>
                    </a:lnL>
                    <a:lnR>
                      <a:noFill/>
                    </a:lnR>
                    <a:lnT cap="flat">
                      <a:noFill/>
                    </a:lnT>
                    <a:lnB cap="flat">
                      <a:noFill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buSzPct val="80000"/>
                        <a:buFont typeface="Wingdings" panose="05000000000000000000" pitchFamily="2" charset="2"/>
                        <a:buNone/>
                      </a:pPr>
                      <a:r>
                        <a:rPr kumimoji="0" lang="en-US" altLang="zh-CN" sz="16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/>
                            </a:outerShdw>
                          </a:effectLst>
                          <a:latin typeface="Tahoma" panose="020B0604030504040204" pitchFamily="34" charset="0"/>
                          <a:ea typeface="宋体" panose="02010600030101010101" pitchFamily="2" charset="-122"/>
                        </a:rPr>
                        <a:t>a[33]</a:t>
                      </a:r>
                      <a:endParaRPr kumimoji="0" lang="en-US" altLang="zh-CN" sz="1600" b="0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>
                          <a:outerShdw blurRad="38100" dist="38100" dir="2700000" algn="tl">
                            <a:srgbClr val="000000"/>
                          </a:outerShdw>
                        </a:effectLst>
                        <a:latin typeface="Tahoma" panose="020B0604030504040204" pitchFamily="34" charset="0"/>
                        <a:ea typeface="宋体" panose="02010600030101010101" pitchFamily="2" charset="-122"/>
                      </a:endParaRPr>
                    </a:p>
                  </a:txBody>
                  <a:tcPr marL="91426" marR="91426" horzOverflow="overflow">
                    <a:lnL>
                      <a:noFill/>
                    </a:lnL>
                    <a:lnR cap="flat">
                      <a:noFill/>
                    </a:lnR>
                    <a:lnT cap="flat">
                      <a:noFill/>
                    </a:lnT>
                    <a:lnB cap="flat">
                      <a:noFill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</a:tr>
            </a:tbl>
          </a:graphicData>
        </a:graphic>
      </p:graphicFrame>
      <p:sp>
        <p:nvSpPr>
          <p:cNvPr id="24619" name="文本框 32"/>
          <p:cNvSpPr txBox="1"/>
          <p:nvPr/>
        </p:nvSpPr>
        <p:spPr>
          <a:xfrm>
            <a:off x="1430338" y="2008188"/>
            <a:ext cx="9129712" cy="584200"/>
          </a:xfrm>
          <a:prstGeom prst="rect">
            <a:avLst/>
          </a:prstGeom>
          <a:noFill/>
          <a:ln w="9525">
            <a:noFill/>
          </a:ln>
        </p:spPr>
        <p:txBody>
          <a:bodyPr>
            <a:spAutoFit/>
          </a:bodyPr>
          <a:lstStyle>
            <a:lvl1pPr marL="342900" indent="-3429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80000"/>
              <a:buFont typeface="Wingdings" panose="05000000000000000000" pitchFamily="2" charset="2"/>
              <a:buChar char="n"/>
              <a:defRPr sz="3200" b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defRPr>
            </a:lvl1pPr>
            <a:lvl2pPr marL="742950" indent="-28575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Char char="–"/>
              <a:defRPr sz="2800">
                <a:solidFill>
                  <a:schemeClr val="tx1"/>
                </a:solidFill>
                <a:effectLst/>
                <a:latin typeface="+mn-lt"/>
                <a:ea typeface="+mn-ea"/>
              </a:defRPr>
            </a:lvl2pPr>
            <a:lvl3pPr marL="11430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Font typeface="Wingdings" panose="05000000000000000000" pitchFamily="2" charset="2"/>
              <a:buChar char="§"/>
              <a:defRPr sz="2400">
                <a:solidFill>
                  <a:schemeClr val="tx1"/>
                </a:solidFill>
                <a:effectLst/>
                <a:latin typeface="+mn-lt"/>
                <a:ea typeface="+mn-ea"/>
              </a:defRPr>
            </a:lvl3pPr>
            <a:lvl4pPr marL="16002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–"/>
              <a:defRPr sz="2000">
                <a:solidFill>
                  <a:schemeClr val="tx1"/>
                </a:solidFill>
                <a:effectLst/>
                <a:latin typeface="+mn-lt"/>
                <a:ea typeface="+mn-ea"/>
              </a:defRPr>
            </a:lvl4pPr>
            <a:lvl5pPr marL="20574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effectLst/>
                <a:latin typeface="+mn-lt"/>
                <a:ea typeface="+mn-ea"/>
              </a:defRPr>
            </a:lvl5pPr>
          </a:lstStyle>
          <a:p>
            <a:pPr marL="0" lvl="0" indent="0">
              <a:spcBef>
                <a:spcPct val="0"/>
              </a:spcBef>
              <a:buClrTx/>
              <a:buSzTx/>
              <a:buFontTx/>
              <a:buNone/>
            </a:pPr>
            <a:r>
              <a:rPr lang="en-US" altLang="zh-CN" b="1" dirty="0">
                <a:ea typeface="黑体" panose="02010609060101010101" pitchFamily="49" charset="-122"/>
              </a:rPr>
              <a:t>int a[40], </a:t>
            </a:r>
            <a:r>
              <a:rPr lang="en-US" altLang="zh-CN" b="1" dirty="0">
                <a:solidFill>
                  <a:srgbClr val="FFFF00"/>
                </a:solidFill>
                <a:ea typeface="黑体" panose="02010609060101010101" pitchFamily="49" charset="-122"/>
              </a:rPr>
              <a:t>len</a:t>
            </a:r>
            <a:r>
              <a:rPr lang="en-US" altLang="zh-CN" b="1" dirty="0">
                <a:ea typeface="黑体" panose="02010609060101010101" pitchFamily="49" charset="-122"/>
              </a:rPr>
              <a:t>=34;  </a:t>
            </a:r>
            <a:r>
              <a:rPr lang="en-US" altLang="zh-CN" sz="2000" b="1" dirty="0">
                <a:ea typeface="黑体" panose="02010609060101010101" pitchFamily="49" charset="-122"/>
              </a:rPr>
              <a:t>//</a:t>
            </a:r>
            <a:r>
              <a:rPr lang="zh-CN" altLang="en-US" sz="2000" b="1" dirty="0">
                <a:ea typeface="黑体" panose="02010609060101010101" pitchFamily="49" charset="-122"/>
              </a:rPr>
              <a:t>数组尺寸为</a:t>
            </a:r>
            <a:r>
              <a:rPr lang="en-US" altLang="zh-CN" sz="2000" b="1" dirty="0">
                <a:ea typeface="黑体" panose="02010609060101010101" pitchFamily="49" charset="-122"/>
              </a:rPr>
              <a:t>40</a:t>
            </a:r>
            <a:r>
              <a:rPr lang="zh-CN" altLang="en-US" sz="2000" b="1" dirty="0">
                <a:ea typeface="黑体" panose="02010609060101010101" pitchFamily="49" charset="-122"/>
              </a:rPr>
              <a:t>，实际有效元素个数为</a:t>
            </a:r>
            <a:r>
              <a:rPr lang="en-US" altLang="zh-CN" sz="2000" b="1" dirty="0">
                <a:ea typeface="黑体" panose="02010609060101010101" pitchFamily="49" charset="-122"/>
              </a:rPr>
              <a:t>len</a:t>
            </a:r>
            <a:endParaRPr lang="zh-CN" altLang="en-US" sz="2000" b="1" dirty="0">
              <a:ea typeface="黑体" panose="02010609060101010101" pitchFamily="49" charset="-122"/>
            </a:endParaRPr>
          </a:p>
        </p:txBody>
      </p:sp>
      <p:sp>
        <p:nvSpPr>
          <p:cNvPr id="24620" name="文本框 42"/>
          <p:cNvSpPr txBox="1"/>
          <p:nvPr/>
        </p:nvSpPr>
        <p:spPr>
          <a:xfrm>
            <a:off x="107950" y="12700"/>
            <a:ext cx="9080500" cy="646113"/>
          </a:xfrm>
          <a:prstGeom prst="rect">
            <a:avLst/>
          </a:prstGeom>
          <a:noFill/>
          <a:ln w="9525">
            <a:noFill/>
          </a:ln>
        </p:spPr>
        <p:txBody>
          <a:bodyPr>
            <a:spAutoFit/>
          </a:bodyPr>
          <a:lstStyle>
            <a:lvl1pPr marL="342900" indent="-3429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80000"/>
              <a:buFont typeface="Wingdings" panose="05000000000000000000" pitchFamily="2" charset="2"/>
              <a:buChar char="n"/>
              <a:defRPr sz="3200" b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defRPr>
            </a:lvl1pPr>
            <a:lvl2pPr marL="742950" indent="-28575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Char char="–"/>
              <a:defRPr sz="2800">
                <a:solidFill>
                  <a:schemeClr val="tx1"/>
                </a:solidFill>
                <a:effectLst/>
                <a:latin typeface="+mn-lt"/>
                <a:ea typeface="+mn-ea"/>
              </a:defRPr>
            </a:lvl2pPr>
            <a:lvl3pPr marL="11430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Font typeface="Wingdings" panose="05000000000000000000" pitchFamily="2" charset="2"/>
              <a:buChar char="§"/>
              <a:defRPr sz="2400">
                <a:solidFill>
                  <a:schemeClr val="tx1"/>
                </a:solidFill>
                <a:effectLst/>
                <a:latin typeface="+mn-lt"/>
                <a:ea typeface="+mn-ea"/>
              </a:defRPr>
            </a:lvl3pPr>
            <a:lvl4pPr marL="16002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–"/>
              <a:defRPr sz="2000">
                <a:solidFill>
                  <a:schemeClr val="tx1"/>
                </a:solidFill>
                <a:effectLst/>
                <a:latin typeface="+mn-lt"/>
                <a:ea typeface="+mn-ea"/>
              </a:defRPr>
            </a:lvl4pPr>
            <a:lvl5pPr marL="20574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effectLst/>
                <a:latin typeface="+mn-lt"/>
                <a:ea typeface="+mn-ea"/>
              </a:defRPr>
            </a:lvl5pPr>
          </a:lstStyle>
          <a:p>
            <a:pPr marL="0" lvl="0" indent="0">
              <a:spcBef>
                <a:spcPct val="0"/>
              </a:spcBef>
              <a:buClrTx/>
              <a:buSzTx/>
              <a:buFontTx/>
              <a:buNone/>
            </a:pPr>
            <a:r>
              <a:rPr lang="zh-CN" altLang="en-US" sz="3600" b="1" dirty="0">
                <a:solidFill>
                  <a:srgbClr val="FFFF00"/>
                </a:solidFill>
                <a:ea typeface="黑体" panose="02010609060101010101" pitchFamily="49" charset="-122"/>
              </a:rPr>
              <a:t>数组的基本操作：增加</a:t>
            </a:r>
            <a:r>
              <a:rPr lang="zh-CN" altLang="en-US" sz="3600" b="1" dirty="0">
                <a:ea typeface="黑体" panose="02010609060101010101" pitchFamily="49" charset="-122"/>
              </a:rPr>
              <a:t>、修改、删除、检索</a:t>
            </a:r>
            <a:endParaRPr lang="zh-CN" altLang="en-US" sz="3600" b="1" dirty="0">
              <a:ea typeface="黑体" panose="02010609060101010101" pitchFamily="49" charset="-122"/>
            </a:endParaRPr>
          </a:p>
        </p:txBody>
      </p:sp>
      <p:graphicFrame>
        <p:nvGraphicFramePr>
          <p:cNvPr id="45" name="Group 130"/>
          <p:cNvGraphicFramePr>
            <a:graphicFrameLocks noGrp="1"/>
          </p:cNvGraphicFramePr>
          <p:nvPr/>
        </p:nvGraphicFramePr>
        <p:xfrm>
          <a:off x="1528763" y="5172075"/>
          <a:ext cx="6516689" cy="431800"/>
        </p:xfrm>
        <a:graphic>
          <a:graphicData uri="http://schemas.openxmlformats.org/drawingml/2006/table">
            <a:tbl>
              <a:tblPr/>
              <a:tblGrid>
                <a:gridCol w="592106"/>
                <a:gridCol w="592106"/>
                <a:gridCol w="592106"/>
                <a:gridCol w="593280"/>
                <a:gridCol w="592106"/>
                <a:gridCol w="593281"/>
                <a:gridCol w="592106"/>
                <a:gridCol w="593280"/>
                <a:gridCol w="592106"/>
                <a:gridCol w="592106"/>
                <a:gridCol w="592106"/>
              </a:tblGrid>
              <a:tr h="431800"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buSzPct val="80000"/>
                        <a:buFont typeface="Wingdings" panose="05000000000000000000" pitchFamily="2" charset="2"/>
                        <a:buNone/>
                      </a:pPr>
                      <a:r>
                        <a:rPr kumimoji="0" lang="en-US" altLang="zh-CN" sz="20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/>
                            </a:outerShdw>
                          </a:effectLst>
                          <a:latin typeface="Tahoma" panose="020B0604030504040204" pitchFamily="34" charset="0"/>
                          <a:ea typeface="宋体" panose="02010600030101010101" pitchFamily="2" charset="-122"/>
                        </a:rPr>
                        <a:t>a[0]</a:t>
                      </a:r>
                      <a:endParaRPr kumimoji="0" lang="en-US" altLang="zh-CN" sz="2000" b="0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>
                          <a:outerShdw blurRad="38100" dist="38100" dir="2700000" algn="tl">
                            <a:srgbClr val="000000"/>
                          </a:outerShdw>
                        </a:effectLst>
                        <a:latin typeface="Tahoma" panose="020B0604030504040204" pitchFamily="34" charset="0"/>
                        <a:ea typeface="宋体" panose="02010600030101010101" pitchFamily="2" charset="-122"/>
                      </a:endParaRPr>
                    </a:p>
                  </a:txBody>
                  <a:tcPr marL="91426" marR="91426" horzOverflow="overflow">
                    <a:lnL cap="flat">
                      <a:noFill/>
                    </a:lnL>
                    <a:lnR>
                      <a:noFill/>
                    </a:lnR>
                    <a:lnT cap="flat">
                      <a:noFill/>
                    </a:lnT>
                    <a:lnB cap="flat">
                      <a:noFill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buSzPct val="80000"/>
                        <a:buFont typeface="Wingdings" panose="05000000000000000000" pitchFamily="2" charset="2"/>
                        <a:buNone/>
                      </a:pPr>
                      <a:r>
                        <a:rPr kumimoji="0" lang="en-US" altLang="zh-CN" sz="20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/>
                            </a:outerShdw>
                          </a:effectLst>
                          <a:latin typeface="Tahoma" panose="020B0604030504040204" pitchFamily="34" charset="0"/>
                          <a:ea typeface="宋体" panose="02010600030101010101" pitchFamily="2" charset="-122"/>
                        </a:rPr>
                        <a:t>a[1]</a:t>
                      </a:r>
                      <a:endParaRPr kumimoji="0" lang="en-US" altLang="zh-CN" sz="2000" b="0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>
                          <a:outerShdw blurRad="38100" dist="38100" dir="2700000" algn="tl">
                            <a:srgbClr val="000000"/>
                          </a:outerShdw>
                        </a:effectLst>
                        <a:latin typeface="Tahoma" panose="020B0604030504040204" pitchFamily="34" charset="0"/>
                        <a:ea typeface="宋体" panose="02010600030101010101" pitchFamily="2" charset="-122"/>
                      </a:endParaRPr>
                    </a:p>
                  </a:txBody>
                  <a:tcPr marL="91426" marR="91426" horzOverflow="overflow">
                    <a:lnL>
                      <a:noFill/>
                    </a:lnL>
                    <a:lnR>
                      <a:noFill/>
                    </a:lnR>
                    <a:lnT cap="flat">
                      <a:noFill/>
                    </a:lnT>
                    <a:lnB cap="flat">
                      <a:noFill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buSzPct val="80000"/>
                        <a:buFont typeface="Wingdings" panose="05000000000000000000" pitchFamily="2" charset="2"/>
                        <a:buNone/>
                      </a:pPr>
                      <a:r>
                        <a:rPr kumimoji="0" lang="en-US" altLang="zh-CN" sz="20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/>
                            </a:outerShdw>
                          </a:effectLst>
                          <a:latin typeface="Tahoma" panose="020B0604030504040204" pitchFamily="34" charset="0"/>
                          <a:ea typeface="宋体" panose="02010600030101010101" pitchFamily="2" charset="-122"/>
                        </a:rPr>
                        <a:t>a[2]</a:t>
                      </a:r>
                      <a:endParaRPr kumimoji="0" lang="en-US" altLang="zh-CN" sz="2000" b="0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>
                          <a:outerShdw blurRad="38100" dist="38100" dir="2700000" algn="tl">
                            <a:srgbClr val="000000"/>
                          </a:outerShdw>
                        </a:effectLst>
                        <a:latin typeface="Tahoma" panose="020B0604030504040204" pitchFamily="34" charset="0"/>
                        <a:ea typeface="宋体" panose="02010600030101010101" pitchFamily="2" charset="-122"/>
                      </a:endParaRPr>
                    </a:p>
                  </a:txBody>
                  <a:tcPr marL="91426" marR="91426" horzOverflow="overflow">
                    <a:lnL>
                      <a:noFill/>
                    </a:lnL>
                    <a:lnR>
                      <a:noFill/>
                    </a:lnR>
                    <a:lnT cap="flat">
                      <a:noFill/>
                    </a:lnT>
                    <a:lnB cap="flat">
                      <a:noFill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buSzPct val="80000"/>
                        <a:buFont typeface="Wingdings" panose="05000000000000000000" pitchFamily="2" charset="2"/>
                        <a:buNone/>
                      </a:pPr>
                      <a:r>
                        <a:rPr kumimoji="0" lang="en-US" altLang="zh-CN" sz="20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/>
                            </a:outerShdw>
                          </a:effectLst>
                          <a:latin typeface="Tahoma" panose="020B0604030504040204" pitchFamily="34" charset="0"/>
                          <a:ea typeface="宋体" panose="02010600030101010101" pitchFamily="2" charset="-122"/>
                        </a:rPr>
                        <a:t>a[3]</a:t>
                      </a:r>
                      <a:endParaRPr kumimoji="0" lang="en-US" altLang="zh-CN" sz="2000" b="0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>
                          <a:outerShdw blurRad="38100" dist="38100" dir="2700000" algn="tl">
                            <a:srgbClr val="000000"/>
                          </a:outerShdw>
                        </a:effectLst>
                        <a:latin typeface="Tahoma" panose="020B0604030504040204" pitchFamily="34" charset="0"/>
                        <a:ea typeface="宋体" panose="02010600030101010101" pitchFamily="2" charset="-122"/>
                      </a:endParaRPr>
                    </a:p>
                  </a:txBody>
                  <a:tcPr marL="91426" marR="91426" horzOverflow="overflow">
                    <a:lnL>
                      <a:noFill/>
                    </a:lnL>
                    <a:lnR>
                      <a:noFill/>
                    </a:lnR>
                    <a:lnT cap="flat">
                      <a:noFill/>
                    </a:lnT>
                    <a:lnB cap="flat">
                      <a:noFill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buSzPct val="80000"/>
                        <a:buFont typeface="Wingdings" panose="05000000000000000000" pitchFamily="2" charset="2"/>
                        <a:buNone/>
                      </a:pPr>
                      <a:r>
                        <a:rPr kumimoji="0" lang="en-US" altLang="zh-CN" sz="20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/>
                            </a:outerShdw>
                          </a:effectLst>
                          <a:latin typeface="Arial" panose="020B0604020202020204"/>
                          <a:ea typeface="宋体" panose="02010600030101010101" pitchFamily="2" charset="-122"/>
                        </a:rPr>
                        <a:t>…</a:t>
                      </a:r>
                      <a:endParaRPr kumimoji="0" lang="en-US" altLang="zh-CN" sz="2000" b="0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>
                          <a:outerShdw blurRad="38100" dist="38100" dir="2700000" algn="tl">
                            <a:srgbClr val="000000"/>
                          </a:outerShdw>
                        </a:effectLst>
                        <a:latin typeface="Tahoma" panose="020B0604030504040204" pitchFamily="34" charset="0"/>
                        <a:ea typeface="宋体" panose="02010600030101010101" pitchFamily="2" charset="-122"/>
                      </a:endParaRPr>
                    </a:p>
                  </a:txBody>
                  <a:tcPr marL="91426" marR="91426" horzOverflow="overflow">
                    <a:lnL>
                      <a:noFill/>
                    </a:lnL>
                    <a:lnR>
                      <a:noFill/>
                    </a:lnR>
                    <a:lnT cap="flat">
                      <a:noFill/>
                    </a:lnT>
                    <a:lnB cap="flat">
                      <a:noFill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buSzPct val="80000"/>
                        <a:buFont typeface="Wingdings" panose="05000000000000000000" pitchFamily="2" charset="2"/>
                        <a:buNone/>
                      </a:pPr>
                      <a:r>
                        <a:rPr kumimoji="0" lang="en-US" altLang="zh-CN" sz="20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hlink"/>
                          </a:solidFill>
                          <a:effectLst>
                            <a:outerShdw blurRad="38100" dist="38100" dir="2700000" algn="tl">
                              <a:srgbClr val="000000"/>
                            </a:outerShdw>
                          </a:effectLst>
                          <a:latin typeface="Tahoma" panose="020B0604030504040204" pitchFamily="34" charset="0"/>
                          <a:ea typeface="宋体" panose="02010600030101010101" pitchFamily="2" charset="-122"/>
                        </a:rPr>
                        <a:t>a[</a:t>
                      </a:r>
                      <a:r>
                        <a:rPr kumimoji="0" lang="en-US" altLang="zh-CN" sz="2000" b="0" i="0" u="none" strike="noStrike" cap="none" normalizeH="0" baseline="0" dirty="0" err="1">
                          <a:ln>
                            <a:noFill/>
                          </a:ln>
                          <a:solidFill>
                            <a:schemeClr val="hlink"/>
                          </a:solidFill>
                          <a:effectLst>
                            <a:outerShdw blurRad="38100" dist="38100" dir="2700000" algn="tl">
                              <a:srgbClr val="000000"/>
                            </a:outerShdw>
                          </a:effectLst>
                          <a:latin typeface="Tahoma" panose="020B0604030504040204" pitchFamily="34" charset="0"/>
                          <a:ea typeface="宋体" panose="02010600030101010101" pitchFamily="2" charset="-122"/>
                        </a:rPr>
                        <a:t>i</a:t>
                      </a:r>
                      <a:r>
                        <a:rPr kumimoji="0" lang="en-US" altLang="zh-CN" sz="20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hlink"/>
                          </a:solidFill>
                          <a:effectLst>
                            <a:outerShdw blurRad="38100" dist="38100" dir="2700000" algn="tl">
                              <a:srgbClr val="000000"/>
                            </a:outerShdw>
                          </a:effectLst>
                          <a:latin typeface="Tahoma" panose="020B0604030504040204" pitchFamily="34" charset="0"/>
                          <a:ea typeface="宋体" panose="02010600030101010101" pitchFamily="2" charset="-122"/>
                        </a:rPr>
                        <a:t>]</a:t>
                      </a:r>
                      <a:endParaRPr kumimoji="0" lang="en-US" altLang="zh-CN" sz="2000" b="0" i="0" u="none" strike="noStrike" cap="none" normalizeH="0" baseline="0" dirty="0">
                        <a:ln>
                          <a:noFill/>
                        </a:ln>
                        <a:solidFill>
                          <a:schemeClr val="hlink"/>
                        </a:solidFill>
                        <a:effectLst>
                          <a:outerShdw blurRad="38100" dist="38100" dir="2700000" algn="tl">
                            <a:srgbClr val="000000"/>
                          </a:outerShdw>
                        </a:effectLst>
                        <a:latin typeface="Tahoma" panose="020B0604030504040204" pitchFamily="34" charset="0"/>
                        <a:ea typeface="宋体" panose="02010600030101010101" pitchFamily="2" charset="-122"/>
                      </a:endParaRPr>
                    </a:p>
                  </a:txBody>
                  <a:tcPr marL="91426" marR="91426" horzOverflow="overflow">
                    <a:lnL>
                      <a:noFill/>
                    </a:lnL>
                    <a:lnR>
                      <a:noFill/>
                    </a:lnR>
                    <a:lnT cap="flat">
                      <a:noFill/>
                    </a:lnT>
                    <a:lnB cap="flat">
                      <a:noFill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buSzPct val="80000"/>
                        <a:buFont typeface="Wingdings" panose="05000000000000000000" pitchFamily="2" charset="2"/>
                        <a:buNone/>
                      </a:pPr>
                      <a:r>
                        <a:rPr kumimoji="0" lang="en-US" altLang="zh-CN" sz="20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/>
                            </a:outerShdw>
                          </a:effectLst>
                          <a:latin typeface="Arial" panose="020B0604020202020204"/>
                          <a:ea typeface="宋体" panose="02010600030101010101" pitchFamily="2" charset="-122"/>
                        </a:rPr>
                        <a:t>…</a:t>
                      </a:r>
                      <a:endParaRPr kumimoji="0" lang="en-US" altLang="zh-CN" sz="2000" b="0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>
                          <a:outerShdw blurRad="38100" dist="38100" dir="2700000" algn="tl">
                            <a:srgbClr val="000000"/>
                          </a:outerShdw>
                        </a:effectLst>
                        <a:latin typeface="Tahoma" panose="020B0604030504040204" pitchFamily="34" charset="0"/>
                        <a:ea typeface="宋体" panose="02010600030101010101" pitchFamily="2" charset="-122"/>
                      </a:endParaRPr>
                    </a:p>
                  </a:txBody>
                  <a:tcPr marL="91426" marR="91426" horzOverflow="overflow">
                    <a:lnL>
                      <a:noFill/>
                    </a:lnL>
                    <a:lnR>
                      <a:noFill/>
                    </a:lnR>
                    <a:lnT cap="flat">
                      <a:noFill/>
                    </a:lnT>
                    <a:lnB cap="flat">
                      <a:noFill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buSzPct val="80000"/>
                        <a:buFont typeface="Wingdings" panose="05000000000000000000" pitchFamily="2" charset="2"/>
                        <a:buNone/>
                      </a:pPr>
                      <a:r>
                        <a:rPr kumimoji="0" lang="en-US" altLang="zh-CN" sz="16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/>
                            </a:outerShdw>
                          </a:effectLst>
                          <a:latin typeface="Tahoma" panose="020B0604030504040204" pitchFamily="34" charset="0"/>
                          <a:ea typeface="宋体" panose="02010600030101010101" pitchFamily="2" charset="-122"/>
                        </a:rPr>
                        <a:t>a[30]</a:t>
                      </a:r>
                      <a:endParaRPr kumimoji="0" lang="en-US" altLang="zh-CN" sz="1600" b="0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>
                          <a:outerShdw blurRad="38100" dist="38100" dir="2700000" algn="tl">
                            <a:srgbClr val="000000"/>
                          </a:outerShdw>
                        </a:effectLst>
                        <a:latin typeface="Tahoma" panose="020B0604030504040204" pitchFamily="34" charset="0"/>
                        <a:ea typeface="宋体" panose="02010600030101010101" pitchFamily="2" charset="-122"/>
                      </a:endParaRPr>
                    </a:p>
                  </a:txBody>
                  <a:tcPr marL="91426" marR="91426" horzOverflow="overflow">
                    <a:lnL>
                      <a:noFill/>
                    </a:lnL>
                    <a:lnR>
                      <a:noFill/>
                    </a:lnR>
                    <a:lnT cap="flat">
                      <a:noFill/>
                    </a:lnT>
                    <a:lnB cap="flat">
                      <a:noFill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buSzPct val="80000"/>
                        <a:buFont typeface="Wingdings" panose="05000000000000000000" pitchFamily="2" charset="2"/>
                        <a:buNone/>
                      </a:pPr>
                      <a:r>
                        <a:rPr kumimoji="0" lang="en-US" altLang="zh-CN" sz="16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/>
                            </a:outerShdw>
                          </a:effectLst>
                          <a:latin typeface="Tahoma" panose="020B0604030504040204" pitchFamily="34" charset="0"/>
                          <a:ea typeface="宋体" panose="02010600030101010101" pitchFamily="2" charset="-122"/>
                        </a:rPr>
                        <a:t>a[31]</a:t>
                      </a:r>
                      <a:endParaRPr kumimoji="0" lang="en-US" altLang="zh-CN" sz="1600" b="0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>
                          <a:outerShdw blurRad="38100" dist="38100" dir="2700000" algn="tl">
                            <a:srgbClr val="000000"/>
                          </a:outerShdw>
                        </a:effectLst>
                        <a:latin typeface="Tahoma" panose="020B0604030504040204" pitchFamily="34" charset="0"/>
                        <a:ea typeface="宋体" panose="02010600030101010101" pitchFamily="2" charset="-122"/>
                      </a:endParaRPr>
                    </a:p>
                  </a:txBody>
                  <a:tcPr marL="91426" marR="91426" horzOverflow="overflow">
                    <a:lnL>
                      <a:noFill/>
                    </a:lnL>
                    <a:lnR>
                      <a:noFill/>
                    </a:lnR>
                    <a:lnT cap="flat">
                      <a:noFill/>
                    </a:lnT>
                    <a:lnB cap="flat">
                      <a:noFill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buSzPct val="80000"/>
                        <a:buFont typeface="Wingdings" panose="05000000000000000000" pitchFamily="2" charset="2"/>
                        <a:buNone/>
                      </a:pPr>
                      <a:r>
                        <a:rPr kumimoji="0" lang="en-US" altLang="zh-CN" sz="16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/>
                            </a:outerShdw>
                          </a:effectLst>
                          <a:latin typeface="Tahoma" panose="020B0604030504040204" pitchFamily="34" charset="0"/>
                          <a:ea typeface="宋体" panose="02010600030101010101" pitchFamily="2" charset="-122"/>
                        </a:rPr>
                        <a:t>a[32]</a:t>
                      </a:r>
                      <a:endParaRPr kumimoji="0" lang="en-US" altLang="zh-CN" sz="1600" b="0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>
                          <a:outerShdw blurRad="38100" dist="38100" dir="2700000" algn="tl">
                            <a:srgbClr val="000000"/>
                          </a:outerShdw>
                        </a:effectLst>
                        <a:latin typeface="Tahoma" panose="020B0604030504040204" pitchFamily="34" charset="0"/>
                        <a:ea typeface="宋体" panose="02010600030101010101" pitchFamily="2" charset="-122"/>
                      </a:endParaRPr>
                    </a:p>
                  </a:txBody>
                  <a:tcPr marL="91426" marR="91426" horzOverflow="overflow">
                    <a:lnL>
                      <a:noFill/>
                    </a:lnL>
                    <a:lnR>
                      <a:noFill/>
                    </a:lnR>
                    <a:lnT cap="flat">
                      <a:noFill/>
                    </a:lnT>
                    <a:lnB cap="flat">
                      <a:noFill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buSzPct val="80000"/>
                        <a:buFont typeface="Wingdings" panose="05000000000000000000" pitchFamily="2" charset="2"/>
                        <a:buNone/>
                      </a:pPr>
                      <a:r>
                        <a:rPr kumimoji="0" lang="en-US" altLang="zh-CN" sz="16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/>
                            </a:outerShdw>
                          </a:effectLst>
                          <a:latin typeface="Tahoma" panose="020B0604030504040204" pitchFamily="34" charset="0"/>
                          <a:ea typeface="宋体" panose="02010600030101010101" pitchFamily="2" charset="-122"/>
                        </a:rPr>
                        <a:t>a[33]</a:t>
                      </a:r>
                      <a:endParaRPr kumimoji="0" lang="en-US" altLang="zh-CN" sz="1600" b="0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>
                          <a:outerShdw blurRad="38100" dist="38100" dir="2700000" algn="tl">
                            <a:srgbClr val="000000"/>
                          </a:outerShdw>
                        </a:effectLst>
                        <a:latin typeface="Tahoma" panose="020B0604030504040204" pitchFamily="34" charset="0"/>
                        <a:ea typeface="宋体" panose="02010600030101010101" pitchFamily="2" charset="-122"/>
                      </a:endParaRPr>
                    </a:p>
                  </a:txBody>
                  <a:tcPr marL="91426" marR="91426" horzOverflow="overflow">
                    <a:lnL>
                      <a:noFill/>
                    </a:lnL>
                    <a:lnR cap="flat">
                      <a:noFill/>
                    </a:lnR>
                    <a:lnT cap="flat">
                      <a:noFill/>
                    </a:lnT>
                    <a:lnB cap="flat">
                      <a:noFill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</a:tr>
            </a:tbl>
          </a:graphicData>
        </a:graphic>
      </p:graphicFrame>
      <p:sp>
        <p:nvSpPr>
          <p:cNvPr id="24633" name="矩形 7"/>
          <p:cNvSpPr/>
          <p:nvPr/>
        </p:nvSpPr>
        <p:spPr>
          <a:xfrm>
            <a:off x="1389063" y="1585913"/>
            <a:ext cx="4338637" cy="400050"/>
          </a:xfrm>
          <a:prstGeom prst="rect">
            <a:avLst/>
          </a:prstGeom>
          <a:noFill/>
          <a:ln w="9525">
            <a:noFill/>
          </a:ln>
        </p:spPr>
        <p:txBody>
          <a:bodyPr>
            <a:spAutoFit/>
          </a:bodyPr>
          <a:lstStyle>
            <a:lvl1pPr marL="342900" indent="-3429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80000"/>
              <a:buFont typeface="Wingdings" panose="05000000000000000000" pitchFamily="2" charset="2"/>
              <a:buChar char="n"/>
              <a:defRPr sz="3200" b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defRPr>
            </a:lvl1pPr>
            <a:lvl2pPr marL="742950" indent="-28575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Char char="–"/>
              <a:defRPr sz="2800">
                <a:solidFill>
                  <a:schemeClr val="tx1"/>
                </a:solidFill>
                <a:effectLst/>
                <a:latin typeface="+mn-lt"/>
                <a:ea typeface="+mn-ea"/>
              </a:defRPr>
            </a:lvl2pPr>
            <a:lvl3pPr marL="11430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Font typeface="Wingdings" panose="05000000000000000000" pitchFamily="2" charset="2"/>
              <a:buChar char="§"/>
              <a:defRPr sz="2400">
                <a:solidFill>
                  <a:schemeClr val="tx1"/>
                </a:solidFill>
                <a:effectLst/>
                <a:latin typeface="+mn-lt"/>
                <a:ea typeface="+mn-ea"/>
              </a:defRPr>
            </a:lvl3pPr>
            <a:lvl4pPr marL="16002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–"/>
              <a:defRPr sz="2000">
                <a:solidFill>
                  <a:schemeClr val="tx1"/>
                </a:solidFill>
                <a:effectLst/>
                <a:latin typeface="+mn-lt"/>
                <a:ea typeface="+mn-ea"/>
              </a:defRPr>
            </a:lvl4pPr>
            <a:lvl5pPr marL="20574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effectLst/>
                <a:latin typeface="+mn-lt"/>
                <a:ea typeface="+mn-ea"/>
              </a:defRPr>
            </a:lvl5pPr>
          </a:lstStyle>
          <a:p>
            <a:pPr marL="0" lvl="0" indent="0">
              <a:spcBef>
                <a:spcPct val="0"/>
              </a:spcBef>
              <a:buClrTx/>
              <a:buSzTx/>
              <a:buFontTx/>
              <a:buNone/>
            </a:pPr>
            <a:r>
              <a:rPr lang="zh-CN" altLang="en-US" sz="2000" b="1" dirty="0">
                <a:solidFill>
                  <a:srgbClr val="FFFF00"/>
                </a:solidFill>
                <a:ea typeface="黑体" panose="02010609060101010101" pitchFamily="49" charset="-122"/>
              </a:rPr>
              <a:t>例：增加</a:t>
            </a:r>
            <a:r>
              <a:rPr lang="en-US" altLang="zh-CN" sz="2000" b="1" dirty="0">
                <a:solidFill>
                  <a:srgbClr val="FFFF00"/>
                </a:solidFill>
                <a:ea typeface="黑体" panose="02010609060101010101" pitchFamily="49" charset="-122"/>
              </a:rPr>
              <a:t>/</a:t>
            </a:r>
            <a:r>
              <a:rPr lang="zh-CN" altLang="en-US" sz="2000" b="1" dirty="0">
                <a:solidFill>
                  <a:srgbClr val="FFFF00"/>
                </a:solidFill>
                <a:ea typeface="黑体" panose="02010609060101010101" pitchFamily="49" charset="-122"/>
              </a:rPr>
              <a:t>添加</a:t>
            </a:r>
            <a:r>
              <a:rPr lang="en-US" altLang="zh-CN" sz="2000" b="1" dirty="0">
                <a:solidFill>
                  <a:srgbClr val="FFFF00"/>
                </a:solidFill>
                <a:ea typeface="黑体" panose="02010609060101010101" pitchFamily="49" charset="-122"/>
              </a:rPr>
              <a:t>/</a:t>
            </a:r>
            <a:r>
              <a:rPr lang="zh-CN" altLang="en-US" sz="2000" b="1" dirty="0">
                <a:solidFill>
                  <a:srgbClr val="FFFF00"/>
                </a:solidFill>
                <a:ea typeface="黑体" panose="02010609060101010101" pitchFamily="49" charset="-122"/>
              </a:rPr>
              <a:t>插入</a:t>
            </a:r>
            <a:r>
              <a:rPr lang="zh-CN" altLang="en-US" sz="2000" b="1" dirty="0">
                <a:solidFill>
                  <a:schemeClr val="tx1"/>
                </a:solidFill>
                <a:ea typeface="黑体" panose="02010609060101010101" pitchFamily="49" charset="-122"/>
              </a:rPr>
              <a:t>一个元素</a:t>
            </a:r>
            <a:endParaRPr lang="zh-CN" altLang="en-US" sz="2000" b="1" dirty="0">
              <a:solidFill>
                <a:schemeClr val="tx1"/>
              </a:solidFill>
              <a:ea typeface="黑体" panose="02010609060101010101" pitchFamily="49" charset="-122"/>
            </a:endParaRPr>
          </a:p>
        </p:txBody>
      </p:sp>
      <p:sp>
        <p:nvSpPr>
          <p:cNvPr id="48" name="文本框 47"/>
          <p:cNvSpPr txBox="1"/>
          <p:nvPr/>
        </p:nvSpPr>
        <p:spPr>
          <a:xfrm>
            <a:off x="8640763" y="5543550"/>
            <a:ext cx="2844800" cy="400050"/>
          </a:xfrm>
          <a:prstGeom prst="rect">
            <a:avLst/>
          </a:prstGeom>
          <a:noFill/>
          <a:ln w="9525">
            <a:noFill/>
          </a:ln>
        </p:spPr>
        <p:txBody>
          <a:bodyPr>
            <a:spAutoFit/>
          </a:bodyPr>
          <a:lstStyle>
            <a:lvl1pPr marL="342900" indent="-3429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80000"/>
              <a:buFont typeface="Wingdings" panose="05000000000000000000" pitchFamily="2" charset="2"/>
              <a:buChar char="n"/>
              <a:defRPr sz="3200" b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defRPr>
            </a:lvl1pPr>
            <a:lvl2pPr marL="742950" indent="-28575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Char char="–"/>
              <a:defRPr sz="2800">
                <a:solidFill>
                  <a:schemeClr val="tx1"/>
                </a:solidFill>
                <a:effectLst/>
                <a:latin typeface="+mn-lt"/>
                <a:ea typeface="+mn-ea"/>
              </a:defRPr>
            </a:lvl2pPr>
            <a:lvl3pPr marL="11430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Font typeface="Wingdings" panose="05000000000000000000" pitchFamily="2" charset="2"/>
              <a:buChar char="§"/>
              <a:defRPr sz="2400">
                <a:solidFill>
                  <a:schemeClr val="tx1"/>
                </a:solidFill>
                <a:effectLst/>
                <a:latin typeface="+mn-lt"/>
                <a:ea typeface="+mn-ea"/>
              </a:defRPr>
            </a:lvl3pPr>
            <a:lvl4pPr marL="16002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–"/>
              <a:defRPr sz="2000">
                <a:solidFill>
                  <a:schemeClr val="tx1"/>
                </a:solidFill>
                <a:effectLst/>
                <a:latin typeface="+mn-lt"/>
                <a:ea typeface="+mn-ea"/>
              </a:defRPr>
            </a:lvl4pPr>
            <a:lvl5pPr marL="20574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effectLst/>
                <a:latin typeface="+mn-lt"/>
                <a:ea typeface="+mn-ea"/>
              </a:defRPr>
            </a:lvl5pPr>
          </a:lstStyle>
          <a:p>
            <a:pPr marL="0" lvl="0" indent="0">
              <a:spcBef>
                <a:spcPct val="0"/>
              </a:spcBef>
              <a:buClrTx/>
              <a:buSzTx/>
              <a:buFontTx/>
              <a:buNone/>
            </a:pPr>
            <a:r>
              <a:rPr lang="zh-CN" altLang="en-US" sz="2000" b="1" dirty="0">
                <a:solidFill>
                  <a:srgbClr val="FFFF00"/>
                </a:solidFill>
                <a:ea typeface="黑体" panose="02010609060101010101" pitchFamily="49" charset="-122"/>
              </a:rPr>
              <a:t>有效元素个数 </a:t>
            </a:r>
            <a:r>
              <a:rPr lang="en-US" altLang="zh-CN" sz="2000" b="1" dirty="0">
                <a:solidFill>
                  <a:srgbClr val="FFFF00"/>
                </a:solidFill>
                <a:ea typeface="黑体" panose="02010609060101010101" pitchFamily="49" charset="-122"/>
              </a:rPr>
              <a:t>len++</a:t>
            </a:r>
            <a:endParaRPr lang="en-US" altLang="zh-CN" sz="2000" b="1" dirty="0">
              <a:solidFill>
                <a:srgbClr val="FFFF00"/>
              </a:solidFill>
              <a:ea typeface="黑体" panose="02010609060101010101" pitchFamily="49" charset="-122"/>
            </a:endParaRPr>
          </a:p>
        </p:txBody>
      </p:sp>
      <p:grpSp>
        <p:nvGrpSpPr>
          <p:cNvPr id="24" name="组合 23"/>
          <p:cNvGrpSpPr/>
          <p:nvPr/>
        </p:nvGrpSpPr>
        <p:grpSpPr>
          <a:xfrm>
            <a:off x="8056563" y="3294063"/>
            <a:ext cx="1979612" cy="855662"/>
            <a:chOff x="6606436" y="2708400"/>
            <a:chExt cx="1979748" cy="855351"/>
          </a:xfrm>
        </p:grpSpPr>
        <p:sp>
          <p:nvSpPr>
            <p:cNvPr id="24656" name="文本框 55"/>
            <p:cNvSpPr txBox="1"/>
            <p:nvPr/>
          </p:nvSpPr>
          <p:spPr>
            <a:xfrm>
              <a:off x="6625406" y="2708920"/>
              <a:ext cx="586635" cy="461665"/>
            </a:xfrm>
            <a:prstGeom prst="rect">
              <a:avLst/>
            </a:prstGeom>
            <a:noFill/>
            <a:ln w="28575" cap="flat" cmpd="sng">
              <a:solidFill>
                <a:schemeClr val="tx1"/>
              </a:solidFill>
              <a:prstDash val="solid"/>
              <a:miter/>
              <a:headEnd type="none" w="med" len="med"/>
              <a:tailEnd type="none" w="med" len="med"/>
            </a:ln>
          </p:spPr>
          <p:txBody>
            <a:bodyPr>
              <a:spAutoFit/>
            </a:bodyPr>
            <a:lstStyle>
              <a:lvl1pPr marL="342900" indent="-342900" algn="l" rtl="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hlink"/>
                </a:buClr>
                <a:buSzPct val="80000"/>
                <a:buFont typeface="Wingdings" panose="05000000000000000000" pitchFamily="2" charset="2"/>
                <a:buChar char="n"/>
                <a:defRPr sz="3200" b="0">
                  <a:solidFill>
                    <a:schemeClr val="tx1"/>
                  </a:solidFill>
                  <a:effectLst/>
                  <a:latin typeface="+mn-lt"/>
                  <a:ea typeface="+mn-ea"/>
                  <a:cs typeface="+mn-cs"/>
                </a:defRPr>
              </a:lvl1pPr>
              <a:lvl2pPr marL="742950" indent="-285750" algn="l" rtl="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tx1"/>
                </a:buClr>
                <a:buChar char="–"/>
                <a:defRPr sz="2800">
                  <a:solidFill>
                    <a:schemeClr val="tx1"/>
                  </a:solidFill>
                  <a:effectLst/>
                  <a:latin typeface="+mn-lt"/>
                  <a:ea typeface="+mn-ea"/>
                </a:defRPr>
              </a:lvl2pPr>
              <a:lvl3pPr marL="11430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hlink"/>
                </a:buClr>
                <a:buFont typeface="Wingdings" panose="05000000000000000000" pitchFamily="2" charset="2"/>
                <a:buChar char="§"/>
                <a:defRPr sz="2400">
                  <a:solidFill>
                    <a:schemeClr val="tx1"/>
                  </a:solidFill>
                  <a:effectLst/>
                  <a:latin typeface="+mn-lt"/>
                  <a:ea typeface="+mn-ea"/>
                </a:defRPr>
              </a:lvl3pPr>
              <a:lvl4pPr marL="16002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–"/>
                <a:defRPr sz="2000">
                  <a:solidFill>
                    <a:schemeClr val="tx1"/>
                  </a:solidFill>
                  <a:effectLst/>
                  <a:latin typeface="+mn-lt"/>
                  <a:ea typeface="+mn-ea"/>
                </a:defRPr>
              </a:lvl4pPr>
              <a:lvl5pPr marL="20574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hlink"/>
                </a:buClr>
                <a:buFont typeface="Wingdings" panose="05000000000000000000" pitchFamily="2" charset="2"/>
                <a:buChar char="§"/>
                <a:defRPr sz="2000">
                  <a:solidFill>
                    <a:schemeClr val="tx1"/>
                  </a:solidFill>
                  <a:effectLst/>
                  <a:latin typeface="+mn-lt"/>
                  <a:ea typeface="+mn-ea"/>
                </a:defRPr>
              </a:lvl5pPr>
            </a:lstStyle>
            <a:p>
              <a:pPr marL="0" lvl="0" indent="0">
                <a:spcBef>
                  <a:spcPct val="0"/>
                </a:spcBef>
                <a:buClrTx/>
                <a:buSzTx/>
                <a:buFontTx/>
                <a:buNone/>
              </a:pPr>
              <a:endParaRPr lang="zh-CN" altLang="en-US" sz="2400" b="1" dirty="0">
                <a:solidFill>
                  <a:srgbClr val="FF0000"/>
                </a:solidFill>
                <a:ea typeface="黑体" panose="02010609060101010101" pitchFamily="49" charset="-122"/>
              </a:endParaRPr>
            </a:p>
          </p:txBody>
        </p:sp>
        <p:sp>
          <p:nvSpPr>
            <p:cNvPr id="58" name="文本框 57"/>
            <p:cNvSpPr txBox="1"/>
            <p:nvPr/>
          </p:nvSpPr>
          <p:spPr>
            <a:xfrm>
              <a:off x="6606436" y="3214628"/>
              <a:ext cx="909699" cy="338015"/>
            </a:xfrm>
            <a:prstGeom prst="rect">
              <a:avLst/>
            </a:prstGeom>
            <a:noFill/>
          </p:spPr>
          <p:txBody>
            <a:bodyPr>
              <a:spAutoFit/>
            </a:bodyPr>
            <a:lstStyle/>
            <a:p>
              <a:pPr marR="0" defTabSz="914400">
                <a:buClrTx/>
                <a:buSzTx/>
                <a:buFontTx/>
                <a:buNone/>
                <a:defRPr/>
              </a:pPr>
              <a:r>
                <a:rPr kumimoji="0" lang="en-US" altLang="zh-CN" sz="1600" b="0" kern="1200" cap="none" spc="0" normalizeH="0" baseline="0" noProof="0" dirty="0">
                  <a:effectLst>
                    <a:outerShdw blurRad="38100" dist="38100" dir="2700000" algn="tl">
                      <a:srgbClr val="000000"/>
                    </a:outerShdw>
                  </a:effectLst>
                  <a:latin typeface="Tahoma" panose="020B0604030504040204" pitchFamily="34" charset="0"/>
                  <a:ea typeface="宋体" panose="02010600030101010101" pitchFamily="2" charset="-122"/>
                  <a:cs typeface="+mn-cs"/>
                </a:rPr>
                <a:t>a[34]</a:t>
              </a:r>
              <a:endParaRPr kumimoji="0" lang="zh-CN" altLang="en-US" sz="1600" b="0" kern="1200" cap="none" spc="0" normalizeH="0" baseline="0" noProof="0" dirty="0">
                <a:effectLst>
                  <a:outerShdw blurRad="38100" dist="38100" dir="2700000" algn="tl">
                    <a:srgbClr val="000000"/>
                  </a:outerShdw>
                </a:effectLst>
                <a:latin typeface="Tahoma" panose="020B0604030504040204" pitchFamily="34" charset="0"/>
                <a:ea typeface="宋体" panose="02010600030101010101" pitchFamily="2" charset="-122"/>
                <a:cs typeface="+mn-cs"/>
              </a:endParaRPr>
            </a:p>
          </p:txBody>
        </p:sp>
        <p:sp>
          <p:nvSpPr>
            <p:cNvPr id="59" name="文本框 58"/>
            <p:cNvSpPr txBox="1"/>
            <p:nvPr/>
          </p:nvSpPr>
          <p:spPr>
            <a:xfrm>
              <a:off x="7676485" y="3225737"/>
              <a:ext cx="909699" cy="338014"/>
            </a:xfrm>
            <a:prstGeom prst="rect">
              <a:avLst/>
            </a:prstGeom>
            <a:noFill/>
          </p:spPr>
          <p:txBody>
            <a:bodyPr>
              <a:spAutoFit/>
            </a:bodyPr>
            <a:lstStyle/>
            <a:p>
              <a:pPr marR="0" defTabSz="914400">
                <a:buClrTx/>
                <a:buSzTx/>
                <a:buFontTx/>
                <a:buNone/>
                <a:defRPr/>
              </a:pPr>
              <a:r>
                <a:rPr kumimoji="0" lang="en-US" altLang="zh-CN" sz="1600" b="0" kern="1200" cap="none" spc="0" normalizeH="0" baseline="0" noProof="0" dirty="0">
                  <a:effectLst>
                    <a:outerShdw blurRad="38100" dist="38100" dir="2700000" algn="tl">
                      <a:srgbClr val="000000"/>
                    </a:outerShdw>
                  </a:effectLst>
                  <a:latin typeface="Tahoma" panose="020B0604030504040204" pitchFamily="34" charset="0"/>
                  <a:ea typeface="宋体" panose="02010600030101010101" pitchFamily="2" charset="-122"/>
                  <a:cs typeface="+mn-cs"/>
                </a:rPr>
                <a:t>a[39]</a:t>
              </a:r>
              <a:endParaRPr kumimoji="0" lang="zh-CN" altLang="en-US" sz="1600" b="0" kern="1200" cap="none" spc="0" normalizeH="0" baseline="0" noProof="0" dirty="0">
                <a:effectLst>
                  <a:outerShdw blurRad="38100" dist="38100" dir="2700000" algn="tl">
                    <a:srgbClr val="000000"/>
                  </a:outerShdw>
                </a:effectLst>
                <a:latin typeface="Tahoma" panose="020B0604030504040204" pitchFamily="34" charset="0"/>
                <a:ea typeface="宋体" panose="02010600030101010101" pitchFamily="2" charset="-122"/>
                <a:cs typeface="+mn-cs"/>
              </a:endParaRPr>
            </a:p>
          </p:txBody>
        </p:sp>
        <p:cxnSp>
          <p:nvCxnSpPr>
            <p:cNvPr id="24659" name="直接连接符 16"/>
            <p:cNvCxnSpPr/>
            <p:nvPr/>
          </p:nvCxnSpPr>
          <p:spPr>
            <a:xfrm>
              <a:off x="7200257" y="2708400"/>
              <a:ext cx="951757" cy="0"/>
            </a:xfrm>
            <a:prstGeom prst="line">
              <a:avLst/>
            </a:prstGeom>
            <a:ln w="22225" cap="flat" cmpd="sng">
              <a:solidFill>
                <a:schemeClr val="tx1"/>
              </a:solidFill>
              <a:prstDash val="sysDash"/>
              <a:headEnd type="none" w="med" len="med"/>
              <a:tailEnd type="none" w="med" len="med"/>
            </a:ln>
          </p:spPr>
        </p:cxnSp>
        <p:cxnSp>
          <p:nvCxnSpPr>
            <p:cNvPr id="24660" name="直接连接符 63"/>
            <p:cNvCxnSpPr/>
            <p:nvPr/>
          </p:nvCxnSpPr>
          <p:spPr>
            <a:xfrm>
              <a:off x="7241308" y="3170585"/>
              <a:ext cx="951757" cy="0"/>
            </a:xfrm>
            <a:prstGeom prst="line">
              <a:avLst/>
            </a:prstGeom>
            <a:ln w="22225" cap="flat" cmpd="sng">
              <a:solidFill>
                <a:schemeClr val="tx1"/>
              </a:solidFill>
              <a:prstDash val="sysDash"/>
              <a:headEnd type="none" w="med" len="med"/>
              <a:tailEnd type="none" w="med" len="med"/>
            </a:ln>
          </p:spPr>
        </p:cxnSp>
      </p:grpSp>
      <p:grpSp>
        <p:nvGrpSpPr>
          <p:cNvPr id="40" name="组合 39"/>
          <p:cNvGrpSpPr/>
          <p:nvPr/>
        </p:nvGrpSpPr>
        <p:grpSpPr>
          <a:xfrm>
            <a:off x="1528763" y="4667250"/>
            <a:ext cx="8085137" cy="468313"/>
            <a:chOff x="79345" y="4081973"/>
            <a:chExt cx="8084453" cy="468313"/>
          </a:xfrm>
        </p:grpSpPr>
        <p:graphicFrame>
          <p:nvGraphicFramePr>
            <p:cNvPr id="44" name="Group 59"/>
            <p:cNvGraphicFramePr/>
            <p:nvPr/>
          </p:nvGraphicFramePr>
          <p:xfrm>
            <a:off x="683568" y="4081973"/>
            <a:ext cx="6517239" cy="468313"/>
          </p:xfrm>
          <a:graphic>
            <a:graphicData uri="http://schemas.openxmlformats.org/drawingml/2006/table">
              <a:tbl>
                <a:tblPr/>
                <a:tblGrid>
                  <a:gridCol w="592156"/>
                  <a:gridCol w="592156"/>
                  <a:gridCol w="592156"/>
                  <a:gridCol w="593330"/>
                  <a:gridCol w="592156"/>
                  <a:gridCol w="593331"/>
                  <a:gridCol w="592156"/>
                  <a:gridCol w="593330"/>
                  <a:gridCol w="592156"/>
                  <a:gridCol w="592156"/>
                  <a:gridCol w="592156"/>
                </a:tblGrid>
                <a:tr h="468313">
                  <a:tc>
                    <a:txBody>
                      <a:bodyPr/>
                      <a:lstStyle/>
                      <a:p>
                        <a:pPr marL="0" marR="0" lvl="0" indent="0" algn="l" defTabSz="914400" rtl="0" eaLnBrk="1" fontAlgn="base" latinLnBrk="0" hangingPunct="1">
                          <a:lnSpc>
                            <a:spcPct val="100000"/>
                          </a:lnSpc>
                          <a:spcBef>
                            <a:spcPct val="20000"/>
                          </a:spcBef>
                          <a:spcAft>
                            <a:spcPct val="0"/>
                          </a:spcAft>
                          <a:buClr>
                            <a:schemeClr val="hlink"/>
                          </a:buClr>
                          <a:buSzPct val="80000"/>
                          <a:buFont typeface="Wingdings" panose="05000000000000000000" pitchFamily="2" charset="2"/>
                          <a:buNone/>
                        </a:pPr>
                        <a:r>
                          <a:rPr kumimoji="0" lang="en-US" altLang="zh-CN" sz="2000" b="0" i="0" u="none" strike="noStrike" cap="none" normalizeH="0" baseline="0" dirty="0">
                            <a:ln>
                              <a:noFill/>
                            </a:ln>
                            <a:solidFill>
                              <a:schemeClr val="hlink"/>
                            </a:solidFill>
                            <a:effectLst>
                              <a:outerShdw blurRad="38100" dist="38100" dir="2700000" algn="tl">
                                <a:srgbClr val="000000"/>
                              </a:outerShdw>
                            </a:effectLst>
                            <a:latin typeface="Tahoma" panose="020B0604030504040204" pitchFamily="34" charset="0"/>
                            <a:ea typeface="宋体" panose="02010600030101010101" pitchFamily="2" charset="-122"/>
                          </a:rPr>
                          <a:t>78</a:t>
                        </a:r>
                        <a:endParaRPr kumimoji="0" lang="en-US" altLang="zh-CN" sz="20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hlink"/>
                          </a:solidFill>
                          <a:effectLst>
                            <a:outerShdw blurRad="38100" dist="38100" dir="2700000" algn="tl">
                              <a:srgbClr val="000000"/>
                            </a:outerShdw>
                          </a:effectLst>
                          <a:latin typeface="Tahoma" panose="020B0604030504040204" pitchFamily="34" charset="0"/>
                          <a:ea typeface="宋体" panose="02010600030101010101" pitchFamily="2" charset="-122"/>
                        </a:endParaRPr>
                      </a:p>
                    </a:txBody>
                    <a:tcPr marL="91433" marR="91433" horzOverflow="overflow">
                      <a:lnL w="28575" cap="flat" cmpd="sng" algn="ctr">
                        <a:solidFill>
                          <a:schemeClr val="tx1"/>
                        </a:solidFill>
                        <a:prstDash val="solid"/>
                        <a:round/>
                        <a:headEnd type="none" w="med" len="med"/>
                        <a:tailEnd type="none" w="med" len="med"/>
                      </a:lnL>
                      <a:lnR w="12700" cap="flat" cmpd="sng" algn="ctr">
                        <a:solidFill>
                          <a:schemeClr val="tx1"/>
                        </a:solidFill>
                        <a:prstDash val="solid"/>
                        <a:round/>
                        <a:headEnd type="none" w="med" len="med"/>
                        <a:tailEnd type="none" w="med" len="med"/>
                      </a:lnR>
                      <a:lnT w="28575" cap="flat" cmpd="sng" algn="ctr">
                        <a:solidFill>
                          <a:schemeClr val="tx1"/>
                        </a:solidFill>
                        <a:prstDash val="solid"/>
                        <a:round/>
                        <a:headEnd type="none" w="med" len="med"/>
                        <a:tailEnd type="none" w="med" len="med"/>
                      </a:lnT>
                      <a:lnB w="28575" cap="flat" cmpd="sng" algn="ctr">
                        <a:solidFill>
                          <a:schemeClr val="tx1"/>
                        </a:solidFill>
                        <a:prstDash val="solid"/>
                        <a:round/>
                        <a:headEnd type="none" w="med" len="med"/>
                        <a:tailEnd type="none" w="med" len="med"/>
                      </a:lnB>
                      <a:lnTlToBr>
                        <a:noFill/>
                      </a:lnTlToBr>
                      <a:lnBlToTr>
                        <a:noFill/>
                      </a:lnBlToTr>
                      <a:noFill/>
                    </a:tcPr>
                  </a:tc>
                  <a:tc>
                    <a:txBody>
                      <a:bodyPr/>
                      <a:lstStyle/>
                      <a:p>
                        <a:pPr marL="0" marR="0" lvl="0" indent="0" algn="l" defTabSz="914400" rtl="0" eaLnBrk="1" fontAlgn="base" latinLnBrk="0" hangingPunct="1">
                          <a:lnSpc>
                            <a:spcPct val="100000"/>
                          </a:lnSpc>
                          <a:spcBef>
                            <a:spcPct val="20000"/>
                          </a:spcBef>
                          <a:spcAft>
                            <a:spcPct val="0"/>
                          </a:spcAft>
                          <a:buClr>
                            <a:schemeClr val="hlink"/>
                          </a:buClr>
                          <a:buSzPct val="80000"/>
                          <a:buFont typeface="Wingdings" panose="05000000000000000000" pitchFamily="2" charset="2"/>
                          <a:buNone/>
                        </a:pPr>
                        <a:r>
                          <a:rPr kumimoji="0" lang="en-US" altLang="zh-CN" sz="2000" b="0" i="0" u="none" strike="noStrike" cap="none" normalizeH="0" baseline="0" dirty="0">
                            <a:ln>
                              <a:noFill/>
                            </a:ln>
                            <a:solidFill>
                              <a:schemeClr val="hlink"/>
                            </a:solidFill>
                            <a:effectLst>
                              <a:outerShdw blurRad="38100" dist="38100" dir="2700000" algn="tl">
                                <a:srgbClr val="000000"/>
                              </a:outerShdw>
                            </a:effectLst>
                            <a:latin typeface="Tahoma" panose="020B0604030504040204" pitchFamily="34" charset="0"/>
                            <a:ea typeface="宋体" panose="02010600030101010101" pitchFamily="2" charset="-122"/>
                          </a:rPr>
                          <a:t>60</a:t>
                        </a:r>
                        <a:endParaRPr kumimoji="0" lang="en-US" altLang="zh-CN" sz="20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hlink"/>
                          </a:solidFill>
                          <a:effectLst>
                            <a:outerShdw blurRad="38100" dist="38100" dir="2700000" algn="tl">
                              <a:srgbClr val="000000"/>
                            </a:outerShdw>
                          </a:effectLst>
                          <a:latin typeface="Tahoma" panose="020B0604030504040204" pitchFamily="34" charset="0"/>
                          <a:ea typeface="宋体" panose="02010600030101010101" pitchFamily="2" charset="-122"/>
                        </a:endParaRPr>
                      </a:p>
                    </a:txBody>
                    <a:tcPr marL="91433" marR="91433" horzOverflow="overflow">
                      <a:lnL w="12700" cap="flat" cmpd="sng" algn="ctr">
                        <a:solidFill>
                          <a:schemeClr val="tx1"/>
                        </a:solidFill>
                        <a:prstDash val="solid"/>
                        <a:round/>
                        <a:headEnd type="none" w="med" len="med"/>
                        <a:tailEnd type="none" w="med" len="med"/>
                      </a:lnL>
                      <a:lnR w="12700" cap="flat" cmpd="sng" algn="ctr">
                        <a:solidFill>
                          <a:schemeClr val="tx1"/>
                        </a:solidFill>
                        <a:prstDash val="solid"/>
                        <a:round/>
                        <a:headEnd type="none" w="med" len="med"/>
                        <a:tailEnd type="none" w="med" len="med"/>
                      </a:lnR>
                      <a:lnT w="28575" cap="flat" cmpd="sng" algn="ctr">
                        <a:solidFill>
                          <a:schemeClr val="tx1"/>
                        </a:solidFill>
                        <a:prstDash val="solid"/>
                        <a:round/>
                        <a:headEnd type="none" w="med" len="med"/>
                        <a:tailEnd type="none" w="med" len="med"/>
                      </a:lnT>
                      <a:lnB w="28575" cap="flat" cmpd="sng" algn="ctr">
                        <a:solidFill>
                          <a:schemeClr val="tx1"/>
                        </a:solidFill>
                        <a:prstDash val="solid"/>
                        <a:round/>
                        <a:headEnd type="none" w="med" len="med"/>
                        <a:tailEnd type="none" w="med" len="med"/>
                      </a:lnB>
                      <a:lnTlToBr>
                        <a:noFill/>
                      </a:lnTlToBr>
                      <a:lnBlToTr>
                        <a:noFill/>
                      </a:lnBlToTr>
                      <a:noFill/>
                    </a:tcPr>
                  </a:tc>
                  <a:tc>
                    <a:txBody>
                      <a:bodyPr/>
                      <a:lstStyle/>
                      <a:p>
                        <a:pPr marL="0" marR="0" lvl="0" indent="0" algn="l" defTabSz="914400" rtl="0" eaLnBrk="1" fontAlgn="base" latinLnBrk="0" hangingPunct="1">
                          <a:lnSpc>
                            <a:spcPct val="100000"/>
                          </a:lnSpc>
                          <a:spcBef>
                            <a:spcPct val="20000"/>
                          </a:spcBef>
                          <a:spcAft>
                            <a:spcPct val="0"/>
                          </a:spcAft>
                          <a:buClr>
                            <a:schemeClr val="hlink"/>
                          </a:buClr>
                          <a:buSzPct val="80000"/>
                          <a:buFont typeface="Wingdings" panose="05000000000000000000" pitchFamily="2" charset="2"/>
                          <a:buNone/>
                        </a:pPr>
                        <a:r>
                          <a:rPr kumimoji="0" lang="en-US" altLang="zh-CN" sz="2000" b="0" i="0" u="none" strike="noStrike" cap="none" normalizeH="0" baseline="0" dirty="0">
                            <a:ln>
                              <a:noFill/>
                            </a:ln>
                            <a:solidFill>
                              <a:srgbClr val="FFFF00"/>
                            </a:solidFill>
                            <a:effectLst>
                              <a:outerShdw blurRad="38100" dist="38100" dir="2700000" algn="tl">
                                <a:srgbClr val="000000"/>
                              </a:outerShdw>
                            </a:effectLst>
                            <a:latin typeface="Tahoma" panose="020B0604030504040204" pitchFamily="34" charset="0"/>
                            <a:ea typeface="宋体" panose="02010600030101010101" pitchFamily="2" charset="-122"/>
                          </a:rPr>
                          <a:t>56</a:t>
                        </a:r>
                        <a:endParaRPr kumimoji="0" lang="en-US" altLang="zh-CN" sz="2000" b="0" i="0" u="none" strike="noStrike" cap="none" normalizeH="0" baseline="0" dirty="0">
                          <a:ln>
                            <a:noFill/>
                          </a:ln>
                          <a:solidFill>
                            <a:srgbClr val="FFFF00"/>
                          </a:solidFill>
                          <a:effectLst>
                            <a:outerShdw blurRad="38100" dist="38100" dir="2700000" algn="tl">
                              <a:srgbClr val="000000"/>
                            </a:outerShdw>
                          </a:effectLst>
                          <a:latin typeface="Tahoma" panose="020B0604030504040204" pitchFamily="34" charset="0"/>
                          <a:ea typeface="宋体" panose="02010600030101010101" pitchFamily="2" charset="-122"/>
                        </a:endParaRPr>
                      </a:p>
                    </a:txBody>
                    <a:tcPr marL="91433" marR="91433" horzOverflow="overflow">
                      <a:lnL w="12700" cap="flat" cmpd="sng" algn="ctr">
                        <a:solidFill>
                          <a:schemeClr val="tx1"/>
                        </a:solidFill>
                        <a:prstDash val="solid"/>
                        <a:round/>
                        <a:headEnd type="none" w="med" len="med"/>
                        <a:tailEnd type="none" w="med" len="med"/>
                      </a:lnL>
                      <a:lnR w="12700" cap="flat" cmpd="sng" algn="ctr">
                        <a:solidFill>
                          <a:schemeClr val="tx1"/>
                        </a:solidFill>
                        <a:prstDash val="solid"/>
                        <a:round/>
                        <a:headEnd type="none" w="med" len="med"/>
                        <a:tailEnd type="none" w="med" len="med"/>
                      </a:lnR>
                      <a:lnT w="28575" cap="flat" cmpd="sng" algn="ctr">
                        <a:solidFill>
                          <a:schemeClr val="tx1"/>
                        </a:solidFill>
                        <a:prstDash val="solid"/>
                        <a:round/>
                        <a:headEnd type="none" w="med" len="med"/>
                        <a:tailEnd type="none" w="med" len="med"/>
                      </a:lnT>
                      <a:lnB w="28575" cap="flat" cmpd="sng" algn="ctr">
                        <a:solidFill>
                          <a:schemeClr val="tx1"/>
                        </a:solidFill>
                        <a:prstDash val="solid"/>
                        <a:round/>
                        <a:headEnd type="none" w="med" len="med"/>
                        <a:tailEnd type="none" w="med" len="med"/>
                      </a:lnB>
                      <a:lnTlToBr>
                        <a:noFill/>
                      </a:lnTlToBr>
                      <a:lnBlToTr>
                        <a:noFill/>
                      </a:lnBlToTr>
                      <a:noFill/>
                    </a:tcPr>
                  </a:tc>
                  <a:tc>
                    <a:txBody>
                      <a:bodyPr/>
                      <a:lstStyle/>
                      <a:p>
                        <a:pPr marL="0" marR="0" lvl="0" indent="0" algn="l" defTabSz="914400" rtl="0" eaLnBrk="1" fontAlgn="base" latinLnBrk="0" hangingPunct="1">
                          <a:lnSpc>
                            <a:spcPct val="100000"/>
                          </a:lnSpc>
                          <a:spcBef>
                            <a:spcPct val="20000"/>
                          </a:spcBef>
                          <a:spcAft>
                            <a:spcPct val="0"/>
                          </a:spcAft>
                          <a:buClr>
                            <a:schemeClr val="hlink"/>
                          </a:buClr>
                          <a:buSzPct val="80000"/>
                          <a:buFont typeface="Wingdings" panose="05000000000000000000" pitchFamily="2" charset="2"/>
                          <a:buNone/>
                        </a:pPr>
                        <a:r>
                          <a:rPr kumimoji="0" lang="en-US" altLang="zh-CN" sz="1800" b="0" i="0" u="none" strike="noStrike" cap="none" normalizeH="0" baseline="0" dirty="0">
                            <a:ln>
                              <a:noFill/>
                            </a:ln>
                            <a:solidFill>
                              <a:schemeClr val="hlink"/>
                            </a:solidFill>
                            <a:effectLst>
                              <a:outerShdw blurRad="38100" dist="38100" dir="2700000" algn="tl">
                                <a:srgbClr val="000000"/>
                              </a:outerShdw>
                            </a:effectLst>
                            <a:latin typeface="Tahoma" panose="020B0604030504040204" pitchFamily="34" charset="0"/>
                            <a:ea typeface="宋体" panose="02010600030101010101" pitchFamily="2" charset="-122"/>
                          </a:rPr>
                          <a:t>100</a:t>
                        </a:r>
                        <a:endParaRPr kumimoji="0" lang="en-US" altLang="zh-CN" sz="18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hlink"/>
                          </a:solidFill>
                          <a:effectLst>
                            <a:outerShdw blurRad="38100" dist="38100" dir="2700000" algn="tl">
                              <a:srgbClr val="000000"/>
                            </a:outerShdw>
                          </a:effectLst>
                          <a:latin typeface="Tahoma" panose="020B0604030504040204" pitchFamily="34" charset="0"/>
                          <a:ea typeface="宋体" panose="02010600030101010101" pitchFamily="2" charset="-122"/>
                        </a:endParaRPr>
                      </a:p>
                    </a:txBody>
                    <a:tcPr marL="91433" marR="91433" horzOverflow="overflow">
                      <a:lnL w="12700" cap="flat" cmpd="sng" algn="ctr">
                        <a:solidFill>
                          <a:schemeClr val="tx1"/>
                        </a:solidFill>
                        <a:prstDash val="solid"/>
                        <a:round/>
                        <a:headEnd type="none" w="med" len="med"/>
                        <a:tailEnd type="none" w="med" len="med"/>
                      </a:lnL>
                      <a:lnR w="12700" cap="flat" cmpd="sng" algn="ctr">
                        <a:solidFill>
                          <a:schemeClr val="tx1"/>
                        </a:solidFill>
                        <a:prstDash val="solid"/>
                        <a:round/>
                        <a:headEnd type="none" w="med" len="med"/>
                        <a:tailEnd type="none" w="med" len="med"/>
                      </a:lnR>
                      <a:lnT w="28575" cap="flat" cmpd="sng" algn="ctr">
                        <a:solidFill>
                          <a:schemeClr val="tx1"/>
                        </a:solidFill>
                        <a:prstDash val="solid"/>
                        <a:round/>
                        <a:headEnd type="none" w="med" len="med"/>
                        <a:tailEnd type="none" w="med" len="med"/>
                      </a:lnT>
                      <a:lnB w="28575" cap="flat" cmpd="sng" algn="ctr">
                        <a:solidFill>
                          <a:schemeClr val="tx1"/>
                        </a:solidFill>
                        <a:prstDash val="solid"/>
                        <a:round/>
                        <a:headEnd type="none" w="med" len="med"/>
                        <a:tailEnd type="none" w="med" len="med"/>
                      </a:lnB>
                      <a:lnTlToBr>
                        <a:noFill/>
                      </a:lnTlToBr>
                      <a:lnBlToTr>
                        <a:noFill/>
                      </a:lnBlToTr>
                      <a:noFill/>
                    </a:tcPr>
                  </a:tc>
                  <a:tc>
                    <a:txBody>
                      <a:bodyPr/>
                      <a:lstStyle/>
                      <a:p>
                        <a:pPr marL="0" marR="0" lvl="0" indent="0" algn="l" defTabSz="914400" rtl="0" eaLnBrk="1" fontAlgn="base" latinLnBrk="0" hangingPunct="1">
                          <a:lnSpc>
                            <a:spcPct val="100000"/>
                          </a:lnSpc>
                          <a:spcBef>
                            <a:spcPct val="20000"/>
                          </a:spcBef>
                          <a:spcAft>
                            <a:spcPct val="0"/>
                          </a:spcAft>
                          <a:buClr>
                            <a:schemeClr val="hlink"/>
                          </a:buClr>
                          <a:buSzPct val="80000"/>
                          <a:buFont typeface="Wingdings" panose="05000000000000000000" pitchFamily="2" charset="2"/>
                          <a:buNone/>
                        </a:pPr>
                        <a:r>
                          <a:rPr kumimoji="0" lang="en-US" altLang="zh-CN" sz="2000" b="0" i="0" u="none" strike="noStrike" cap="none" normalizeH="0" baseline="0" dirty="0">
                            <a:ln>
                              <a:noFill/>
                            </a:ln>
                            <a:solidFill>
                              <a:schemeClr val="hlink"/>
                            </a:solidFill>
                            <a:effectLst>
                              <a:outerShdw blurRad="38100" dist="38100" dir="2700000" algn="tl">
                                <a:srgbClr val="000000"/>
                              </a:outerShdw>
                            </a:effectLst>
                            <a:latin typeface="Arial" panose="020B0604020202020204"/>
                            <a:ea typeface="宋体" panose="02010600030101010101" pitchFamily="2" charset="-122"/>
                          </a:rPr>
                          <a:t>…</a:t>
                        </a:r>
                        <a:endParaRPr kumimoji="0" lang="en-US" altLang="zh-CN" sz="20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hlink"/>
                          </a:solidFill>
                          <a:effectLst>
                            <a:outerShdw blurRad="38100" dist="38100" dir="2700000" algn="tl">
                              <a:srgbClr val="000000"/>
                            </a:outerShdw>
                          </a:effectLst>
                          <a:latin typeface="Tahoma" panose="020B0604030504040204" pitchFamily="34" charset="0"/>
                          <a:ea typeface="宋体" panose="02010600030101010101" pitchFamily="2" charset="-122"/>
                        </a:endParaRPr>
                      </a:p>
                    </a:txBody>
                    <a:tcPr marL="91433" marR="91433" horzOverflow="overflow">
                      <a:lnL w="12700" cap="flat" cmpd="sng" algn="ctr">
                        <a:solidFill>
                          <a:schemeClr val="tx1"/>
                        </a:solidFill>
                        <a:prstDash val="solid"/>
                        <a:round/>
                        <a:headEnd type="none" w="med" len="med"/>
                        <a:tailEnd type="none" w="med" len="med"/>
                      </a:lnL>
                      <a:lnR w="12700" cap="flat" cmpd="sng" algn="ctr">
                        <a:solidFill>
                          <a:schemeClr val="tx1"/>
                        </a:solidFill>
                        <a:prstDash val="solid"/>
                        <a:round/>
                        <a:headEnd type="none" w="med" len="med"/>
                        <a:tailEnd type="none" w="med" len="med"/>
                      </a:lnR>
                      <a:lnT w="28575" cap="flat" cmpd="sng" algn="ctr">
                        <a:solidFill>
                          <a:schemeClr val="tx1"/>
                        </a:solidFill>
                        <a:prstDash val="solid"/>
                        <a:round/>
                        <a:headEnd type="none" w="med" len="med"/>
                        <a:tailEnd type="none" w="med" len="med"/>
                      </a:lnT>
                      <a:lnB w="28575" cap="flat" cmpd="sng" algn="ctr">
                        <a:solidFill>
                          <a:schemeClr val="tx1"/>
                        </a:solidFill>
                        <a:prstDash val="solid"/>
                        <a:round/>
                        <a:headEnd type="none" w="med" len="med"/>
                        <a:tailEnd type="none" w="med" len="med"/>
                      </a:lnB>
                      <a:lnTlToBr>
                        <a:noFill/>
                      </a:lnTlToBr>
                      <a:lnBlToTr>
                        <a:noFill/>
                      </a:lnBlToTr>
                      <a:noFill/>
                    </a:tcPr>
                  </a:tc>
                  <a:tc>
                    <a:txBody>
                      <a:bodyPr/>
                      <a:lstStyle/>
                      <a:p>
                        <a:pPr marL="0" marR="0" lvl="0" indent="0" algn="l" defTabSz="914400" rtl="0" eaLnBrk="1" fontAlgn="base" latinLnBrk="0" hangingPunct="1">
                          <a:lnSpc>
                            <a:spcPct val="100000"/>
                          </a:lnSpc>
                          <a:spcBef>
                            <a:spcPct val="20000"/>
                          </a:spcBef>
                          <a:spcAft>
                            <a:spcPct val="0"/>
                          </a:spcAft>
                          <a:buClr>
                            <a:schemeClr val="hlink"/>
                          </a:buClr>
                          <a:buSzPct val="80000"/>
                          <a:buFont typeface="Wingdings" panose="05000000000000000000" pitchFamily="2" charset="2"/>
                          <a:buNone/>
                        </a:pPr>
                        <a:r>
                          <a:rPr kumimoji="0" lang="en-US" altLang="zh-CN" sz="2000" b="0" i="0" u="none" strike="noStrike" cap="none" normalizeH="0" baseline="0" dirty="0">
                            <a:ln>
                              <a:noFill/>
                            </a:ln>
                            <a:solidFill>
                              <a:schemeClr val="hlink"/>
                            </a:solidFill>
                            <a:effectLst>
                              <a:outerShdw blurRad="38100" dist="38100" dir="2700000" algn="tl">
                                <a:srgbClr val="000000"/>
                              </a:outerShdw>
                            </a:effectLst>
                            <a:latin typeface="Tahoma" panose="020B0604030504040204" pitchFamily="34" charset="0"/>
                            <a:ea typeface="宋体" panose="02010600030101010101" pitchFamily="2" charset="-122"/>
                          </a:rPr>
                          <a:t>98</a:t>
                        </a:r>
                        <a:endParaRPr kumimoji="0" lang="en-US" altLang="zh-CN" sz="20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hlink"/>
                          </a:solidFill>
                          <a:effectLst>
                            <a:outerShdw blurRad="38100" dist="38100" dir="2700000" algn="tl">
                              <a:srgbClr val="000000"/>
                            </a:outerShdw>
                          </a:effectLst>
                          <a:latin typeface="Tahoma" panose="020B0604030504040204" pitchFamily="34" charset="0"/>
                          <a:ea typeface="宋体" panose="02010600030101010101" pitchFamily="2" charset="-122"/>
                        </a:endParaRPr>
                      </a:p>
                    </a:txBody>
                    <a:tcPr marL="91433" marR="91433" horzOverflow="overflow">
                      <a:lnL w="12700" cap="flat" cmpd="sng" algn="ctr">
                        <a:solidFill>
                          <a:schemeClr val="tx1"/>
                        </a:solidFill>
                        <a:prstDash val="solid"/>
                        <a:round/>
                        <a:headEnd type="none" w="med" len="med"/>
                        <a:tailEnd type="none" w="med" len="med"/>
                      </a:lnL>
                      <a:lnR w="12700" cap="flat" cmpd="sng" algn="ctr">
                        <a:solidFill>
                          <a:schemeClr val="tx1"/>
                        </a:solidFill>
                        <a:prstDash val="solid"/>
                        <a:round/>
                        <a:headEnd type="none" w="med" len="med"/>
                        <a:tailEnd type="none" w="med" len="med"/>
                      </a:lnR>
                      <a:lnT w="28575" cap="flat" cmpd="sng" algn="ctr">
                        <a:solidFill>
                          <a:schemeClr val="tx1"/>
                        </a:solidFill>
                        <a:prstDash val="solid"/>
                        <a:round/>
                        <a:headEnd type="none" w="med" len="med"/>
                        <a:tailEnd type="none" w="med" len="med"/>
                      </a:lnT>
                      <a:lnB w="28575" cap="flat" cmpd="sng" algn="ctr">
                        <a:solidFill>
                          <a:schemeClr val="tx1"/>
                        </a:solidFill>
                        <a:prstDash val="solid"/>
                        <a:round/>
                        <a:headEnd type="none" w="med" len="med"/>
                        <a:tailEnd type="none" w="med" len="med"/>
                      </a:lnB>
                      <a:lnTlToBr>
                        <a:noFill/>
                      </a:lnTlToBr>
                      <a:lnBlToTr>
                        <a:noFill/>
                      </a:lnBlToTr>
                      <a:noFill/>
                    </a:tcPr>
                  </a:tc>
                  <a:tc>
                    <a:txBody>
                      <a:bodyPr/>
                      <a:lstStyle/>
                      <a:p>
                        <a:pPr marL="0" marR="0" lvl="0" indent="0" algn="l" defTabSz="914400" rtl="0" eaLnBrk="1" fontAlgn="base" latinLnBrk="0" hangingPunct="1">
                          <a:lnSpc>
                            <a:spcPct val="100000"/>
                          </a:lnSpc>
                          <a:spcBef>
                            <a:spcPct val="20000"/>
                          </a:spcBef>
                          <a:spcAft>
                            <a:spcPct val="0"/>
                          </a:spcAft>
                          <a:buClr>
                            <a:schemeClr val="hlink"/>
                          </a:buClr>
                          <a:buSzPct val="80000"/>
                          <a:buFont typeface="Wingdings" panose="05000000000000000000" pitchFamily="2" charset="2"/>
                          <a:buNone/>
                        </a:pPr>
                        <a:r>
                          <a:rPr kumimoji="0" lang="en-US" altLang="zh-CN" sz="2000" b="0" i="0" u="none" strike="noStrike" cap="none" normalizeH="0" baseline="0" dirty="0">
                            <a:ln>
                              <a:noFill/>
                            </a:ln>
                            <a:solidFill>
                              <a:schemeClr val="hlink"/>
                            </a:solidFill>
                            <a:effectLst>
                              <a:outerShdw blurRad="38100" dist="38100" dir="2700000" algn="tl">
                                <a:srgbClr val="000000"/>
                              </a:outerShdw>
                            </a:effectLst>
                            <a:latin typeface="Tahoma" panose="020B0604030504040204" pitchFamily="34" charset="0"/>
                            <a:ea typeface="宋体" panose="02010600030101010101" pitchFamily="2" charset="-122"/>
                          </a:rPr>
                          <a:t>…</a:t>
                        </a:r>
                        <a:endParaRPr kumimoji="0" lang="en-US" altLang="zh-CN" sz="20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hlink"/>
                          </a:solidFill>
                          <a:effectLst>
                            <a:outerShdw blurRad="38100" dist="38100" dir="2700000" algn="tl">
                              <a:srgbClr val="000000"/>
                            </a:outerShdw>
                          </a:effectLst>
                          <a:latin typeface="Tahoma" panose="020B0604030504040204" pitchFamily="34" charset="0"/>
                          <a:ea typeface="宋体" panose="02010600030101010101" pitchFamily="2" charset="-122"/>
                        </a:endParaRPr>
                      </a:p>
                    </a:txBody>
                    <a:tcPr marL="91433" marR="91433" horzOverflow="overflow">
                      <a:lnL w="12700" cap="flat" cmpd="sng" algn="ctr">
                        <a:solidFill>
                          <a:schemeClr val="tx1"/>
                        </a:solidFill>
                        <a:prstDash val="solid"/>
                        <a:round/>
                        <a:headEnd type="none" w="med" len="med"/>
                        <a:tailEnd type="none" w="med" len="med"/>
                      </a:lnL>
                      <a:lnR w="12700" cap="flat" cmpd="sng" algn="ctr">
                        <a:solidFill>
                          <a:schemeClr val="tx1"/>
                        </a:solidFill>
                        <a:prstDash val="solid"/>
                        <a:round/>
                        <a:headEnd type="none" w="med" len="med"/>
                        <a:tailEnd type="none" w="med" len="med"/>
                      </a:lnR>
                      <a:lnT w="28575" cap="flat" cmpd="sng" algn="ctr">
                        <a:solidFill>
                          <a:schemeClr val="tx1"/>
                        </a:solidFill>
                        <a:prstDash val="solid"/>
                        <a:round/>
                        <a:headEnd type="none" w="med" len="med"/>
                        <a:tailEnd type="none" w="med" len="med"/>
                      </a:lnT>
                      <a:lnB w="28575" cap="flat" cmpd="sng" algn="ctr">
                        <a:solidFill>
                          <a:schemeClr val="tx1"/>
                        </a:solidFill>
                        <a:prstDash val="solid"/>
                        <a:round/>
                        <a:headEnd type="none" w="med" len="med"/>
                        <a:tailEnd type="none" w="med" len="med"/>
                      </a:lnB>
                      <a:lnTlToBr>
                        <a:noFill/>
                      </a:lnTlToBr>
                      <a:lnBlToTr>
                        <a:noFill/>
                      </a:lnBlToTr>
                      <a:noFill/>
                    </a:tcPr>
                  </a:tc>
                  <a:tc>
                    <a:txBody>
                      <a:bodyPr/>
                      <a:lstStyle/>
                      <a:p>
                        <a:pPr marL="0" marR="0" lvl="0" indent="0" algn="l" defTabSz="914400" rtl="0" eaLnBrk="1" fontAlgn="base" latinLnBrk="0" hangingPunct="1">
                          <a:lnSpc>
                            <a:spcPct val="100000"/>
                          </a:lnSpc>
                          <a:spcBef>
                            <a:spcPct val="20000"/>
                          </a:spcBef>
                          <a:spcAft>
                            <a:spcPct val="0"/>
                          </a:spcAft>
                          <a:buClr>
                            <a:schemeClr val="hlink"/>
                          </a:buClr>
                          <a:buSzPct val="80000"/>
                          <a:buFont typeface="Wingdings" panose="05000000000000000000" pitchFamily="2" charset="2"/>
                          <a:buNone/>
                        </a:pPr>
                        <a:r>
                          <a:rPr kumimoji="0" lang="en-US" altLang="zh-CN" sz="2000" b="0" i="0" u="none" strike="noStrike" cap="none" normalizeH="0" baseline="0" dirty="0">
                            <a:ln>
                              <a:noFill/>
                            </a:ln>
                            <a:solidFill>
                              <a:srgbClr val="FFFF00"/>
                            </a:solidFill>
                            <a:effectLst>
                              <a:outerShdw blurRad="38100" dist="38100" dir="2700000" algn="tl">
                                <a:srgbClr val="000000"/>
                              </a:outerShdw>
                            </a:effectLst>
                            <a:latin typeface="Tahoma" panose="020B0604030504040204" pitchFamily="34" charset="0"/>
                            <a:ea typeface="宋体" panose="02010600030101010101" pitchFamily="2" charset="-122"/>
                          </a:rPr>
                          <a:t>39</a:t>
                        </a:r>
                        <a:endParaRPr kumimoji="0" lang="en-US" altLang="zh-CN" sz="2000" b="0" i="0" u="none" strike="noStrike" cap="none" normalizeH="0" baseline="0" dirty="0">
                          <a:ln>
                            <a:noFill/>
                          </a:ln>
                          <a:solidFill>
                            <a:srgbClr val="FFFF00"/>
                          </a:solidFill>
                          <a:effectLst>
                            <a:outerShdw blurRad="38100" dist="38100" dir="2700000" algn="tl">
                              <a:srgbClr val="000000"/>
                            </a:outerShdw>
                          </a:effectLst>
                          <a:latin typeface="Tahoma" panose="020B0604030504040204" pitchFamily="34" charset="0"/>
                          <a:ea typeface="宋体" panose="02010600030101010101" pitchFamily="2" charset="-122"/>
                        </a:endParaRPr>
                      </a:p>
                    </a:txBody>
                    <a:tcPr marL="91433" marR="91433" horzOverflow="overflow">
                      <a:lnL w="12700" cap="flat" cmpd="sng" algn="ctr">
                        <a:solidFill>
                          <a:schemeClr val="tx1"/>
                        </a:solidFill>
                        <a:prstDash val="solid"/>
                        <a:round/>
                        <a:headEnd type="none" w="med" len="med"/>
                        <a:tailEnd type="none" w="med" len="med"/>
                      </a:lnL>
                      <a:lnR w="12700" cap="flat" cmpd="sng" algn="ctr">
                        <a:solidFill>
                          <a:schemeClr val="tx1"/>
                        </a:solidFill>
                        <a:prstDash val="solid"/>
                        <a:round/>
                        <a:headEnd type="none" w="med" len="med"/>
                        <a:tailEnd type="none" w="med" len="med"/>
                      </a:lnR>
                      <a:lnT w="28575" cap="flat" cmpd="sng" algn="ctr">
                        <a:solidFill>
                          <a:schemeClr val="tx1"/>
                        </a:solidFill>
                        <a:prstDash val="solid"/>
                        <a:round/>
                        <a:headEnd type="none" w="med" len="med"/>
                        <a:tailEnd type="none" w="med" len="med"/>
                      </a:lnT>
                      <a:lnB w="28575" cap="flat" cmpd="sng" algn="ctr">
                        <a:solidFill>
                          <a:schemeClr val="tx1"/>
                        </a:solidFill>
                        <a:prstDash val="solid"/>
                        <a:round/>
                        <a:headEnd type="none" w="med" len="med"/>
                        <a:tailEnd type="none" w="med" len="med"/>
                      </a:lnB>
                      <a:lnTlToBr>
                        <a:noFill/>
                      </a:lnTlToBr>
                      <a:lnBlToTr>
                        <a:noFill/>
                      </a:lnBlToTr>
                      <a:noFill/>
                    </a:tcPr>
                  </a:tc>
                  <a:tc>
                    <a:txBody>
                      <a:bodyPr/>
                      <a:lstStyle/>
                      <a:p>
                        <a:pPr marL="0" marR="0" lvl="0" indent="0" algn="l" defTabSz="914400" rtl="0" eaLnBrk="1" fontAlgn="base" latinLnBrk="0" hangingPunct="1">
                          <a:lnSpc>
                            <a:spcPct val="100000"/>
                          </a:lnSpc>
                          <a:spcBef>
                            <a:spcPct val="20000"/>
                          </a:spcBef>
                          <a:spcAft>
                            <a:spcPct val="0"/>
                          </a:spcAft>
                          <a:buClr>
                            <a:schemeClr val="hlink"/>
                          </a:buClr>
                          <a:buSzPct val="80000"/>
                          <a:buFont typeface="Wingdings" panose="05000000000000000000" pitchFamily="2" charset="2"/>
                          <a:buNone/>
                        </a:pPr>
                        <a:r>
                          <a:rPr kumimoji="0" lang="en-US" altLang="zh-CN" sz="2000" b="0" i="0" u="none" strike="noStrike" cap="none" normalizeH="0" baseline="0" dirty="0">
                            <a:ln>
                              <a:noFill/>
                            </a:ln>
                            <a:solidFill>
                              <a:schemeClr val="hlink"/>
                            </a:solidFill>
                            <a:effectLst>
                              <a:outerShdw blurRad="38100" dist="38100" dir="2700000" algn="tl">
                                <a:srgbClr val="000000"/>
                              </a:outerShdw>
                            </a:effectLst>
                            <a:latin typeface="Tahoma" panose="020B0604030504040204" pitchFamily="34" charset="0"/>
                            <a:ea typeface="宋体" panose="02010600030101010101" pitchFamily="2" charset="-122"/>
                          </a:rPr>
                          <a:t>79</a:t>
                        </a:r>
                        <a:endParaRPr kumimoji="0" lang="en-US" altLang="zh-CN" sz="20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hlink"/>
                          </a:solidFill>
                          <a:effectLst>
                            <a:outerShdw blurRad="38100" dist="38100" dir="2700000" algn="tl">
                              <a:srgbClr val="000000"/>
                            </a:outerShdw>
                          </a:effectLst>
                          <a:latin typeface="Tahoma" panose="020B0604030504040204" pitchFamily="34" charset="0"/>
                          <a:ea typeface="宋体" panose="02010600030101010101" pitchFamily="2" charset="-122"/>
                        </a:endParaRPr>
                      </a:p>
                    </a:txBody>
                    <a:tcPr marL="91433" marR="91433" horzOverflow="overflow">
                      <a:lnL w="12700" cap="flat" cmpd="sng" algn="ctr">
                        <a:solidFill>
                          <a:schemeClr val="tx1"/>
                        </a:solidFill>
                        <a:prstDash val="solid"/>
                        <a:round/>
                        <a:headEnd type="none" w="med" len="med"/>
                        <a:tailEnd type="none" w="med" len="med"/>
                      </a:lnL>
                      <a:lnR w="12700" cap="flat" cmpd="sng" algn="ctr">
                        <a:solidFill>
                          <a:schemeClr val="tx1"/>
                        </a:solidFill>
                        <a:prstDash val="solid"/>
                        <a:round/>
                        <a:headEnd type="none" w="med" len="med"/>
                        <a:tailEnd type="none" w="med" len="med"/>
                      </a:lnR>
                      <a:lnT w="28575" cap="flat" cmpd="sng" algn="ctr">
                        <a:solidFill>
                          <a:schemeClr val="tx1"/>
                        </a:solidFill>
                        <a:prstDash val="solid"/>
                        <a:round/>
                        <a:headEnd type="none" w="med" len="med"/>
                        <a:tailEnd type="none" w="med" len="med"/>
                      </a:lnT>
                      <a:lnB w="28575" cap="flat" cmpd="sng" algn="ctr">
                        <a:solidFill>
                          <a:schemeClr val="tx1"/>
                        </a:solidFill>
                        <a:prstDash val="solid"/>
                        <a:round/>
                        <a:headEnd type="none" w="med" len="med"/>
                        <a:tailEnd type="none" w="med" len="med"/>
                      </a:lnB>
                      <a:lnTlToBr>
                        <a:noFill/>
                      </a:lnTlToBr>
                      <a:lnBlToTr>
                        <a:noFill/>
                      </a:lnBlToTr>
                      <a:noFill/>
                    </a:tcPr>
                  </a:tc>
                  <a:tc>
                    <a:txBody>
                      <a:bodyPr/>
                      <a:lstStyle/>
                      <a:p>
                        <a:pPr marL="0" marR="0" lvl="0" indent="0" algn="l" defTabSz="914400" rtl="0" eaLnBrk="1" fontAlgn="base" latinLnBrk="0" hangingPunct="1">
                          <a:lnSpc>
                            <a:spcPct val="100000"/>
                          </a:lnSpc>
                          <a:spcBef>
                            <a:spcPct val="20000"/>
                          </a:spcBef>
                          <a:spcAft>
                            <a:spcPct val="0"/>
                          </a:spcAft>
                          <a:buClr>
                            <a:schemeClr val="hlink"/>
                          </a:buClr>
                          <a:buSzPct val="80000"/>
                          <a:buFont typeface="Wingdings" panose="05000000000000000000" pitchFamily="2" charset="2"/>
                          <a:buNone/>
                        </a:pPr>
                        <a:r>
                          <a:rPr kumimoji="0" lang="en-US" altLang="zh-CN" sz="2000" b="0" i="0" u="none" strike="noStrike" cap="none" normalizeH="0" baseline="0" dirty="0">
                            <a:ln>
                              <a:noFill/>
                            </a:ln>
                            <a:solidFill>
                              <a:schemeClr val="hlink"/>
                            </a:solidFill>
                            <a:effectLst>
                              <a:outerShdw blurRad="38100" dist="38100" dir="2700000" algn="tl">
                                <a:srgbClr val="000000"/>
                              </a:outerShdw>
                            </a:effectLst>
                            <a:latin typeface="Tahoma" panose="020B0604030504040204" pitchFamily="34" charset="0"/>
                            <a:ea typeface="宋体" panose="02010600030101010101" pitchFamily="2" charset="-122"/>
                          </a:rPr>
                          <a:t>88</a:t>
                        </a:r>
                        <a:endParaRPr kumimoji="0" lang="en-US" altLang="zh-CN" sz="20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hlink"/>
                          </a:solidFill>
                          <a:effectLst>
                            <a:outerShdw blurRad="38100" dist="38100" dir="2700000" algn="tl">
                              <a:srgbClr val="000000"/>
                            </a:outerShdw>
                          </a:effectLst>
                          <a:latin typeface="Tahoma" panose="020B0604030504040204" pitchFamily="34" charset="0"/>
                          <a:ea typeface="宋体" panose="02010600030101010101" pitchFamily="2" charset="-122"/>
                        </a:endParaRPr>
                      </a:p>
                    </a:txBody>
                    <a:tcPr marL="91433" marR="91433" horzOverflow="overflow">
                      <a:lnL w="12700" cap="flat" cmpd="sng" algn="ctr">
                        <a:solidFill>
                          <a:schemeClr val="tx1"/>
                        </a:solidFill>
                        <a:prstDash val="solid"/>
                        <a:round/>
                        <a:headEnd type="none" w="med" len="med"/>
                        <a:tailEnd type="none" w="med" len="med"/>
                      </a:lnL>
                      <a:lnR w="12700" cap="flat" cmpd="sng" algn="ctr">
                        <a:solidFill>
                          <a:schemeClr val="tx1"/>
                        </a:solidFill>
                        <a:prstDash val="solid"/>
                        <a:round/>
                        <a:headEnd type="none" w="med" len="med"/>
                        <a:tailEnd type="none" w="med" len="med"/>
                      </a:lnR>
                      <a:lnT w="28575" cap="flat" cmpd="sng" algn="ctr">
                        <a:solidFill>
                          <a:schemeClr val="tx1"/>
                        </a:solidFill>
                        <a:prstDash val="solid"/>
                        <a:round/>
                        <a:headEnd type="none" w="med" len="med"/>
                        <a:tailEnd type="none" w="med" len="med"/>
                      </a:lnT>
                      <a:lnB w="28575" cap="flat" cmpd="sng" algn="ctr">
                        <a:solidFill>
                          <a:schemeClr val="tx1"/>
                        </a:solidFill>
                        <a:prstDash val="solid"/>
                        <a:round/>
                        <a:headEnd type="none" w="med" len="med"/>
                        <a:tailEnd type="none" w="med" len="med"/>
                      </a:lnB>
                      <a:lnTlToBr>
                        <a:noFill/>
                      </a:lnTlToBr>
                      <a:lnBlToTr>
                        <a:noFill/>
                      </a:lnBlToTr>
                      <a:noFill/>
                    </a:tcPr>
                  </a:tc>
                  <a:tc>
                    <a:txBody>
                      <a:bodyPr/>
                      <a:lstStyle/>
                      <a:p>
                        <a:pPr marL="0" marR="0" lvl="0" indent="0" algn="l" defTabSz="914400" rtl="0" eaLnBrk="1" fontAlgn="base" latinLnBrk="0" hangingPunct="1">
                          <a:lnSpc>
                            <a:spcPct val="100000"/>
                          </a:lnSpc>
                          <a:spcBef>
                            <a:spcPct val="20000"/>
                          </a:spcBef>
                          <a:spcAft>
                            <a:spcPct val="0"/>
                          </a:spcAft>
                          <a:buClr>
                            <a:schemeClr val="hlink"/>
                          </a:buClr>
                          <a:buSzPct val="80000"/>
                          <a:buFont typeface="Wingdings" panose="05000000000000000000" pitchFamily="2" charset="2"/>
                          <a:buNone/>
                        </a:pPr>
                        <a:r>
                          <a:rPr kumimoji="0" lang="en-US" altLang="zh-CN" sz="2000" b="0" i="0" u="none" strike="noStrike" cap="none" normalizeH="0" baseline="0" dirty="0">
                            <a:ln>
                              <a:noFill/>
                            </a:ln>
                            <a:solidFill>
                              <a:schemeClr val="hlink"/>
                            </a:solidFill>
                            <a:effectLst>
                              <a:outerShdw blurRad="38100" dist="38100" dir="2700000" algn="tl">
                                <a:srgbClr val="000000"/>
                              </a:outerShdw>
                            </a:effectLst>
                            <a:latin typeface="Tahoma" panose="020B0604030504040204" pitchFamily="34" charset="0"/>
                            <a:ea typeface="宋体" panose="02010600030101010101" pitchFamily="2" charset="-122"/>
                          </a:rPr>
                          <a:t>92</a:t>
                        </a:r>
                        <a:endParaRPr kumimoji="0" lang="en-US" altLang="zh-CN" sz="20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hlink"/>
                          </a:solidFill>
                          <a:effectLst>
                            <a:outerShdw blurRad="38100" dist="38100" dir="2700000" algn="tl">
                              <a:srgbClr val="000000"/>
                            </a:outerShdw>
                          </a:effectLst>
                          <a:latin typeface="Tahoma" panose="020B0604030504040204" pitchFamily="34" charset="0"/>
                          <a:ea typeface="宋体" panose="02010600030101010101" pitchFamily="2" charset="-122"/>
                        </a:endParaRPr>
                      </a:p>
                    </a:txBody>
                    <a:tcPr marL="91433" marR="91433" horzOverflow="overflow">
                      <a:lnL w="12700" cap="flat" cmpd="sng" algn="ctr">
                        <a:solidFill>
                          <a:schemeClr val="tx1"/>
                        </a:solidFill>
                        <a:prstDash val="solid"/>
                        <a:round/>
                        <a:headEnd type="none" w="med" len="med"/>
                        <a:tailEnd type="none" w="med" len="med"/>
                      </a:lnL>
                      <a:lnR w="28575" cap="flat" cmpd="sng" algn="ctr">
                        <a:solidFill>
                          <a:schemeClr val="tx1"/>
                        </a:solidFill>
                        <a:prstDash val="solid"/>
                        <a:round/>
                        <a:headEnd type="none" w="med" len="med"/>
                        <a:tailEnd type="none" w="med" len="med"/>
                      </a:lnR>
                      <a:lnT w="28575" cap="flat" cmpd="sng" algn="ctr">
                        <a:solidFill>
                          <a:schemeClr val="tx1"/>
                        </a:solidFill>
                        <a:prstDash val="solid"/>
                        <a:round/>
                        <a:headEnd type="none" w="med" len="med"/>
                        <a:tailEnd type="none" w="med" len="med"/>
                      </a:lnT>
                      <a:lnB w="28575" cap="flat" cmpd="sng" algn="ctr">
                        <a:solidFill>
                          <a:schemeClr val="tx1"/>
                        </a:solidFill>
                        <a:prstDash val="solid"/>
                        <a:round/>
                        <a:headEnd type="none" w="med" len="med"/>
                        <a:tailEnd type="none" w="med" len="med"/>
                      </a:lnB>
                      <a:lnTlToBr>
                        <a:noFill/>
                      </a:lnTlToBr>
                      <a:lnBlToTr>
                        <a:noFill/>
                      </a:lnBlToTr>
                      <a:noFill/>
                    </a:tcPr>
                  </a:tc>
                </a:tr>
              </a:tbl>
            </a:graphicData>
          </a:graphic>
        </p:graphicFrame>
        <p:sp>
          <p:nvSpPr>
            <p:cNvPr id="24653" name="文本框 13"/>
            <p:cNvSpPr txBox="1"/>
            <p:nvPr/>
          </p:nvSpPr>
          <p:spPr>
            <a:xfrm>
              <a:off x="79345" y="4081973"/>
              <a:ext cx="586635" cy="461665"/>
            </a:xfrm>
            <a:prstGeom prst="rect">
              <a:avLst/>
            </a:prstGeom>
            <a:noFill/>
            <a:ln w="28575" cap="flat" cmpd="sng">
              <a:solidFill>
                <a:schemeClr val="tx1"/>
              </a:solidFill>
              <a:prstDash val="solid"/>
              <a:miter/>
              <a:headEnd type="none" w="med" len="med"/>
              <a:tailEnd type="none" w="med" len="med"/>
            </a:ln>
          </p:spPr>
          <p:txBody>
            <a:bodyPr>
              <a:spAutoFit/>
            </a:bodyPr>
            <a:lstStyle>
              <a:lvl1pPr marL="342900" indent="-342900" algn="l" rtl="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hlink"/>
                </a:buClr>
                <a:buSzPct val="80000"/>
                <a:buFont typeface="Wingdings" panose="05000000000000000000" pitchFamily="2" charset="2"/>
                <a:buChar char="n"/>
                <a:defRPr sz="3200" b="0">
                  <a:solidFill>
                    <a:schemeClr val="tx1"/>
                  </a:solidFill>
                  <a:effectLst/>
                  <a:latin typeface="+mn-lt"/>
                  <a:ea typeface="+mn-ea"/>
                  <a:cs typeface="+mn-cs"/>
                </a:defRPr>
              </a:lvl1pPr>
              <a:lvl2pPr marL="742950" indent="-285750" algn="l" rtl="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tx1"/>
                </a:buClr>
                <a:buChar char="–"/>
                <a:defRPr sz="2800">
                  <a:solidFill>
                    <a:schemeClr val="tx1"/>
                  </a:solidFill>
                  <a:effectLst/>
                  <a:latin typeface="+mn-lt"/>
                  <a:ea typeface="+mn-ea"/>
                </a:defRPr>
              </a:lvl2pPr>
              <a:lvl3pPr marL="11430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hlink"/>
                </a:buClr>
                <a:buFont typeface="Wingdings" panose="05000000000000000000" pitchFamily="2" charset="2"/>
                <a:buChar char="§"/>
                <a:defRPr sz="2400">
                  <a:solidFill>
                    <a:schemeClr val="tx1"/>
                  </a:solidFill>
                  <a:effectLst/>
                  <a:latin typeface="+mn-lt"/>
                  <a:ea typeface="+mn-ea"/>
                </a:defRPr>
              </a:lvl3pPr>
              <a:lvl4pPr marL="16002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–"/>
                <a:defRPr sz="2000">
                  <a:solidFill>
                    <a:schemeClr val="tx1"/>
                  </a:solidFill>
                  <a:effectLst/>
                  <a:latin typeface="+mn-lt"/>
                  <a:ea typeface="+mn-ea"/>
                </a:defRPr>
              </a:lvl4pPr>
              <a:lvl5pPr marL="20574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hlink"/>
                </a:buClr>
                <a:buFont typeface="Wingdings" panose="05000000000000000000" pitchFamily="2" charset="2"/>
                <a:buChar char="§"/>
                <a:defRPr sz="2000">
                  <a:solidFill>
                    <a:schemeClr val="tx1"/>
                  </a:solidFill>
                  <a:effectLst/>
                  <a:latin typeface="+mn-lt"/>
                  <a:ea typeface="+mn-ea"/>
                </a:defRPr>
              </a:lvl5pPr>
            </a:lstStyle>
            <a:p>
              <a:pPr marL="0" lvl="0" indent="0">
                <a:spcBef>
                  <a:spcPct val="0"/>
                </a:spcBef>
                <a:buClrTx/>
                <a:buSzTx/>
                <a:buFontTx/>
                <a:buNone/>
              </a:pPr>
              <a:r>
                <a:rPr lang="en-US" altLang="zh-CN" sz="2400" b="1" dirty="0">
                  <a:solidFill>
                    <a:srgbClr val="FFFF00"/>
                  </a:solidFill>
                  <a:ea typeface="黑体" panose="02010609060101010101" pitchFamily="49" charset="-122"/>
                </a:rPr>
                <a:t>99</a:t>
              </a:r>
              <a:endParaRPr lang="en-US" altLang="zh-CN" sz="2400" b="1" dirty="0">
                <a:solidFill>
                  <a:srgbClr val="FFFF00"/>
                </a:solidFill>
                <a:ea typeface="黑体" panose="02010609060101010101" pitchFamily="49" charset="-122"/>
              </a:endParaRPr>
            </a:p>
          </p:txBody>
        </p:sp>
        <p:cxnSp>
          <p:nvCxnSpPr>
            <p:cNvPr id="24654" name="直接连接符 64"/>
            <p:cNvCxnSpPr/>
            <p:nvPr/>
          </p:nvCxnSpPr>
          <p:spPr>
            <a:xfrm>
              <a:off x="7212041" y="4081973"/>
              <a:ext cx="951757" cy="0"/>
            </a:xfrm>
            <a:prstGeom prst="line">
              <a:avLst/>
            </a:prstGeom>
            <a:ln w="22225" cap="flat" cmpd="sng">
              <a:solidFill>
                <a:schemeClr val="tx1"/>
              </a:solidFill>
              <a:prstDash val="sysDash"/>
              <a:headEnd type="none" w="med" len="med"/>
              <a:tailEnd type="none" w="med" len="med"/>
            </a:ln>
          </p:spPr>
        </p:cxnSp>
        <p:cxnSp>
          <p:nvCxnSpPr>
            <p:cNvPr id="24655" name="直接连接符 65"/>
            <p:cNvCxnSpPr/>
            <p:nvPr/>
          </p:nvCxnSpPr>
          <p:spPr>
            <a:xfrm>
              <a:off x="7212041" y="4543638"/>
              <a:ext cx="951757" cy="0"/>
            </a:xfrm>
            <a:prstGeom prst="line">
              <a:avLst/>
            </a:prstGeom>
            <a:ln w="22225" cap="flat" cmpd="sng">
              <a:solidFill>
                <a:schemeClr val="tx1"/>
              </a:solidFill>
              <a:prstDash val="sysDash"/>
              <a:headEnd type="none" w="med" len="med"/>
              <a:tailEnd type="none" w="med" len="med"/>
            </a:ln>
          </p:spPr>
        </p:cxnSp>
      </p:grpSp>
      <p:sp>
        <p:nvSpPr>
          <p:cNvPr id="23" name="箭头: 上弧形 22"/>
          <p:cNvSpPr/>
          <p:nvPr/>
        </p:nvSpPr>
        <p:spPr bwMode="auto">
          <a:xfrm>
            <a:off x="7823200" y="2847975"/>
            <a:ext cx="587375" cy="368300"/>
          </a:xfrm>
          <a:prstGeom prst="curvedDownArrow">
            <a:avLst/>
          </a:prstGeom>
          <a:solidFill>
            <a:schemeClr val="tx2">
              <a:lumMod val="75000"/>
            </a:schemeClr>
          </a:solidFill>
          <a:ln w="9525" cap="flat" cmpd="sng" algn="ctr">
            <a:solidFill>
              <a:schemeClr val="tx1"/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 anchor="ctr">
            <a:spAutoFit/>
          </a:bodyPr>
          <a:lstStyle/>
          <a:p>
            <a:pPr marL="0" marR="0" lvl="0" indent="333375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0" lang="zh-CN" altLang="en-US" sz="1800" b="1" i="0" u="none" strike="noStrike" kern="1200" cap="none" spc="0" normalizeH="0" baseline="0" noProof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Tahoma" panose="020B0604030504040204" pitchFamily="34" charset="0"/>
              <a:ea typeface="黑体" panose="02010609060101010101" pitchFamily="49" charset="-122"/>
              <a:cs typeface="+mn-cs"/>
            </a:endParaRPr>
          </a:p>
        </p:txBody>
      </p:sp>
      <p:sp>
        <p:nvSpPr>
          <p:cNvPr id="72" name="箭头: 上弧形 71"/>
          <p:cNvSpPr/>
          <p:nvPr/>
        </p:nvSpPr>
        <p:spPr bwMode="auto">
          <a:xfrm>
            <a:off x="7137400" y="2862263"/>
            <a:ext cx="587375" cy="368300"/>
          </a:xfrm>
          <a:prstGeom prst="curvedDownArrow">
            <a:avLst/>
          </a:prstGeom>
          <a:solidFill>
            <a:schemeClr val="tx2">
              <a:lumMod val="75000"/>
            </a:schemeClr>
          </a:solidFill>
          <a:ln w="9525" cap="flat" cmpd="sng" algn="ctr">
            <a:solidFill>
              <a:schemeClr val="tx1"/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 anchor="ctr">
            <a:spAutoFit/>
          </a:bodyPr>
          <a:lstStyle/>
          <a:p>
            <a:pPr marL="0" marR="0" lvl="0" indent="333375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0" lang="zh-CN" altLang="en-US" sz="1800" b="1" i="0" u="none" strike="noStrike" kern="1200" cap="none" spc="0" normalizeH="0" baseline="0" noProof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Tahoma" panose="020B0604030504040204" pitchFamily="34" charset="0"/>
              <a:ea typeface="黑体" panose="02010609060101010101" pitchFamily="49" charset="-122"/>
              <a:cs typeface="+mn-cs"/>
            </a:endParaRPr>
          </a:p>
        </p:txBody>
      </p:sp>
      <p:sp>
        <p:nvSpPr>
          <p:cNvPr id="73" name="箭头: 上弧形 72"/>
          <p:cNvSpPr/>
          <p:nvPr/>
        </p:nvSpPr>
        <p:spPr bwMode="auto">
          <a:xfrm>
            <a:off x="6551613" y="2851150"/>
            <a:ext cx="585788" cy="368300"/>
          </a:xfrm>
          <a:prstGeom prst="curvedDownArrow">
            <a:avLst/>
          </a:prstGeom>
          <a:solidFill>
            <a:schemeClr val="tx2">
              <a:lumMod val="75000"/>
            </a:schemeClr>
          </a:solidFill>
          <a:ln w="9525" cap="flat" cmpd="sng" algn="ctr">
            <a:solidFill>
              <a:schemeClr val="tx1"/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 anchor="ctr">
            <a:spAutoFit/>
          </a:bodyPr>
          <a:lstStyle/>
          <a:p>
            <a:pPr marL="0" marR="0" lvl="0" indent="333375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0" lang="zh-CN" altLang="en-US" sz="1800" b="1" i="0" u="none" strike="noStrike" kern="1200" cap="none" spc="0" normalizeH="0" baseline="0" noProof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Tahoma" panose="020B0604030504040204" pitchFamily="34" charset="0"/>
              <a:ea typeface="黑体" panose="02010609060101010101" pitchFamily="49" charset="-122"/>
              <a:cs typeface="+mn-cs"/>
            </a:endParaRPr>
          </a:p>
        </p:txBody>
      </p:sp>
      <p:sp>
        <p:nvSpPr>
          <p:cNvPr id="74" name="箭头: 上弧形 73"/>
          <p:cNvSpPr/>
          <p:nvPr/>
        </p:nvSpPr>
        <p:spPr bwMode="auto">
          <a:xfrm>
            <a:off x="5915025" y="2892425"/>
            <a:ext cx="587375" cy="368300"/>
          </a:xfrm>
          <a:prstGeom prst="curvedDownArrow">
            <a:avLst/>
          </a:prstGeom>
          <a:solidFill>
            <a:schemeClr val="tx2">
              <a:lumMod val="75000"/>
            </a:schemeClr>
          </a:solidFill>
          <a:ln w="9525" cap="flat" cmpd="sng" algn="ctr">
            <a:solidFill>
              <a:schemeClr val="tx1"/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 anchor="ctr">
            <a:spAutoFit/>
          </a:bodyPr>
          <a:lstStyle/>
          <a:p>
            <a:pPr marL="0" marR="0" lvl="0" indent="333375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0" lang="zh-CN" altLang="en-US" sz="1800" b="1" i="0" u="none" strike="noStrike" kern="1200" cap="none" spc="0" normalizeH="0" baseline="0" noProof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Tahoma" panose="020B0604030504040204" pitchFamily="34" charset="0"/>
              <a:ea typeface="黑体" panose="02010609060101010101" pitchFamily="49" charset="-122"/>
              <a:cs typeface="+mn-cs"/>
            </a:endParaRPr>
          </a:p>
        </p:txBody>
      </p:sp>
      <p:sp>
        <p:nvSpPr>
          <p:cNvPr id="75" name="箭头: 上弧形 74"/>
          <p:cNvSpPr/>
          <p:nvPr/>
        </p:nvSpPr>
        <p:spPr bwMode="auto">
          <a:xfrm>
            <a:off x="4229100" y="2924175"/>
            <a:ext cx="585788" cy="368300"/>
          </a:xfrm>
          <a:prstGeom prst="curvedDownArrow">
            <a:avLst/>
          </a:prstGeom>
          <a:solidFill>
            <a:schemeClr val="tx2">
              <a:lumMod val="75000"/>
            </a:schemeClr>
          </a:solidFill>
          <a:ln w="9525" cap="flat" cmpd="sng" algn="ctr">
            <a:solidFill>
              <a:schemeClr val="tx1"/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 anchor="ctr">
            <a:spAutoFit/>
          </a:bodyPr>
          <a:lstStyle/>
          <a:p>
            <a:pPr marL="0" marR="0" lvl="0" indent="333375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0" lang="zh-CN" altLang="en-US" sz="1800" b="1" i="0" u="none" strike="noStrike" kern="1200" cap="none" spc="0" normalizeH="0" baseline="0" noProof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Tahoma" panose="020B0604030504040204" pitchFamily="34" charset="0"/>
              <a:ea typeface="黑体" panose="02010609060101010101" pitchFamily="49" charset="-122"/>
              <a:cs typeface="+mn-cs"/>
            </a:endParaRPr>
          </a:p>
        </p:txBody>
      </p:sp>
      <p:sp>
        <p:nvSpPr>
          <p:cNvPr id="77" name="箭头: 上弧形 76"/>
          <p:cNvSpPr/>
          <p:nvPr/>
        </p:nvSpPr>
        <p:spPr bwMode="auto">
          <a:xfrm>
            <a:off x="2503488" y="2879725"/>
            <a:ext cx="585788" cy="368300"/>
          </a:xfrm>
          <a:prstGeom prst="curvedDownArrow">
            <a:avLst/>
          </a:prstGeom>
          <a:solidFill>
            <a:schemeClr val="tx2">
              <a:lumMod val="75000"/>
            </a:schemeClr>
          </a:solidFill>
          <a:ln w="9525" cap="flat" cmpd="sng" algn="ctr">
            <a:solidFill>
              <a:schemeClr val="tx1"/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 anchor="ctr">
            <a:spAutoFit/>
          </a:bodyPr>
          <a:lstStyle/>
          <a:p>
            <a:pPr marL="0" marR="0" lvl="0" indent="333375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0" lang="zh-CN" altLang="en-US" sz="1800" b="1" i="0" u="none" strike="noStrike" kern="1200" cap="none" spc="0" normalizeH="0" baseline="0" noProof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Tahoma" panose="020B0604030504040204" pitchFamily="34" charset="0"/>
              <a:ea typeface="黑体" panose="02010609060101010101" pitchFamily="49" charset="-122"/>
              <a:cs typeface="+mn-cs"/>
            </a:endParaRPr>
          </a:p>
        </p:txBody>
      </p:sp>
      <p:sp>
        <p:nvSpPr>
          <p:cNvPr id="78" name="箭头: 上弧形 77"/>
          <p:cNvSpPr/>
          <p:nvPr/>
        </p:nvSpPr>
        <p:spPr bwMode="auto">
          <a:xfrm>
            <a:off x="3084513" y="2890838"/>
            <a:ext cx="585788" cy="368300"/>
          </a:xfrm>
          <a:prstGeom prst="curvedDownArrow">
            <a:avLst/>
          </a:prstGeom>
          <a:solidFill>
            <a:schemeClr val="tx2">
              <a:lumMod val="75000"/>
            </a:schemeClr>
          </a:solidFill>
          <a:ln w="9525" cap="flat" cmpd="sng" algn="ctr">
            <a:solidFill>
              <a:schemeClr val="tx1"/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 anchor="ctr">
            <a:spAutoFit/>
          </a:bodyPr>
          <a:lstStyle/>
          <a:p>
            <a:pPr marL="0" marR="0" lvl="0" indent="333375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0" lang="zh-CN" altLang="en-US" sz="1800" b="1" i="0" u="none" strike="noStrike" kern="1200" cap="none" spc="0" normalizeH="0" baseline="0" noProof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Tahoma" panose="020B0604030504040204" pitchFamily="34" charset="0"/>
              <a:ea typeface="黑体" panose="02010609060101010101" pitchFamily="49" charset="-122"/>
              <a:cs typeface="+mn-cs"/>
            </a:endParaRPr>
          </a:p>
        </p:txBody>
      </p:sp>
      <p:sp>
        <p:nvSpPr>
          <p:cNvPr id="79" name="箭头: 上弧形 78"/>
          <p:cNvSpPr/>
          <p:nvPr/>
        </p:nvSpPr>
        <p:spPr bwMode="auto">
          <a:xfrm>
            <a:off x="4887913" y="2879725"/>
            <a:ext cx="587375" cy="368300"/>
          </a:xfrm>
          <a:prstGeom prst="curvedDownArrow">
            <a:avLst/>
          </a:prstGeom>
          <a:solidFill>
            <a:schemeClr val="tx2">
              <a:lumMod val="75000"/>
            </a:schemeClr>
          </a:solidFill>
          <a:ln w="9525" cap="flat" cmpd="sng" algn="ctr">
            <a:solidFill>
              <a:schemeClr val="tx1"/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 anchor="ctr">
            <a:spAutoFit/>
          </a:bodyPr>
          <a:lstStyle/>
          <a:p>
            <a:pPr marL="0" marR="0" lvl="0" indent="333375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0" lang="zh-CN" altLang="en-US" sz="1800" b="1" i="0" u="none" strike="noStrike" kern="1200" cap="none" spc="0" normalizeH="0" baseline="0" noProof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Tahoma" panose="020B0604030504040204" pitchFamily="34" charset="0"/>
              <a:ea typeface="黑体" panose="02010609060101010101" pitchFamily="49" charset="-122"/>
              <a:cs typeface="+mn-cs"/>
            </a:endParaRPr>
          </a:p>
        </p:txBody>
      </p:sp>
      <p:sp>
        <p:nvSpPr>
          <p:cNvPr id="80" name="箭头: 上弧形 79"/>
          <p:cNvSpPr/>
          <p:nvPr/>
        </p:nvSpPr>
        <p:spPr bwMode="auto">
          <a:xfrm>
            <a:off x="1939925" y="2881313"/>
            <a:ext cx="585788" cy="368300"/>
          </a:xfrm>
          <a:prstGeom prst="curvedDownArrow">
            <a:avLst/>
          </a:prstGeom>
          <a:solidFill>
            <a:schemeClr val="tx2">
              <a:lumMod val="75000"/>
            </a:schemeClr>
          </a:solidFill>
          <a:ln w="9525" cap="flat" cmpd="sng" algn="ctr">
            <a:solidFill>
              <a:schemeClr val="tx1"/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 anchor="ctr">
            <a:spAutoFit/>
          </a:bodyPr>
          <a:lstStyle/>
          <a:p>
            <a:pPr marL="0" marR="0" lvl="0" indent="333375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0" lang="zh-CN" altLang="en-US" sz="1800" b="1" i="0" u="none" strike="noStrike" kern="1200" cap="none" spc="0" normalizeH="0" baseline="0" noProof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Tahoma" panose="020B0604030504040204" pitchFamily="34" charset="0"/>
              <a:ea typeface="黑体" panose="02010609060101010101" pitchFamily="49" charset="-122"/>
              <a:cs typeface="+mn-cs"/>
            </a:endParaRPr>
          </a:p>
        </p:txBody>
      </p:sp>
      <p:sp>
        <p:nvSpPr>
          <p:cNvPr id="81" name="箭头: 上弧形 80"/>
          <p:cNvSpPr/>
          <p:nvPr/>
        </p:nvSpPr>
        <p:spPr bwMode="auto">
          <a:xfrm>
            <a:off x="3652838" y="2879725"/>
            <a:ext cx="587375" cy="368300"/>
          </a:xfrm>
          <a:prstGeom prst="curvedDownArrow">
            <a:avLst/>
          </a:prstGeom>
          <a:solidFill>
            <a:schemeClr val="tx2">
              <a:lumMod val="75000"/>
            </a:schemeClr>
          </a:solidFill>
          <a:ln w="9525" cap="flat" cmpd="sng" algn="ctr">
            <a:solidFill>
              <a:schemeClr val="tx1"/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 anchor="ctr">
            <a:spAutoFit/>
          </a:bodyPr>
          <a:lstStyle/>
          <a:p>
            <a:pPr marL="0" marR="0" lvl="0" indent="333375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0" lang="zh-CN" altLang="en-US" sz="1800" b="1" i="0" u="none" strike="noStrike" kern="1200" cap="none" spc="0" normalizeH="0" baseline="0" noProof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Tahoma" panose="020B0604030504040204" pitchFamily="34" charset="0"/>
              <a:ea typeface="黑体" panose="02010609060101010101" pitchFamily="49" charset="-122"/>
              <a:cs typeface="+mn-cs"/>
            </a:endParaRPr>
          </a:p>
        </p:txBody>
      </p:sp>
      <p:sp>
        <p:nvSpPr>
          <p:cNvPr id="82" name="箭头: 上弧形 81"/>
          <p:cNvSpPr/>
          <p:nvPr/>
        </p:nvSpPr>
        <p:spPr bwMode="auto">
          <a:xfrm>
            <a:off x="5434013" y="2879725"/>
            <a:ext cx="587375" cy="368300"/>
          </a:xfrm>
          <a:prstGeom prst="curvedDownArrow">
            <a:avLst/>
          </a:prstGeom>
          <a:solidFill>
            <a:schemeClr val="tx2">
              <a:lumMod val="75000"/>
            </a:schemeClr>
          </a:solidFill>
          <a:ln w="9525" cap="flat" cmpd="sng" algn="ctr">
            <a:solidFill>
              <a:schemeClr val="tx1"/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 anchor="ctr">
            <a:spAutoFit/>
          </a:bodyPr>
          <a:lstStyle/>
          <a:p>
            <a:pPr marL="0" marR="0" lvl="0" indent="333375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0" lang="zh-CN" altLang="en-US" sz="1800" b="1" i="0" u="none" strike="noStrike" kern="1200" cap="none" spc="0" normalizeH="0" baseline="0" noProof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Tahoma" panose="020B0604030504040204" pitchFamily="34" charset="0"/>
              <a:ea typeface="黑体" panose="02010609060101010101" pitchFamily="49" charset="-122"/>
              <a:cs typeface="+mn-cs"/>
            </a:endParaRPr>
          </a:p>
        </p:txBody>
      </p:sp>
      <p:cxnSp>
        <p:nvCxnSpPr>
          <p:cNvPr id="85" name="直接连接符 84"/>
          <p:cNvCxnSpPr/>
          <p:nvPr/>
        </p:nvCxnSpPr>
        <p:spPr>
          <a:xfrm>
            <a:off x="8037513" y="2908300"/>
            <a:ext cx="0" cy="1206500"/>
          </a:xfrm>
          <a:prstGeom prst="line">
            <a:avLst/>
          </a:prstGeom>
          <a:ln w="53975" cap="flat" cmpd="sng">
            <a:solidFill>
              <a:schemeClr val="accent6">
                <a:lumMod val="60000"/>
                <a:lumOff val="40000"/>
              </a:schemeClr>
            </a:solidFill>
            <a:prstDash val="sysDash"/>
            <a:headEnd type="none" w="med" len="med"/>
            <a:tailEnd type="none" w="med" len="med"/>
          </a:ln>
        </p:spPr>
      </p:cxnSp>
      <p:cxnSp>
        <p:nvCxnSpPr>
          <p:cNvPr id="87" name="直接连接符 86"/>
          <p:cNvCxnSpPr/>
          <p:nvPr/>
        </p:nvCxnSpPr>
        <p:spPr>
          <a:xfrm>
            <a:off x="8650288" y="4295775"/>
            <a:ext cx="0" cy="1206500"/>
          </a:xfrm>
          <a:prstGeom prst="line">
            <a:avLst/>
          </a:prstGeom>
          <a:ln w="53975" cap="flat" cmpd="sng">
            <a:solidFill>
              <a:schemeClr val="accent6">
                <a:lumMod val="60000"/>
                <a:lumOff val="40000"/>
              </a:schemeClr>
            </a:solidFill>
            <a:prstDash val="sysDash"/>
            <a:headEnd type="none" w="med" len="med"/>
            <a:tailEnd type="none" w="med" len="med"/>
          </a:ln>
        </p:spPr>
      </p:cxnSp>
      <p:cxnSp>
        <p:nvCxnSpPr>
          <p:cNvPr id="3" name="直接箭头连接符 2"/>
          <p:cNvCxnSpPr/>
          <p:nvPr/>
        </p:nvCxnSpPr>
        <p:spPr>
          <a:xfrm>
            <a:off x="1752600" y="2592388"/>
            <a:ext cx="0" cy="700087"/>
          </a:xfrm>
          <a:prstGeom prst="straightConnector1">
            <a:avLst/>
          </a:prstGeom>
          <a:ln w="38100" cap="flat" cmpd="sng">
            <a:solidFill>
              <a:srgbClr val="FF0000"/>
            </a:solidFill>
            <a:prstDash val="solid"/>
            <a:headEnd type="none" w="med" len="med"/>
            <a:tailEnd type="triangle" w="med" len="med"/>
          </a:ln>
        </p:spPr>
      </p:cxnSp>
      <p:sp>
        <p:nvSpPr>
          <p:cNvPr id="24651" name="文本框 53"/>
          <p:cNvSpPr txBox="1"/>
          <p:nvPr/>
        </p:nvSpPr>
        <p:spPr>
          <a:xfrm>
            <a:off x="593725" y="4687888"/>
            <a:ext cx="952500" cy="368300"/>
          </a:xfrm>
          <a:prstGeom prst="rect">
            <a:avLst/>
          </a:prstGeom>
          <a:noFill/>
          <a:ln w="9525">
            <a:noFill/>
          </a:ln>
        </p:spPr>
        <p:txBody>
          <a:bodyPr>
            <a:spAutoFit/>
          </a:bodyPr>
          <a:lstStyle>
            <a:lvl1pPr marL="342900" indent="-3429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80000"/>
              <a:buFont typeface="Wingdings" panose="05000000000000000000" pitchFamily="2" charset="2"/>
              <a:buChar char="n"/>
              <a:defRPr sz="3200" b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defRPr>
            </a:lvl1pPr>
            <a:lvl2pPr marL="742950" indent="-28575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Char char="–"/>
              <a:defRPr sz="2800">
                <a:solidFill>
                  <a:schemeClr val="tx1"/>
                </a:solidFill>
                <a:effectLst/>
                <a:latin typeface="+mn-lt"/>
                <a:ea typeface="+mn-ea"/>
              </a:defRPr>
            </a:lvl2pPr>
            <a:lvl3pPr marL="11430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Font typeface="Wingdings" panose="05000000000000000000" pitchFamily="2" charset="2"/>
              <a:buChar char="§"/>
              <a:defRPr sz="2400">
                <a:solidFill>
                  <a:schemeClr val="tx1"/>
                </a:solidFill>
                <a:effectLst/>
                <a:latin typeface="+mn-lt"/>
                <a:ea typeface="+mn-ea"/>
              </a:defRPr>
            </a:lvl3pPr>
            <a:lvl4pPr marL="16002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–"/>
              <a:defRPr sz="2000">
                <a:solidFill>
                  <a:schemeClr val="tx1"/>
                </a:solidFill>
                <a:effectLst/>
                <a:latin typeface="+mn-lt"/>
                <a:ea typeface="+mn-ea"/>
              </a:defRPr>
            </a:lvl4pPr>
            <a:lvl5pPr marL="20574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effectLst/>
                <a:latin typeface="+mn-lt"/>
                <a:ea typeface="+mn-ea"/>
              </a:defRPr>
            </a:lvl5pPr>
          </a:lstStyle>
          <a:p>
            <a:pPr marL="0" lvl="0" indent="0">
              <a:spcBef>
                <a:spcPct val="0"/>
              </a:spcBef>
              <a:buClrTx/>
              <a:buSzTx/>
              <a:buFontTx/>
              <a:buNone/>
            </a:pPr>
            <a:r>
              <a:rPr lang="zh-CN" altLang="en-US" sz="1800" b="1" dirty="0"/>
              <a:t>结果：</a:t>
            </a:r>
            <a:endParaRPr lang="zh-CN" altLang="en-US" sz="1800" b="1" dirty="0"/>
          </a:p>
        </p:txBody>
      </p:sp>
    </p:spTree>
  </p:cSld>
  <p:clrMapOvr>
    <a:masterClrMapping/>
  </p:clrMapOvr>
  <p:transition>
    <p:random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3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7" dur="500"/>
                                        <p:tgtEl>
                                          <p:spTgt spid="2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presetID="3" presetClass="entr" presetSubtype="1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10" dur="500"/>
                                        <p:tgtEl>
                                          <p:spTgt spid="2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1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3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7" fill="hold">
                      <p:stCondLst>
                        <p:cond delay="indefinite"/>
                      </p:stCondLst>
                      <p:childTnLst>
                        <p:par>
                          <p:cTn id="28" fill="hold">
                            <p:stCondLst>
                              <p:cond delay="0"/>
                            </p:stCondLst>
                            <p:childTnLst>
                              <p:par>
                                <p:cTn id="2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1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3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5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9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41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43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45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7" fill="hold">
                      <p:stCondLst>
                        <p:cond delay="indefinite"/>
                      </p:stCondLst>
                      <p:childTnLst>
                        <p:par>
                          <p:cTn id="48" fill="hold">
                            <p:stCondLst>
                              <p:cond delay="0"/>
                            </p:stCondLst>
                            <p:childTnLst>
                              <p:par>
                                <p:cTn id="4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51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53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5" fill="hold">
                      <p:stCondLst>
                        <p:cond delay="indefinite"/>
                      </p:stCondLst>
                      <p:childTnLst>
                        <p:par>
                          <p:cTn id="56" fill="hold">
                            <p:stCondLst>
                              <p:cond delay="0"/>
                            </p:stCondLst>
                            <p:childTnLst>
                              <p:par>
                                <p:cTn id="57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9" fill="hold">
                      <p:stCondLst>
                        <p:cond delay="indefinite"/>
                      </p:stCondLst>
                      <p:childTnLst>
                        <p:par>
                          <p:cTn id="60" fill="hold">
                            <p:stCondLst>
                              <p:cond delay="0"/>
                            </p:stCondLst>
                            <p:childTnLst>
                              <p:par>
                                <p:cTn id="61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48" grpId="0"/>
      <p:bldP spid="23" grpId="0" animBg="1"/>
      <p:bldP spid="72" grpId="0" animBg="1"/>
      <p:bldP spid="73" grpId="0" animBg="1"/>
      <p:bldP spid="74" grpId="0" animBg="1"/>
      <p:bldP spid="75" grpId="0" animBg="1"/>
      <p:bldP spid="77" grpId="0" animBg="1"/>
      <p:bldP spid="78" grpId="0" animBg="1"/>
      <p:bldP spid="79" grpId="0" animBg="1"/>
      <p:bldP spid="80" grpId="0" animBg="1"/>
      <p:bldP spid="81" grpId="0" animBg="1"/>
      <p:bldP spid="82" grpId="0" animBg="1"/>
    </p:bldLst>
  </p:timing>
</p:sld>
</file>

<file path=ppt/slides/slide3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5" name="灯片编号占位符 6"/>
          <p:cNvSpPr txBox="1">
            <a:spLocks noGrp="1"/>
          </p:cNvSpPr>
          <p:nvPr>
            <p:ph type="sldNum" sz="quarter" idx="4"/>
          </p:nvPr>
        </p:nvSpPr>
        <p:spPr bwMode="auto"/>
        <p:txBody>
          <a:bodyPr wrap="square" lIns="91440" tIns="45720" rIns="91440" bIns="45720" numCol="1" anchor="b" anchorCtr="0" compatLnSpc="1"/>
          <a:lstStyle>
            <a:lvl1pPr eaLnBrk="0" hangingPunct="0">
              <a:defRPr sz="2000" b="1">
                <a:solidFill>
                  <a:schemeClr val="tx1"/>
                </a:solidFill>
                <a:latin typeface="Tahoma" panose="020B0604030504040204" pitchFamily="34" charset="0"/>
                <a:ea typeface="黑体" panose="02010609060101010101" pitchFamily="49" charset="-122"/>
              </a:defRPr>
            </a:lvl1pPr>
            <a:lvl2pPr marL="742950" indent="-285750" eaLnBrk="0" hangingPunct="0">
              <a:defRPr sz="2000" b="1">
                <a:solidFill>
                  <a:schemeClr val="tx1"/>
                </a:solidFill>
                <a:latin typeface="Tahoma" panose="020B0604030504040204" pitchFamily="34" charset="0"/>
                <a:ea typeface="黑体" panose="02010609060101010101" pitchFamily="49" charset="-122"/>
              </a:defRPr>
            </a:lvl2pPr>
            <a:lvl3pPr marL="1143000" indent="-228600" eaLnBrk="0" hangingPunct="0">
              <a:defRPr sz="2000" b="1">
                <a:solidFill>
                  <a:schemeClr val="tx1"/>
                </a:solidFill>
                <a:latin typeface="Tahoma" panose="020B0604030504040204" pitchFamily="34" charset="0"/>
                <a:ea typeface="黑体" panose="02010609060101010101" pitchFamily="49" charset="-122"/>
              </a:defRPr>
            </a:lvl3pPr>
            <a:lvl4pPr marL="1600200" indent="-228600" eaLnBrk="0" hangingPunct="0">
              <a:defRPr sz="2000" b="1">
                <a:solidFill>
                  <a:schemeClr val="tx1"/>
                </a:solidFill>
                <a:latin typeface="Tahoma" panose="020B0604030504040204" pitchFamily="34" charset="0"/>
                <a:ea typeface="黑体" panose="02010609060101010101" pitchFamily="49" charset="-122"/>
              </a:defRPr>
            </a:lvl4pPr>
            <a:lvl5pPr marL="2057400" indent="-228600" eaLnBrk="0" hangingPunct="0">
              <a:defRPr sz="2000" b="1">
                <a:solidFill>
                  <a:schemeClr val="tx1"/>
                </a:solidFill>
                <a:latin typeface="Tahoma" panose="020B0604030504040204" pitchFamily="34" charset="0"/>
                <a:ea typeface="黑体" panose="02010609060101010101" pitchFamily="49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000" b="1">
                <a:solidFill>
                  <a:schemeClr val="tx1"/>
                </a:solidFill>
                <a:latin typeface="Tahoma" panose="020B0604030504040204" pitchFamily="34" charset="0"/>
                <a:ea typeface="黑体" panose="02010609060101010101" pitchFamily="49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000" b="1">
                <a:solidFill>
                  <a:schemeClr val="tx1"/>
                </a:solidFill>
                <a:latin typeface="Tahoma" panose="020B0604030504040204" pitchFamily="34" charset="0"/>
                <a:ea typeface="黑体" panose="02010609060101010101" pitchFamily="49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000" b="1">
                <a:solidFill>
                  <a:schemeClr val="tx1"/>
                </a:solidFill>
                <a:latin typeface="Tahoma" panose="020B0604030504040204" pitchFamily="34" charset="0"/>
                <a:ea typeface="黑体" panose="02010609060101010101" pitchFamily="49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000" b="1">
                <a:solidFill>
                  <a:schemeClr val="tx1"/>
                </a:solidFill>
                <a:latin typeface="Tahoma" panose="020B0604030504040204" pitchFamily="34" charset="0"/>
                <a:ea typeface="黑体" panose="02010609060101010101" pitchFamily="49" charset="-122"/>
              </a:defRPr>
            </a:lvl9pPr>
          </a:lstStyle>
          <a:p>
            <a:pPr marL="0" marR="0" lvl="0" indent="0" algn="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fld id="{69F4407F-4FA4-4F14-8F1E-C537364B6BEF}" type="slidenum">
              <a:rPr kumimoji="0" lang="en-US" altLang="zh-CN" sz="1200" b="0" i="0" u="none" strike="noStrike" kern="1200" cap="none" spc="0" normalizeH="0" baseline="0" noProof="0">
                <a:ln>
                  <a:noFill/>
                </a:ln>
                <a:solidFill>
                  <a:schemeClr val="tx1"/>
                </a:solidFill>
                <a:effectLst>
                  <a:outerShdw blurRad="38100" dist="38100" dir="2700000" algn="tl">
                    <a:srgbClr val="000000"/>
                  </a:outerShdw>
                </a:effectLst>
                <a:uLnTx/>
                <a:uFillTx/>
                <a:latin typeface="Tahoma" panose="020B0604030504040204" pitchFamily="34" charset="0"/>
                <a:ea typeface="宋体" panose="02010600030101010101" pitchFamily="2" charset="-122"/>
                <a:cs typeface="+mn-cs"/>
              </a:rPr>
            </a:fld>
            <a:endParaRPr kumimoji="0" lang="en-US" altLang="zh-CN" sz="1200" b="0" i="0" u="none" strike="noStrike" kern="1200" cap="none" spc="0" normalizeH="0" baseline="0" noProof="0" dirty="0">
              <a:ln>
                <a:noFill/>
              </a:ln>
              <a:solidFill>
                <a:schemeClr val="tx1"/>
              </a:solidFill>
              <a:effectLst>
                <a:outerShdw blurRad="38100" dist="38100" dir="2700000" algn="tl">
                  <a:srgbClr val="000000"/>
                </a:outerShdw>
              </a:effectLst>
              <a:uLnTx/>
              <a:uFillTx/>
              <a:latin typeface="Tahoma" panose="020B0604030504040204" pitchFamily="34" charset="0"/>
              <a:ea typeface="宋体" panose="02010600030101010101" pitchFamily="2" charset="-122"/>
              <a:cs typeface="+mn-cs"/>
            </a:endParaRPr>
          </a:p>
        </p:txBody>
      </p:sp>
      <p:graphicFrame>
        <p:nvGraphicFramePr>
          <p:cNvPr id="28" name="Group 59"/>
          <p:cNvGraphicFramePr/>
          <p:nvPr/>
        </p:nvGraphicFramePr>
        <p:xfrm>
          <a:off x="1606550" y="1414463"/>
          <a:ext cx="6516689" cy="468313"/>
        </p:xfrm>
        <a:graphic>
          <a:graphicData uri="http://schemas.openxmlformats.org/drawingml/2006/table">
            <a:tbl>
              <a:tblPr/>
              <a:tblGrid>
                <a:gridCol w="592106"/>
                <a:gridCol w="592106"/>
                <a:gridCol w="592106"/>
                <a:gridCol w="593280"/>
                <a:gridCol w="592106"/>
                <a:gridCol w="593281"/>
                <a:gridCol w="592106"/>
                <a:gridCol w="593280"/>
                <a:gridCol w="592106"/>
                <a:gridCol w="592106"/>
                <a:gridCol w="592106"/>
              </a:tblGrid>
              <a:tr h="468312"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buSzPct val="80000"/>
                        <a:buFont typeface="Wingdings" panose="05000000000000000000" pitchFamily="2" charset="2"/>
                        <a:buNone/>
                      </a:pPr>
                      <a:r>
                        <a:rPr kumimoji="0" lang="en-US" altLang="zh-CN" sz="20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hlink"/>
                          </a:solidFill>
                          <a:effectLst>
                            <a:outerShdw blurRad="38100" dist="38100" dir="2700000" algn="tl">
                              <a:srgbClr val="000000"/>
                            </a:outerShdw>
                          </a:effectLst>
                          <a:latin typeface="Tahoma" panose="020B0604030504040204" pitchFamily="34" charset="0"/>
                          <a:ea typeface="宋体" panose="02010600030101010101" pitchFamily="2" charset="-122"/>
                        </a:rPr>
                        <a:t>78</a:t>
                      </a:r>
                      <a:endParaRPr kumimoji="0" lang="en-US" altLang="zh-CN" sz="2000" b="0" i="0" u="none" strike="noStrike" cap="none" normalizeH="0" baseline="0" dirty="0">
                        <a:ln>
                          <a:noFill/>
                        </a:ln>
                        <a:solidFill>
                          <a:schemeClr val="hlink"/>
                        </a:solidFill>
                        <a:effectLst>
                          <a:outerShdw blurRad="38100" dist="38100" dir="2700000" algn="tl">
                            <a:srgbClr val="000000"/>
                          </a:outerShdw>
                        </a:effectLst>
                        <a:latin typeface="Tahoma" panose="020B0604030504040204" pitchFamily="34" charset="0"/>
                        <a:ea typeface="宋体" panose="02010600030101010101" pitchFamily="2" charset="-122"/>
                      </a:endParaRPr>
                    </a:p>
                  </a:txBody>
                  <a:tcPr marL="91425" marR="91425"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buSzPct val="80000"/>
                        <a:buFont typeface="Wingdings" panose="05000000000000000000" pitchFamily="2" charset="2"/>
                        <a:buNone/>
                      </a:pPr>
                      <a:r>
                        <a:rPr kumimoji="0" lang="en-US" altLang="zh-CN" sz="20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hlink"/>
                          </a:solidFill>
                          <a:effectLst>
                            <a:outerShdw blurRad="38100" dist="38100" dir="2700000" algn="tl">
                              <a:srgbClr val="000000"/>
                            </a:outerShdw>
                          </a:effectLst>
                          <a:latin typeface="Tahoma" panose="020B0604030504040204" pitchFamily="34" charset="0"/>
                          <a:ea typeface="宋体" panose="02010600030101010101" pitchFamily="2" charset="-122"/>
                        </a:rPr>
                        <a:t>60</a:t>
                      </a:r>
                      <a:endParaRPr kumimoji="0" lang="en-US" altLang="zh-CN" sz="2000" b="0" i="0" u="none" strike="noStrike" cap="none" normalizeH="0" baseline="0" dirty="0">
                        <a:ln>
                          <a:noFill/>
                        </a:ln>
                        <a:solidFill>
                          <a:schemeClr val="hlink"/>
                        </a:solidFill>
                        <a:effectLst>
                          <a:outerShdw blurRad="38100" dist="38100" dir="2700000" algn="tl">
                            <a:srgbClr val="000000"/>
                          </a:outerShdw>
                        </a:effectLst>
                        <a:latin typeface="Tahoma" panose="020B0604030504040204" pitchFamily="34" charset="0"/>
                        <a:ea typeface="宋体" panose="02010600030101010101" pitchFamily="2" charset="-122"/>
                      </a:endParaRPr>
                    </a:p>
                  </a:txBody>
                  <a:tcPr marL="91425" marR="91425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buSzPct val="80000"/>
                        <a:buFont typeface="Wingdings" panose="05000000000000000000" pitchFamily="2" charset="2"/>
                        <a:buNone/>
                      </a:pPr>
                      <a:r>
                        <a:rPr kumimoji="0" lang="en-US" altLang="zh-CN" sz="20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accent2">
                              <a:lumMod val="60000"/>
                              <a:lumOff val="40000"/>
                            </a:schemeClr>
                          </a:solidFill>
                          <a:effectLst>
                            <a:outerShdw blurRad="38100" dist="38100" dir="2700000" algn="tl">
                              <a:srgbClr val="000000"/>
                            </a:outerShdw>
                          </a:effectLst>
                          <a:latin typeface="Tahoma" panose="020B0604030504040204" pitchFamily="34" charset="0"/>
                          <a:ea typeface="宋体" panose="02010600030101010101" pitchFamily="2" charset="-122"/>
                        </a:rPr>
                        <a:t>56</a:t>
                      </a:r>
                      <a:endParaRPr kumimoji="0" lang="en-US" altLang="zh-CN" sz="2000" b="0" i="0" u="none" strike="noStrike" cap="none" normalizeH="0" baseline="0" dirty="0">
                        <a:ln>
                          <a:noFill/>
                        </a:ln>
                        <a:solidFill>
                          <a:schemeClr val="accent2">
                            <a:lumMod val="60000"/>
                            <a:lumOff val="40000"/>
                          </a:schemeClr>
                        </a:solidFill>
                        <a:effectLst>
                          <a:outerShdw blurRad="38100" dist="38100" dir="2700000" algn="tl">
                            <a:srgbClr val="000000"/>
                          </a:outerShdw>
                        </a:effectLst>
                        <a:latin typeface="Tahoma" panose="020B0604030504040204" pitchFamily="34" charset="0"/>
                        <a:ea typeface="宋体" panose="02010600030101010101" pitchFamily="2" charset="-122"/>
                      </a:endParaRPr>
                    </a:p>
                  </a:txBody>
                  <a:tcPr marL="91425" marR="91425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buSzPct val="80000"/>
                        <a:buFont typeface="Wingdings" panose="05000000000000000000" pitchFamily="2" charset="2"/>
                        <a:buNone/>
                      </a:pPr>
                      <a:r>
                        <a:rPr kumimoji="0" lang="en-US" altLang="zh-CN" sz="18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hlink"/>
                          </a:solidFill>
                          <a:effectLst>
                            <a:outerShdw blurRad="38100" dist="38100" dir="2700000" algn="tl">
                              <a:srgbClr val="000000"/>
                            </a:outerShdw>
                          </a:effectLst>
                          <a:latin typeface="Tahoma" panose="020B0604030504040204" pitchFamily="34" charset="0"/>
                          <a:ea typeface="宋体" panose="02010600030101010101" pitchFamily="2" charset="-122"/>
                        </a:rPr>
                        <a:t>100</a:t>
                      </a:r>
                      <a:endParaRPr kumimoji="0" lang="en-US" altLang="zh-CN" sz="1800" b="0" i="0" u="none" strike="noStrike" cap="none" normalizeH="0" baseline="0" dirty="0">
                        <a:ln>
                          <a:noFill/>
                        </a:ln>
                        <a:solidFill>
                          <a:schemeClr val="hlink"/>
                        </a:solidFill>
                        <a:effectLst>
                          <a:outerShdw blurRad="38100" dist="38100" dir="2700000" algn="tl">
                            <a:srgbClr val="000000"/>
                          </a:outerShdw>
                        </a:effectLst>
                        <a:latin typeface="Tahoma" panose="020B0604030504040204" pitchFamily="34" charset="0"/>
                        <a:ea typeface="宋体" panose="02010600030101010101" pitchFamily="2" charset="-122"/>
                      </a:endParaRPr>
                    </a:p>
                  </a:txBody>
                  <a:tcPr marL="91425" marR="91425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buSzPct val="80000"/>
                        <a:buFont typeface="Wingdings" panose="05000000000000000000" pitchFamily="2" charset="2"/>
                        <a:buNone/>
                      </a:pPr>
                      <a:r>
                        <a:rPr kumimoji="0" lang="en-US" altLang="zh-CN" sz="20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hlink"/>
                          </a:solidFill>
                          <a:effectLst>
                            <a:outerShdw blurRad="38100" dist="38100" dir="2700000" algn="tl">
                              <a:srgbClr val="000000"/>
                            </a:outerShdw>
                          </a:effectLst>
                          <a:latin typeface="Arial" panose="020B0604020202020204"/>
                          <a:ea typeface="宋体" panose="02010600030101010101" pitchFamily="2" charset="-122"/>
                        </a:rPr>
                        <a:t>…</a:t>
                      </a:r>
                      <a:endParaRPr kumimoji="0" lang="en-US" altLang="zh-CN" sz="2000" b="0" i="0" u="none" strike="noStrike" cap="none" normalizeH="0" baseline="0" dirty="0">
                        <a:ln>
                          <a:noFill/>
                        </a:ln>
                        <a:solidFill>
                          <a:schemeClr val="hlink"/>
                        </a:solidFill>
                        <a:effectLst>
                          <a:outerShdw blurRad="38100" dist="38100" dir="2700000" algn="tl">
                            <a:srgbClr val="000000"/>
                          </a:outerShdw>
                        </a:effectLst>
                        <a:latin typeface="Tahoma" panose="020B0604030504040204" pitchFamily="34" charset="0"/>
                        <a:ea typeface="宋体" panose="02010600030101010101" pitchFamily="2" charset="-122"/>
                      </a:endParaRPr>
                    </a:p>
                  </a:txBody>
                  <a:tcPr marL="91425" marR="91425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buSzPct val="80000"/>
                        <a:buFont typeface="Wingdings" panose="05000000000000000000" pitchFamily="2" charset="2"/>
                        <a:buNone/>
                      </a:pPr>
                      <a:r>
                        <a:rPr kumimoji="0" lang="en-US" altLang="zh-CN" sz="2000" b="0" i="0" u="none" strike="noStrike" cap="none" normalizeH="0" baseline="0">
                          <a:ln>
                            <a:noFill/>
                          </a:ln>
                          <a:solidFill>
                            <a:schemeClr val="hlink"/>
                          </a:solidFill>
                          <a:effectLst>
                            <a:outerShdw blurRad="38100" dist="38100" dir="2700000" algn="tl">
                              <a:srgbClr val="000000"/>
                            </a:outerShdw>
                          </a:effectLst>
                          <a:latin typeface="Tahoma" panose="020B0604030504040204" pitchFamily="34" charset="0"/>
                          <a:ea typeface="宋体" panose="02010600030101010101" pitchFamily="2" charset="-122"/>
                        </a:rPr>
                        <a:t>98</a:t>
                      </a:r>
                      <a:endParaRPr kumimoji="0" lang="en-US" altLang="zh-CN" sz="2000" b="0" i="0" u="none" strike="noStrike" cap="none" normalizeH="0" baseline="0">
                        <a:ln>
                          <a:noFill/>
                        </a:ln>
                        <a:solidFill>
                          <a:schemeClr val="hlink"/>
                        </a:solidFill>
                        <a:effectLst>
                          <a:outerShdw blurRad="38100" dist="38100" dir="2700000" algn="tl">
                            <a:srgbClr val="000000"/>
                          </a:outerShdw>
                        </a:effectLst>
                        <a:latin typeface="Tahoma" panose="020B0604030504040204" pitchFamily="34" charset="0"/>
                        <a:ea typeface="宋体" panose="02010600030101010101" pitchFamily="2" charset="-122"/>
                      </a:endParaRPr>
                    </a:p>
                  </a:txBody>
                  <a:tcPr marL="91425" marR="91425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buSzPct val="80000"/>
                        <a:buFont typeface="Wingdings" panose="05000000000000000000" pitchFamily="2" charset="2"/>
                        <a:buNone/>
                      </a:pPr>
                      <a:r>
                        <a:rPr kumimoji="0" lang="en-US" altLang="zh-CN" sz="20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hlink"/>
                          </a:solidFill>
                          <a:effectLst>
                            <a:outerShdw blurRad="38100" dist="38100" dir="2700000" algn="tl">
                              <a:srgbClr val="000000"/>
                            </a:outerShdw>
                          </a:effectLst>
                          <a:latin typeface="Arial" panose="020B0604020202020204"/>
                          <a:ea typeface="宋体" panose="02010600030101010101" pitchFamily="2" charset="-122"/>
                        </a:rPr>
                        <a:t>…</a:t>
                      </a:r>
                      <a:endParaRPr kumimoji="0" lang="en-US" altLang="zh-CN" sz="2000" b="0" i="0" u="none" strike="noStrike" cap="none" normalizeH="0" baseline="0" dirty="0">
                        <a:ln>
                          <a:noFill/>
                        </a:ln>
                        <a:solidFill>
                          <a:schemeClr val="hlink"/>
                        </a:solidFill>
                        <a:effectLst>
                          <a:outerShdw blurRad="38100" dist="38100" dir="2700000" algn="tl">
                            <a:srgbClr val="000000"/>
                          </a:outerShdw>
                        </a:effectLst>
                        <a:latin typeface="Tahoma" panose="020B0604030504040204" pitchFamily="34" charset="0"/>
                        <a:ea typeface="宋体" panose="02010600030101010101" pitchFamily="2" charset="-122"/>
                      </a:endParaRPr>
                    </a:p>
                  </a:txBody>
                  <a:tcPr marL="91425" marR="91425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buSzPct val="80000"/>
                        <a:buFont typeface="Wingdings" panose="05000000000000000000" pitchFamily="2" charset="2"/>
                        <a:buNone/>
                      </a:pPr>
                      <a:r>
                        <a:rPr kumimoji="0" lang="en-US" altLang="zh-CN" sz="20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accent2">
                              <a:lumMod val="60000"/>
                              <a:lumOff val="40000"/>
                            </a:schemeClr>
                          </a:solidFill>
                          <a:effectLst>
                            <a:outerShdw blurRad="38100" dist="38100" dir="2700000" algn="tl">
                              <a:srgbClr val="000000"/>
                            </a:outerShdw>
                          </a:effectLst>
                          <a:latin typeface="Tahoma" panose="020B0604030504040204" pitchFamily="34" charset="0"/>
                          <a:ea typeface="宋体" panose="02010600030101010101" pitchFamily="2" charset="-122"/>
                        </a:rPr>
                        <a:t>39</a:t>
                      </a:r>
                      <a:endParaRPr kumimoji="0" lang="en-US" altLang="zh-CN" sz="2000" b="0" i="0" u="none" strike="noStrike" cap="none" normalizeH="0" baseline="0" dirty="0">
                        <a:ln>
                          <a:noFill/>
                        </a:ln>
                        <a:solidFill>
                          <a:schemeClr val="accent2">
                            <a:lumMod val="60000"/>
                            <a:lumOff val="40000"/>
                          </a:schemeClr>
                        </a:solidFill>
                        <a:effectLst>
                          <a:outerShdw blurRad="38100" dist="38100" dir="2700000" algn="tl">
                            <a:srgbClr val="000000"/>
                          </a:outerShdw>
                        </a:effectLst>
                        <a:latin typeface="Tahoma" panose="020B0604030504040204" pitchFamily="34" charset="0"/>
                        <a:ea typeface="宋体" panose="02010600030101010101" pitchFamily="2" charset="-122"/>
                      </a:endParaRPr>
                    </a:p>
                  </a:txBody>
                  <a:tcPr marL="91425" marR="91425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buSzPct val="80000"/>
                        <a:buFont typeface="Wingdings" panose="05000000000000000000" pitchFamily="2" charset="2"/>
                        <a:buNone/>
                      </a:pPr>
                      <a:r>
                        <a:rPr kumimoji="0" lang="en-US" altLang="zh-CN" sz="20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hlink"/>
                          </a:solidFill>
                          <a:effectLst>
                            <a:outerShdw blurRad="38100" dist="38100" dir="2700000" algn="tl">
                              <a:srgbClr val="000000"/>
                            </a:outerShdw>
                          </a:effectLst>
                          <a:latin typeface="Tahoma" panose="020B0604030504040204" pitchFamily="34" charset="0"/>
                          <a:ea typeface="宋体" panose="02010600030101010101" pitchFamily="2" charset="-122"/>
                        </a:rPr>
                        <a:t>79</a:t>
                      </a:r>
                      <a:endParaRPr kumimoji="0" lang="en-US" altLang="zh-CN" sz="2000" b="0" i="0" u="none" strike="noStrike" cap="none" normalizeH="0" baseline="0" dirty="0">
                        <a:ln>
                          <a:noFill/>
                        </a:ln>
                        <a:solidFill>
                          <a:schemeClr val="hlink"/>
                        </a:solidFill>
                        <a:effectLst>
                          <a:outerShdw blurRad="38100" dist="38100" dir="2700000" algn="tl">
                            <a:srgbClr val="000000"/>
                          </a:outerShdw>
                        </a:effectLst>
                        <a:latin typeface="Tahoma" panose="020B0604030504040204" pitchFamily="34" charset="0"/>
                        <a:ea typeface="宋体" panose="02010600030101010101" pitchFamily="2" charset="-122"/>
                      </a:endParaRPr>
                    </a:p>
                  </a:txBody>
                  <a:tcPr marL="91425" marR="91425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buSzPct val="80000"/>
                        <a:buFont typeface="Wingdings" panose="05000000000000000000" pitchFamily="2" charset="2"/>
                        <a:buNone/>
                      </a:pPr>
                      <a:r>
                        <a:rPr kumimoji="0" lang="en-US" altLang="zh-CN" sz="20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hlink"/>
                          </a:solidFill>
                          <a:effectLst>
                            <a:outerShdw blurRad="38100" dist="38100" dir="2700000" algn="tl">
                              <a:srgbClr val="000000"/>
                            </a:outerShdw>
                          </a:effectLst>
                          <a:latin typeface="Tahoma" panose="020B0604030504040204" pitchFamily="34" charset="0"/>
                          <a:ea typeface="宋体" panose="02010600030101010101" pitchFamily="2" charset="-122"/>
                        </a:rPr>
                        <a:t>88</a:t>
                      </a:r>
                      <a:endParaRPr kumimoji="0" lang="en-US" altLang="zh-CN" sz="2000" b="0" i="0" u="none" strike="noStrike" cap="none" normalizeH="0" baseline="0" dirty="0">
                        <a:ln>
                          <a:noFill/>
                        </a:ln>
                        <a:solidFill>
                          <a:schemeClr val="hlink"/>
                        </a:solidFill>
                        <a:effectLst>
                          <a:outerShdw blurRad="38100" dist="38100" dir="2700000" algn="tl">
                            <a:srgbClr val="000000"/>
                          </a:outerShdw>
                        </a:effectLst>
                        <a:latin typeface="Tahoma" panose="020B0604030504040204" pitchFamily="34" charset="0"/>
                        <a:ea typeface="宋体" panose="02010600030101010101" pitchFamily="2" charset="-122"/>
                      </a:endParaRPr>
                    </a:p>
                  </a:txBody>
                  <a:tcPr marL="91425" marR="91425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buSzPct val="80000"/>
                        <a:buFont typeface="Wingdings" panose="05000000000000000000" pitchFamily="2" charset="2"/>
                        <a:buNone/>
                      </a:pPr>
                      <a:r>
                        <a:rPr kumimoji="0" lang="en-US" altLang="zh-CN" sz="20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hlink"/>
                          </a:solidFill>
                          <a:effectLst>
                            <a:outerShdw blurRad="38100" dist="38100" dir="2700000" algn="tl">
                              <a:srgbClr val="000000"/>
                            </a:outerShdw>
                          </a:effectLst>
                          <a:latin typeface="Tahoma" panose="020B0604030504040204" pitchFamily="34" charset="0"/>
                          <a:ea typeface="宋体" panose="02010600030101010101" pitchFamily="2" charset="-122"/>
                        </a:rPr>
                        <a:t>92</a:t>
                      </a:r>
                      <a:endParaRPr kumimoji="0" lang="en-US" altLang="zh-CN" sz="2000" b="0" i="0" u="none" strike="noStrike" cap="none" normalizeH="0" baseline="0" dirty="0">
                        <a:ln>
                          <a:noFill/>
                        </a:ln>
                        <a:solidFill>
                          <a:schemeClr val="hlink"/>
                        </a:solidFill>
                        <a:effectLst>
                          <a:outerShdw blurRad="38100" dist="38100" dir="2700000" algn="tl">
                            <a:srgbClr val="000000"/>
                          </a:outerShdw>
                        </a:effectLst>
                        <a:latin typeface="Tahoma" panose="020B0604030504040204" pitchFamily="34" charset="0"/>
                        <a:ea typeface="宋体" panose="02010600030101010101" pitchFamily="2" charset="-122"/>
                      </a:endParaRPr>
                    </a:p>
                  </a:txBody>
                  <a:tcPr marL="91425" marR="91425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</a:tr>
            </a:tbl>
          </a:graphicData>
        </a:graphic>
      </p:graphicFrame>
      <p:graphicFrame>
        <p:nvGraphicFramePr>
          <p:cNvPr id="29" name="Group 130"/>
          <p:cNvGraphicFramePr>
            <a:graphicFrameLocks noGrp="1"/>
          </p:cNvGraphicFramePr>
          <p:nvPr/>
        </p:nvGraphicFramePr>
        <p:xfrm>
          <a:off x="1606550" y="1919288"/>
          <a:ext cx="6516689" cy="431800"/>
        </p:xfrm>
        <a:graphic>
          <a:graphicData uri="http://schemas.openxmlformats.org/drawingml/2006/table">
            <a:tbl>
              <a:tblPr/>
              <a:tblGrid>
                <a:gridCol w="592106"/>
                <a:gridCol w="592106"/>
                <a:gridCol w="592106"/>
                <a:gridCol w="593280"/>
                <a:gridCol w="592106"/>
                <a:gridCol w="593281"/>
                <a:gridCol w="592106"/>
                <a:gridCol w="593280"/>
                <a:gridCol w="592106"/>
                <a:gridCol w="592106"/>
                <a:gridCol w="592106"/>
              </a:tblGrid>
              <a:tr h="431800"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buSzPct val="80000"/>
                        <a:buFont typeface="Wingdings" panose="05000000000000000000" pitchFamily="2" charset="2"/>
                        <a:buNone/>
                      </a:pPr>
                      <a:r>
                        <a:rPr kumimoji="0" lang="en-US" altLang="zh-CN" sz="20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/>
                            </a:outerShdw>
                          </a:effectLst>
                          <a:latin typeface="Tahoma" panose="020B0604030504040204" pitchFamily="34" charset="0"/>
                          <a:ea typeface="宋体" panose="02010600030101010101" pitchFamily="2" charset="-122"/>
                        </a:rPr>
                        <a:t>a[0]</a:t>
                      </a:r>
                      <a:endParaRPr kumimoji="0" lang="en-US" altLang="zh-CN" sz="2000" b="0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>
                          <a:outerShdw blurRad="38100" dist="38100" dir="2700000" algn="tl">
                            <a:srgbClr val="000000"/>
                          </a:outerShdw>
                        </a:effectLst>
                        <a:latin typeface="Tahoma" panose="020B0604030504040204" pitchFamily="34" charset="0"/>
                        <a:ea typeface="宋体" panose="02010600030101010101" pitchFamily="2" charset="-122"/>
                      </a:endParaRPr>
                    </a:p>
                  </a:txBody>
                  <a:tcPr marL="91426" marR="91426" horzOverflow="overflow">
                    <a:lnL cap="flat">
                      <a:noFill/>
                    </a:lnL>
                    <a:lnR>
                      <a:noFill/>
                    </a:lnR>
                    <a:lnT cap="flat">
                      <a:noFill/>
                    </a:lnT>
                    <a:lnB cap="flat">
                      <a:noFill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buSzPct val="80000"/>
                        <a:buFont typeface="Wingdings" panose="05000000000000000000" pitchFamily="2" charset="2"/>
                        <a:buNone/>
                      </a:pPr>
                      <a:r>
                        <a:rPr kumimoji="0" lang="en-US" altLang="zh-CN" sz="20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/>
                            </a:outerShdw>
                          </a:effectLst>
                          <a:latin typeface="Tahoma" panose="020B0604030504040204" pitchFamily="34" charset="0"/>
                          <a:ea typeface="宋体" panose="02010600030101010101" pitchFamily="2" charset="-122"/>
                        </a:rPr>
                        <a:t>a[1]</a:t>
                      </a:r>
                      <a:endParaRPr kumimoji="0" lang="en-US" altLang="zh-CN" sz="2000" b="0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>
                          <a:outerShdw blurRad="38100" dist="38100" dir="2700000" algn="tl">
                            <a:srgbClr val="000000"/>
                          </a:outerShdw>
                        </a:effectLst>
                        <a:latin typeface="Tahoma" panose="020B0604030504040204" pitchFamily="34" charset="0"/>
                        <a:ea typeface="宋体" panose="02010600030101010101" pitchFamily="2" charset="-122"/>
                      </a:endParaRPr>
                    </a:p>
                  </a:txBody>
                  <a:tcPr marL="91426" marR="91426" horzOverflow="overflow">
                    <a:lnL>
                      <a:noFill/>
                    </a:lnL>
                    <a:lnR>
                      <a:noFill/>
                    </a:lnR>
                    <a:lnT cap="flat">
                      <a:noFill/>
                    </a:lnT>
                    <a:lnB cap="flat">
                      <a:noFill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buSzPct val="80000"/>
                        <a:buFont typeface="Wingdings" panose="05000000000000000000" pitchFamily="2" charset="2"/>
                        <a:buNone/>
                      </a:pPr>
                      <a:r>
                        <a:rPr kumimoji="0" lang="en-US" altLang="zh-CN" sz="20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/>
                            </a:outerShdw>
                          </a:effectLst>
                          <a:latin typeface="Tahoma" panose="020B0604030504040204" pitchFamily="34" charset="0"/>
                          <a:ea typeface="宋体" panose="02010600030101010101" pitchFamily="2" charset="-122"/>
                        </a:rPr>
                        <a:t>a[2]</a:t>
                      </a:r>
                      <a:endParaRPr kumimoji="0" lang="en-US" altLang="zh-CN" sz="2000" b="0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>
                          <a:outerShdw blurRad="38100" dist="38100" dir="2700000" algn="tl">
                            <a:srgbClr val="000000"/>
                          </a:outerShdw>
                        </a:effectLst>
                        <a:latin typeface="Tahoma" panose="020B0604030504040204" pitchFamily="34" charset="0"/>
                        <a:ea typeface="宋体" panose="02010600030101010101" pitchFamily="2" charset="-122"/>
                      </a:endParaRPr>
                    </a:p>
                  </a:txBody>
                  <a:tcPr marL="91426" marR="91426" horzOverflow="overflow">
                    <a:lnL>
                      <a:noFill/>
                    </a:lnL>
                    <a:lnR>
                      <a:noFill/>
                    </a:lnR>
                    <a:lnT cap="flat">
                      <a:noFill/>
                    </a:lnT>
                    <a:lnB cap="flat">
                      <a:noFill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buSzPct val="80000"/>
                        <a:buFont typeface="Wingdings" panose="05000000000000000000" pitchFamily="2" charset="2"/>
                        <a:buNone/>
                      </a:pPr>
                      <a:r>
                        <a:rPr kumimoji="0" lang="en-US" altLang="zh-CN" sz="20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/>
                            </a:outerShdw>
                          </a:effectLst>
                          <a:latin typeface="Tahoma" panose="020B0604030504040204" pitchFamily="34" charset="0"/>
                          <a:ea typeface="宋体" panose="02010600030101010101" pitchFamily="2" charset="-122"/>
                        </a:rPr>
                        <a:t>a[3]</a:t>
                      </a:r>
                      <a:endParaRPr kumimoji="0" lang="en-US" altLang="zh-CN" sz="2000" b="0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>
                          <a:outerShdw blurRad="38100" dist="38100" dir="2700000" algn="tl">
                            <a:srgbClr val="000000"/>
                          </a:outerShdw>
                        </a:effectLst>
                        <a:latin typeface="Tahoma" panose="020B0604030504040204" pitchFamily="34" charset="0"/>
                        <a:ea typeface="宋体" panose="02010600030101010101" pitchFamily="2" charset="-122"/>
                      </a:endParaRPr>
                    </a:p>
                  </a:txBody>
                  <a:tcPr marL="91426" marR="91426" horzOverflow="overflow">
                    <a:lnL>
                      <a:noFill/>
                    </a:lnL>
                    <a:lnR>
                      <a:noFill/>
                    </a:lnR>
                    <a:lnT cap="flat">
                      <a:noFill/>
                    </a:lnT>
                    <a:lnB cap="flat">
                      <a:noFill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buSzPct val="80000"/>
                        <a:buFont typeface="Wingdings" panose="05000000000000000000" pitchFamily="2" charset="2"/>
                        <a:buNone/>
                      </a:pPr>
                      <a:r>
                        <a:rPr kumimoji="0" lang="en-US" altLang="zh-CN" sz="20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/>
                            </a:outerShdw>
                          </a:effectLst>
                          <a:latin typeface="Arial" panose="020B0604020202020204"/>
                          <a:ea typeface="宋体" panose="02010600030101010101" pitchFamily="2" charset="-122"/>
                        </a:rPr>
                        <a:t>…</a:t>
                      </a:r>
                      <a:endParaRPr kumimoji="0" lang="en-US" altLang="zh-CN" sz="2000" b="0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>
                          <a:outerShdw blurRad="38100" dist="38100" dir="2700000" algn="tl">
                            <a:srgbClr val="000000"/>
                          </a:outerShdw>
                        </a:effectLst>
                        <a:latin typeface="Tahoma" panose="020B0604030504040204" pitchFamily="34" charset="0"/>
                        <a:ea typeface="宋体" panose="02010600030101010101" pitchFamily="2" charset="-122"/>
                      </a:endParaRPr>
                    </a:p>
                  </a:txBody>
                  <a:tcPr marL="91426" marR="91426" horzOverflow="overflow">
                    <a:lnL>
                      <a:noFill/>
                    </a:lnL>
                    <a:lnR>
                      <a:noFill/>
                    </a:lnR>
                    <a:lnT cap="flat">
                      <a:noFill/>
                    </a:lnT>
                    <a:lnB cap="flat">
                      <a:noFill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buSzPct val="80000"/>
                        <a:buFont typeface="Wingdings" panose="05000000000000000000" pitchFamily="2" charset="2"/>
                        <a:buNone/>
                      </a:pPr>
                      <a:r>
                        <a:rPr kumimoji="0" lang="en-US" altLang="zh-CN" sz="20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hlink"/>
                          </a:solidFill>
                          <a:effectLst>
                            <a:outerShdw blurRad="38100" dist="38100" dir="2700000" algn="tl">
                              <a:srgbClr val="000000"/>
                            </a:outerShdw>
                          </a:effectLst>
                          <a:latin typeface="Tahoma" panose="020B0604030504040204" pitchFamily="34" charset="0"/>
                          <a:ea typeface="宋体" panose="02010600030101010101" pitchFamily="2" charset="-122"/>
                        </a:rPr>
                        <a:t>a[</a:t>
                      </a:r>
                      <a:r>
                        <a:rPr kumimoji="0" lang="en-US" altLang="zh-CN" sz="2000" b="0" i="0" u="none" strike="noStrike" cap="none" normalizeH="0" baseline="0" dirty="0" err="1">
                          <a:ln>
                            <a:noFill/>
                          </a:ln>
                          <a:solidFill>
                            <a:schemeClr val="hlink"/>
                          </a:solidFill>
                          <a:effectLst>
                            <a:outerShdw blurRad="38100" dist="38100" dir="2700000" algn="tl">
                              <a:srgbClr val="000000"/>
                            </a:outerShdw>
                          </a:effectLst>
                          <a:latin typeface="Tahoma" panose="020B0604030504040204" pitchFamily="34" charset="0"/>
                          <a:ea typeface="宋体" panose="02010600030101010101" pitchFamily="2" charset="-122"/>
                        </a:rPr>
                        <a:t>i</a:t>
                      </a:r>
                      <a:r>
                        <a:rPr kumimoji="0" lang="en-US" altLang="zh-CN" sz="20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hlink"/>
                          </a:solidFill>
                          <a:effectLst>
                            <a:outerShdw blurRad="38100" dist="38100" dir="2700000" algn="tl">
                              <a:srgbClr val="000000"/>
                            </a:outerShdw>
                          </a:effectLst>
                          <a:latin typeface="Tahoma" panose="020B0604030504040204" pitchFamily="34" charset="0"/>
                          <a:ea typeface="宋体" panose="02010600030101010101" pitchFamily="2" charset="-122"/>
                        </a:rPr>
                        <a:t>]</a:t>
                      </a:r>
                      <a:endParaRPr kumimoji="0" lang="en-US" altLang="zh-CN" sz="2000" b="0" i="0" u="none" strike="noStrike" cap="none" normalizeH="0" baseline="0" dirty="0">
                        <a:ln>
                          <a:noFill/>
                        </a:ln>
                        <a:solidFill>
                          <a:schemeClr val="hlink"/>
                        </a:solidFill>
                        <a:effectLst>
                          <a:outerShdw blurRad="38100" dist="38100" dir="2700000" algn="tl">
                            <a:srgbClr val="000000"/>
                          </a:outerShdw>
                        </a:effectLst>
                        <a:latin typeface="Tahoma" panose="020B0604030504040204" pitchFamily="34" charset="0"/>
                        <a:ea typeface="宋体" panose="02010600030101010101" pitchFamily="2" charset="-122"/>
                      </a:endParaRPr>
                    </a:p>
                  </a:txBody>
                  <a:tcPr marL="91426" marR="91426" horzOverflow="overflow">
                    <a:lnL>
                      <a:noFill/>
                    </a:lnL>
                    <a:lnR>
                      <a:noFill/>
                    </a:lnR>
                    <a:lnT cap="flat">
                      <a:noFill/>
                    </a:lnT>
                    <a:lnB cap="flat">
                      <a:noFill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buSzPct val="80000"/>
                        <a:buFont typeface="Wingdings" panose="05000000000000000000" pitchFamily="2" charset="2"/>
                        <a:buNone/>
                      </a:pPr>
                      <a:r>
                        <a:rPr kumimoji="0" lang="en-US" altLang="zh-CN" sz="20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/>
                            </a:outerShdw>
                          </a:effectLst>
                          <a:latin typeface="Arial" panose="020B0604020202020204"/>
                          <a:ea typeface="宋体" panose="02010600030101010101" pitchFamily="2" charset="-122"/>
                        </a:rPr>
                        <a:t>…</a:t>
                      </a:r>
                      <a:endParaRPr kumimoji="0" lang="en-US" altLang="zh-CN" sz="2000" b="0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>
                          <a:outerShdw blurRad="38100" dist="38100" dir="2700000" algn="tl">
                            <a:srgbClr val="000000"/>
                          </a:outerShdw>
                        </a:effectLst>
                        <a:latin typeface="Tahoma" panose="020B0604030504040204" pitchFamily="34" charset="0"/>
                        <a:ea typeface="宋体" panose="02010600030101010101" pitchFamily="2" charset="-122"/>
                      </a:endParaRPr>
                    </a:p>
                  </a:txBody>
                  <a:tcPr marL="91426" marR="91426" horzOverflow="overflow">
                    <a:lnL>
                      <a:noFill/>
                    </a:lnL>
                    <a:lnR>
                      <a:noFill/>
                    </a:lnR>
                    <a:lnT cap="flat">
                      <a:noFill/>
                    </a:lnT>
                    <a:lnB cap="flat">
                      <a:noFill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buSzPct val="80000"/>
                        <a:buFont typeface="Wingdings" panose="05000000000000000000" pitchFamily="2" charset="2"/>
                        <a:buNone/>
                      </a:pPr>
                      <a:r>
                        <a:rPr kumimoji="0" lang="en-US" altLang="zh-CN" sz="16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/>
                            </a:outerShdw>
                          </a:effectLst>
                          <a:latin typeface="Tahoma" panose="020B0604030504040204" pitchFamily="34" charset="0"/>
                          <a:ea typeface="宋体" panose="02010600030101010101" pitchFamily="2" charset="-122"/>
                        </a:rPr>
                        <a:t>a[31]</a:t>
                      </a:r>
                      <a:endParaRPr kumimoji="0" lang="en-US" altLang="zh-CN" sz="1600" b="0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>
                          <a:outerShdw blurRad="38100" dist="38100" dir="2700000" algn="tl">
                            <a:srgbClr val="000000"/>
                          </a:outerShdw>
                        </a:effectLst>
                        <a:latin typeface="Tahoma" panose="020B0604030504040204" pitchFamily="34" charset="0"/>
                        <a:ea typeface="宋体" panose="02010600030101010101" pitchFamily="2" charset="-122"/>
                      </a:endParaRPr>
                    </a:p>
                  </a:txBody>
                  <a:tcPr marL="91426" marR="91426" horzOverflow="overflow">
                    <a:lnL>
                      <a:noFill/>
                    </a:lnL>
                    <a:lnR>
                      <a:noFill/>
                    </a:lnR>
                    <a:lnT cap="flat">
                      <a:noFill/>
                    </a:lnT>
                    <a:lnB cap="flat">
                      <a:noFill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buSzPct val="80000"/>
                        <a:buFont typeface="Wingdings" panose="05000000000000000000" pitchFamily="2" charset="2"/>
                        <a:buNone/>
                      </a:pPr>
                      <a:r>
                        <a:rPr kumimoji="0" lang="en-US" altLang="zh-CN" sz="16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/>
                            </a:outerShdw>
                          </a:effectLst>
                          <a:latin typeface="Tahoma" panose="020B0604030504040204" pitchFamily="34" charset="0"/>
                          <a:ea typeface="宋体" panose="02010600030101010101" pitchFamily="2" charset="-122"/>
                        </a:rPr>
                        <a:t>a[32]</a:t>
                      </a:r>
                      <a:endParaRPr kumimoji="0" lang="en-US" altLang="zh-CN" sz="1600" b="0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>
                          <a:outerShdw blurRad="38100" dist="38100" dir="2700000" algn="tl">
                            <a:srgbClr val="000000"/>
                          </a:outerShdw>
                        </a:effectLst>
                        <a:latin typeface="Tahoma" panose="020B0604030504040204" pitchFamily="34" charset="0"/>
                        <a:ea typeface="宋体" panose="02010600030101010101" pitchFamily="2" charset="-122"/>
                      </a:endParaRPr>
                    </a:p>
                  </a:txBody>
                  <a:tcPr marL="91426" marR="91426" horzOverflow="overflow">
                    <a:lnL>
                      <a:noFill/>
                    </a:lnL>
                    <a:lnR>
                      <a:noFill/>
                    </a:lnR>
                    <a:lnT cap="flat">
                      <a:noFill/>
                    </a:lnT>
                    <a:lnB cap="flat">
                      <a:noFill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buSzPct val="80000"/>
                        <a:buFont typeface="Wingdings" panose="05000000000000000000" pitchFamily="2" charset="2"/>
                        <a:buNone/>
                      </a:pPr>
                      <a:r>
                        <a:rPr kumimoji="0" lang="en-US" altLang="zh-CN" sz="16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/>
                            </a:outerShdw>
                          </a:effectLst>
                          <a:latin typeface="Tahoma" panose="020B0604030504040204" pitchFamily="34" charset="0"/>
                          <a:ea typeface="宋体" panose="02010600030101010101" pitchFamily="2" charset="-122"/>
                        </a:rPr>
                        <a:t>a[33]</a:t>
                      </a:r>
                      <a:endParaRPr kumimoji="0" lang="en-US" altLang="zh-CN" sz="1600" b="0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>
                          <a:outerShdw blurRad="38100" dist="38100" dir="2700000" algn="tl">
                            <a:srgbClr val="000000"/>
                          </a:outerShdw>
                        </a:effectLst>
                        <a:latin typeface="Tahoma" panose="020B0604030504040204" pitchFamily="34" charset="0"/>
                        <a:ea typeface="宋体" panose="02010600030101010101" pitchFamily="2" charset="-122"/>
                      </a:endParaRPr>
                    </a:p>
                  </a:txBody>
                  <a:tcPr marL="91426" marR="91426" horzOverflow="overflow">
                    <a:lnL>
                      <a:noFill/>
                    </a:lnL>
                    <a:lnR>
                      <a:noFill/>
                    </a:lnR>
                    <a:lnT cap="flat">
                      <a:noFill/>
                    </a:lnT>
                    <a:lnB cap="flat">
                      <a:noFill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buSzPct val="80000"/>
                        <a:buFont typeface="Wingdings" panose="05000000000000000000" pitchFamily="2" charset="2"/>
                        <a:buNone/>
                      </a:pPr>
                      <a:r>
                        <a:rPr kumimoji="0" lang="en-US" altLang="zh-CN" sz="16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/>
                            </a:outerShdw>
                          </a:effectLst>
                          <a:latin typeface="Tahoma" panose="020B0604030504040204" pitchFamily="34" charset="0"/>
                          <a:ea typeface="宋体" panose="02010600030101010101" pitchFamily="2" charset="-122"/>
                        </a:rPr>
                        <a:t>a[34]</a:t>
                      </a:r>
                      <a:endParaRPr kumimoji="0" lang="en-US" altLang="zh-CN" sz="1600" b="0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>
                          <a:outerShdw blurRad="38100" dist="38100" dir="2700000" algn="tl">
                            <a:srgbClr val="000000"/>
                          </a:outerShdw>
                        </a:effectLst>
                        <a:latin typeface="Tahoma" panose="020B0604030504040204" pitchFamily="34" charset="0"/>
                        <a:ea typeface="宋体" panose="02010600030101010101" pitchFamily="2" charset="-122"/>
                      </a:endParaRPr>
                    </a:p>
                  </a:txBody>
                  <a:tcPr marL="91426" marR="91426" horzOverflow="overflow">
                    <a:lnL>
                      <a:noFill/>
                    </a:lnL>
                    <a:lnR cap="flat">
                      <a:noFill/>
                    </a:lnR>
                    <a:lnT cap="flat">
                      <a:noFill/>
                    </a:lnT>
                    <a:lnB cap="flat">
                      <a:noFill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</a:tr>
            </a:tbl>
          </a:graphicData>
        </a:graphic>
      </p:graphicFrame>
      <p:graphicFrame>
        <p:nvGraphicFramePr>
          <p:cNvPr id="30" name="Group 59"/>
          <p:cNvGraphicFramePr/>
          <p:nvPr/>
        </p:nvGraphicFramePr>
        <p:xfrm>
          <a:off x="1631950" y="4149725"/>
          <a:ext cx="6516689" cy="468313"/>
        </p:xfrm>
        <a:graphic>
          <a:graphicData uri="http://schemas.openxmlformats.org/drawingml/2006/table">
            <a:tbl>
              <a:tblPr/>
              <a:tblGrid>
                <a:gridCol w="592106"/>
                <a:gridCol w="592106"/>
                <a:gridCol w="592106"/>
                <a:gridCol w="593280"/>
                <a:gridCol w="592106"/>
                <a:gridCol w="593281"/>
                <a:gridCol w="592106"/>
                <a:gridCol w="593280"/>
                <a:gridCol w="592106"/>
                <a:gridCol w="592106"/>
                <a:gridCol w="592106"/>
              </a:tblGrid>
              <a:tr h="468313"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buSzPct val="80000"/>
                        <a:buFont typeface="Wingdings" panose="05000000000000000000" pitchFamily="2" charset="2"/>
                        <a:buNone/>
                      </a:pPr>
                      <a:r>
                        <a:rPr kumimoji="0" lang="en-US" altLang="zh-CN" sz="20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hlink"/>
                          </a:solidFill>
                          <a:effectLst>
                            <a:outerShdw blurRad="38100" dist="38100" dir="2700000" algn="tl">
                              <a:srgbClr val="000000"/>
                            </a:outerShdw>
                          </a:effectLst>
                          <a:latin typeface="Tahoma" panose="020B0604030504040204" pitchFamily="34" charset="0"/>
                          <a:ea typeface="宋体" panose="02010600030101010101" pitchFamily="2" charset="-122"/>
                        </a:rPr>
                        <a:t>78</a:t>
                      </a:r>
                      <a:endParaRPr kumimoji="0" lang="en-US" altLang="zh-CN" sz="2000" b="0" i="0" u="none" strike="noStrike" cap="none" normalizeH="0" baseline="0" dirty="0">
                        <a:ln>
                          <a:noFill/>
                        </a:ln>
                        <a:solidFill>
                          <a:schemeClr val="hlink"/>
                        </a:solidFill>
                        <a:effectLst>
                          <a:outerShdw blurRad="38100" dist="38100" dir="2700000" algn="tl">
                            <a:srgbClr val="000000"/>
                          </a:outerShdw>
                        </a:effectLst>
                        <a:latin typeface="Tahoma" panose="020B0604030504040204" pitchFamily="34" charset="0"/>
                        <a:ea typeface="宋体" panose="02010600030101010101" pitchFamily="2" charset="-122"/>
                      </a:endParaRPr>
                    </a:p>
                  </a:txBody>
                  <a:tcPr marL="91425" marR="91425"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buSzPct val="80000"/>
                        <a:buFont typeface="Wingdings" panose="05000000000000000000" pitchFamily="2" charset="2"/>
                        <a:buNone/>
                      </a:pPr>
                      <a:r>
                        <a:rPr kumimoji="0" lang="en-US" altLang="zh-CN" sz="20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hlink"/>
                          </a:solidFill>
                          <a:effectLst>
                            <a:outerShdw blurRad="38100" dist="38100" dir="2700000" algn="tl">
                              <a:srgbClr val="000000"/>
                            </a:outerShdw>
                          </a:effectLst>
                          <a:latin typeface="Tahoma" panose="020B0604030504040204" pitchFamily="34" charset="0"/>
                          <a:ea typeface="宋体" panose="02010600030101010101" pitchFamily="2" charset="-122"/>
                        </a:rPr>
                        <a:t>60</a:t>
                      </a:r>
                      <a:endParaRPr kumimoji="0" lang="en-US" altLang="zh-CN" sz="2000" b="0" i="0" u="none" strike="noStrike" cap="none" normalizeH="0" baseline="0" dirty="0">
                        <a:ln>
                          <a:noFill/>
                        </a:ln>
                        <a:solidFill>
                          <a:schemeClr val="hlink"/>
                        </a:solidFill>
                        <a:effectLst>
                          <a:outerShdw blurRad="38100" dist="38100" dir="2700000" algn="tl">
                            <a:srgbClr val="000000"/>
                          </a:outerShdw>
                        </a:effectLst>
                        <a:latin typeface="Tahoma" panose="020B0604030504040204" pitchFamily="34" charset="0"/>
                        <a:ea typeface="宋体" panose="02010600030101010101" pitchFamily="2" charset="-122"/>
                      </a:endParaRPr>
                    </a:p>
                  </a:txBody>
                  <a:tcPr marL="91425" marR="91425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buSzPct val="80000"/>
                        <a:buFont typeface="Wingdings" panose="05000000000000000000" pitchFamily="2" charset="2"/>
                        <a:buNone/>
                      </a:pPr>
                      <a:r>
                        <a:rPr kumimoji="0" lang="en-US" altLang="zh-CN" sz="18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hlink"/>
                          </a:solidFill>
                          <a:effectLst>
                            <a:outerShdw blurRad="38100" dist="38100" dir="2700000" algn="tl">
                              <a:srgbClr val="000000"/>
                            </a:outerShdw>
                          </a:effectLst>
                          <a:latin typeface="Tahoma" panose="020B0604030504040204" pitchFamily="34" charset="0"/>
                          <a:ea typeface="宋体" panose="02010600030101010101" pitchFamily="2" charset="-122"/>
                        </a:rPr>
                        <a:t>100</a:t>
                      </a:r>
                      <a:endParaRPr kumimoji="0" lang="en-US" altLang="zh-CN" sz="1800" b="0" i="0" u="none" strike="noStrike" cap="none" normalizeH="0" baseline="0" dirty="0">
                        <a:ln>
                          <a:noFill/>
                        </a:ln>
                        <a:solidFill>
                          <a:schemeClr val="hlink"/>
                        </a:solidFill>
                        <a:effectLst>
                          <a:outerShdw blurRad="38100" dist="38100" dir="2700000" algn="tl">
                            <a:srgbClr val="000000"/>
                          </a:outerShdw>
                        </a:effectLst>
                        <a:latin typeface="Tahoma" panose="020B0604030504040204" pitchFamily="34" charset="0"/>
                        <a:ea typeface="宋体" panose="02010600030101010101" pitchFamily="2" charset="-122"/>
                      </a:endParaRPr>
                    </a:p>
                  </a:txBody>
                  <a:tcPr marL="91425" marR="91425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buSzPct val="80000"/>
                        <a:buFont typeface="Wingdings" panose="05000000000000000000" pitchFamily="2" charset="2"/>
                        <a:buNone/>
                      </a:pPr>
                      <a:r>
                        <a:rPr kumimoji="0" lang="en-US" altLang="zh-CN" sz="18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hlink"/>
                          </a:solidFill>
                          <a:effectLst>
                            <a:outerShdw blurRad="38100" dist="38100" dir="2700000" algn="tl">
                              <a:srgbClr val="000000"/>
                            </a:outerShdw>
                          </a:effectLst>
                          <a:latin typeface="Tahoma" panose="020B0604030504040204" pitchFamily="34" charset="0"/>
                          <a:ea typeface="宋体" panose="02010600030101010101" pitchFamily="2" charset="-122"/>
                        </a:rPr>
                        <a:t>…</a:t>
                      </a:r>
                      <a:endParaRPr kumimoji="0" lang="en-US" altLang="zh-CN" sz="1800" b="0" i="0" u="none" strike="noStrike" cap="none" normalizeH="0" baseline="0" dirty="0">
                        <a:ln>
                          <a:noFill/>
                        </a:ln>
                        <a:solidFill>
                          <a:schemeClr val="hlink"/>
                        </a:solidFill>
                        <a:effectLst>
                          <a:outerShdw blurRad="38100" dist="38100" dir="2700000" algn="tl">
                            <a:srgbClr val="000000"/>
                          </a:outerShdw>
                        </a:effectLst>
                        <a:latin typeface="Tahoma" panose="020B0604030504040204" pitchFamily="34" charset="0"/>
                        <a:ea typeface="宋体" panose="02010600030101010101" pitchFamily="2" charset="-122"/>
                      </a:endParaRPr>
                    </a:p>
                  </a:txBody>
                  <a:tcPr marL="91425" marR="91425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buSzPct val="80000"/>
                        <a:buFont typeface="Wingdings" panose="05000000000000000000" pitchFamily="2" charset="2"/>
                        <a:buNone/>
                      </a:pPr>
                      <a:r>
                        <a:rPr kumimoji="0" lang="en-US" altLang="zh-CN" sz="20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hlink"/>
                          </a:solidFill>
                          <a:effectLst>
                            <a:outerShdw blurRad="38100" dist="38100" dir="2700000" algn="tl">
                              <a:srgbClr val="000000"/>
                            </a:outerShdw>
                          </a:effectLst>
                          <a:latin typeface="Arial" panose="020B0604020202020204"/>
                          <a:ea typeface="宋体" panose="02010600030101010101" pitchFamily="2" charset="-122"/>
                        </a:rPr>
                        <a:t>98</a:t>
                      </a:r>
                      <a:endParaRPr kumimoji="0" lang="en-US" altLang="zh-CN" sz="2000" b="0" i="0" u="none" strike="noStrike" cap="none" normalizeH="0" baseline="0" dirty="0">
                        <a:ln>
                          <a:noFill/>
                        </a:ln>
                        <a:solidFill>
                          <a:schemeClr val="hlink"/>
                        </a:solidFill>
                        <a:effectLst>
                          <a:outerShdw blurRad="38100" dist="38100" dir="2700000" algn="tl">
                            <a:srgbClr val="000000"/>
                          </a:outerShdw>
                        </a:effectLst>
                        <a:latin typeface="Tahoma" panose="020B0604030504040204" pitchFamily="34" charset="0"/>
                        <a:ea typeface="宋体" panose="02010600030101010101" pitchFamily="2" charset="-122"/>
                      </a:endParaRPr>
                    </a:p>
                  </a:txBody>
                  <a:tcPr marL="91425" marR="91425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buSzPct val="80000"/>
                        <a:buFont typeface="Wingdings" panose="05000000000000000000" pitchFamily="2" charset="2"/>
                        <a:buNone/>
                      </a:pPr>
                      <a:r>
                        <a:rPr kumimoji="0" lang="en-US" altLang="zh-CN" sz="20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hlink"/>
                          </a:solidFill>
                          <a:effectLst>
                            <a:outerShdw blurRad="38100" dist="38100" dir="2700000" algn="tl">
                              <a:srgbClr val="000000"/>
                            </a:outerShdw>
                          </a:effectLst>
                          <a:latin typeface="Tahoma" panose="020B0604030504040204" pitchFamily="34" charset="0"/>
                          <a:ea typeface="宋体" panose="02010600030101010101" pitchFamily="2" charset="-122"/>
                        </a:rPr>
                        <a:t>…</a:t>
                      </a:r>
                      <a:endParaRPr kumimoji="0" lang="en-US" altLang="zh-CN" sz="2000" b="0" i="0" u="none" strike="noStrike" cap="none" normalizeH="0" baseline="0" dirty="0">
                        <a:ln>
                          <a:noFill/>
                        </a:ln>
                        <a:solidFill>
                          <a:schemeClr val="hlink"/>
                        </a:solidFill>
                        <a:effectLst>
                          <a:outerShdw blurRad="38100" dist="38100" dir="2700000" algn="tl">
                            <a:srgbClr val="000000"/>
                          </a:outerShdw>
                        </a:effectLst>
                        <a:latin typeface="Tahoma" panose="020B0604030504040204" pitchFamily="34" charset="0"/>
                        <a:ea typeface="宋体" panose="02010600030101010101" pitchFamily="2" charset="-122"/>
                      </a:endParaRPr>
                    </a:p>
                  </a:txBody>
                  <a:tcPr marL="91425" marR="91425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buSzPct val="80000"/>
                        <a:buFont typeface="Wingdings" panose="05000000000000000000" pitchFamily="2" charset="2"/>
                        <a:buNone/>
                      </a:pPr>
                      <a:r>
                        <a:rPr kumimoji="0" lang="en-US" altLang="zh-CN" sz="20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accent2">
                              <a:lumMod val="60000"/>
                              <a:lumOff val="40000"/>
                            </a:schemeClr>
                          </a:solidFill>
                          <a:effectLst>
                            <a:outerShdw blurRad="38100" dist="38100" dir="2700000" algn="tl">
                              <a:srgbClr val="000000"/>
                            </a:outerShdw>
                          </a:effectLst>
                          <a:latin typeface="Arial" panose="020B0604020202020204"/>
                          <a:ea typeface="宋体" panose="02010600030101010101" pitchFamily="2" charset="-122"/>
                        </a:rPr>
                        <a:t>39</a:t>
                      </a:r>
                      <a:endParaRPr kumimoji="0" lang="en-US" altLang="zh-CN" sz="2000" b="0" i="0" u="none" strike="noStrike" cap="none" normalizeH="0" baseline="0" dirty="0">
                        <a:ln>
                          <a:noFill/>
                        </a:ln>
                        <a:solidFill>
                          <a:schemeClr val="accent2">
                            <a:lumMod val="60000"/>
                            <a:lumOff val="40000"/>
                          </a:schemeClr>
                        </a:solidFill>
                        <a:effectLst>
                          <a:outerShdw blurRad="38100" dist="38100" dir="2700000" algn="tl">
                            <a:srgbClr val="000000"/>
                          </a:outerShdw>
                        </a:effectLst>
                        <a:latin typeface="Tahoma" panose="020B0604030504040204" pitchFamily="34" charset="0"/>
                        <a:ea typeface="宋体" panose="02010600030101010101" pitchFamily="2" charset="-122"/>
                      </a:endParaRPr>
                    </a:p>
                  </a:txBody>
                  <a:tcPr marL="91425" marR="91425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buSzPct val="80000"/>
                        <a:buFont typeface="Wingdings" panose="05000000000000000000" pitchFamily="2" charset="2"/>
                        <a:buNone/>
                      </a:pPr>
                      <a:r>
                        <a:rPr kumimoji="0" lang="en-US" altLang="zh-CN" sz="20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hlink"/>
                          </a:solidFill>
                          <a:effectLst>
                            <a:outerShdw blurRad="38100" dist="38100" dir="2700000" algn="tl">
                              <a:srgbClr val="000000"/>
                            </a:outerShdw>
                          </a:effectLst>
                          <a:latin typeface="Tahoma" panose="020B0604030504040204" pitchFamily="34" charset="0"/>
                          <a:ea typeface="宋体" panose="02010600030101010101" pitchFamily="2" charset="-122"/>
                        </a:rPr>
                        <a:t>79</a:t>
                      </a:r>
                      <a:endParaRPr kumimoji="0" lang="en-US" altLang="zh-CN" sz="2000" b="0" i="0" u="none" strike="noStrike" cap="none" normalizeH="0" baseline="0" dirty="0">
                        <a:ln>
                          <a:noFill/>
                        </a:ln>
                        <a:solidFill>
                          <a:schemeClr val="hlink"/>
                        </a:solidFill>
                        <a:effectLst>
                          <a:outerShdw blurRad="38100" dist="38100" dir="2700000" algn="tl">
                            <a:srgbClr val="000000"/>
                          </a:outerShdw>
                        </a:effectLst>
                        <a:latin typeface="Tahoma" panose="020B0604030504040204" pitchFamily="34" charset="0"/>
                        <a:ea typeface="宋体" panose="02010600030101010101" pitchFamily="2" charset="-122"/>
                      </a:endParaRPr>
                    </a:p>
                  </a:txBody>
                  <a:tcPr marL="91425" marR="91425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buSzPct val="80000"/>
                        <a:buFont typeface="Wingdings" panose="05000000000000000000" pitchFamily="2" charset="2"/>
                        <a:buNone/>
                      </a:pPr>
                      <a:r>
                        <a:rPr kumimoji="0" lang="en-US" altLang="zh-CN" sz="20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hlink"/>
                          </a:solidFill>
                          <a:effectLst>
                            <a:outerShdw blurRad="38100" dist="38100" dir="2700000" algn="tl">
                              <a:srgbClr val="000000"/>
                            </a:outerShdw>
                          </a:effectLst>
                          <a:latin typeface="Tahoma" panose="020B0604030504040204" pitchFamily="34" charset="0"/>
                          <a:ea typeface="宋体" panose="02010600030101010101" pitchFamily="2" charset="-122"/>
                        </a:rPr>
                        <a:t>88</a:t>
                      </a:r>
                      <a:endParaRPr kumimoji="0" lang="en-US" altLang="zh-CN" sz="2000" b="0" i="0" u="none" strike="noStrike" cap="none" normalizeH="0" baseline="0" dirty="0">
                        <a:ln>
                          <a:noFill/>
                        </a:ln>
                        <a:solidFill>
                          <a:schemeClr val="hlink"/>
                        </a:solidFill>
                        <a:effectLst>
                          <a:outerShdw blurRad="38100" dist="38100" dir="2700000" algn="tl">
                            <a:srgbClr val="000000"/>
                          </a:outerShdw>
                        </a:effectLst>
                        <a:latin typeface="Tahoma" panose="020B0604030504040204" pitchFamily="34" charset="0"/>
                        <a:ea typeface="宋体" panose="02010600030101010101" pitchFamily="2" charset="-122"/>
                      </a:endParaRPr>
                    </a:p>
                  </a:txBody>
                  <a:tcPr marL="91425" marR="91425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buSzPct val="80000"/>
                        <a:buFont typeface="Wingdings" panose="05000000000000000000" pitchFamily="2" charset="2"/>
                        <a:buNone/>
                      </a:pPr>
                      <a:r>
                        <a:rPr kumimoji="0" lang="en-US" altLang="zh-CN" sz="20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accent6">
                              <a:lumMod val="20000"/>
                              <a:lumOff val="80000"/>
                            </a:schemeClr>
                          </a:solidFill>
                          <a:effectLst>
                            <a:outerShdw blurRad="38100" dist="38100" dir="2700000" algn="tl">
                              <a:srgbClr val="000000"/>
                            </a:outerShdw>
                          </a:effectLst>
                          <a:latin typeface="Tahoma" panose="020B0604030504040204" pitchFamily="34" charset="0"/>
                          <a:ea typeface="宋体" panose="02010600030101010101" pitchFamily="2" charset="-122"/>
                        </a:rPr>
                        <a:t>92</a:t>
                      </a:r>
                      <a:endParaRPr kumimoji="0" lang="en-US" altLang="zh-CN" sz="2000" b="0" i="0" u="none" strike="noStrike" cap="none" normalizeH="0" baseline="0" dirty="0">
                        <a:ln>
                          <a:noFill/>
                        </a:ln>
                        <a:solidFill>
                          <a:schemeClr val="accent6">
                            <a:lumMod val="20000"/>
                            <a:lumOff val="80000"/>
                          </a:schemeClr>
                        </a:solidFill>
                        <a:effectLst>
                          <a:outerShdw blurRad="38100" dist="38100" dir="2700000" algn="tl">
                            <a:srgbClr val="000000"/>
                          </a:outerShdw>
                        </a:effectLst>
                        <a:latin typeface="Tahoma" panose="020B0604030504040204" pitchFamily="34" charset="0"/>
                        <a:ea typeface="宋体" panose="02010600030101010101" pitchFamily="2" charset="-122"/>
                      </a:endParaRPr>
                    </a:p>
                  </a:txBody>
                  <a:tcPr marL="91425" marR="91425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buSzPct val="80000"/>
                        <a:buFont typeface="Wingdings" panose="05000000000000000000" pitchFamily="2" charset="2"/>
                        <a:buNone/>
                      </a:pPr>
                      <a:r>
                        <a:rPr kumimoji="0" lang="en-US" altLang="zh-CN" sz="20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accent6">
                              <a:lumMod val="20000"/>
                              <a:lumOff val="80000"/>
                            </a:schemeClr>
                          </a:solidFill>
                          <a:effectLst>
                            <a:outerShdw blurRad="38100" dist="38100" dir="2700000" algn="tl">
                              <a:srgbClr val="000000"/>
                            </a:outerShdw>
                          </a:effectLst>
                          <a:latin typeface="Tahoma" panose="020B0604030504040204" pitchFamily="34" charset="0"/>
                          <a:ea typeface="宋体" panose="02010600030101010101" pitchFamily="2" charset="-122"/>
                        </a:rPr>
                        <a:t>92</a:t>
                      </a:r>
                      <a:endParaRPr kumimoji="0" lang="en-US" altLang="zh-CN" sz="2000" b="0" i="0" u="none" strike="noStrike" cap="none" normalizeH="0" baseline="0" dirty="0">
                        <a:ln>
                          <a:noFill/>
                        </a:ln>
                        <a:solidFill>
                          <a:schemeClr val="accent6">
                            <a:lumMod val="20000"/>
                            <a:lumOff val="80000"/>
                          </a:schemeClr>
                        </a:solidFill>
                        <a:effectLst>
                          <a:outerShdw blurRad="38100" dist="38100" dir="2700000" algn="tl">
                            <a:srgbClr val="000000"/>
                          </a:outerShdw>
                        </a:effectLst>
                        <a:latin typeface="Tahoma" panose="020B0604030504040204" pitchFamily="34" charset="0"/>
                        <a:ea typeface="宋体" panose="02010600030101010101" pitchFamily="2" charset="-122"/>
                      </a:endParaRPr>
                    </a:p>
                  </a:txBody>
                  <a:tcPr marL="91425" marR="91425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</a:tr>
            </a:tbl>
          </a:graphicData>
        </a:graphic>
      </p:graphicFrame>
      <p:graphicFrame>
        <p:nvGraphicFramePr>
          <p:cNvPr id="31" name="Group 130"/>
          <p:cNvGraphicFramePr>
            <a:graphicFrameLocks noGrp="1"/>
          </p:cNvGraphicFramePr>
          <p:nvPr/>
        </p:nvGraphicFramePr>
        <p:xfrm>
          <a:off x="1631950" y="4652963"/>
          <a:ext cx="6516689" cy="431800"/>
        </p:xfrm>
        <a:graphic>
          <a:graphicData uri="http://schemas.openxmlformats.org/drawingml/2006/table">
            <a:tbl>
              <a:tblPr/>
              <a:tblGrid>
                <a:gridCol w="592106"/>
                <a:gridCol w="592106"/>
                <a:gridCol w="592106"/>
                <a:gridCol w="593280"/>
                <a:gridCol w="592106"/>
                <a:gridCol w="593281"/>
                <a:gridCol w="592106"/>
                <a:gridCol w="593280"/>
                <a:gridCol w="592106"/>
                <a:gridCol w="592106"/>
                <a:gridCol w="592106"/>
              </a:tblGrid>
              <a:tr h="431800"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buSzPct val="80000"/>
                        <a:buFont typeface="Wingdings" panose="05000000000000000000" pitchFamily="2" charset="2"/>
                        <a:buNone/>
                      </a:pPr>
                      <a:r>
                        <a:rPr kumimoji="0" lang="en-US" altLang="zh-CN" sz="20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/>
                            </a:outerShdw>
                          </a:effectLst>
                          <a:latin typeface="Tahoma" panose="020B0604030504040204" pitchFamily="34" charset="0"/>
                          <a:ea typeface="宋体" panose="02010600030101010101" pitchFamily="2" charset="-122"/>
                        </a:rPr>
                        <a:t>a[0]</a:t>
                      </a:r>
                      <a:endParaRPr kumimoji="0" lang="en-US" altLang="zh-CN" sz="2000" b="0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>
                          <a:outerShdw blurRad="38100" dist="38100" dir="2700000" algn="tl">
                            <a:srgbClr val="000000"/>
                          </a:outerShdw>
                        </a:effectLst>
                        <a:latin typeface="Tahoma" panose="020B0604030504040204" pitchFamily="34" charset="0"/>
                        <a:ea typeface="宋体" panose="02010600030101010101" pitchFamily="2" charset="-122"/>
                      </a:endParaRPr>
                    </a:p>
                  </a:txBody>
                  <a:tcPr marL="91426" marR="91426" horzOverflow="overflow">
                    <a:lnL cap="flat">
                      <a:noFill/>
                    </a:lnL>
                    <a:lnR>
                      <a:noFill/>
                    </a:lnR>
                    <a:lnT cap="flat">
                      <a:noFill/>
                    </a:lnT>
                    <a:lnB cap="flat">
                      <a:noFill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buSzPct val="80000"/>
                        <a:buFont typeface="Wingdings" panose="05000000000000000000" pitchFamily="2" charset="2"/>
                        <a:buNone/>
                      </a:pPr>
                      <a:r>
                        <a:rPr kumimoji="0" lang="en-US" altLang="zh-CN" sz="20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/>
                            </a:outerShdw>
                          </a:effectLst>
                          <a:latin typeface="Tahoma" panose="020B0604030504040204" pitchFamily="34" charset="0"/>
                          <a:ea typeface="宋体" panose="02010600030101010101" pitchFamily="2" charset="-122"/>
                        </a:rPr>
                        <a:t>a[1]</a:t>
                      </a:r>
                      <a:endParaRPr kumimoji="0" lang="en-US" altLang="zh-CN" sz="2000" b="0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>
                          <a:outerShdw blurRad="38100" dist="38100" dir="2700000" algn="tl">
                            <a:srgbClr val="000000"/>
                          </a:outerShdw>
                        </a:effectLst>
                        <a:latin typeface="Tahoma" panose="020B0604030504040204" pitchFamily="34" charset="0"/>
                        <a:ea typeface="宋体" panose="02010600030101010101" pitchFamily="2" charset="-122"/>
                      </a:endParaRPr>
                    </a:p>
                  </a:txBody>
                  <a:tcPr marL="91426" marR="91426" horzOverflow="overflow">
                    <a:lnL>
                      <a:noFill/>
                    </a:lnL>
                    <a:lnR>
                      <a:noFill/>
                    </a:lnR>
                    <a:lnT cap="flat">
                      <a:noFill/>
                    </a:lnT>
                    <a:lnB cap="flat">
                      <a:noFill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buSzPct val="80000"/>
                        <a:buFont typeface="Wingdings" panose="05000000000000000000" pitchFamily="2" charset="2"/>
                        <a:buNone/>
                      </a:pPr>
                      <a:r>
                        <a:rPr kumimoji="0" lang="en-US" altLang="zh-CN" sz="20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/>
                            </a:outerShdw>
                          </a:effectLst>
                          <a:latin typeface="Tahoma" panose="020B0604030504040204" pitchFamily="34" charset="0"/>
                          <a:ea typeface="宋体" panose="02010600030101010101" pitchFamily="2" charset="-122"/>
                        </a:rPr>
                        <a:t>a[2]</a:t>
                      </a:r>
                      <a:endParaRPr kumimoji="0" lang="en-US" altLang="zh-CN" sz="2000" b="0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>
                          <a:outerShdw blurRad="38100" dist="38100" dir="2700000" algn="tl">
                            <a:srgbClr val="000000"/>
                          </a:outerShdw>
                        </a:effectLst>
                        <a:latin typeface="Tahoma" panose="020B0604030504040204" pitchFamily="34" charset="0"/>
                        <a:ea typeface="宋体" panose="02010600030101010101" pitchFamily="2" charset="-122"/>
                      </a:endParaRPr>
                    </a:p>
                  </a:txBody>
                  <a:tcPr marL="91426" marR="91426" horzOverflow="overflow">
                    <a:lnL>
                      <a:noFill/>
                    </a:lnL>
                    <a:lnR>
                      <a:noFill/>
                    </a:lnR>
                    <a:lnT cap="flat">
                      <a:noFill/>
                    </a:lnT>
                    <a:lnB cap="flat">
                      <a:noFill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buSzPct val="80000"/>
                        <a:buFont typeface="Wingdings" panose="05000000000000000000" pitchFamily="2" charset="2"/>
                        <a:buNone/>
                      </a:pPr>
                      <a:r>
                        <a:rPr kumimoji="0" lang="en-US" altLang="zh-CN" sz="20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/>
                            </a:outerShdw>
                          </a:effectLst>
                          <a:latin typeface="Tahoma" panose="020B0604030504040204" pitchFamily="34" charset="0"/>
                          <a:ea typeface="宋体" panose="02010600030101010101" pitchFamily="2" charset="-122"/>
                        </a:rPr>
                        <a:t>a[3]</a:t>
                      </a:r>
                      <a:endParaRPr kumimoji="0" lang="en-US" altLang="zh-CN" sz="2000" b="0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>
                          <a:outerShdw blurRad="38100" dist="38100" dir="2700000" algn="tl">
                            <a:srgbClr val="000000"/>
                          </a:outerShdw>
                        </a:effectLst>
                        <a:latin typeface="Tahoma" panose="020B0604030504040204" pitchFamily="34" charset="0"/>
                        <a:ea typeface="宋体" panose="02010600030101010101" pitchFamily="2" charset="-122"/>
                      </a:endParaRPr>
                    </a:p>
                  </a:txBody>
                  <a:tcPr marL="91426" marR="91426" horzOverflow="overflow">
                    <a:lnL>
                      <a:noFill/>
                    </a:lnL>
                    <a:lnR>
                      <a:noFill/>
                    </a:lnR>
                    <a:lnT cap="flat">
                      <a:noFill/>
                    </a:lnT>
                    <a:lnB cap="flat">
                      <a:noFill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buSzPct val="80000"/>
                        <a:buFont typeface="Wingdings" panose="05000000000000000000" pitchFamily="2" charset="2"/>
                        <a:buNone/>
                      </a:pPr>
                      <a:r>
                        <a:rPr kumimoji="0" lang="en-US" altLang="zh-CN" sz="20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/>
                            </a:outerShdw>
                          </a:effectLst>
                          <a:latin typeface="Arial" panose="020B0604020202020204"/>
                          <a:ea typeface="宋体" panose="02010600030101010101" pitchFamily="2" charset="-122"/>
                        </a:rPr>
                        <a:t>…</a:t>
                      </a:r>
                      <a:endParaRPr kumimoji="0" lang="en-US" altLang="zh-CN" sz="2000" b="0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>
                          <a:outerShdw blurRad="38100" dist="38100" dir="2700000" algn="tl">
                            <a:srgbClr val="000000"/>
                          </a:outerShdw>
                        </a:effectLst>
                        <a:latin typeface="Tahoma" panose="020B0604030504040204" pitchFamily="34" charset="0"/>
                        <a:ea typeface="宋体" panose="02010600030101010101" pitchFamily="2" charset="-122"/>
                      </a:endParaRPr>
                    </a:p>
                  </a:txBody>
                  <a:tcPr marL="91426" marR="91426" horzOverflow="overflow">
                    <a:lnL>
                      <a:noFill/>
                    </a:lnL>
                    <a:lnR>
                      <a:noFill/>
                    </a:lnR>
                    <a:lnT cap="flat">
                      <a:noFill/>
                    </a:lnT>
                    <a:lnB cap="flat">
                      <a:noFill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buSzPct val="80000"/>
                        <a:buFont typeface="Wingdings" panose="05000000000000000000" pitchFamily="2" charset="2"/>
                        <a:buNone/>
                      </a:pPr>
                      <a:r>
                        <a:rPr kumimoji="0" lang="en-US" altLang="zh-CN" sz="20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hlink"/>
                          </a:solidFill>
                          <a:effectLst>
                            <a:outerShdw blurRad="38100" dist="38100" dir="2700000" algn="tl">
                              <a:srgbClr val="000000"/>
                            </a:outerShdw>
                          </a:effectLst>
                          <a:latin typeface="Tahoma" panose="020B0604030504040204" pitchFamily="34" charset="0"/>
                          <a:ea typeface="宋体" panose="02010600030101010101" pitchFamily="2" charset="-122"/>
                        </a:rPr>
                        <a:t>a[</a:t>
                      </a:r>
                      <a:r>
                        <a:rPr kumimoji="0" lang="en-US" altLang="zh-CN" sz="2000" b="0" i="0" u="none" strike="noStrike" cap="none" normalizeH="0" baseline="0" dirty="0" err="1">
                          <a:ln>
                            <a:noFill/>
                          </a:ln>
                          <a:solidFill>
                            <a:schemeClr val="hlink"/>
                          </a:solidFill>
                          <a:effectLst>
                            <a:outerShdw blurRad="38100" dist="38100" dir="2700000" algn="tl">
                              <a:srgbClr val="000000"/>
                            </a:outerShdw>
                          </a:effectLst>
                          <a:latin typeface="Tahoma" panose="020B0604030504040204" pitchFamily="34" charset="0"/>
                          <a:ea typeface="宋体" panose="02010600030101010101" pitchFamily="2" charset="-122"/>
                        </a:rPr>
                        <a:t>i</a:t>
                      </a:r>
                      <a:r>
                        <a:rPr kumimoji="0" lang="en-US" altLang="zh-CN" sz="20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hlink"/>
                          </a:solidFill>
                          <a:effectLst>
                            <a:outerShdw blurRad="38100" dist="38100" dir="2700000" algn="tl">
                              <a:srgbClr val="000000"/>
                            </a:outerShdw>
                          </a:effectLst>
                          <a:latin typeface="Tahoma" panose="020B0604030504040204" pitchFamily="34" charset="0"/>
                          <a:ea typeface="宋体" panose="02010600030101010101" pitchFamily="2" charset="-122"/>
                        </a:rPr>
                        <a:t>]</a:t>
                      </a:r>
                      <a:endParaRPr kumimoji="0" lang="en-US" altLang="zh-CN" sz="2000" b="0" i="0" u="none" strike="noStrike" cap="none" normalizeH="0" baseline="0" dirty="0">
                        <a:ln>
                          <a:noFill/>
                        </a:ln>
                        <a:solidFill>
                          <a:schemeClr val="hlink"/>
                        </a:solidFill>
                        <a:effectLst>
                          <a:outerShdw blurRad="38100" dist="38100" dir="2700000" algn="tl">
                            <a:srgbClr val="000000"/>
                          </a:outerShdw>
                        </a:effectLst>
                        <a:latin typeface="Tahoma" panose="020B0604030504040204" pitchFamily="34" charset="0"/>
                        <a:ea typeface="宋体" panose="02010600030101010101" pitchFamily="2" charset="-122"/>
                      </a:endParaRPr>
                    </a:p>
                  </a:txBody>
                  <a:tcPr marL="91426" marR="91426" horzOverflow="overflow">
                    <a:lnL>
                      <a:noFill/>
                    </a:lnL>
                    <a:lnR>
                      <a:noFill/>
                    </a:lnR>
                    <a:lnT cap="flat">
                      <a:noFill/>
                    </a:lnT>
                    <a:lnB cap="flat">
                      <a:noFill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buSzPct val="80000"/>
                        <a:buFont typeface="Wingdings" panose="05000000000000000000" pitchFamily="2" charset="2"/>
                        <a:buNone/>
                      </a:pPr>
                      <a:r>
                        <a:rPr kumimoji="0" lang="en-US" altLang="zh-CN" sz="20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/>
                            </a:outerShdw>
                          </a:effectLst>
                          <a:latin typeface="Arial" panose="020B0604020202020204"/>
                          <a:ea typeface="宋体" panose="02010600030101010101" pitchFamily="2" charset="-122"/>
                        </a:rPr>
                        <a:t>…</a:t>
                      </a:r>
                      <a:endParaRPr kumimoji="0" lang="en-US" altLang="zh-CN" sz="2000" b="0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>
                          <a:outerShdw blurRad="38100" dist="38100" dir="2700000" algn="tl">
                            <a:srgbClr val="000000"/>
                          </a:outerShdw>
                        </a:effectLst>
                        <a:latin typeface="Tahoma" panose="020B0604030504040204" pitchFamily="34" charset="0"/>
                        <a:ea typeface="宋体" panose="02010600030101010101" pitchFamily="2" charset="-122"/>
                      </a:endParaRPr>
                    </a:p>
                  </a:txBody>
                  <a:tcPr marL="91426" marR="91426" horzOverflow="overflow">
                    <a:lnL>
                      <a:noFill/>
                    </a:lnL>
                    <a:lnR>
                      <a:noFill/>
                    </a:lnR>
                    <a:lnT cap="flat">
                      <a:noFill/>
                    </a:lnT>
                    <a:lnB cap="flat">
                      <a:noFill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buSzPct val="80000"/>
                        <a:buFont typeface="Wingdings" panose="05000000000000000000" pitchFamily="2" charset="2"/>
                        <a:buNone/>
                      </a:pPr>
                      <a:r>
                        <a:rPr kumimoji="0" lang="en-US" altLang="zh-CN" sz="16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/>
                            </a:outerShdw>
                          </a:effectLst>
                          <a:latin typeface="Tahoma" panose="020B0604030504040204" pitchFamily="34" charset="0"/>
                          <a:ea typeface="宋体" panose="02010600030101010101" pitchFamily="2" charset="-122"/>
                        </a:rPr>
                        <a:t>a[31]</a:t>
                      </a:r>
                      <a:endParaRPr kumimoji="0" lang="en-US" altLang="zh-CN" sz="1600" b="0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>
                          <a:outerShdw blurRad="38100" dist="38100" dir="2700000" algn="tl">
                            <a:srgbClr val="000000"/>
                          </a:outerShdw>
                        </a:effectLst>
                        <a:latin typeface="Tahoma" panose="020B0604030504040204" pitchFamily="34" charset="0"/>
                        <a:ea typeface="宋体" panose="02010600030101010101" pitchFamily="2" charset="-122"/>
                      </a:endParaRPr>
                    </a:p>
                  </a:txBody>
                  <a:tcPr marL="91426" marR="91426" horzOverflow="overflow">
                    <a:lnL>
                      <a:noFill/>
                    </a:lnL>
                    <a:lnR>
                      <a:noFill/>
                    </a:lnR>
                    <a:lnT cap="flat">
                      <a:noFill/>
                    </a:lnT>
                    <a:lnB cap="flat">
                      <a:noFill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buSzPct val="80000"/>
                        <a:buFont typeface="Wingdings" panose="05000000000000000000" pitchFamily="2" charset="2"/>
                        <a:buNone/>
                      </a:pPr>
                      <a:r>
                        <a:rPr kumimoji="0" lang="en-US" altLang="zh-CN" sz="16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/>
                            </a:outerShdw>
                          </a:effectLst>
                          <a:latin typeface="Tahoma" panose="020B0604030504040204" pitchFamily="34" charset="0"/>
                          <a:ea typeface="宋体" panose="02010600030101010101" pitchFamily="2" charset="-122"/>
                        </a:rPr>
                        <a:t>a[32]</a:t>
                      </a:r>
                      <a:endParaRPr kumimoji="0" lang="en-US" altLang="zh-CN" sz="1600" b="0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>
                          <a:outerShdw blurRad="38100" dist="38100" dir="2700000" algn="tl">
                            <a:srgbClr val="000000"/>
                          </a:outerShdw>
                        </a:effectLst>
                        <a:latin typeface="Tahoma" panose="020B0604030504040204" pitchFamily="34" charset="0"/>
                        <a:ea typeface="宋体" panose="02010600030101010101" pitchFamily="2" charset="-122"/>
                      </a:endParaRPr>
                    </a:p>
                  </a:txBody>
                  <a:tcPr marL="91426" marR="91426" horzOverflow="overflow">
                    <a:lnL>
                      <a:noFill/>
                    </a:lnL>
                    <a:lnR>
                      <a:noFill/>
                    </a:lnR>
                    <a:lnT cap="flat">
                      <a:noFill/>
                    </a:lnT>
                    <a:lnB cap="flat">
                      <a:noFill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buSzPct val="80000"/>
                        <a:buFont typeface="Wingdings" panose="05000000000000000000" pitchFamily="2" charset="2"/>
                        <a:buNone/>
                      </a:pPr>
                      <a:r>
                        <a:rPr kumimoji="0" lang="en-US" altLang="zh-CN" sz="16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/>
                            </a:outerShdw>
                          </a:effectLst>
                          <a:latin typeface="Tahoma" panose="020B0604030504040204" pitchFamily="34" charset="0"/>
                          <a:ea typeface="宋体" panose="02010600030101010101" pitchFamily="2" charset="-122"/>
                        </a:rPr>
                        <a:t>a[33]</a:t>
                      </a:r>
                      <a:endParaRPr kumimoji="0" lang="en-US" altLang="zh-CN" sz="1600" b="0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>
                          <a:outerShdw blurRad="38100" dist="38100" dir="2700000" algn="tl">
                            <a:srgbClr val="000000"/>
                          </a:outerShdw>
                        </a:effectLst>
                        <a:latin typeface="Tahoma" panose="020B0604030504040204" pitchFamily="34" charset="0"/>
                        <a:ea typeface="宋体" panose="02010600030101010101" pitchFamily="2" charset="-122"/>
                      </a:endParaRPr>
                    </a:p>
                  </a:txBody>
                  <a:tcPr marL="91426" marR="91426" horzOverflow="overflow">
                    <a:lnL>
                      <a:noFill/>
                    </a:lnL>
                    <a:lnR>
                      <a:noFill/>
                    </a:lnR>
                    <a:lnT cap="flat">
                      <a:noFill/>
                    </a:lnT>
                    <a:lnB cap="flat">
                      <a:noFill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buSzPct val="80000"/>
                        <a:buFont typeface="Wingdings" panose="05000000000000000000" pitchFamily="2" charset="2"/>
                        <a:buNone/>
                      </a:pPr>
                      <a:r>
                        <a:rPr kumimoji="0" lang="en-US" altLang="zh-CN" sz="16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/>
                            </a:outerShdw>
                          </a:effectLst>
                          <a:latin typeface="Tahoma" panose="020B0604030504040204" pitchFamily="34" charset="0"/>
                          <a:ea typeface="宋体" panose="02010600030101010101" pitchFamily="2" charset="-122"/>
                        </a:rPr>
                        <a:t>a[34]</a:t>
                      </a:r>
                      <a:endParaRPr kumimoji="0" lang="en-US" altLang="zh-CN" sz="1600" b="0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>
                          <a:outerShdw blurRad="38100" dist="38100" dir="2700000" algn="tl">
                            <a:srgbClr val="000000"/>
                          </a:outerShdw>
                        </a:effectLst>
                        <a:latin typeface="Tahoma" panose="020B0604030504040204" pitchFamily="34" charset="0"/>
                        <a:ea typeface="宋体" panose="02010600030101010101" pitchFamily="2" charset="-122"/>
                      </a:endParaRPr>
                    </a:p>
                  </a:txBody>
                  <a:tcPr marL="91426" marR="91426" horzOverflow="overflow">
                    <a:lnL>
                      <a:noFill/>
                    </a:lnL>
                    <a:lnR cap="flat">
                      <a:noFill/>
                    </a:lnR>
                    <a:lnT cap="flat">
                      <a:noFill/>
                    </a:lnT>
                    <a:lnB cap="flat">
                      <a:noFill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</a:tr>
            </a:tbl>
          </a:graphicData>
        </a:graphic>
      </p:graphicFrame>
      <p:sp>
        <p:nvSpPr>
          <p:cNvPr id="32" name="文本框 31"/>
          <p:cNvSpPr txBox="1"/>
          <p:nvPr/>
        </p:nvSpPr>
        <p:spPr>
          <a:xfrm>
            <a:off x="8228013" y="2814638"/>
            <a:ext cx="1831975" cy="708025"/>
          </a:xfrm>
          <a:prstGeom prst="rect">
            <a:avLst/>
          </a:prstGeom>
          <a:noFill/>
          <a:ln w="9525">
            <a:noFill/>
          </a:ln>
        </p:spPr>
        <p:txBody>
          <a:bodyPr>
            <a:spAutoFit/>
          </a:bodyPr>
          <a:lstStyle>
            <a:lvl1pPr marL="342900" indent="-3429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80000"/>
              <a:buFont typeface="Wingdings" panose="05000000000000000000" pitchFamily="2" charset="2"/>
              <a:buChar char="n"/>
              <a:defRPr sz="3200" b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defRPr>
            </a:lvl1pPr>
            <a:lvl2pPr marL="742950" indent="-28575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Char char="–"/>
              <a:defRPr sz="2800">
                <a:solidFill>
                  <a:schemeClr val="tx1"/>
                </a:solidFill>
                <a:effectLst/>
                <a:latin typeface="+mn-lt"/>
                <a:ea typeface="+mn-ea"/>
              </a:defRPr>
            </a:lvl2pPr>
            <a:lvl3pPr marL="11430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Font typeface="Wingdings" panose="05000000000000000000" pitchFamily="2" charset="2"/>
              <a:buChar char="§"/>
              <a:defRPr sz="2400">
                <a:solidFill>
                  <a:schemeClr val="tx1"/>
                </a:solidFill>
                <a:effectLst/>
                <a:latin typeface="+mn-lt"/>
                <a:ea typeface="+mn-ea"/>
              </a:defRPr>
            </a:lvl3pPr>
            <a:lvl4pPr marL="16002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–"/>
              <a:defRPr sz="2000">
                <a:solidFill>
                  <a:schemeClr val="tx1"/>
                </a:solidFill>
                <a:effectLst/>
                <a:latin typeface="+mn-lt"/>
                <a:ea typeface="+mn-ea"/>
              </a:defRPr>
            </a:lvl4pPr>
            <a:lvl5pPr marL="20574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effectLst/>
                <a:latin typeface="+mn-lt"/>
                <a:ea typeface="+mn-ea"/>
              </a:defRPr>
            </a:lvl5pPr>
          </a:lstStyle>
          <a:p>
            <a:pPr marL="0" lvl="0" indent="0">
              <a:spcBef>
                <a:spcPct val="0"/>
              </a:spcBef>
              <a:buClrTx/>
              <a:buSzTx/>
              <a:buFontTx/>
              <a:buNone/>
            </a:pPr>
            <a:r>
              <a:rPr lang="zh-CN" altLang="en-US" sz="2000" b="1" dirty="0">
                <a:solidFill>
                  <a:srgbClr val="FFFF00"/>
                </a:solidFill>
                <a:ea typeface="黑体" panose="02010609060101010101" pitchFamily="49" charset="-122"/>
              </a:rPr>
              <a:t>有效元素个数 </a:t>
            </a:r>
            <a:r>
              <a:rPr lang="en-US" altLang="zh-CN" sz="2000" b="1" dirty="0">
                <a:solidFill>
                  <a:srgbClr val="FFFF00"/>
                </a:solidFill>
                <a:ea typeface="黑体" panose="02010609060101010101" pitchFamily="49" charset="-122"/>
              </a:rPr>
              <a:t>len--</a:t>
            </a:r>
            <a:endParaRPr lang="en-US" altLang="zh-CN" sz="2000" b="1" dirty="0">
              <a:solidFill>
                <a:srgbClr val="FFFF00"/>
              </a:solidFill>
              <a:ea typeface="黑体" panose="02010609060101010101" pitchFamily="49" charset="-122"/>
            </a:endParaRPr>
          </a:p>
        </p:txBody>
      </p:sp>
      <p:graphicFrame>
        <p:nvGraphicFramePr>
          <p:cNvPr id="36" name="Group 59"/>
          <p:cNvGraphicFramePr/>
          <p:nvPr/>
        </p:nvGraphicFramePr>
        <p:xfrm>
          <a:off x="1631950" y="5300663"/>
          <a:ext cx="6516689" cy="468313"/>
        </p:xfrm>
        <a:graphic>
          <a:graphicData uri="http://schemas.openxmlformats.org/drawingml/2006/table">
            <a:tbl>
              <a:tblPr/>
              <a:tblGrid>
                <a:gridCol w="592106"/>
                <a:gridCol w="592106"/>
                <a:gridCol w="592106"/>
                <a:gridCol w="593280"/>
                <a:gridCol w="592106"/>
                <a:gridCol w="593281"/>
                <a:gridCol w="592106"/>
                <a:gridCol w="593280"/>
                <a:gridCol w="592106"/>
                <a:gridCol w="592106"/>
                <a:gridCol w="592106"/>
              </a:tblGrid>
              <a:tr h="468312"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buSzPct val="80000"/>
                        <a:buFont typeface="Wingdings" panose="05000000000000000000" pitchFamily="2" charset="2"/>
                        <a:buNone/>
                      </a:pPr>
                      <a:r>
                        <a:rPr kumimoji="0" lang="en-US" altLang="zh-CN" sz="20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hlink"/>
                          </a:solidFill>
                          <a:effectLst>
                            <a:outerShdw blurRad="38100" dist="38100" dir="2700000" algn="tl">
                              <a:srgbClr val="000000"/>
                            </a:outerShdw>
                          </a:effectLst>
                          <a:latin typeface="Tahoma" panose="020B0604030504040204" pitchFamily="34" charset="0"/>
                          <a:ea typeface="宋体" panose="02010600030101010101" pitchFamily="2" charset="-122"/>
                        </a:rPr>
                        <a:t>78</a:t>
                      </a:r>
                      <a:endParaRPr kumimoji="0" lang="en-US" altLang="zh-CN" sz="2000" b="0" i="0" u="none" strike="noStrike" cap="none" normalizeH="0" baseline="0" dirty="0">
                        <a:ln>
                          <a:noFill/>
                        </a:ln>
                        <a:solidFill>
                          <a:schemeClr val="hlink"/>
                        </a:solidFill>
                        <a:effectLst>
                          <a:outerShdw blurRad="38100" dist="38100" dir="2700000" algn="tl">
                            <a:srgbClr val="000000"/>
                          </a:outerShdw>
                        </a:effectLst>
                        <a:latin typeface="Tahoma" panose="020B0604030504040204" pitchFamily="34" charset="0"/>
                        <a:ea typeface="宋体" panose="02010600030101010101" pitchFamily="2" charset="-122"/>
                      </a:endParaRPr>
                    </a:p>
                  </a:txBody>
                  <a:tcPr marL="91425" marR="91425"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buSzPct val="80000"/>
                        <a:buFont typeface="Wingdings" panose="05000000000000000000" pitchFamily="2" charset="2"/>
                        <a:buNone/>
                      </a:pPr>
                      <a:r>
                        <a:rPr kumimoji="0" lang="en-US" altLang="zh-CN" sz="20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hlink"/>
                          </a:solidFill>
                          <a:effectLst>
                            <a:outerShdw blurRad="38100" dist="38100" dir="2700000" algn="tl">
                              <a:srgbClr val="000000"/>
                            </a:outerShdw>
                          </a:effectLst>
                          <a:latin typeface="Tahoma" panose="020B0604030504040204" pitchFamily="34" charset="0"/>
                          <a:ea typeface="宋体" panose="02010600030101010101" pitchFamily="2" charset="-122"/>
                        </a:rPr>
                        <a:t>60</a:t>
                      </a:r>
                      <a:endParaRPr kumimoji="0" lang="en-US" altLang="zh-CN" sz="2000" b="0" i="0" u="none" strike="noStrike" cap="none" normalizeH="0" baseline="0" dirty="0">
                        <a:ln>
                          <a:noFill/>
                        </a:ln>
                        <a:solidFill>
                          <a:schemeClr val="hlink"/>
                        </a:solidFill>
                        <a:effectLst>
                          <a:outerShdw blurRad="38100" dist="38100" dir="2700000" algn="tl">
                            <a:srgbClr val="000000"/>
                          </a:outerShdw>
                        </a:effectLst>
                        <a:latin typeface="Tahoma" panose="020B0604030504040204" pitchFamily="34" charset="0"/>
                        <a:ea typeface="宋体" panose="02010600030101010101" pitchFamily="2" charset="-122"/>
                      </a:endParaRPr>
                    </a:p>
                  </a:txBody>
                  <a:tcPr marL="91425" marR="91425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buSzPct val="80000"/>
                        <a:buFont typeface="Wingdings" panose="05000000000000000000" pitchFamily="2" charset="2"/>
                        <a:buNone/>
                      </a:pPr>
                      <a:r>
                        <a:rPr kumimoji="0" lang="en-US" altLang="zh-CN" sz="18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hlink"/>
                          </a:solidFill>
                          <a:effectLst>
                            <a:outerShdw blurRad="38100" dist="38100" dir="2700000" algn="tl">
                              <a:srgbClr val="000000"/>
                            </a:outerShdw>
                          </a:effectLst>
                          <a:latin typeface="Tahoma" panose="020B0604030504040204" pitchFamily="34" charset="0"/>
                          <a:ea typeface="宋体" panose="02010600030101010101" pitchFamily="2" charset="-122"/>
                        </a:rPr>
                        <a:t>100</a:t>
                      </a:r>
                      <a:endParaRPr kumimoji="0" lang="en-US" altLang="zh-CN" sz="1800" b="0" i="0" u="none" strike="noStrike" cap="none" normalizeH="0" baseline="0" dirty="0">
                        <a:ln>
                          <a:noFill/>
                        </a:ln>
                        <a:solidFill>
                          <a:schemeClr val="hlink"/>
                        </a:solidFill>
                        <a:effectLst>
                          <a:outerShdw blurRad="38100" dist="38100" dir="2700000" algn="tl">
                            <a:srgbClr val="000000"/>
                          </a:outerShdw>
                        </a:effectLst>
                        <a:latin typeface="Tahoma" panose="020B0604030504040204" pitchFamily="34" charset="0"/>
                        <a:ea typeface="宋体" panose="02010600030101010101" pitchFamily="2" charset="-122"/>
                      </a:endParaRPr>
                    </a:p>
                  </a:txBody>
                  <a:tcPr marL="91425" marR="91425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buSzPct val="80000"/>
                        <a:buFont typeface="Wingdings" panose="05000000000000000000" pitchFamily="2" charset="2"/>
                        <a:buNone/>
                      </a:pPr>
                      <a:r>
                        <a:rPr kumimoji="0" lang="en-US" altLang="zh-CN" sz="18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hlink"/>
                          </a:solidFill>
                          <a:effectLst>
                            <a:outerShdw blurRad="38100" dist="38100" dir="2700000" algn="tl">
                              <a:srgbClr val="000000"/>
                            </a:outerShdw>
                          </a:effectLst>
                          <a:latin typeface="Tahoma" panose="020B0604030504040204" pitchFamily="34" charset="0"/>
                          <a:ea typeface="宋体" panose="02010600030101010101" pitchFamily="2" charset="-122"/>
                        </a:rPr>
                        <a:t>…</a:t>
                      </a:r>
                      <a:endParaRPr kumimoji="0" lang="en-US" altLang="zh-CN" sz="1800" b="0" i="0" u="none" strike="noStrike" cap="none" normalizeH="0" baseline="0" dirty="0">
                        <a:ln>
                          <a:noFill/>
                        </a:ln>
                        <a:solidFill>
                          <a:schemeClr val="hlink"/>
                        </a:solidFill>
                        <a:effectLst>
                          <a:outerShdw blurRad="38100" dist="38100" dir="2700000" algn="tl">
                            <a:srgbClr val="000000"/>
                          </a:outerShdw>
                        </a:effectLst>
                        <a:latin typeface="Tahoma" panose="020B0604030504040204" pitchFamily="34" charset="0"/>
                        <a:ea typeface="宋体" panose="02010600030101010101" pitchFamily="2" charset="-122"/>
                      </a:endParaRPr>
                    </a:p>
                  </a:txBody>
                  <a:tcPr marL="91425" marR="91425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buSzPct val="80000"/>
                        <a:buFont typeface="Wingdings" panose="05000000000000000000" pitchFamily="2" charset="2"/>
                        <a:buNone/>
                      </a:pPr>
                      <a:r>
                        <a:rPr kumimoji="0" lang="en-US" altLang="zh-CN" sz="20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hlink"/>
                          </a:solidFill>
                          <a:effectLst>
                            <a:outerShdw blurRad="38100" dist="38100" dir="2700000" algn="tl">
                              <a:srgbClr val="000000"/>
                            </a:outerShdw>
                          </a:effectLst>
                          <a:latin typeface="Arial" panose="020B0604020202020204"/>
                          <a:ea typeface="宋体" panose="02010600030101010101" pitchFamily="2" charset="-122"/>
                        </a:rPr>
                        <a:t>98</a:t>
                      </a:r>
                      <a:endParaRPr kumimoji="0" lang="en-US" altLang="zh-CN" sz="2000" b="0" i="0" u="none" strike="noStrike" cap="none" normalizeH="0" baseline="0" dirty="0">
                        <a:ln>
                          <a:noFill/>
                        </a:ln>
                        <a:solidFill>
                          <a:schemeClr val="hlink"/>
                        </a:solidFill>
                        <a:effectLst>
                          <a:outerShdw blurRad="38100" dist="38100" dir="2700000" algn="tl">
                            <a:srgbClr val="000000"/>
                          </a:outerShdw>
                        </a:effectLst>
                        <a:latin typeface="Tahoma" panose="020B0604030504040204" pitchFamily="34" charset="0"/>
                        <a:ea typeface="宋体" panose="02010600030101010101" pitchFamily="2" charset="-122"/>
                      </a:endParaRPr>
                    </a:p>
                  </a:txBody>
                  <a:tcPr marL="91425" marR="91425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buSzPct val="80000"/>
                        <a:buFont typeface="Wingdings" panose="05000000000000000000" pitchFamily="2" charset="2"/>
                        <a:buNone/>
                      </a:pPr>
                      <a:r>
                        <a:rPr kumimoji="0" lang="en-US" altLang="zh-CN" sz="20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hlink"/>
                          </a:solidFill>
                          <a:effectLst>
                            <a:outerShdw blurRad="38100" dist="38100" dir="2700000" algn="tl">
                              <a:srgbClr val="000000"/>
                            </a:outerShdw>
                          </a:effectLst>
                          <a:latin typeface="Tahoma" panose="020B0604030504040204" pitchFamily="34" charset="0"/>
                          <a:ea typeface="宋体" panose="02010600030101010101" pitchFamily="2" charset="-122"/>
                        </a:rPr>
                        <a:t>…</a:t>
                      </a:r>
                      <a:endParaRPr kumimoji="0" lang="en-US" altLang="zh-CN" sz="2000" b="0" i="0" u="none" strike="noStrike" cap="none" normalizeH="0" baseline="0" dirty="0">
                        <a:ln>
                          <a:noFill/>
                        </a:ln>
                        <a:solidFill>
                          <a:schemeClr val="hlink"/>
                        </a:solidFill>
                        <a:effectLst>
                          <a:outerShdw blurRad="38100" dist="38100" dir="2700000" algn="tl">
                            <a:srgbClr val="000000"/>
                          </a:outerShdw>
                        </a:effectLst>
                        <a:latin typeface="Tahoma" panose="020B0604030504040204" pitchFamily="34" charset="0"/>
                        <a:ea typeface="宋体" panose="02010600030101010101" pitchFamily="2" charset="-122"/>
                      </a:endParaRPr>
                    </a:p>
                  </a:txBody>
                  <a:tcPr marL="91425" marR="91425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buSzPct val="80000"/>
                        <a:buFont typeface="Wingdings" panose="05000000000000000000" pitchFamily="2" charset="2"/>
                        <a:buNone/>
                      </a:pPr>
                      <a:r>
                        <a:rPr kumimoji="0" lang="en-US" altLang="zh-CN" sz="2000" b="0" i="0" u="none" strike="noStrike" cap="none" normalizeH="0" baseline="0" dirty="0">
                          <a:ln>
                            <a:noFill/>
                          </a:ln>
                          <a:solidFill>
                            <a:srgbClr val="FFFF00"/>
                          </a:solidFill>
                          <a:effectLst>
                            <a:outerShdw blurRad="38100" dist="38100" dir="2700000" algn="tl">
                              <a:srgbClr val="000000"/>
                            </a:outerShdw>
                          </a:effectLst>
                          <a:latin typeface="Arial" panose="020B0604020202020204"/>
                          <a:ea typeface="宋体" panose="02010600030101010101" pitchFamily="2" charset="-122"/>
                        </a:rPr>
                        <a:t>79</a:t>
                      </a:r>
                      <a:endParaRPr kumimoji="0" lang="en-US" altLang="zh-CN" sz="2000" b="0" i="0" u="none" strike="noStrike" cap="none" normalizeH="0" baseline="0" dirty="0">
                        <a:ln>
                          <a:noFill/>
                        </a:ln>
                        <a:solidFill>
                          <a:srgbClr val="FFFF00"/>
                        </a:solidFill>
                        <a:effectLst>
                          <a:outerShdw blurRad="38100" dist="38100" dir="2700000" algn="tl">
                            <a:srgbClr val="000000"/>
                          </a:outerShdw>
                        </a:effectLst>
                        <a:latin typeface="Tahoma" panose="020B0604030504040204" pitchFamily="34" charset="0"/>
                        <a:ea typeface="宋体" panose="02010600030101010101" pitchFamily="2" charset="-122"/>
                      </a:endParaRPr>
                    </a:p>
                  </a:txBody>
                  <a:tcPr marL="91425" marR="91425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buSzPct val="80000"/>
                        <a:buFont typeface="Wingdings" panose="05000000000000000000" pitchFamily="2" charset="2"/>
                        <a:buNone/>
                      </a:pPr>
                      <a:r>
                        <a:rPr kumimoji="0" lang="en-US" altLang="zh-CN" sz="20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hlink"/>
                          </a:solidFill>
                          <a:effectLst>
                            <a:outerShdw blurRad="38100" dist="38100" dir="2700000" algn="tl">
                              <a:srgbClr val="000000"/>
                            </a:outerShdw>
                          </a:effectLst>
                          <a:latin typeface="Tahoma" panose="020B0604030504040204" pitchFamily="34" charset="0"/>
                          <a:ea typeface="宋体" panose="02010600030101010101" pitchFamily="2" charset="-122"/>
                        </a:rPr>
                        <a:t>88</a:t>
                      </a:r>
                      <a:endParaRPr kumimoji="0" lang="en-US" altLang="zh-CN" sz="2000" b="0" i="0" u="none" strike="noStrike" cap="none" normalizeH="0" baseline="0" dirty="0">
                        <a:ln>
                          <a:noFill/>
                        </a:ln>
                        <a:solidFill>
                          <a:schemeClr val="hlink"/>
                        </a:solidFill>
                        <a:effectLst>
                          <a:outerShdw blurRad="38100" dist="38100" dir="2700000" algn="tl">
                            <a:srgbClr val="000000"/>
                          </a:outerShdw>
                        </a:effectLst>
                        <a:latin typeface="Tahoma" panose="020B0604030504040204" pitchFamily="34" charset="0"/>
                        <a:ea typeface="宋体" panose="02010600030101010101" pitchFamily="2" charset="-122"/>
                      </a:endParaRPr>
                    </a:p>
                  </a:txBody>
                  <a:tcPr marL="91425" marR="91425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buSzPct val="80000"/>
                        <a:buFont typeface="Wingdings" panose="05000000000000000000" pitchFamily="2" charset="2"/>
                        <a:buNone/>
                      </a:pPr>
                      <a:r>
                        <a:rPr kumimoji="0" lang="en-US" altLang="zh-CN" sz="20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hlink"/>
                          </a:solidFill>
                          <a:effectLst>
                            <a:outerShdw blurRad="38100" dist="38100" dir="2700000" algn="tl">
                              <a:srgbClr val="000000"/>
                            </a:outerShdw>
                          </a:effectLst>
                          <a:latin typeface="Tahoma" panose="020B0604030504040204" pitchFamily="34" charset="0"/>
                          <a:ea typeface="宋体" panose="02010600030101010101" pitchFamily="2" charset="-122"/>
                        </a:rPr>
                        <a:t>92</a:t>
                      </a:r>
                      <a:endParaRPr kumimoji="0" lang="en-US" altLang="zh-CN" sz="2000" b="0" i="0" u="none" strike="noStrike" cap="none" normalizeH="0" baseline="0" dirty="0">
                        <a:ln>
                          <a:noFill/>
                        </a:ln>
                        <a:solidFill>
                          <a:schemeClr val="hlink"/>
                        </a:solidFill>
                        <a:effectLst>
                          <a:outerShdw blurRad="38100" dist="38100" dir="2700000" algn="tl">
                            <a:srgbClr val="000000"/>
                          </a:outerShdw>
                        </a:effectLst>
                        <a:latin typeface="Tahoma" panose="020B0604030504040204" pitchFamily="34" charset="0"/>
                        <a:ea typeface="宋体" panose="02010600030101010101" pitchFamily="2" charset="-122"/>
                      </a:endParaRPr>
                    </a:p>
                  </a:txBody>
                  <a:tcPr marL="91425" marR="91425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buSzPct val="80000"/>
                        <a:buFont typeface="Wingdings" panose="05000000000000000000" pitchFamily="2" charset="2"/>
                        <a:buNone/>
                      </a:pPr>
                      <a:r>
                        <a:rPr kumimoji="0" lang="en-US" altLang="zh-CN" sz="20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accent6">
                              <a:lumMod val="20000"/>
                              <a:lumOff val="80000"/>
                            </a:schemeClr>
                          </a:solidFill>
                          <a:effectLst>
                            <a:outerShdw blurRad="38100" dist="38100" dir="2700000" algn="tl">
                              <a:srgbClr val="000000"/>
                            </a:outerShdw>
                          </a:effectLst>
                          <a:latin typeface="Tahoma" panose="020B0604030504040204" pitchFamily="34" charset="0"/>
                          <a:ea typeface="宋体" panose="02010600030101010101" pitchFamily="2" charset="-122"/>
                        </a:rPr>
                        <a:t>92</a:t>
                      </a:r>
                      <a:endParaRPr kumimoji="0" lang="en-US" altLang="zh-CN" sz="2000" b="0" i="0" u="none" strike="noStrike" cap="none" normalizeH="0" baseline="0" dirty="0">
                        <a:ln>
                          <a:noFill/>
                        </a:ln>
                        <a:solidFill>
                          <a:schemeClr val="accent6">
                            <a:lumMod val="20000"/>
                            <a:lumOff val="80000"/>
                          </a:schemeClr>
                        </a:solidFill>
                        <a:effectLst>
                          <a:outerShdw blurRad="38100" dist="38100" dir="2700000" algn="tl">
                            <a:srgbClr val="000000"/>
                          </a:outerShdw>
                        </a:effectLst>
                        <a:latin typeface="Tahoma" panose="020B0604030504040204" pitchFamily="34" charset="0"/>
                        <a:ea typeface="宋体" panose="02010600030101010101" pitchFamily="2" charset="-122"/>
                      </a:endParaRPr>
                    </a:p>
                  </a:txBody>
                  <a:tcPr marL="91425" marR="91425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buSzPct val="80000"/>
                        <a:buFont typeface="Wingdings" panose="05000000000000000000" pitchFamily="2" charset="2"/>
                        <a:buNone/>
                      </a:pPr>
                      <a:r>
                        <a:rPr kumimoji="0" lang="en-US" altLang="zh-CN" sz="20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accent6">
                              <a:lumMod val="20000"/>
                              <a:lumOff val="80000"/>
                            </a:schemeClr>
                          </a:solidFill>
                          <a:effectLst>
                            <a:outerShdw blurRad="38100" dist="38100" dir="2700000" algn="tl">
                              <a:srgbClr val="000000"/>
                            </a:outerShdw>
                          </a:effectLst>
                          <a:latin typeface="Tahoma" panose="020B0604030504040204" pitchFamily="34" charset="0"/>
                          <a:ea typeface="宋体" panose="02010600030101010101" pitchFamily="2" charset="-122"/>
                        </a:rPr>
                        <a:t>92</a:t>
                      </a:r>
                      <a:endParaRPr kumimoji="0" lang="en-US" altLang="zh-CN" sz="2000" b="0" i="0" u="none" strike="noStrike" cap="none" normalizeH="0" baseline="0" dirty="0">
                        <a:ln>
                          <a:noFill/>
                        </a:ln>
                        <a:solidFill>
                          <a:schemeClr val="accent6">
                            <a:lumMod val="20000"/>
                            <a:lumOff val="80000"/>
                          </a:schemeClr>
                        </a:solidFill>
                        <a:effectLst>
                          <a:outerShdw blurRad="38100" dist="38100" dir="2700000" algn="tl">
                            <a:srgbClr val="000000"/>
                          </a:outerShdw>
                        </a:effectLst>
                        <a:latin typeface="Tahoma" panose="020B0604030504040204" pitchFamily="34" charset="0"/>
                        <a:ea typeface="宋体" panose="02010600030101010101" pitchFamily="2" charset="-122"/>
                      </a:endParaRPr>
                    </a:p>
                  </a:txBody>
                  <a:tcPr marL="91425" marR="91425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</a:tr>
            </a:tbl>
          </a:graphicData>
        </a:graphic>
      </p:graphicFrame>
      <p:graphicFrame>
        <p:nvGraphicFramePr>
          <p:cNvPr id="37" name="Group 130"/>
          <p:cNvGraphicFramePr>
            <a:graphicFrameLocks noGrp="1"/>
          </p:cNvGraphicFramePr>
          <p:nvPr/>
        </p:nvGraphicFramePr>
        <p:xfrm>
          <a:off x="1631950" y="5734050"/>
          <a:ext cx="6516689" cy="431800"/>
        </p:xfrm>
        <a:graphic>
          <a:graphicData uri="http://schemas.openxmlformats.org/drawingml/2006/table">
            <a:tbl>
              <a:tblPr/>
              <a:tblGrid>
                <a:gridCol w="592106"/>
                <a:gridCol w="592106"/>
                <a:gridCol w="592106"/>
                <a:gridCol w="593280"/>
                <a:gridCol w="592106"/>
                <a:gridCol w="593281"/>
                <a:gridCol w="592106"/>
                <a:gridCol w="593280"/>
                <a:gridCol w="592106"/>
                <a:gridCol w="592106"/>
                <a:gridCol w="592106"/>
              </a:tblGrid>
              <a:tr h="431800"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buSzPct val="80000"/>
                        <a:buFont typeface="Wingdings" panose="05000000000000000000" pitchFamily="2" charset="2"/>
                        <a:buNone/>
                      </a:pPr>
                      <a:r>
                        <a:rPr kumimoji="0" lang="en-US" altLang="zh-CN" sz="20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/>
                            </a:outerShdw>
                          </a:effectLst>
                          <a:latin typeface="Tahoma" panose="020B0604030504040204" pitchFamily="34" charset="0"/>
                          <a:ea typeface="宋体" panose="02010600030101010101" pitchFamily="2" charset="-122"/>
                        </a:rPr>
                        <a:t>a[0]</a:t>
                      </a:r>
                      <a:endParaRPr kumimoji="0" lang="en-US" altLang="zh-CN" sz="2000" b="0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>
                          <a:outerShdw blurRad="38100" dist="38100" dir="2700000" algn="tl">
                            <a:srgbClr val="000000"/>
                          </a:outerShdw>
                        </a:effectLst>
                        <a:latin typeface="Tahoma" panose="020B0604030504040204" pitchFamily="34" charset="0"/>
                        <a:ea typeface="宋体" panose="02010600030101010101" pitchFamily="2" charset="-122"/>
                      </a:endParaRPr>
                    </a:p>
                  </a:txBody>
                  <a:tcPr marL="91426" marR="91426" horzOverflow="overflow">
                    <a:lnL cap="flat">
                      <a:noFill/>
                    </a:lnL>
                    <a:lnR>
                      <a:noFill/>
                    </a:lnR>
                    <a:lnT cap="flat">
                      <a:noFill/>
                    </a:lnT>
                    <a:lnB cap="flat">
                      <a:noFill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buSzPct val="80000"/>
                        <a:buFont typeface="Wingdings" panose="05000000000000000000" pitchFamily="2" charset="2"/>
                        <a:buNone/>
                      </a:pPr>
                      <a:r>
                        <a:rPr kumimoji="0" lang="en-US" altLang="zh-CN" sz="20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/>
                            </a:outerShdw>
                          </a:effectLst>
                          <a:latin typeface="Tahoma" panose="020B0604030504040204" pitchFamily="34" charset="0"/>
                          <a:ea typeface="宋体" panose="02010600030101010101" pitchFamily="2" charset="-122"/>
                        </a:rPr>
                        <a:t>a[1]</a:t>
                      </a:r>
                      <a:endParaRPr kumimoji="0" lang="en-US" altLang="zh-CN" sz="2000" b="0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>
                          <a:outerShdw blurRad="38100" dist="38100" dir="2700000" algn="tl">
                            <a:srgbClr val="000000"/>
                          </a:outerShdw>
                        </a:effectLst>
                        <a:latin typeface="Tahoma" panose="020B0604030504040204" pitchFamily="34" charset="0"/>
                        <a:ea typeface="宋体" panose="02010600030101010101" pitchFamily="2" charset="-122"/>
                      </a:endParaRPr>
                    </a:p>
                  </a:txBody>
                  <a:tcPr marL="91426" marR="91426" horzOverflow="overflow">
                    <a:lnL>
                      <a:noFill/>
                    </a:lnL>
                    <a:lnR>
                      <a:noFill/>
                    </a:lnR>
                    <a:lnT cap="flat">
                      <a:noFill/>
                    </a:lnT>
                    <a:lnB cap="flat">
                      <a:noFill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buSzPct val="80000"/>
                        <a:buFont typeface="Wingdings" panose="05000000000000000000" pitchFamily="2" charset="2"/>
                        <a:buNone/>
                      </a:pPr>
                      <a:r>
                        <a:rPr kumimoji="0" lang="en-US" altLang="zh-CN" sz="20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/>
                            </a:outerShdw>
                          </a:effectLst>
                          <a:latin typeface="Tahoma" panose="020B0604030504040204" pitchFamily="34" charset="0"/>
                          <a:ea typeface="宋体" panose="02010600030101010101" pitchFamily="2" charset="-122"/>
                        </a:rPr>
                        <a:t>a[2]</a:t>
                      </a:r>
                      <a:endParaRPr kumimoji="0" lang="en-US" altLang="zh-CN" sz="2000" b="0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>
                          <a:outerShdw blurRad="38100" dist="38100" dir="2700000" algn="tl">
                            <a:srgbClr val="000000"/>
                          </a:outerShdw>
                        </a:effectLst>
                        <a:latin typeface="Tahoma" panose="020B0604030504040204" pitchFamily="34" charset="0"/>
                        <a:ea typeface="宋体" panose="02010600030101010101" pitchFamily="2" charset="-122"/>
                      </a:endParaRPr>
                    </a:p>
                  </a:txBody>
                  <a:tcPr marL="91426" marR="91426" horzOverflow="overflow">
                    <a:lnL>
                      <a:noFill/>
                    </a:lnL>
                    <a:lnR>
                      <a:noFill/>
                    </a:lnR>
                    <a:lnT cap="flat">
                      <a:noFill/>
                    </a:lnT>
                    <a:lnB cap="flat">
                      <a:noFill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buSzPct val="80000"/>
                        <a:buFont typeface="Wingdings" panose="05000000000000000000" pitchFamily="2" charset="2"/>
                        <a:buNone/>
                      </a:pPr>
                      <a:r>
                        <a:rPr kumimoji="0" lang="en-US" altLang="zh-CN" sz="20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/>
                            </a:outerShdw>
                          </a:effectLst>
                          <a:latin typeface="Tahoma" panose="020B0604030504040204" pitchFamily="34" charset="0"/>
                          <a:ea typeface="宋体" panose="02010600030101010101" pitchFamily="2" charset="-122"/>
                        </a:rPr>
                        <a:t>a[3]</a:t>
                      </a:r>
                      <a:endParaRPr kumimoji="0" lang="en-US" altLang="zh-CN" sz="2000" b="0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>
                          <a:outerShdw blurRad="38100" dist="38100" dir="2700000" algn="tl">
                            <a:srgbClr val="000000"/>
                          </a:outerShdw>
                        </a:effectLst>
                        <a:latin typeface="Tahoma" panose="020B0604030504040204" pitchFamily="34" charset="0"/>
                        <a:ea typeface="宋体" panose="02010600030101010101" pitchFamily="2" charset="-122"/>
                      </a:endParaRPr>
                    </a:p>
                  </a:txBody>
                  <a:tcPr marL="91426" marR="91426" horzOverflow="overflow">
                    <a:lnL>
                      <a:noFill/>
                    </a:lnL>
                    <a:lnR>
                      <a:noFill/>
                    </a:lnR>
                    <a:lnT cap="flat">
                      <a:noFill/>
                    </a:lnT>
                    <a:lnB cap="flat">
                      <a:noFill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buSzPct val="80000"/>
                        <a:buFont typeface="Wingdings" panose="05000000000000000000" pitchFamily="2" charset="2"/>
                        <a:buNone/>
                      </a:pPr>
                      <a:r>
                        <a:rPr kumimoji="0" lang="en-US" altLang="zh-CN" sz="20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/>
                            </a:outerShdw>
                          </a:effectLst>
                          <a:latin typeface="Arial" panose="020B0604020202020204"/>
                          <a:ea typeface="宋体" panose="02010600030101010101" pitchFamily="2" charset="-122"/>
                        </a:rPr>
                        <a:t>…</a:t>
                      </a:r>
                      <a:endParaRPr kumimoji="0" lang="en-US" altLang="zh-CN" sz="2000" b="0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>
                          <a:outerShdw blurRad="38100" dist="38100" dir="2700000" algn="tl">
                            <a:srgbClr val="000000"/>
                          </a:outerShdw>
                        </a:effectLst>
                        <a:latin typeface="Tahoma" panose="020B0604030504040204" pitchFamily="34" charset="0"/>
                        <a:ea typeface="宋体" panose="02010600030101010101" pitchFamily="2" charset="-122"/>
                      </a:endParaRPr>
                    </a:p>
                  </a:txBody>
                  <a:tcPr marL="91426" marR="91426" horzOverflow="overflow">
                    <a:lnL>
                      <a:noFill/>
                    </a:lnL>
                    <a:lnR>
                      <a:noFill/>
                    </a:lnR>
                    <a:lnT cap="flat">
                      <a:noFill/>
                    </a:lnT>
                    <a:lnB cap="flat">
                      <a:noFill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buSzPct val="80000"/>
                        <a:buFont typeface="Wingdings" panose="05000000000000000000" pitchFamily="2" charset="2"/>
                        <a:buNone/>
                      </a:pPr>
                      <a:r>
                        <a:rPr kumimoji="0" lang="en-US" altLang="zh-CN" sz="20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hlink"/>
                          </a:solidFill>
                          <a:effectLst>
                            <a:outerShdw blurRad="38100" dist="38100" dir="2700000" algn="tl">
                              <a:srgbClr val="000000"/>
                            </a:outerShdw>
                          </a:effectLst>
                          <a:latin typeface="Tahoma" panose="020B0604030504040204" pitchFamily="34" charset="0"/>
                          <a:ea typeface="宋体" panose="02010600030101010101" pitchFamily="2" charset="-122"/>
                        </a:rPr>
                        <a:t>a[</a:t>
                      </a:r>
                      <a:r>
                        <a:rPr kumimoji="0" lang="en-US" altLang="zh-CN" sz="2000" b="0" i="0" u="none" strike="noStrike" cap="none" normalizeH="0" baseline="0" dirty="0" err="1">
                          <a:ln>
                            <a:noFill/>
                          </a:ln>
                          <a:solidFill>
                            <a:schemeClr val="hlink"/>
                          </a:solidFill>
                          <a:effectLst>
                            <a:outerShdw blurRad="38100" dist="38100" dir="2700000" algn="tl">
                              <a:srgbClr val="000000"/>
                            </a:outerShdw>
                          </a:effectLst>
                          <a:latin typeface="Tahoma" panose="020B0604030504040204" pitchFamily="34" charset="0"/>
                          <a:ea typeface="宋体" panose="02010600030101010101" pitchFamily="2" charset="-122"/>
                        </a:rPr>
                        <a:t>i</a:t>
                      </a:r>
                      <a:r>
                        <a:rPr kumimoji="0" lang="en-US" altLang="zh-CN" sz="20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hlink"/>
                          </a:solidFill>
                          <a:effectLst>
                            <a:outerShdw blurRad="38100" dist="38100" dir="2700000" algn="tl">
                              <a:srgbClr val="000000"/>
                            </a:outerShdw>
                          </a:effectLst>
                          <a:latin typeface="Tahoma" panose="020B0604030504040204" pitchFamily="34" charset="0"/>
                          <a:ea typeface="宋体" panose="02010600030101010101" pitchFamily="2" charset="-122"/>
                        </a:rPr>
                        <a:t>]</a:t>
                      </a:r>
                      <a:endParaRPr kumimoji="0" lang="en-US" altLang="zh-CN" sz="2000" b="0" i="0" u="none" strike="noStrike" cap="none" normalizeH="0" baseline="0" dirty="0">
                        <a:ln>
                          <a:noFill/>
                        </a:ln>
                        <a:solidFill>
                          <a:schemeClr val="hlink"/>
                        </a:solidFill>
                        <a:effectLst>
                          <a:outerShdw blurRad="38100" dist="38100" dir="2700000" algn="tl">
                            <a:srgbClr val="000000"/>
                          </a:outerShdw>
                        </a:effectLst>
                        <a:latin typeface="Tahoma" panose="020B0604030504040204" pitchFamily="34" charset="0"/>
                        <a:ea typeface="宋体" panose="02010600030101010101" pitchFamily="2" charset="-122"/>
                      </a:endParaRPr>
                    </a:p>
                  </a:txBody>
                  <a:tcPr marL="91426" marR="91426" horzOverflow="overflow">
                    <a:lnL>
                      <a:noFill/>
                    </a:lnL>
                    <a:lnR>
                      <a:noFill/>
                    </a:lnR>
                    <a:lnT cap="flat">
                      <a:noFill/>
                    </a:lnT>
                    <a:lnB cap="flat">
                      <a:noFill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buSzPct val="80000"/>
                        <a:buFont typeface="Wingdings" panose="05000000000000000000" pitchFamily="2" charset="2"/>
                        <a:buNone/>
                      </a:pPr>
                      <a:r>
                        <a:rPr kumimoji="0" lang="en-US" altLang="zh-CN" sz="20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/>
                            </a:outerShdw>
                          </a:effectLst>
                          <a:latin typeface="Arial" panose="020B0604020202020204"/>
                          <a:ea typeface="宋体" panose="02010600030101010101" pitchFamily="2" charset="-122"/>
                        </a:rPr>
                        <a:t>…</a:t>
                      </a:r>
                      <a:endParaRPr kumimoji="0" lang="en-US" altLang="zh-CN" sz="2000" b="0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>
                          <a:outerShdw blurRad="38100" dist="38100" dir="2700000" algn="tl">
                            <a:srgbClr val="000000"/>
                          </a:outerShdw>
                        </a:effectLst>
                        <a:latin typeface="Tahoma" panose="020B0604030504040204" pitchFamily="34" charset="0"/>
                        <a:ea typeface="宋体" panose="02010600030101010101" pitchFamily="2" charset="-122"/>
                      </a:endParaRPr>
                    </a:p>
                  </a:txBody>
                  <a:tcPr marL="91426" marR="91426" horzOverflow="overflow">
                    <a:lnL>
                      <a:noFill/>
                    </a:lnL>
                    <a:lnR>
                      <a:noFill/>
                    </a:lnR>
                    <a:lnT cap="flat">
                      <a:noFill/>
                    </a:lnT>
                    <a:lnB cap="flat">
                      <a:noFill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buSzPct val="80000"/>
                        <a:buFont typeface="Wingdings" panose="05000000000000000000" pitchFamily="2" charset="2"/>
                        <a:buNone/>
                      </a:pPr>
                      <a:r>
                        <a:rPr kumimoji="0" lang="en-US" altLang="zh-CN" sz="16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/>
                            </a:outerShdw>
                          </a:effectLst>
                          <a:latin typeface="Tahoma" panose="020B0604030504040204" pitchFamily="34" charset="0"/>
                          <a:ea typeface="宋体" panose="02010600030101010101" pitchFamily="2" charset="-122"/>
                        </a:rPr>
                        <a:t>a[31]</a:t>
                      </a:r>
                      <a:endParaRPr kumimoji="0" lang="en-US" altLang="zh-CN" sz="1600" b="0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>
                          <a:outerShdw blurRad="38100" dist="38100" dir="2700000" algn="tl">
                            <a:srgbClr val="000000"/>
                          </a:outerShdw>
                        </a:effectLst>
                        <a:latin typeface="Tahoma" panose="020B0604030504040204" pitchFamily="34" charset="0"/>
                        <a:ea typeface="宋体" panose="02010600030101010101" pitchFamily="2" charset="-122"/>
                      </a:endParaRPr>
                    </a:p>
                  </a:txBody>
                  <a:tcPr marL="91426" marR="91426" horzOverflow="overflow">
                    <a:lnL>
                      <a:noFill/>
                    </a:lnL>
                    <a:lnR>
                      <a:noFill/>
                    </a:lnR>
                    <a:lnT cap="flat">
                      <a:noFill/>
                    </a:lnT>
                    <a:lnB cap="flat">
                      <a:noFill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buSzPct val="80000"/>
                        <a:buFont typeface="Wingdings" panose="05000000000000000000" pitchFamily="2" charset="2"/>
                        <a:buNone/>
                      </a:pPr>
                      <a:r>
                        <a:rPr kumimoji="0" lang="en-US" altLang="zh-CN" sz="16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/>
                            </a:outerShdw>
                          </a:effectLst>
                          <a:latin typeface="Tahoma" panose="020B0604030504040204" pitchFamily="34" charset="0"/>
                          <a:ea typeface="宋体" panose="02010600030101010101" pitchFamily="2" charset="-122"/>
                        </a:rPr>
                        <a:t>a[32]</a:t>
                      </a:r>
                      <a:endParaRPr kumimoji="0" lang="en-US" altLang="zh-CN" sz="1600" b="0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>
                          <a:outerShdw blurRad="38100" dist="38100" dir="2700000" algn="tl">
                            <a:srgbClr val="000000"/>
                          </a:outerShdw>
                        </a:effectLst>
                        <a:latin typeface="Tahoma" panose="020B0604030504040204" pitchFamily="34" charset="0"/>
                        <a:ea typeface="宋体" panose="02010600030101010101" pitchFamily="2" charset="-122"/>
                      </a:endParaRPr>
                    </a:p>
                  </a:txBody>
                  <a:tcPr marL="91426" marR="91426" horzOverflow="overflow">
                    <a:lnL>
                      <a:noFill/>
                    </a:lnL>
                    <a:lnR>
                      <a:noFill/>
                    </a:lnR>
                    <a:lnT cap="flat">
                      <a:noFill/>
                    </a:lnT>
                    <a:lnB cap="flat">
                      <a:noFill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buSzPct val="80000"/>
                        <a:buFont typeface="Wingdings" panose="05000000000000000000" pitchFamily="2" charset="2"/>
                        <a:buNone/>
                      </a:pPr>
                      <a:r>
                        <a:rPr kumimoji="0" lang="en-US" altLang="zh-CN" sz="16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/>
                            </a:outerShdw>
                          </a:effectLst>
                          <a:latin typeface="Tahoma" panose="020B0604030504040204" pitchFamily="34" charset="0"/>
                          <a:ea typeface="宋体" panose="02010600030101010101" pitchFamily="2" charset="-122"/>
                        </a:rPr>
                        <a:t>a[33]</a:t>
                      </a:r>
                      <a:endParaRPr kumimoji="0" lang="en-US" altLang="zh-CN" sz="1600" b="0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>
                          <a:outerShdw blurRad="38100" dist="38100" dir="2700000" algn="tl">
                            <a:srgbClr val="000000"/>
                          </a:outerShdw>
                        </a:effectLst>
                        <a:latin typeface="Tahoma" panose="020B0604030504040204" pitchFamily="34" charset="0"/>
                        <a:ea typeface="宋体" panose="02010600030101010101" pitchFamily="2" charset="-122"/>
                      </a:endParaRPr>
                    </a:p>
                  </a:txBody>
                  <a:tcPr marL="91426" marR="91426" horzOverflow="overflow">
                    <a:lnL>
                      <a:noFill/>
                    </a:lnL>
                    <a:lnR>
                      <a:noFill/>
                    </a:lnR>
                    <a:lnT cap="flat">
                      <a:noFill/>
                    </a:lnT>
                    <a:lnB cap="flat">
                      <a:noFill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buSzPct val="80000"/>
                        <a:buFont typeface="Wingdings" panose="05000000000000000000" pitchFamily="2" charset="2"/>
                        <a:buNone/>
                      </a:pPr>
                      <a:r>
                        <a:rPr kumimoji="0" lang="en-US" altLang="zh-CN" sz="16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/>
                            </a:outerShdw>
                          </a:effectLst>
                          <a:latin typeface="Tahoma" panose="020B0604030504040204" pitchFamily="34" charset="0"/>
                          <a:ea typeface="宋体" panose="02010600030101010101" pitchFamily="2" charset="-122"/>
                        </a:rPr>
                        <a:t>a[34]</a:t>
                      </a:r>
                      <a:endParaRPr kumimoji="0" lang="en-US" altLang="zh-CN" sz="1600" b="0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>
                          <a:outerShdw blurRad="38100" dist="38100" dir="2700000" algn="tl">
                            <a:srgbClr val="000000"/>
                          </a:outerShdw>
                        </a:effectLst>
                        <a:latin typeface="Tahoma" panose="020B0604030504040204" pitchFamily="34" charset="0"/>
                        <a:ea typeface="宋体" panose="02010600030101010101" pitchFamily="2" charset="-122"/>
                      </a:endParaRPr>
                    </a:p>
                  </a:txBody>
                  <a:tcPr marL="91426" marR="91426" horzOverflow="overflow">
                    <a:lnL>
                      <a:noFill/>
                    </a:lnL>
                    <a:lnR cap="flat">
                      <a:noFill/>
                    </a:lnR>
                    <a:lnT cap="flat">
                      <a:noFill/>
                    </a:lnT>
                    <a:lnB cap="flat">
                      <a:noFill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</a:tr>
            </a:tbl>
          </a:graphicData>
        </a:graphic>
      </p:graphicFrame>
      <p:sp>
        <p:nvSpPr>
          <p:cNvPr id="38" name="文本框 37"/>
          <p:cNvSpPr txBox="1"/>
          <p:nvPr/>
        </p:nvSpPr>
        <p:spPr>
          <a:xfrm>
            <a:off x="8228013" y="4108450"/>
            <a:ext cx="1831975" cy="708025"/>
          </a:xfrm>
          <a:prstGeom prst="rect">
            <a:avLst/>
          </a:prstGeom>
          <a:noFill/>
          <a:ln w="9525">
            <a:noFill/>
          </a:ln>
        </p:spPr>
        <p:txBody>
          <a:bodyPr>
            <a:spAutoFit/>
          </a:bodyPr>
          <a:lstStyle>
            <a:lvl1pPr marL="342900" indent="-3429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80000"/>
              <a:buFont typeface="Wingdings" panose="05000000000000000000" pitchFamily="2" charset="2"/>
              <a:buChar char="n"/>
              <a:defRPr sz="3200" b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defRPr>
            </a:lvl1pPr>
            <a:lvl2pPr marL="742950" indent="-28575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Char char="–"/>
              <a:defRPr sz="2800">
                <a:solidFill>
                  <a:schemeClr val="tx1"/>
                </a:solidFill>
                <a:effectLst/>
                <a:latin typeface="+mn-lt"/>
                <a:ea typeface="+mn-ea"/>
              </a:defRPr>
            </a:lvl2pPr>
            <a:lvl3pPr marL="11430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Font typeface="Wingdings" panose="05000000000000000000" pitchFamily="2" charset="2"/>
              <a:buChar char="§"/>
              <a:defRPr sz="2400">
                <a:solidFill>
                  <a:schemeClr val="tx1"/>
                </a:solidFill>
                <a:effectLst/>
                <a:latin typeface="+mn-lt"/>
                <a:ea typeface="+mn-ea"/>
              </a:defRPr>
            </a:lvl3pPr>
            <a:lvl4pPr marL="16002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–"/>
              <a:defRPr sz="2000">
                <a:solidFill>
                  <a:schemeClr val="tx1"/>
                </a:solidFill>
                <a:effectLst/>
                <a:latin typeface="+mn-lt"/>
                <a:ea typeface="+mn-ea"/>
              </a:defRPr>
            </a:lvl4pPr>
            <a:lvl5pPr marL="20574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effectLst/>
                <a:latin typeface="+mn-lt"/>
                <a:ea typeface="+mn-ea"/>
              </a:defRPr>
            </a:lvl5pPr>
          </a:lstStyle>
          <a:p>
            <a:pPr marL="0" lvl="0" indent="0">
              <a:spcBef>
                <a:spcPct val="0"/>
              </a:spcBef>
              <a:buClrTx/>
              <a:buSzTx/>
              <a:buFontTx/>
              <a:buNone/>
            </a:pPr>
            <a:r>
              <a:rPr lang="zh-CN" altLang="en-US" sz="2000" b="1" dirty="0">
                <a:solidFill>
                  <a:srgbClr val="FFFF00"/>
                </a:solidFill>
                <a:ea typeface="黑体" panose="02010609060101010101" pitchFamily="49" charset="-122"/>
              </a:rPr>
              <a:t>有效元素个数</a:t>
            </a:r>
            <a:r>
              <a:rPr lang="en-US" altLang="zh-CN" sz="2000" b="1" dirty="0">
                <a:solidFill>
                  <a:srgbClr val="FFFF00"/>
                </a:solidFill>
                <a:ea typeface="黑体" panose="02010609060101010101" pitchFamily="49" charset="-122"/>
              </a:rPr>
              <a:t>len--</a:t>
            </a:r>
            <a:endParaRPr lang="en-US" altLang="zh-CN" sz="2000" b="1" dirty="0">
              <a:solidFill>
                <a:srgbClr val="FFFF00"/>
              </a:solidFill>
              <a:ea typeface="黑体" panose="02010609060101010101" pitchFamily="49" charset="-122"/>
            </a:endParaRPr>
          </a:p>
        </p:txBody>
      </p:sp>
      <p:sp>
        <p:nvSpPr>
          <p:cNvPr id="26743" name="文本框 42"/>
          <p:cNvSpPr txBox="1"/>
          <p:nvPr/>
        </p:nvSpPr>
        <p:spPr>
          <a:xfrm>
            <a:off x="1588" y="76200"/>
            <a:ext cx="9080500" cy="646113"/>
          </a:xfrm>
          <a:prstGeom prst="rect">
            <a:avLst/>
          </a:prstGeom>
          <a:noFill/>
          <a:ln w="9525">
            <a:noFill/>
          </a:ln>
        </p:spPr>
        <p:txBody>
          <a:bodyPr>
            <a:spAutoFit/>
          </a:bodyPr>
          <a:lstStyle>
            <a:lvl1pPr marL="342900" indent="-3429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80000"/>
              <a:buFont typeface="Wingdings" panose="05000000000000000000" pitchFamily="2" charset="2"/>
              <a:buChar char="n"/>
              <a:defRPr sz="3200" b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defRPr>
            </a:lvl1pPr>
            <a:lvl2pPr marL="742950" indent="-28575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Char char="–"/>
              <a:defRPr sz="2800">
                <a:solidFill>
                  <a:schemeClr val="tx1"/>
                </a:solidFill>
                <a:effectLst/>
                <a:latin typeface="+mn-lt"/>
                <a:ea typeface="+mn-ea"/>
              </a:defRPr>
            </a:lvl2pPr>
            <a:lvl3pPr marL="11430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Font typeface="Wingdings" panose="05000000000000000000" pitchFamily="2" charset="2"/>
              <a:buChar char="§"/>
              <a:defRPr sz="2400">
                <a:solidFill>
                  <a:schemeClr val="tx1"/>
                </a:solidFill>
                <a:effectLst/>
                <a:latin typeface="+mn-lt"/>
                <a:ea typeface="+mn-ea"/>
              </a:defRPr>
            </a:lvl3pPr>
            <a:lvl4pPr marL="16002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–"/>
              <a:defRPr sz="2000">
                <a:solidFill>
                  <a:schemeClr val="tx1"/>
                </a:solidFill>
                <a:effectLst/>
                <a:latin typeface="+mn-lt"/>
                <a:ea typeface="+mn-ea"/>
              </a:defRPr>
            </a:lvl4pPr>
            <a:lvl5pPr marL="20574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effectLst/>
                <a:latin typeface="+mn-lt"/>
                <a:ea typeface="+mn-ea"/>
              </a:defRPr>
            </a:lvl5pPr>
          </a:lstStyle>
          <a:p>
            <a:pPr marL="0" lvl="0" indent="0">
              <a:spcBef>
                <a:spcPct val="0"/>
              </a:spcBef>
              <a:buClrTx/>
              <a:buSzTx/>
              <a:buFontTx/>
              <a:buNone/>
            </a:pPr>
            <a:r>
              <a:rPr lang="zh-CN" altLang="en-US" sz="3600" b="1" dirty="0">
                <a:solidFill>
                  <a:srgbClr val="FFFF00"/>
                </a:solidFill>
                <a:ea typeface="黑体" panose="02010609060101010101" pitchFamily="49" charset="-122"/>
              </a:rPr>
              <a:t>数组的基本操作：</a:t>
            </a:r>
            <a:r>
              <a:rPr lang="zh-CN" altLang="en-US" sz="3600" b="1" dirty="0">
                <a:ea typeface="黑体" panose="02010609060101010101" pitchFamily="49" charset="-122"/>
              </a:rPr>
              <a:t>插入、</a:t>
            </a:r>
            <a:r>
              <a:rPr lang="zh-CN" altLang="en-US" sz="3600" b="1" dirty="0">
                <a:solidFill>
                  <a:srgbClr val="FFFF00"/>
                </a:solidFill>
                <a:ea typeface="黑体" panose="02010609060101010101" pitchFamily="49" charset="-122"/>
              </a:rPr>
              <a:t>修改、删除、检索</a:t>
            </a:r>
            <a:endParaRPr lang="zh-CN" altLang="en-US" sz="3600" b="1" dirty="0">
              <a:solidFill>
                <a:srgbClr val="FFFF00"/>
              </a:solidFill>
              <a:ea typeface="黑体" panose="02010609060101010101" pitchFamily="49" charset="-122"/>
            </a:endParaRPr>
          </a:p>
        </p:txBody>
      </p:sp>
      <p:graphicFrame>
        <p:nvGraphicFramePr>
          <p:cNvPr id="44" name="Group 59"/>
          <p:cNvGraphicFramePr/>
          <p:nvPr/>
        </p:nvGraphicFramePr>
        <p:xfrm>
          <a:off x="1606550" y="2852738"/>
          <a:ext cx="6516689" cy="468313"/>
        </p:xfrm>
        <a:graphic>
          <a:graphicData uri="http://schemas.openxmlformats.org/drawingml/2006/table">
            <a:tbl>
              <a:tblPr/>
              <a:tblGrid>
                <a:gridCol w="592106"/>
                <a:gridCol w="592106"/>
                <a:gridCol w="592106"/>
                <a:gridCol w="593280"/>
                <a:gridCol w="592106"/>
                <a:gridCol w="593281"/>
                <a:gridCol w="592106"/>
                <a:gridCol w="593280"/>
                <a:gridCol w="592106"/>
                <a:gridCol w="592106"/>
                <a:gridCol w="592106"/>
              </a:tblGrid>
              <a:tr h="468312"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buSzPct val="80000"/>
                        <a:buFont typeface="Wingdings" panose="05000000000000000000" pitchFamily="2" charset="2"/>
                        <a:buNone/>
                      </a:pPr>
                      <a:r>
                        <a:rPr kumimoji="0" lang="en-US" altLang="zh-CN" sz="20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hlink"/>
                          </a:solidFill>
                          <a:effectLst>
                            <a:outerShdw blurRad="38100" dist="38100" dir="2700000" algn="tl">
                              <a:srgbClr val="000000"/>
                            </a:outerShdw>
                          </a:effectLst>
                          <a:latin typeface="Tahoma" panose="020B0604030504040204" pitchFamily="34" charset="0"/>
                          <a:ea typeface="宋体" panose="02010600030101010101" pitchFamily="2" charset="-122"/>
                        </a:rPr>
                        <a:t>78</a:t>
                      </a:r>
                      <a:endParaRPr kumimoji="0" lang="en-US" altLang="zh-CN" sz="2000" b="0" i="0" u="none" strike="noStrike" cap="none" normalizeH="0" baseline="0" dirty="0">
                        <a:ln>
                          <a:noFill/>
                        </a:ln>
                        <a:solidFill>
                          <a:schemeClr val="hlink"/>
                        </a:solidFill>
                        <a:effectLst>
                          <a:outerShdw blurRad="38100" dist="38100" dir="2700000" algn="tl">
                            <a:srgbClr val="000000"/>
                          </a:outerShdw>
                        </a:effectLst>
                        <a:latin typeface="Tahoma" panose="020B0604030504040204" pitchFamily="34" charset="0"/>
                        <a:ea typeface="宋体" panose="02010600030101010101" pitchFamily="2" charset="-122"/>
                      </a:endParaRPr>
                    </a:p>
                  </a:txBody>
                  <a:tcPr marL="91425" marR="91425"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buSzPct val="80000"/>
                        <a:buFont typeface="Wingdings" panose="05000000000000000000" pitchFamily="2" charset="2"/>
                        <a:buNone/>
                      </a:pPr>
                      <a:r>
                        <a:rPr kumimoji="0" lang="en-US" altLang="zh-CN" sz="20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hlink"/>
                          </a:solidFill>
                          <a:effectLst>
                            <a:outerShdw blurRad="38100" dist="38100" dir="2700000" algn="tl">
                              <a:srgbClr val="000000"/>
                            </a:outerShdw>
                          </a:effectLst>
                          <a:latin typeface="Tahoma" panose="020B0604030504040204" pitchFamily="34" charset="0"/>
                          <a:ea typeface="宋体" panose="02010600030101010101" pitchFamily="2" charset="-122"/>
                        </a:rPr>
                        <a:t>60</a:t>
                      </a:r>
                      <a:endParaRPr kumimoji="0" lang="en-US" altLang="zh-CN" sz="2000" b="0" i="0" u="none" strike="noStrike" cap="none" normalizeH="0" baseline="0" dirty="0">
                        <a:ln>
                          <a:noFill/>
                        </a:ln>
                        <a:solidFill>
                          <a:schemeClr val="hlink"/>
                        </a:solidFill>
                        <a:effectLst>
                          <a:outerShdw blurRad="38100" dist="38100" dir="2700000" algn="tl">
                            <a:srgbClr val="000000"/>
                          </a:outerShdw>
                        </a:effectLst>
                        <a:latin typeface="Tahoma" panose="020B0604030504040204" pitchFamily="34" charset="0"/>
                        <a:ea typeface="宋体" panose="02010600030101010101" pitchFamily="2" charset="-122"/>
                      </a:endParaRPr>
                    </a:p>
                  </a:txBody>
                  <a:tcPr marL="91425" marR="91425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buSzPct val="80000"/>
                        <a:buFont typeface="Wingdings" panose="05000000000000000000" pitchFamily="2" charset="2"/>
                        <a:buNone/>
                      </a:pPr>
                      <a:r>
                        <a:rPr kumimoji="0" lang="en-US" altLang="zh-CN" sz="20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accent2">
                              <a:lumMod val="60000"/>
                              <a:lumOff val="40000"/>
                            </a:schemeClr>
                          </a:solidFill>
                          <a:effectLst>
                            <a:outerShdw blurRad="38100" dist="38100" dir="2700000" algn="tl">
                              <a:srgbClr val="000000"/>
                            </a:outerShdw>
                          </a:effectLst>
                          <a:latin typeface="Tahoma" panose="020B0604030504040204" pitchFamily="34" charset="0"/>
                          <a:ea typeface="宋体" panose="02010600030101010101" pitchFamily="2" charset="-122"/>
                        </a:rPr>
                        <a:t>56</a:t>
                      </a:r>
                      <a:endParaRPr kumimoji="0" lang="en-US" altLang="zh-CN" sz="2000" b="0" i="0" u="none" strike="noStrike" cap="none" normalizeH="0" baseline="0" dirty="0">
                        <a:ln>
                          <a:noFill/>
                        </a:ln>
                        <a:solidFill>
                          <a:schemeClr val="accent2">
                            <a:lumMod val="60000"/>
                            <a:lumOff val="40000"/>
                          </a:schemeClr>
                        </a:solidFill>
                        <a:effectLst>
                          <a:outerShdw blurRad="38100" dist="38100" dir="2700000" algn="tl">
                            <a:srgbClr val="000000"/>
                          </a:outerShdw>
                        </a:effectLst>
                        <a:latin typeface="Tahoma" panose="020B0604030504040204" pitchFamily="34" charset="0"/>
                        <a:ea typeface="宋体" panose="02010600030101010101" pitchFamily="2" charset="-122"/>
                      </a:endParaRPr>
                    </a:p>
                  </a:txBody>
                  <a:tcPr marL="91425" marR="91425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buSzPct val="80000"/>
                        <a:buFont typeface="Wingdings" panose="05000000000000000000" pitchFamily="2" charset="2"/>
                        <a:buNone/>
                      </a:pPr>
                      <a:r>
                        <a:rPr kumimoji="0" lang="en-US" altLang="zh-CN" sz="18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hlink"/>
                          </a:solidFill>
                          <a:effectLst>
                            <a:outerShdw blurRad="38100" dist="38100" dir="2700000" algn="tl">
                              <a:srgbClr val="000000"/>
                            </a:outerShdw>
                          </a:effectLst>
                          <a:latin typeface="Tahoma" panose="020B0604030504040204" pitchFamily="34" charset="0"/>
                          <a:ea typeface="宋体" panose="02010600030101010101" pitchFamily="2" charset="-122"/>
                        </a:rPr>
                        <a:t>100</a:t>
                      </a:r>
                      <a:endParaRPr kumimoji="0" lang="en-US" altLang="zh-CN" sz="1800" b="0" i="0" u="none" strike="noStrike" cap="none" normalizeH="0" baseline="0" dirty="0">
                        <a:ln>
                          <a:noFill/>
                        </a:ln>
                        <a:solidFill>
                          <a:schemeClr val="hlink"/>
                        </a:solidFill>
                        <a:effectLst>
                          <a:outerShdw blurRad="38100" dist="38100" dir="2700000" algn="tl">
                            <a:srgbClr val="000000"/>
                          </a:outerShdw>
                        </a:effectLst>
                        <a:latin typeface="Tahoma" panose="020B0604030504040204" pitchFamily="34" charset="0"/>
                        <a:ea typeface="宋体" panose="02010600030101010101" pitchFamily="2" charset="-122"/>
                      </a:endParaRPr>
                    </a:p>
                  </a:txBody>
                  <a:tcPr marL="91425" marR="91425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buSzPct val="80000"/>
                        <a:buFont typeface="Wingdings" panose="05000000000000000000" pitchFamily="2" charset="2"/>
                        <a:buNone/>
                      </a:pPr>
                      <a:r>
                        <a:rPr kumimoji="0" lang="en-US" altLang="zh-CN" sz="20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hlink"/>
                          </a:solidFill>
                          <a:effectLst>
                            <a:outerShdw blurRad="38100" dist="38100" dir="2700000" algn="tl">
                              <a:srgbClr val="000000"/>
                            </a:outerShdw>
                          </a:effectLst>
                          <a:latin typeface="Arial" panose="020B0604020202020204"/>
                          <a:ea typeface="宋体" panose="02010600030101010101" pitchFamily="2" charset="-122"/>
                        </a:rPr>
                        <a:t>…</a:t>
                      </a:r>
                      <a:endParaRPr kumimoji="0" lang="en-US" altLang="zh-CN" sz="2000" b="0" i="0" u="none" strike="noStrike" cap="none" normalizeH="0" baseline="0" dirty="0">
                        <a:ln>
                          <a:noFill/>
                        </a:ln>
                        <a:solidFill>
                          <a:schemeClr val="hlink"/>
                        </a:solidFill>
                        <a:effectLst>
                          <a:outerShdw blurRad="38100" dist="38100" dir="2700000" algn="tl">
                            <a:srgbClr val="000000"/>
                          </a:outerShdw>
                        </a:effectLst>
                        <a:latin typeface="Tahoma" panose="020B0604030504040204" pitchFamily="34" charset="0"/>
                        <a:ea typeface="宋体" panose="02010600030101010101" pitchFamily="2" charset="-122"/>
                      </a:endParaRPr>
                    </a:p>
                  </a:txBody>
                  <a:tcPr marL="91425" marR="91425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buSzPct val="80000"/>
                        <a:buFont typeface="Wingdings" panose="05000000000000000000" pitchFamily="2" charset="2"/>
                        <a:buNone/>
                      </a:pPr>
                      <a:r>
                        <a:rPr kumimoji="0" lang="en-US" altLang="zh-CN" sz="20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hlink"/>
                          </a:solidFill>
                          <a:effectLst>
                            <a:outerShdw blurRad="38100" dist="38100" dir="2700000" algn="tl">
                              <a:srgbClr val="000000"/>
                            </a:outerShdw>
                          </a:effectLst>
                          <a:latin typeface="Tahoma" panose="020B0604030504040204" pitchFamily="34" charset="0"/>
                          <a:ea typeface="宋体" panose="02010600030101010101" pitchFamily="2" charset="-122"/>
                        </a:rPr>
                        <a:t>98</a:t>
                      </a:r>
                      <a:endParaRPr kumimoji="0" lang="en-US" altLang="zh-CN" sz="2000" b="0" i="0" u="none" strike="noStrike" cap="none" normalizeH="0" baseline="0" dirty="0">
                        <a:ln>
                          <a:noFill/>
                        </a:ln>
                        <a:solidFill>
                          <a:schemeClr val="hlink"/>
                        </a:solidFill>
                        <a:effectLst>
                          <a:outerShdw blurRad="38100" dist="38100" dir="2700000" algn="tl">
                            <a:srgbClr val="000000"/>
                          </a:outerShdw>
                        </a:effectLst>
                        <a:latin typeface="Tahoma" panose="020B0604030504040204" pitchFamily="34" charset="0"/>
                        <a:ea typeface="宋体" panose="02010600030101010101" pitchFamily="2" charset="-122"/>
                      </a:endParaRPr>
                    </a:p>
                  </a:txBody>
                  <a:tcPr marL="91425" marR="91425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buSzPct val="80000"/>
                        <a:buFont typeface="Wingdings" panose="05000000000000000000" pitchFamily="2" charset="2"/>
                        <a:buNone/>
                      </a:pPr>
                      <a:r>
                        <a:rPr kumimoji="0" lang="en-US" altLang="zh-CN" sz="20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hlink"/>
                          </a:solidFill>
                          <a:effectLst>
                            <a:outerShdw blurRad="38100" dist="38100" dir="2700000" algn="tl">
                              <a:srgbClr val="000000"/>
                            </a:outerShdw>
                          </a:effectLst>
                          <a:latin typeface="Arial" panose="020B0604020202020204"/>
                          <a:ea typeface="宋体" panose="02010600030101010101" pitchFamily="2" charset="-122"/>
                        </a:rPr>
                        <a:t>…</a:t>
                      </a:r>
                      <a:endParaRPr kumimoji="0" lang="en-US" altLang="zh-CN" sz="2000" b="0" i="0" u="none" strike="noStrike" cap="none" normalizeH="0" baseline="0" dirty="0">
                        <a:ln>
                          <a:noFill/>
                        </a:ln>
                        <a:solidFill>
                          <a:schemeClr val="hlink"/>
                        </a:solidFill>
                        <a:effectLst>
                          <a:outerShdw blurRad="38100" dist="38100" dir="2700000" algn="tl">
                            <a:srgbClr val="000000"/>
                          </a:outerShdw>
                        </a:effectLst>
                        <a:latin typeface="Tahoma" panose="020B0604030504040204" pitchFamily="34" charset="0"/>
                        <a:ea typeface="宋体" panose="02010600030101010101" pitchFamily="2" charset="-122"/>
                      </a:endParaRPr>
                    </a:p>
                  </a:txBody>
                  <a:tcPr marL="91425" marR="91425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buSzPct val="80000"/>
                        <a:buFont typeface="Wingdings" panose="05000000000000000000" pitchFamily="2" charset="2"/>
                        <a:buNone/>
                      </a:pPr>
                      <a:r>
                        <a:rPr kumimoji="0" lang="en-US" altLang="zh-CN" sz="20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accent2">
                              <a:lumMod val="60000"/>
                              <a:lumOff val="40000"/>
                            </a:schemeClr>
                          </a:solidFill>
                          <a:effectLst>
                            <a:outerShdw blurRad="38100" dist="38100" dir="2700000" algn="tl">
                              <a:srgbClr val="000000"/>
                            </a:outerShdw>
                          </a:effectLst>
                          <a:latin typeface="Tahoma" panose="020B0604030504040204" pitchFamily="34" charset="0"/>
                          <a:ea typeface="宋体" panose="02010600030101010101" pitchFamily="2" charset="-122"/>
                        </a:rPr>
                        <a:t>39</a:t>
                      </a:r>
                      <a:endParaRPr kumimoji="0" lang="en-US" altLang="zh-CN" sz="2000" b="0" i="0" u="none" strike="noStrike" cap="none" normalizeH="0" baseline="0" dirty="0">
                        <a:ln>
                          <a:noFill/>
                        </a:ln>
                        <a:solidFill>
                          <a:schemeClr val="accent2">
                            <a:lumMod val="60000"/>
                            <a:lumOff val="40000"/>
                          </a:schemeClr>
                        </a:solidFill>
                        <a:effectLst>
                          <a:outerShdw blurRad="38100" dist="38100" dir="2700000" algn="tl">
                            <a:srgbClr val="000000"/>
                          </a:outerShdw>
                        </a:effectLst>
                        <a:latin typeface="Tahoma" panose="020B0604030504040204" pitchFamily="34" charset="0"/>
                        <a:ea typeface="宋体" panose="02010600030101010101" pitchFamily="2" charset="-122"/>
                      </a:endParaRPr>
                    </a:p>
                  </a:txBody>
                  <a:tcPr marL="91425" marR="91425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buSzPct val="80000"/>
                        <a:buFont typeface="Wingdings" panose="05000000000000000000" pitchFamily="2" charset="2"/>
                        <a:buNone/>
                      </a:pPr>
                      <a:r>
                        <a:rPr kumimoji="0" lang="en-US" altLang="zh-CN" sz="20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hlink"/>
                          </a:solidFill>
                          <a:effectLst>
                            <a:outerShdw blurRad="38100" dist="38100" dir="2700000" algn="tl">
                              <a:srgbClr val="000000"/>
                            </a:outerShdw>
                          </a:effectLst>
                          <a:latin typeface="Tahoma" panose="020B0604030504040204" pitchFamily="34" charset="0"/>
                          <a:ea typeface="宋体" panose="02010600030101010101" pitchFamily="2" charset="-122"/>
                        </a:rPr>
                        <a:t>79</a:t>
                      </a:r>
                      <a:endParaRPr kumimoji="0" lang="en-US" altLang="zh-CN" sz="2000" b="0" i="0" u="none" strike="noStrike" cap="none" normalizeH="0" baseline="0" dirty="0">
                        <a:ln>
                          <a:noFill/>
                        </a:ln>
                        <a:solidFill>
                          <a:schemeClr val="hlink"/>
                        </a:solidFill>
                        <a:effectLst>
                          <a:outerShdw blurRad="38100" dist="38100" dir="2700000" algn="tl">
                            <a:srgbClr val="000000"/>
                          </a:outerShdw>
                        </a:effectLst>
                        <a:latin typeface="Tahoma" panose="020B0604030504040204" pitchFamily="34" charset="0"/>
                        <a:ea typeface="宋体" panose="02010600030101010101" pitchFamily="2" charset="-122"/>
                      </a:endParaRPr>
                    </a:p>
                  </a:txBody>
                  <a:tcPr marL="91425" marR="91425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buSzPct val="80000"/>
                        <a:buFont typeface="Wingdings" panose="05000000000000000000" pitchFamily="2" charset="2"/>
                        <a:buNone/>
                      </a:pPr>
                      <a:r>
                        <a:rPr kumimoji="0" lang="en-US" altLang="zh-CN" sz="20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hlink"/>
                          </a:solidFill>
                          <a:effectLst>
                            <a:outerShdw blurRad="38100" dist="38100" dir="2700000" algn="tl">
                              <a:srgbClr val="000000"/>
                            </a:outerShdw>
                          </a:effectLst>
                          <a:latin typeface="Tahoma" panose="020B0604030504040204" pitchFamily="34" charset="0"/>
                          <a:ea typeface="宋体" panose="02010600030101010101" pitchFamily="2" charset="-122"/>
                        </a:rPr>
                        <a:t>88</a:t>
                      </a:r>
                      <a:endParaRPr kumimoji="0" lang="en-US" altLang="zh-CN" sz="2000" b="0" i="0" u="none" strike="noStrike" cap="none" normalizeH="0" baseline="0" dirty="0">
                        <a:ln>
                          <a:noFill/>
                        </a:ln>
                        <a:solidFill>
                          <a:schemeClr val="hlink"/>
                        </a:solidFill>
                        <a:effectLst>
                          <a:outerShdw blurRad="38100" dist="38100" dir="2700000" algn="tl">
                            <a:srgbClr val="000000"/>
                          </a:outerShdw>
                        </a:effectLst>
                        <a:latin typeface="Tahoma" panose="020B0604030504040204" pitchFamily="34" charset="0"/>
                        <a:ea typeface="宋体" panose="02010600030101010101" pitchFamily="2" charset="-122"/>
                      </a:endParaRPr>
                    </a:p>
                  </a:txBody>
                  <a:tcPr marL="91425" marR="91425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buSzPct val="80000"/>
                        <a:buFont typeface="Wingdings" panose="05000000000000000000" pitchFamily="2" charset="2"/>
                        <a:buNone/>
                      </a:pPr>
                      <a:r>
                        <a:rPr kumimoji="0" lang="en-US" altLang="zh-CN" sz="20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hlink"/>
                          </a:solidFill>
                          <a:effectLst>
                            <a:outerShdw blurRad="38100" dist="38100" dir="2700000" algn="tl">
                              <a:srgbClr val="000000"/>
                            </a:outerShdw>
                          </a:effectLst>
                          <a:latin typeface="Tahoma" panose="020B0604030504040204" pitchFamily="34" charset="0"/>
                          <a:ea typeface="宋体" panose="02010600030101010101" pitchFamily="2" charset="-122"/>
                        </a:rPr>
                        <a:t>92</a:t>
                      </a:r>
                      <a:endParaRPr kumimoji="0" lang="en-US" altLang="zh-CN" sz="2000" b="0" i="0" u="none" strike="noStrike" cap="none" normalizeH="0" baseline="0" dirty="0">
                        <a:ln>
                          <a:noFill/>
                        </a:ln>
                        <a:solidFill>
                          <a:schemeClr val="hlink"/>
                        </a:solidFill>
                        <a:effectLst>
                          <a:outerShdw blurRad="38100" dist="38100" dir="2700000" algn="tl">
                            <a:srgbClr val="000000"/>
                          </a:outerShdw>
                        </a:effectLst>
                        <a:latin typeface="Tahoma" panose="020B0604030504040204" pitchFamily="34" charset="0"/>
                        <a:ea typeface="宋体" panose="02010600030101010101" pitchFamily="2" charset="-122"/>
                      </a:endParaRPr>
                    </a:p>
                  </a:txBody>
                  <a:tcPr marL="91425" marR="91425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</a:tr>
            </a:tbl>
          </a:graphicData>
        </a:graphic>
      </p:graphicFrame>
      <p:graphicFrame>
        <p:nvGraphicFramePr>
          <p:cNvPr id="45" name="Group 130"/>
          <p:cNvGraphicFramePr>
            <a:graphicFrameLocks noGrp="1"/>
          </p:cNvGraphicFramePr>
          <p:nvPr/>
        </p:nvGraphicFramePr>
        <p:xfrm>
          <a:off x="1606550" y="3357563"/>
          <a:ext cx="6516689" cy="431800"/>
        </p:xfrm>
        <a:graphic>
          <a:graphicData uri="http://schemas.openxmlformats.org/drawingml/2006/table">
            <a:tbl>
              <a:tblPr/>
              <a:tblGrid>
                <a:gridCol w="592106"/>
                <a:gridCol w="592106"/>
                <a:gridCol w="592106"/>
                <a:gridCol w="593280"/>
                <a:gridCol w="592106"/>
                <a:gridCol w="593281"/>
                <a:gridCol w="592106"/>
                <a:gridCol w="593280"/>
                <a:gridCol w="592106"/>
                <a:gridCol w="592106"/>
                <a:gridCol w="592106"/>
              </a:tblGrid>
              <a:tr h="431800"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buSzPct val="80000"/>
                        <a:buFont typeface="Wingdings" panose="05000000000000000000" pitchFamily="2" charset="2"/>
                        <a:buNone/>
                      </a:pPr>
                      <a:r>
                        <a:rPr kumimoji="0" lang="en-US" altLang="zh-CN" sz="20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/>
                            </a:outerShdw>
                          </a:effectLst>
                          <a:latin typeface="Tahoma" panose="020B0604030504040204" pitchFamily="34" charset="0"/>
                          <a:ea typeface="宋体" panose="02010600030101010101" pitchFamily="2" charset="-122"/>
                        </a:rPr>
                        <a:t>a[0]</a:t>
                      </a:r>
                      <a:endParaRPr kumimoji="0" lang="en-US" altLang="zh-CN" sz="2000" b="0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>
                          <a:outerShdw blurRad="38100" dist="38100" dir="2700000" algn="tl">
                            <a:srgbClr val="000000"/>
                          </a:outerShdw>
                        </a:effectLst>
                        <a:latin typeface="Tahoma" panose="020B0604030504040204" pitchFamily="34" charset="0"/>
                        <a:ea typeface="宋体" panose="02010600030101010101" pitchFamily="2" charset="-122"/>
                      </a:endParaRPr>
                    </a:p>
                  </a:txBody>
                  <a:tcPr marL="91426" marR="91426" horzOverflow="overflow">
                    <a:lnL cap="flat">
                      <a:noFill/>
                    </a:lnL>
                    <a:lnR>
                      <a:noFill/>
                    </a:lnR>
                    <a:lnT cap="flat">
                      <a:noFill/>
                    </a:lnT>
                    <a:lnB cap="flat">
                      <a:noFill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buSzPct val="80000"/>
                        <a:buFont typeface="Wingdings" panose="05000000000000000000" pitchFamily="2" charset="2"/>
                        <a:buNone/>
                      </a:pPr>
                      <a:r>
                        <a:rPr kumimoji="0" lang="en-US" altLang="zh-CN" sz="20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/>
                            </a:outerShdw>
                          </a:effectLst>
                          <a:latin typeface="Tahoma" panose="020B0604030504040204" pitchFamily="34" charset="0"/>
                          <a:ea typeface="宋体" panose="02010600030101010101" pitchFamily="2" charset="-122"/>
                        </a:rPr>
                        <a:t>a[1]</a:t>
                      </a:r>
                      <a:endParaRPr kumimoji="0" lang="en-US" altLang="zh-CN" sz="2000" b="0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>
                          <a:outerShdw blurRad="38100" dist="38100" dir="2700000" algn="tl">
                            <a:srgbClr val="000000"/>
                          </a:outerShdw>
                        </a:effectLst>
                        <a:latin typeface="Tahoma" panose="020B0604030504040204" pitchFamily="34" charset="0"/>
                        <a:ea typeface="宋体" panose="02010600030101010101" pitchFamily="2" charset="-122"/>
                      </a:endParaRPr>
                    </a:p>
                  </a:txBody>
                  <a:tcPr marL="91426" marR="91426" horzOverflow="overflow">
                    <a:lnL>
                      <a:noFill/>
                    </a:lnL>
                    <a:lnR>
                      <a:noFill/>
                    </a:lnR>
                    <a:lnT cap="flat">
                      <a:noFill/>
                    </a:lnT>
                    <a:lnB cap="flat">
                      <a:noFill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buSzPct val="80000"/>
                        <a:buFont typeface="Wingdings" panose="05000000000000000000" pitchFamily="2" charset="2"/>
                        <a:buNone/>
                      </a:pPr>
                      <a:r>
                        <a:rPr kumimoji="0" lang="en-US" altLang="zh-CN" sz="20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/>
                            </a:outerShdw>
                          </a:effectLst>
                          <a:latin typeface="Tahoma" panose="020B0604030504040204" pitchFamily="34" charset="0"/>
                          <a:ea typeface="宋体" panose="02010600030101010101" pitchFamily="2" charset="-122"/>
                        </a:rPr>
                        <a:t>a[2]</a:t>
                      </a:r>
                      <a:endParaRPr kumimoji="0" lang="en-US" altLang="zh-CN" sz="2000" b="0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>
                          <a:outerShdw blurRad="38100" dist="38100" dir="2700000" algn="tl">
                            <a:srgbClr val="000000"/>
                          </a:outerShdw>
                        </a:effectLst>
                        <a:latin typeface="Tahoma" panose="020B0604030504040204" pitchFamily="34" charset="0"/>
                        <a:ea typeface="宋体" panose="02010600030101010101" pitchFamily="2" charset="-122"/>
                      </a:endParaRPr>
                    </a:p>
                  </a:txBody>
                  <a:tcPr marL="91426" marR="91426" horzOverflow="overflow">
                    <a:lnL>
                      <a:noFill/>
                    </a:lnL>
                    <a:lnR>
                      <a:noFill/>
                    </a:lnR>
                    <a:lnT cap="flat">
                      <a:noFill/>
                    </a:lnT>
                    <a:lnB cap="flat">
                      <a:noFill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buSzPct val="80000"/>
                        <a:buFont typeface="Wingdings" panose="05000000000000000000" pitchFamily="2" charset="2"/>
                        <a:buNone/>
                      </a:pPr>
                      <a:r>
                        <a:rPr kumimoji="0" lang="en-US" altLang="zh-CN" sz="20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/>
                            </a:outerShdw>
                          </a:effectLst>
                          <a:latin typeface="Tahoma" panose="020B0604030504040204" pitchFamily="34" charset="0"/>
                          <a:ea typeface="宋体" panose="02010600030101010101" pitchFamily="2" charset="-122"/>
                        </a:rPr>
                        <a:t>a[3]</a:t>
                      </a:r>
                      <a:endParaRPr kumimoji="0" lang="en-US" altLang="zh-CN" sz="2000" b="0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>
                          <a:outerShdw blurRad="38100" dist="38100" dir="2700000" algn="tl">
                            <a:srgbClr val="000000"/>
                          </a:outerShdw>
                        </a:effectLst>
                        <a:latin typeface="Tahoma" panose="020B0604030504040204" pitchFamily="34" charset="0"/>
                        <a:ea typeface="宋体" panose="02010600030101010101" pitchFamily="2" charset="-122"/>
                      </a:endParaRPr>
                    </a:p>
                  </a:txBody>
                  <a:tcPr marL="91426" marR="91426" horzOverflow="overflow">
                    <a:lnL>
                      <a:noFill/>
                    </a:lnL>
                    <a:lnR>
                      <a:noFill/>
                    </a:lnR>
                    <a:lnT cap="flat">
                      <a:noFill/>
                    </a:lnT>
                    <a:lnB cap="flat">
                      <a:noFill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buSzPct val="80000"/>
                        <a:buFont typeface="Wingdings" panose="05000000000000000000" pitchFamily="2" charset="2"/>
                        <a:buNone/>
                      </a:pPr>
                      <a:r>
                        <a:rPr kumimoji="0" lang="en-US" altLang="zh-CN" sz="20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/>
                            </a:outerShdw>
                          </a:effectLst>
                          <a:latin typeface="Arial" panose="020B0604020202020204"/>
                          <a:ea typeface="宋体" panose="02010600030101010101" pitchFamily="2" charset="-122"/>
                        </a:rPr>
                        <a:t>…</a:t>
                      </a:r>
                      <a:endParaRPr kumimoji="0" lang="en-US" altLang="zh-CN" sz="2000" b="0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>
                          <a:outerShdw blurRad="38100" dist="38100" dir="2700000" algn="tl">
                            <a:srgbClr val="000000"/>
                          </a:outerShdw>
                        </a:effectLst>
                        <a:latin typeface="Tahoma" panose="020B0604030504040204" pitchFamily="34" charset="0"/>
                        <a:ea typeface="宋体" panose="02010600030101010101" pitchFamily="2" charset="-122"/>
                      </a:endParaRPr>
                    </a:p>
                  </a:txBody>
                  <a:tcPr marL="91426" marR="91426" horzOverflow="overflow">
                    <a:lnL>
                      <a:noFill/>
                    </a:lnL>
                    <a:lnR>
                      <a:noFill/>
                    </a:lnR>
                    <a:lnT cap="flat">
                      <a:noFill/>
                    </a:lnT>
                    <a:lnB cap="flat">
                      <a:noFill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buSzPct val="80000"/>
                        <a:buFont typeface="Wingdings" panose="05000000000000000000" pitchFamily="2" charset="2"/>
                        <a:buNone/>
                      </a:pPr>
                      <a:r>
                        <a:rPr kumimoji="0" lang="en-US" altLang="zh-CN" sz="20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hlink"/>
                          </a:solidFill>
                          <a:effectLst>
                            <a:outerShdw blurRad="38100" dist="38100" dir="2700000" algn="tl">
                              <a:srgbClr val="000000"/>
                            </a:outerShdw>
                          </a:effectLst>
                          <a:latin typeface="Tahoma" panose="020B0604030504040204" pitchFamily="34" charset="0"/>
                          <a:ea typeface="宋体" panose="02010600030101010101" pitchFamily="2" charset="-122"/>
                        </a:rPr>
                        <a:t>a[</a:t>
                      </a:r>
                      <a:r>
                        <a:rPr kumimoji="0" lang="en-US" altLang="zh-CN" sz="2000" b="0" i="0" u="none" strike="noStrike" cap="none" normalizeH="0" baseline="0" dirty="0" err="1">
                          <a:ln>
                            <a:noFill/>
                          </a:ln>
                          <a:solidFill>
                            <a:schemeClr val="hlink"/>
                          </a:solidFill>
                          <a:effectLst>
                            <a:outerShdw blurRad="38100" dist="38100" dir="2700000" algn="tl">
                              <a:srgbClr val="000000"/>
                            </a:outerShdw>
                          </a:effectLst>
                          <a:latin typeface="Tahoma" panose="020B0604030504040204" pitchFamily="34" charset="0"/>
                          <a:ea typeface="宋体" panose="02010600030101010101" pitchFamily="2" charset="-122"/>
                        </a:rPr>
                        <a:t>i</a:t>
                      </a:r>
                      <a:r>
                        <a:rPr kumimoji="0" lang="en-US" altLang="zh-CN" sz="20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hlink"/>
                          </a:solidFill>
                          <a:effectLst>
                            <a:outerShdw blurRad="38100" dist="38100" dir="2700000" algn="tl">
                              <a:srgbClr val="000000"/>
                            </a:outerShdw>
                          </a:effectLst>
                          <a:latin typeface="Tahoma" panose="020B0604030504040204" pitchFamily="34" charset="0"/>
                          <a:ea typeface="宋体" panose="02010600030101010101" pitchFamily="2" charset="-122"/>
                        </a:rPr>
                        <a:t>]</a:t>
                      </a:r>
                      <a:endParaRPr kumimoji="0" lang="en-US" altLang="zh-CN" sz="2000" b="0" i="0" u="none" strike="noStrike" cap="none" normalizeH="0" baseline="0" dirty="0">
                        <a:ln>
                          <a:noFill/>
                        </a:ln>
                        <a:solidFill>
                          <a:schemeClr val="hlink"/>
                        </a:solidFill>
                        <a:effectLst>
                          <a:outerShdw blurRad="38100" dist="38100" dir="2700000" algn="tl">
                            <a:srgbClr val="000000"/>
                          </a:outerShdw>
                        </a:effectLst>
                        <a:latin typeface="Tahoma" panose="020B0604030504040204" pitchFamily="34" charset="0"/>
                        <a:ea typeface="宋体" panose="02010600030101010101" pitchFamily="2" charset="-122"/>
                      </a:endParaRPr>
                    </a:p>
                  </a:txBody>
                  <a:tcPr marL="91426" marR="91426" horzOverflow="overflow">
                    <a:lnL>
                      <a:noFill/>
                    </a:lnL>
                    <a:lnR>
                      <a:noFill/>
                    </a:lnR>
                    <a:lnT cap="flat">
                      <a:noFill/>
                    </a:lnT>
                    <a:lnB cap="flat">
                      <a:noFill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buSzPct val="80000"/>
                        <a:buFont typeface="Wingdings" panose="05000000000000000000" pitchFamily="2" charset="2"/>
                        <a:buNone/>
                      </a:pPr>
                      <a:r>
                        <a:rPr kumimoji="0" lang="en-US" altLang="zh-CN" sz="20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/>
                            </a:outerShdw>
                          </a:effectLst>
                          <a:latin typeface="Arial" panose="020B0604020202020204"/>
                          <a:ea typeface="宋体" panose="02010600030101010101" pitchFamily="2" charset="-122"/>
                        </a:rPr>
                        <a:t>…</a:t>
                      </a:r>
                      <a:endParaRPr kumimoji="0" lang="en-US" altLang="zh-CN" sz="2000" b="0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>
                          <a:outerShdw blurRad="38100" dist="38100" dir="2700000" algn="tl">
                            <a:srgbClr val="000000"/>
                          </a:outerShdw>
                        </a:effectLst>
                        <a:latin typeface="Tahoma" panose="020B0604030504040204" pitchFamily="34" charset="0"/>
                        <a:ea typeface="宋体" panose="02010600030101010101" pitchFamily="2" charset="-122"/>
                      </a:endParaRPr>
                    </a:p>
                  </a:txBody>
                  <a:tcPr marL="91426" marR="91426" horzOverflow="overflow">
                    <a:lnL>
                      <a:noFill/>
                    </a:lnL>
                    <a:lnR>
                      <a:noFill/>
                    </a:lnR>
                    <a:lnT cap="flat">
                      <a:noFill/>
                    </a:lnT>
                    <a:lnB cap="flat">
                      <a:noFill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buSzPct val="80000"/>
                        <a:buFont typeface="Wingdings" panose="05000000000000000000" pitchFamily="2" charset="2"/>
                        <a:buNone/>
                      </a:pPr>
                      <a:r>
                        <a:rPr kumimoji="0" lang="en-US" altLang="zh-CN" sz="16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/>
                            </a:outerShdw>
                          </a:effectLst>
                          <a:latin typeface="Tahoma" panose="020B0604030504040204" pitchFamily="34" charset="0"/>
                          <a:ea typeface="宋体" panose="02010600030101010101" pitchFamily="2" charset="-122"/>
                        </a:rPr>
                        <a:t>a[31]</a:t>
                      </a:r>
                      <a:endParaRPr kumimoji="0" lang="en-US" altLang="zh-CN" sz="1600" b="0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>
                          <a:outerShdw blurRad="38100" dist="38100" dir="2700000" algn="tl">
                            <a:srgbClr val="000000"/>
                          </a:outerShdw>
                        </a:effectLst>
                        <a:latin typeface="Tahoma" panose="020B0604030504040204" pitchFamily="34" charset="0"/>
                        <a:ea typeface="宋体" panose="02010600030101010101" pitchFamily="2" charset="-122"/>
                      </a:endParaRPr>
                    </a:p>
                  </a:txBody>
                  <a:tcPr marL="91426" marR="91426" horzOverflow="overflow">
                    <a:lnL>
                      <a:noFill/>
                    </a:lnL>
                    <a:lnR>
                      <a:noFill/>
                    </a:lnR>
                    <a:lnT cap="flat">
                      <a:noFill/>
                    </a:lnT>
                    <a:lnB cap="flat">
                      <a:noFill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buSzPct val="80000"/>
                        <a:buFont typeface="Wingdings" panose="05000000000000000000" pitchFamily="2" charset="2"/>
                        <a:buNone/>
                      </a:pPr>
                      <a:r>
                        <a:rPr kumimoji="0" lang="en-US" altLang="zh-CN" sz="16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/>
                            </a:outerShdw>
                          </a:effectLst>
                          <a:latin typeface="Tahoma" panose="020B0604030504040204" pitchFamily="34" charset="0"/>
                          <a:ea typeface="宋体" panose="02010600030101010101" pitchFamily="2" charset="-122"/>
                        </a:rPr>
                        <a:t>a[32]</a:t>
                      </a:r>
                      <a:endParaRPr kumimoji="0" lang="en-US" altLang="zh-CN" sz="1600" b="0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>
                          <a:outerShdw blurRad="38100" dist="38100" dir="2700000" algn="tl">
                            <a:srgbClr val="000000"/>
                          </a:outerShdw>
                        </a:effectLst>
                        <a:latin typeface="Tahoma" panose="020B0604030504040204" pitchFamily="34" charset="0"/>
                        <a:ea typeface="宋体" panose="02010600030101010101" pitchFamily="2" charset="-122"/>
                      </a:endParaRPr>
                    </a:p>
                  </a:txBody>
                  <a:tcPr marL="91426" marR="91426" horzOverflow="overflow">
                    <a:lnL>
                      <a:noFill/>
                    </a:lnL>
                    <a:lnR>
                      <a:noFill/>
                    </a:lnR>
                    <a:lnT cap="flat">
                      <a:noFill/>
                    </a:lnT>
                    <a:lnB cap="flat">
                      <a:noFill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buSzPct val="80000"/>
                        <a:buFont typeface="Wingdings" panose="05000000000000000000" pitchFamily="2" charset="2"/>
                        <a:buNone/>
                      </a:pPr>
                      <a:r>
                        <a:rPr kumimoji="0" lang="en-US" altLang="zh-CN" sz="16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/>
                            </a:outerShdw>
                          </a:effectLst>
                          <a:latin typeface="Tahoma" panose="020B0604030504040204" pitchFamily="34" charset="0"/>
                          <a:ea typeface="宋体" panose="02010600030101010101" pitchFamily="2" charset="-122"/>
                        </a:rPr>
                        <a:t>a[33]</a:t>
                      </a:r>
                      <a:endParaRPr kumimoji="0" lang="en-US" altLang="zh-CN" sz="1600" b="0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>
                          <a:outerShdw blurRad="38100" dist="38100" dir="2700000" algn="tl">
                            <a:srgbClr val="000000"/>
                          </a:outerShdw>
                        </a:effectLst>
                        <a:latin typeface="Tahoma" panose="020B0604030504040204" pitchFamily="34" charset="0"/>
                        <a:ea typeface="宋体" panose="02010600030101010101" pitchFamily="2" charset="-122"/>
                      </a:endParaRPr>
                    </a:p>
                  </a:txBody>
                  <a:tcPr marL="91426" marR="91426" horzOverflow="overflow">
                    <a:lnL>
                      <a:noFill/>
                    </a:lnL>
                    <a:lnR>
                      <a:noFill/>
                    </a:lnR>
                    <a:lnT cap="flat">
                      <a:noFill/>
                    </a:lnT>
                    <a:lnB cap="flat">
                      <a:noFill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buSzPct val="80000"/>
                        <a:buFont typeface="Wingdings" panose="05000000000000000000" pitchFamily="2" charset="2"/>
                        <a:buNone/>
                      </a:pPr>
                      <a:r>
                        <a:rPr kumimoji="0" lang="en-US" altLang="zh-CN" sz="16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/>
                            </a:outerShdw>
                          </a:effectLst>
                          <a:latin typeface="Tahoma" panose="020B0604030504040204" pitchFamily="34" charset="0"/>
                          <a:ea typeface="宋体" panose="02010600030101010101" pitchFamily="2" charset="-122"/>
                        </a:rPr>
                        <a:t>a[34]</a:t>
                      </a:r>
                      <a:endParaRPr kumimoji="0" lang="en-US" altLang="zh-CN" sz="1600" b="0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>
                          <a:outerShdw blurRad="38100" dist="38100" dir="2700000" algn="tl">
                            <a:srgbClr val="000000"/>
                          </a:outerShdw>
                        </a:effectLst>
                        <a:latin typeface="Tahoma" panose="020B0604030504040204" pitchFamily="34" charset="0"/>
                        <a:ea typeface="宋体" panose="02010600030101010101" pitchFamily="2" charset="-122"/>
                      </a:endParaRPr>
                    </a:p>
                  </a:txBody>
                  <a:tcPr marL="91426" marR="91426" horzOverflow="overflow">
                    <a:lnL>
                      <a:noFill/>
                    </a:lnL>
                    <a:lnR cap="flat">
                      <a:noFill/>
                    </a:lnR>
                    <a:lnT cap="flat">
                      <a:noFill/>
                    </a:lnT>
                    <a:lnB cap="flat">
                      <a:noFill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</a:tr>
            </a:tbl>
          </a:graphicData>
        </a:graphic>
      </p:graphicFrame>
      <p:sp>
        <p:nvSpPr>
          <p:cNvPr id="26782" name="矩形 7"/>
          <p:cNvSpPr/>
          <p:nvPr/>
        </p:nvSpPr>
        <p:spPr>
          <a:xfrm>
            <a:off x="249238" y="835025"/>
            <a:ext cx="5064125" cy="400050"/>
          </a:xfrm>
          <a:prstGeom prst="rect">
            <a:avLst/>
          </a:prstGeom>
          <a:noFill/>
          <a:ln w="9525">
            <a:noFill/>
          </a:ln>
        </p:spPr>
        <p:txBody>
          <a:bodyPr wrap="none">
            <a:spAutoFit/>
          </a:bodyPr>
          <a:lstStyle>
            <a:lvl1pPr marL="342900" indent="-3429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80000"/>
              <a:buFont typeface="Wingdings" panose="05000000000000000000" pitchFamily="2" charset="2"/>
              <a:buChar char="n"/>
              <a:defRPr sz="3200" b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defRPr>
            </a:lvl1pPr>
            <a:lvl2pPr marL="742950" indent="-28575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Char char="–"/>
              <a:defRPr sz="2800">
                <a:solidFill>
                  <a:schemeClr val="tx1"/>
                </a:solidFill>
                <a:effectLst/>
                <a:latin typeface="+mn-lt"/>
                <a:ea typeface="+mn-ea"/>
              </a:defRPr>
            </a:lvl2pPr>
            <a:lvl3pPr marL="11430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Font typeface="Wingdings" panose="05000000000000000000" pitchFamily="2" charset="2"/>
              <a:buChar char="§"/>
              <a:defRPr sz="2400">
                <a:solidFill>
                  <a:schemeClr val="tx1"/>
                </a:solidFill>
                <a:effectLst/>
                <a:latin typeface="+mn-lt"/>
                <a:ea typeface="+mn-ea"/>
              </a:defRPr>
            </a:lvl3pPr>
            <a:lvl4pPr marL="16002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–"/>
              <a:defRPr sz="2000">
                <a:solidFill>
                  <a:schemeClr val="tx1"/>
                </a:solidFill>
                <a:effectLst/>
                <a:latin typeface="+mn-lt"/>
                <a:ea typeface="+mn-ea"/>
              </a:defRPr>
            </a:lvl4pPr>
            <a:lvl5pPr marL="20574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effectLst/>
                <a:latin typeface="+mn-lt"/>
                <a:ea typeface="+mn-ea"/>
              </a:defRPr>
            </a:lvl5pPr>
          </a:lstStyle>
          <a:p>
            <a:pPr marL="0" lvl="0" indent="0">
              <a:spcBef>
                <a:spcPct val="0"/>
              </a:spcBef>
              <a:buClrTx/>
              <a:buSzTx/>
              <a:buFontTx/>
              <a:buNone/>
            </a:pPr>
            <a:r>
              <a:rPr lang="zh-CN" altLang="en-US" sz="2000" b="1" dirty="0">
                <a:solidFill>
                  <a:srgbClr val="FFFF00"/>
                </a:solidFill>
                <a:ea typeface="黑体" panose="02010609060101010101" pitchFamily="49" charset="-122"/>
              </a:rPr>
              <a:t>删除</a:t>
            </a:r>
            <a:r>
              <a:rPr lang="zh-CN" altLang="en-US" sz="2000" b="1" dirty="0">
                <a:solidFill>
                  <a:schemeClr val="tx1"/>
                </a:solidFill>
                <a:ea typeface="黑体" panose="02010609060101010101" pitchFamily="49" charset="-122"/>
              </a:rPr>
              <a:t>指定元素</a:t>
            </a:r>
            <a:r>
              <a:rPr lang="en-US" altLang="zh-CN" sz="2000" b="1" dirty="0">
                <a:solidFill>
                  <a:schemeClr val="tx1"/>
                </a:solidFill>
                <a:ea typeface="黑体" panose="02010609060101010101" pitchFamily="49" charset="-122"/>
              </a:rPr>
              <a:t>(</a:t>
            </a:r>
            <a:r>
              <a:rPr lang="zh-CN" altLang="en-US" sz="2000" b="1" dirty="0">
                <a:solidFill>
                  <a:schemeClr val="tx1"/>
                </a:solidFill>
                <a:ea typeface="黑体" panose="02010609060101010101" pitchFamily="49" charset="-122"/>
              </a:rPr>
              <a:t>例：删除所有不及格的成绩</a:t>
            </a:r>
            <a:r>
              <a:rPr lang="en-US" altLang="zh-CN" sz="2000" b="1" dirty="0">
                <a:solidFill>
                  <a:schemeClr val="tx1"/>
                </a:solidFill>
                <a:ea typeface="黑体" panose="02010609060101010101" pitchFamily="49" charset="-122"/>
              </a:rPr>
              <a:t>)</a:t>
            </a:r>
            <a:endParaRPr lang="en-US" altLang="zh-CN" sz="2000" b="1" dirty="0">
              <a:solidFill>
                <a:schemeClr val="tx1"/>
              </a:solidFill>
              <a:ea typeface="黑体" panose="02010609060101010101" pitchFamily="49" charset="-122"/>
            </a:endParaRPr>
          </a:p>
        </p:txBody>
      </p:sp>
      <p:sp>
        <p:nvSpPr>
          <p:cNvPr id="34" name="箭头: 上弧形 33"/>
          <p:cNvSpPr/>
          <p:nvPr/>
        </p:nvSpPr>
        <p:spPr bwMode="auto">
          <a:xfrm flipH="1">
            <a:off x="3116263" y="2468563"/>
            <a:ext cx="503238" cy="368300"/>
          </a:xfrm>
          <a:prstGeom prst="curvedDownArrow">
            <a:avLst>
              <a:gd name="adj1" fmla="val 25000"/>
              <a:gd name="adj2" fmla="val 50000"/>
              <a:gd name="adj3" fmla="val 53928"/>
            </a:avLst>
          </a:prstGeom>
          <a:solidFill>
            <a:schemeClr val="tx2">
              <a:lumMod val="75000"/>
            </a:schemeClr>
          </a:solidFill>
          <a:ln w="9525" cap="flat" cmpd="sng" algn="ctr">
            <a:solidFill>
              <a:schemeClr val="tx1"/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 anchor="ctr">
            <a:spAutoFit/>
          </a:bodyPr>
          <a:lstStyle/>
          <a:p>
            <a:pPr marL="0" marR="0" lvl="0" indent="333375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0" lang="zh-CN" altLang="en-US" sz="1800" b="1" i="0" u="none" strike="noStrike" kern="1200" cap="none" spc="0" normalizeH="0" baseline="0" noProof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Tahoma" panose="020B0604030504040204" pitchFamily="34" charset="0"/>
              <a:ea typeface="黑体" panose="02010609060101010101" pitchFamily="49" charset="-122"/>
              <a:cs typeface="+mn-cs"/>
            </a:endParaRPr>
          </a:p>
        </p:txBody>
      </p:sp>
      <p:sp>
        <p:nvSpPr>
          <p:cNvPr id="35" name="箭头: 上弧形 34"/>
          <p:cNvSpPr/>
          <p:nvPr/>
        </p:nvSpPr>
        <p:spPr bwMode="auto">
          <a:xfrm flipH="1">
            <a:off x="3719513" y="2468563"/>
            <a:ext cx="504825" cy="368300"/>
          </a:xfrm>
          <a:prstGeom prst="curvedDownArrow">
            <a:avLst>
              <a:gd name="adj1" fmla="val 25000"/>
              <a:gd name="adj2" fmla="val 50000"/>
              <a:gd name="adj3" fmla="val 53928"/>
            </a:avLst>
          </a:prstGeom>
          <a:solidFill>
            <a:schemeClr val="tx2">
              <a:lumMod val="75000"/>
            </a:schemeClr>
          </a:solidFill>
          <a:ln w="9525" cap="flat" cmpd="sng" algn="ctr">
            <a:solidFill>
              <a:schemeClr val="tx1"/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 anchor="ctr">
            <a:spAutoFit/>
          </a:bodyPr>
          <a:lstStyle/>
          <a:p>
            <a:pPr marL="0" marR="0" lvl="0" indent="333375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0" lang="zh-CN" altLang="en-US" sz="1800" b="1" i="0" u="none" strike="noStrike" kern="1200" cap="none" spc="0" normalizeH="0" baseline="0" noProof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Tahoma" panose="020B0604030504040204" pitchFamily="34" charset="0"/>
              <a:ea typeface="黑体" panose="02010609060101010101" pitchFamily="49" charset="-122"/>
              <a:cs typeface="+mn-cs"/>
            </a:endParaRPr>
          </a:p>
        </p:txBody>
      </p:sp>
      <p:sp>
        <p:nvSpPr>
          <p:cNvPr id="39" name="箭头: 上弧形 38"/>
          <p:cNvSpPr/>
          <p:nvPr/>
        </p:nvSpPr>
        <p:spPr bwMode="auto">
          <a:xfrm flipH="1">
            <a:off x="4267200" y="2468563"/>
            <a:ext cx="503238" cy="368300"/>
          </a:xfrm>
          <a:prstGeom prst="curvedDownArrow">
            <a:avLst>
              <a:gd name="adj1" fmla="val 25000"/>
              <a:gd name="adj2" fmla="val 50000"/>
              <a:gd name="adj3" fmla="val 53928"/>
            </a:avLst>
          </a:prstGeom>
          <a:solidFill>
            <a:schemeClr val="tx2">
              <a:lumMod val="75000"/>
            </a:schemeClr>
          </a:solidFill>
          <a:ln w="9525" cap="flat" cmpd="sng" algn="ctr">
            <a:solidFill>
              <a:schemeClr val="tx1"/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 anchor="ctr">
            <a:spAutoFit/>
          </a:bodyPr>
          <a:lstStyle/>
          <a:p>
            <a:pPr marL="0" marR="0" lvl="0" indent="333375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0" lang="zh-CN" altLang="en-US" sz="1800" b="1" i="0" u="none" strike="noStrike" kern="1200" cap="none" spc="0" normalizeH="0" baseline="0" noProof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Tahoma" panose="020B0604030504040204" pitchFamily="34" charset="0"/>
              <a:ea typeface="黑体" panose="02010609060101010101" pitchFamily="49" charset="-122"/>
              <a:cs typeface="+mn-cs"/>
            </a:endParaRPr>
          </a:p>
        </p:txBody>
      </p:sp>
      <p:sp>
        <p:nvSpPr>
          <p:cNvPr id="40" name="箭头: 上弧形 39"/>
          <p:cNvSpPr/>
          <p:nvPr/>
        </p:nvSpPr>
        <p:spPr bwMode="auto">
          <a:xfrm flipH="1">
            <a:off x="4903788" y="2433638"/>
            <a:ext cx="503238" cy="368300"/>
          </a:xfrm>
          <a:prstGeom prst="curvedDownArrow">
            <a:avLst>
              <a:gd name="adj1" fmla="val 25000"/>
              <a:gd name="adj2" fmla="val 50000"/>
              <a:gd name="adj3" fmla="val 53928"/>
            </a:avLst>
          </a:prstGeom>
          <a:solidFill>
            <a:schemeClr val="tx2">
              <a:lumMod val="75000"/>
            </a:schemeClr>
          </a:solidFill>
          <a:ln w="9525" cap="flat" cmpd="sng" algn="ctr">
            <a:solidFill>
              <a:schemeClr val="tx1"/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 anchor="ctr">
            <a:spAutoFit/>
          </a:bodyPr>
          <a:lstStyle/>
          <a:p>
            <a:pPr marL="0" marR="0" lvl="0" indent="333375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0" lang="zh-CN" altLang="en-US" sz="1800" b="1" i="0" u="none" strike="noStrike" kern="1200" cap="none" spc="0" normalizeH="0" baseline="0" noProof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Tahoma" panose="020B0604030504040204" pitchFamily="34" charset="0"/>
              <a:ea typeface="黑体" panose="02010609060101010101" pitchFamily="49" charset="-122"/>
              <a:cs typeface="+mn-cs"/>
            </a:endParaRPr>
          </a:p>
        </p:txBody>
      </p:sp>
      <p:sp>
        <p:nvSpPr>
          <p:cNvPr id="41" name="箭头: 上弧形 40"/>
          <p:cNvSpPr/>
          <p:nvPr/>
        </p:nvSpPr>
        <p:spPr bwMode="auto">
          <a:xfrm flipH="1">
            <a:off x="5489575" y="2447925"/>
            <a:ext cx="504825" cy="368300"/>
          </a:xfrm>
          <a:prstGeom prst="curvedDownArrow">
            <a:avLst>
              <a:gd name="adj1" fmla="val 25000"/>
              <a:gd name="adj2" fmla="val 50000"/>
              <a:gd name="adj3" fmla="val 53928"/>
            </a:avLst>
          </a:prstGeom>
          <a:solidFill>
            <a:schemeClr val="tx2">
              <a:lumMod val="75000"/>
            </a:schemeClr>
          </a:solidFill>
          <a:ln w="9525" cap="flat" cmpd="sng" algn="ctr">
            <a:solidFill>
              <a:schemeClr val="tx1"/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 anchor="ctr">
            <a:spAutoFit/>
          </a:bodyPr>
          <a:lstStyle/>
          <a:p>
            <a:pPr marL="0" marR="0" lvl="0" indent="333375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0" lang="zh-CN" altLang="en-US" sz="1800" b="1" i="0" u="none" strike="noStrike" kern="1200" cap="none" spc="0" normalizeH="0" baseline="0" noProof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Tahoma" panose="020B0604030504040204" pitchFamily="34" charset="0"/>
              <a:ea typeface="黑体" panose="02010609060101010101" pitchFamily="49" charset="-122"/>
              <a:cs typeface="+mn-cs"/>
            </a:endParaRPr>
          </a:p>
        </p:txBody>
      </p:sp>
      <p:sp>
        <p:nvSpPr>
          <p:cNvPr id="42" name="箭头: 上弧形 41"/>
          <p:cNvSpPr/>
          <p:nvPr/>
        </p:nvSpPr>
        <p:spPr bwMode="auto">
          <a:xfrm flipH="1">
            <a:off x="6088063" y="2447925"/>
            <a:ext cx="503238" cy="368300"/>
          </a:xfrm>
          <a:prstGeom prst="curvedDownArrow">
            <a:avLst>
              <a:gd name="adj1" fmla="val 25000"/>
              <a:gd name="adj2" fmla="val 50000"/>
              <a:gd name="adj3" fmla="val 53928"/>
            </a:avLst>
          </a:prstGeom>
          <a:solidFill>
            <a:schemeClr val="tx2">
              <a:lumMod val="75000"/>
            </a:schemeClr>
          </a:solidFill>
          <a:ln w="9525" cap="flat" cmpd="sng" algn="ctr">
            <a:solidFill>
              <a:schemeClr val="tx1"/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 anchor="ctr">
            <a:spAutoFit/>
          </a:bodyPr>
          <a:lstStyle/>
          <a:p>
            <a:pPr marL="0" marR="0" lvl="0" indent="333375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0" lang="zh-CN" altLang="en-US" sz="1800" b="1" i="0" u="none" strike="noStrike" kern="1200" cap="none" spc="0" normalizeH="0" baseline="0" noProof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Tahoma" panose="020B0604030504040204" pitchFamily="34" charset="0"/>
              <a:ea typeface="黑体" panose="02010609060101010101" pitchFamily="49" charset="-122"/>
              <a:cs typeface="+mn-cs"/>
            </a:endParaRPr>
          </a:p>
        </p:txBody>
      </p:sp>
      <p:sp>
        <p:nvSpPr>
          <p:cNvPr id="46" name="箭头: 上弧形 45"/>
          <p:cNvSpPr/>
          <p:nvPr/>
        </p:nvSpPr>
        <p:spPr bwMode="auto">
          <a:xfrm flipH="1">
            <a:off x="6684963" y="2447925"/>
            <a:ext cx="504825" cy="368300"/>
          </a:xfrm>
          <a:prstGeom prst="curvedDownArrow">
            <a:avLst>
              <a:gd name="adj1" fmla="val 25000"/>
              <a:gd name="adj2" fmla="val 50000"/>
              <a:gd name="adj3" fmla="val 53928"/>
            </a:avLst>
          </a:prstGeom>
          <a:solidFill>
            <a:schemeClr val="tx2">
              <a:lumMod val="75000"/>
            </a:schemeClr>
          </a:solidFill>
          <a:ln w="9525" cap="flat" cmpd="sng" algn="ctr">
            <a:solidFill>
              <a:schemeClr val="tx1"/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 anchor="ctr">
            <a:spAutoFit/>
          </a:bodyPr>
          <a:lstStyle/>
          <a:p>
            <a:pPr marL="0" marR="0" lvl="0" indent="333375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0" lang="zh-CN" altLang="en-US" sz="1800" b="1" i="0" u="none" strike="noStrike" kern="1200" cap="none" spc="0" normalizeH="0" baseline="0" noProof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Tahoma" panose="020B0604030504040204" pitchFamily="34" charset="0"/>
              <a:ea typeface="黑体" panose="02010609060101010101" pitchFamily="49" charset="-122"/>
              <a:cs typeface="+mn-cs"/>
            </a:endParaRPr>
          </a:p>
        </p:txBody>
      </p:sp>
      <p:sp>
        <p:nvSpPr>
          <p:cNvPr id="47" name="箭头: 上弧形 46"/>
          <p:cNvSpPr/>
          <p:nvPr/>
        </p:nvSpPr>
        <p:spPr bwMode="auto">
          <a:xfrm flipH="1">
            <a:off x="7278688" y="2438400"/>
            <a:ext cx="503238" cy="368300"/>
          </a:xfrm>
          <a:prstGeom prst="curvedDownArrow">
            <a:avLst>
              <a:gd name="adj1" fmla="val 25000"/>
              <a:gd name="adj2" fmla="val 50000"/>
              <a:gd name="adj3" fmla="val 53928"/>
            </a:avLst>
          </a:prstGeom>
          <a:solidFill>
            <a:schemeClr val="tx2">
              <a:lumMod val="75000"/>
            </a:schemeClr>
          </a:solidFill>
          <a:ln w="9525" cap="flat" cmpd="sng" algn="ctr">
            <a:solidFill>
              <a:schemeClr val="tx1"/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 anchor="ctr">
            <a:spAutoFit/>
          </a:bodyPr>
          <a:lstStyle/>
          <a:p>
            <a:pPr marL="0" marR="0" lvl="0" indent="333375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0" lang="zh-CN" altLang="en-US" sz="1800" b="1" i="0" u="none" strike="noStrike" kern="1200" cap="none" spc="0" normalizeH="0" baseline="0" noProof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Tahoma" panose="020B0604030504040204" pitchFamily="34" charset="0"/>
              <a:ea typeface="黑体" panose="02010609060101010101" pitchFamily="49" charset="-122"/>
              <a:cs typeface="+mn-cs"/>
            </a:endParaRPr>
          </a:p>
        </p:txBody>
      </p:sp>
      <p:sp>
        <p:nvSpPr>
          <p:cNvPr id="48" name="箭头: 上弧形 47"/>
          <p:cNvSpPr/>
          <p:nvPr/>
        </p:nvSpPr>
        <p:spPr bwMode="auto">
          <a:xfrm flipH="1">
            <a:off x="5564188" y="3752850"/>
            <a:ext cx="503238" cy="368300"/>
          </a:xfrm>
          <a:prstGeom prst="curvedDownArrow">
            <a:avLst>
              <a:gd name="adj1" fmla="val 25000"/>
              <a:gd name="adj2" fmla="val 50000"/>
              <a:gd name="adj3" fmla="val 53928"/>
            </a:avLst>
          </a:prstGeom>
          <a:solidFill>
            <a:schemeClr val="tx2">
              <a:lumMod val="75000"/>
            </a:schemeClr>
          </a:solidFill>
          <a:ln w="9525" cap="flat" cmpd="sng" algn="ctr">
            <a:solidFill>
              <a:schemeClr val="tx1"/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 anchor="ctr">
            <a:spAutoFit/>
          </a:bodyPr>
          <a:lstStyle/>
          <a:p>
            <a:pPr marL="0" marR="0" lvl="0" indent="333375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0" lang="zh-CN" altLang="en-US" sz="1800" b="1" i="0" u="none" strike="noStrike" kern="1200" cap="none" spc="0" normalizeH="0" baseline="0" noProof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Tahoma" panose="020B0604030504040204" pitchFamily="34" charset="0"/>
              <a:ea typeface="黑体" panose="02010609060101010101" pitchFamily="49" charset="-122"/>
              <a:cs typeface="+mn-cs"/>
            </a:endParaRPr>
          </a:p>
        </p:txBody>
      </p:sp>
      <p:sp>
        <p:nvSpPr>
          <p:cNvPr id="49" name="箭头: 上弧形 48"/>
          <p:cNvSpPr/>
          <p:nvPr/>
        </p:nvSpPr>
        <p:spPr bwMode="auto">
          <a:xfrm flipH="1">
            <a:off x="6161088" y="3752850"/>
            <a:ext cx="504825" cy="368300"/>
          </a:xfrm>
          <a:prstGeom prst="curvedDownArrow">
            <a:avLst>
              <a:gd name="adj1" fmla="val 25000"/>
              <a:gd name="adj2" fmla="val 50000"/>
              <a:gd name="adj3" fmla="val 53928"/>
            </a:avLst>
          </a:prstGeom>
          <a:solidFill>
            <a:schemeClr val="tx2">
              <a:lumMod val="75000"/>
            </a:schemeClr>
          </a:solidFill>
          <a:ln w="9525" cap="flat" cmpd="sng" algn="ctr">
            <a:solidFill>
              <a:schemeClr val="tx1"/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 anchor="ctr">
            <a:spAutoFit/>
          </a:bodyPr>
          <a:lstStyle/>
          <a:p>
            <a:pPr marL="0" marR="0" lvl="0" indent="333375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0" lang="zh-CN" altLang="en-US" sz="1800" b="1" i="0" u="none" strike="noStrike" kern="1200" cap="none" spc="0" normalizeH="0" baseline="0" noProof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Tahoma" panose="020B0604030504040204" pitchFamily="34" charset="0"/>
              <a:ea typeface="黑体" panose="02010609060101010101" pitchFamily="49" charset="-122"/>
              <a:cs typeface="+mn-cs"/>
            </a:endParaRPr>
          </a:p>
        </p:txBody>
      </p:sp>
      <p:sp>
        <p:nvSpPr>
          <p:cNvPr id="50" name="箭头: 上弧形 49"/>
          <p:cNvSpPr/>
          <p:nvPr/>
        </p:nvSpPr>
        <p:spPr bwMode="auto">
          <a:xfrm flipH="1">
            <a:off x="6759575" y="3752850"/>
            <a:ext cx="503238" cy="368300"/>
          </a:xfrm>
          <a:prstGeom prst="curvedDownArrow">
            <a:avLst>
              <a:gd name="adj1" fmla="val 25000"/>
              <a:gd name="adj2" fmla="val 50000"/>
              <a:gd name="adj3" fmla="val 53928"/>
            </a:avLst>
          </a:prstGeom>
          <a:solidFill>
            <a:schemeClr val="tx2">
              <a:lumMod val="75000"/>
            </a:schemeClr>
          </a:solidFill>
          <a:ln w="9525" cap="flat" cmpd="sng" algn="ctr">
            <a:solidFill>
              <a:schemeClr val="tx1"/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 anchor="ctr">
            <a:spAutoFit/>
          </a:bodyPr>
          <a:lstStyle/>
          <a:p>
            <a:pPr marL="0" marR="0" lvl="0" indent="333375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0" lang="zh-CN" altLang="en-US" sz="1800" b="1" i="0" u="none" strike="noStrike" kern="1200" cap="none" spc="0" normalizeH="0" baseline="0" noProof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Tahoma" panose="020B0604030504040204" pitchFamily="34" charset="0"/>
              <a:ea typeface="黑体" panose="02010609060101010101" pitchFamily="49" charset="-122"/>
              <a:cs typeface="+mn-cs"/>
            </a:endParaRPr>
          </a:p>
        </p:txBody>
      </p:sp>
      <p:cxnSp>
        <p:nvCxnSpPr>
          <p:cNvPr id="3" name="直接连接符 2"/>
          <p:cNvCxnSpPr/>
          <p:nvPr/>
        </p:nvCxnSpPr>
        <p:spPr bwMode="auto">
          <a:xfrm>
            <a:off x="7531100" y="2509838"/>
            <a:ext cx="0" cy="1206500"/>
          </a:xfrm>
          <a:prstGeom prst="line">
            <a:avLst/>
          </a:prstGeom>
          <a:noFill/>
          <a:ln w="44450" cap="flat" cmpd="sng" algn="ctr">
            <a:solidFill>
              <a:schemeClr val="accent6">
                <a:lumMod val="60000"/>
                <a:lumOff val="40000"/>
              </a:schemeClr>
            </a:solidFill>
            <a:prstDash val="sysDash"/>
            <a:round/>
            <a:headEnd type="none" w="med" len="med"/>
            <a:tailEnd type="none" w="med" len="med"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cxnSp>
      <p:cxnSp>
        <p:nvCxnSpPr>
          <p:cNvPr id="51" name="直接连接符 50"/>
          <p:cNvCxnSpPr/>
          <p:nvPr/>
        </p:nvCxnSpPr>
        <p:spPr>
          <a:xfrm>
            <a:off x="7002463" y="3716338"/>
            <a:ext cx="0" cy="1206500"/>
          </a:xfrm>
          <a:prstGeom prst="line">
            <a:avLst/>
          </a:prstGeom>
          <a:ln w="53975" cap="flat" cmpd="sng">
            <a:solidFill>
              <a:schemeClr val="accent6">
                <a:lumMod val="60000"/>
                <a:lumOff val="40000"/>
              </a:schemeClr>
            </a:solidFill>
            <a:prstDash val="sysDash"/>
            <a:headEnd type="none" w="med" len="med"/>
            <a:tailEnd type="none" w="med" len="med"/>
          </a:ln>
        </p:spPr>
      </p:cxnSp>
      <p:cxnSp>
        <p:nvCxnSpPr>
          <p:cNvPr id="52" name="直接连接符 51"/>
          <p:cNvCxnSpPr/>
          <p:nvPr/>
        </p:nvCxnSpPr>
        <p:spPr>
          <a:xfrm>
            <a:off x="6992938" y="4868863"/>
            <a:ext cx="0" cy="1206500"/>
          </a:xfrm>
          <a:prstGeom prst="line">
            <a:avLst/>
          </a:prstGeom>
          <a:ln w="53975" cap="flat" cmpd="sng">
            <a:solidFill>
              <a:schemeClr val="accent6">
                <a:lumMod val="60000"/>
                <a:lumOff val="40000"/>
              </a:schemeClr>
            </a:solidFill>
            <a:prstDash val="sysDash"/>
            <a:headEnd type="none" w="med" len="med"/>
            <a:tailEnd type="none" w="med" len="med"/>
          </a:ln>
        </p:spPr>
      </p:cxnSp>
      <p:cxnSp>
        <p:nvCxnSpPr>
          <p:cNvPr id="53" name="直接连接符 52"/>
          <p:cNvCxnSpPr/>
          <p:nvPr/>
        </p:nvCxnSpPr>
        <p:spPr bwMode="auto">
          <a:xfrm>
            <a:off x="7532688" y="3736975"/>
            <a:ext cx="0" cy="1206500"/>
          </a:xfrm>
          <a:prstGeom prst="line">
            <a:avLst/>
          </a:prstGeom>
          <a:noFill/>
          <a:ln w="44450" cap="flat" cmpd="sng" algn="ctr">
            <a:solidFill>
              <a:schemeClr val="accent6">
                <a:lumMod val="60000"/>
                <a:lumOff val="40000"/>
              </a:schemeClr>
            </a:solidFill>
            <a:prstDash val="sysDash"/>
            <a:round/>
            <a:headEnd type="none" w="med" len="med"/>
            <a:tailEnd type="none" w="med" len="med"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cxnSp>
      <p:cxnSp>
        <p:nvCxnSpPr>
          <p:cNvPr id="6" name="直接箭头连接符 5"/>
          <p:cNvCxnSpPr/>
          <p:nvPr/>
        </p:nvCxnSpPr>
        <p:spPr>
          <a:xfrm flipV="1">
            <a:off x="3000375" y="3321050"/>
            <a:ext cx="0" cy="612775"/>
          </a:xfrm>
          <a:prstGeom prst="straightConnector1">
            <a:avLst/>
          </a:prstGeom>
          <a:ln w="41275" cap="flat" cmpd="sng">
            <a:solidFill>
              <a:srgbClr val="FF0000"/>
            </a:solidFill>
            <a:prstDash val="solid"/>
            <a:headEnd type="none" w="med" len="med"/>
            <a:tailEnd type="triangle" w="med" len="med"/>
          </a:ln>
        </p:spPr>
      </p:cxnSp>
      <p:cxnSp>
        <p:nvCxnSpPr>
          <p:cNvPr id="54" name="直接箭头连接符 53"/>
          <p:cNvCxnSpPr/>
          <p:nvPr/>
        </p:nvCxnSpPr>
        <p:spPr>
          <a:xfrm flipV="1">
            <a:off x="5407025" y="4616450"/>
            <a:ext cx="0" cy="611188"/>
          </a:xfrm>
          <a:prstGeom prst="straightConnector1">
            <a:avLst/>
          </a:prstGeom>
          <a:ln w="41275" cap="flat" cmpd="sng">
            <a:solidFill>
              <a:srgbClr val="FF0000"/>
            </a:solidFill>
            <a:prstDash val="solid"/>
            <a:headEnd type="none" w="med" len="med"/>
            <a:tailEnd type="triangle" w="med" len="med"/>
          </a:ln>
        </p:spPr>
      </p:cxnSp>
      <p:sp>
        <p:nvSpPr>
          <p:cNvPr id="10" name="文本框 9"/>
          <p:cNvSpPr txBox="1"/>
          <p:nvPr/>
        </p:nvSpPr>
        <p:spPr>
          <a:xfrm>
            <a:off x="8259763" y="5899150"/>
            <a:ext cx="3922713" cy="923925"/>
          </a:xfrm>
          <a:prstGeom prst="rect">
            <a:avLst/>
          </a:prstGeom>
          <a:solidFill>
            <a:schemeClr val="tx2">
              <a:lumMod val="75000"/>
            </a:schemeClr>
          </a:solidFill>
        </p:spPr>
        <p:txBody>
          <a:bodyPr>
            <a:spAutoFit/>
          </a:bodyPr>
          <a:lstStyle/>
          <a:p>
            <a:pPr marR="0" defTabSz="914400">
              <a:buClrTx/>
              <a:buSzTx/>
              <a:buFontTx/>
              <a:buNone/>
              <a:defRPr/>
            </a:pPr>
            <a:r>
              <a:rPr kumimoji="0" lang="en-US" altLang="zh-CN" kern="1200" cap="none" spc="0" normalizeH="0" baseline="0" noProof="0" dirty="0">
                <a:solidFill>
                  <a:srgbClr val="FF0000"/>
                </a:solidFill>
                <a:latin typeface="Tahoma" panose="020B0604030504040204" pitchFamily="34" charset="0"/>
                <a:ea typeface="宋体" panose="02010600030101010101" pitchFamily="2" charset="-122"/>
                <a:cs typeface="+mn-cs"/>
              </a:rPr>
              <a:t>【</a:t>
            </a:r>
            <a:r>
              <a:rPr kumimoji="0" lang="zh-CN" altLang="en-US" kern="1200" cap="none" spc="0" normalizeH="0" baseline="0" noProof="0" dirty="0">
                <a:solidFill>
                  <a:srgbClr val="FF0000"/>
                </a:solidFill>
                <a:latin typeface="Tahoma" panose="020B0604030504040204" pitchFamily="34" charset="0"/>
                <a:ea typeface="宋体" panose="02010600030101010101" pitchFamily="2" charset="-122"/>
                <a:cs typeface="+mn-cs"/>
              </a:rPr>
              <a:t>思考</a:t>
            </a:r>
            <a:r>
              <a:rPr kumimoji="0" lang="en-US" altLang="zh-CN" kern="1200" cap="none" spc="0" normalizeH="0" baseline="0" noProof="0" dirty="0">
                <a:solidFill>
                  <a:srgbClr val="FF0000"/>
                </a:solidFill>
                <a:latin typeface="Tahoma" panose="020B0604030504040204" pitchFamily="34" charset="0"/>
                <a:ea typeface="宋体" panose="02010600030101010101" pitchFamily="2" charset="-122"/>
                <a:cs typeface="+mn-cs"/>
              </a:rPr>
              <a:t>】【</a:t>
            </a:r>
            <a:r>
              <a:rPr kumimoji="0" lang="zh-CN" altLang="en-US" kern="1200" cap="none" spc="0" normalizeH="0" baseline="0" noProof="0" dirty="0">
                <a:solidFill>
                  <a:srgbClr val="FF0000"/>
                </a:solidFill>
                <a:latin typeface="Tahoma" panose="020B0604030504040204" pitchFamily="34" charset="0"/>
                <a:ea typeface="宋体" panose="02010600030101010101" pitchFamily="2" charset="-122"/>
                <a:cs typeface="+mn-cs"/>
              </a:rPr>
              <a:t>课后实践</a:t>
            </a:r>
            <a:r>
              <a:rPr kumimoji="0" lang="en-US" altLang="zh-CN" kern="1200" cap="none" spc="0" normalizeH="0" baseline="0" noProof="0" dirty="0">
                <a:solidFill>
                  <a:srgbClr val="FF0000"/>
                </a:solidFill>
                <a:latin typeface="Tahoma" panose="020B0604030504040204" pitchFamily="34" charset="0"/>
                <a:ea typeface="宋体" panose="02010600030101010101" pitchFamily="2" charset="-122"/>
                <a:cs typeface="+mn-cs"/>
              </a:rPr>
              <a:t>】</a:t>
            </a:r>
            <a:endParaRPr kumimoji="0" lang="en-US" altLang="zh-CN" kern="1200" cap="none" spc="0" normalizeH="0" baseline="0" noProof="0" dirty="0">
              <a:solidFill>
                <a:srgbClr val="FF0000"/>
              </a:solidFill>
              <a:latin typeface="Tahoma" panose="020B0604030504040204" pitchFamily="34" charset="0"/>
              <a:ea typeface="宋体" panose="02010600030101010101" pitchFamily="2" charset="-122"/>
              <a:cs typeface="+mn-cs"/>
            </a:endParaRPr>
          </a:p>
          <a:p>
            <a:pPr marR="0" defTabSz="914400">
              <a:buClrTx/>
              <a:buSzTx/>
              <a:buFontTx/>
              <a:buNone/>
              <a:defRPr/>
            </a:pPr>
            <a:r>
              <a:rPr kumimoji="0" lang="en-US" altLang="zh-CN" kern="1200" cap="none" spc="0" normalizeH="0" baseline="0" noProof="0" dirty="0">
                <a:solidFill>
                  <a:srgbClr val="FF0000"/>
                </a:solidFill>
                <a:latin typeface="Tahoma" panose="020B0604030504040204" pitchFamily="34" charset="0"/>
                <a:ea typeface="宋体" panose="02010600030101010101" pitchFamily="2" charset="-122"/>
                <a:cs typeface="+mn-cs"/>
              </a:rPr>
              <a:t>1.</a:t>
            </a:r>
            <a:r>
              <a:rPr kumimoji="0" lang="zh-CN" altLang="en-US" kern="1200" cap="none" spc="0" normalizeH="0" baseline="0" noProof="0" dirty="0">
                <a:solidFill>
                  <a:srgbClr val="FF0000"/>
                </a:solidFill>
                <a:latin typeface="Tahoma" panose="020B0604030504040204" pitchFamily="34" charset="0"/>
                <a:ea typeface="宋体" panose="02010600030101010101" pitchFamily="2" charset="-122"/>
                <a:cs typeface="+mn-cs"/>
              </a:rPr>
              <a:t>连续的若干个数都符合删除条件；</a:t>
            </a:r>
            <a:endParaRPr kumimoji="0" lang="en-US" altLang="zh-CN" kern="1200" cap="none" spc="0" normalizeH="0" baseline="0" noProof="0" dirty="0">
              <a:solidFill>
                <a:srgbClr val="FF0000"/>
              </a:solidFill>
              <a:latin typeface="Tahoma" panose="020B0604030504040204" pitchFamily="34" charset="0"/>
              <a:ea typeface="宋体" panose="02010600030101010101" pitchFamily="2" charset="-122"/>
              <a:cs typeface="+mn-cs"/>
            </a:endParaRPr>
          </a:p>
          <a:p>
            <a:pPr marR="0" defTabSz="914400">
              <a:buClrTx/>
              <a:buSzTx/>
              <a:buFontTx/>
              <a:buNone/>
              <a:defRPr/>
            </a:pPr>
            <a:r>
              <a:rPr kumimoji="0" lang="en-US" altLang="zh-CN" kern="1200" cap="none" spc="0" normalizeH="0" baseline="0" noProof="0" dirty="0">
                <a:solidFill>
                  <a:srgbClr val="FF0000"/>
                </a:solidFill>
                <a:latin typeface="Tahoma" panose="020B0604030504040204" pitchFamily="34" charset="0"/>
                <a:ea typeface="宋体" panose="02010600030101010101" pitchFamily="2" charset="-122"/>
                <a:cs typeface="+mn-cs"/>
              </a:rPr>
              <a:t>2.</a:t>
            </a:r>
            <a:r>
              <a:rPr kumimoji="0" lang="zh-CN" altLang="en-US" kern="1200" cap="none" spc="0" normalizeH="0" baseline="0" noProof="0" dirty="0">
                <a:solidFill>
                  <a:srgbClr val="FF0000"/>
                </a:solidFill>
                <a:latin typeface="Tahoma" panose="020B0604030504040204" pitchFamily="34" charset="0"/>
                <a:ea typeface="宋体" panose="02010600030101010101" pitchFamily="2" charset="-122"/>
                <a:cs typeface="+mn-cs"/>
              </a:rPr>
              <a:t>不允许借助辅助数组；</a:t>
            </a:r>
            <a:endParaRPr kumimoji="0" lang="zh-CN" altLang="en-US" kern="1200" cap="none" spc="0" normalizeH="0" baseline="0" noProof="0" dirty="0">
              <a:solidFill>
                <a:srgbClr val="FF0000"/>
              </a:solidFill>
              <a:latin typeface="Tahoma" panose="020B0604030504040204" pitchFamily="34" charset="0"/>
              <a:ea typeface="宋体" panose="02010600030101010101" pitchFamily="2" charset="-122"/>
              <a:cs typeface="+mn-cs"/>
            </a:endParaRPr>
          </a:p>
        </p:txBody>
      </p:sp>
      <p:graphicFrame>
        <p:nvGraphicFramePr>
          <p:cNvPr id="43" name="Group 59"/>
          <p:cNvGraphicFramePr/>
          <p:nvPr/>
        </p:nvGraphicFramePr>
        <p:xfrm>
          <a:off x="1560513" y="6345238"/>
          <a:ext cx="6516689" cy="468313"/>
        </p:xfrm>
        <a:graphic>
          <a:graphicData uri="http://schemas.openxmlformats.org/drawingml/2006/table">
            <a:tbl>
              <a:tblPr/>
              <a:tblGrid>
                <a:gridCol w="592106"/>
                <a:gridCol w="592106"/>
                <a:gridCol w="592106"/>
                <a:gridCol w="593280"/>
                <a:gridCol w="592106"/>
                <a:gridCol w="593281"/>
                <a:gridCol w="592106"/>
                <a:gridCol w="593280"/>
                <a:gridCol w="592106"/>
                <a:gridCol w="592106"/>
                <a:gridCol w="592106"/>
              </a:tblGrid>
              <a:tr h="468312"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buSzPct val="80000"/>
                        <a:buFont typeface="Wingdings" panose="05000000000000000000" pitchFamily="2" charset="2"/>
                        <a:buNone/>
                      </a:pPr>
                      <a:r>
                        <a:rPr kumimoji="0" lang="en-US" altLang="zh-CN" sz="20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hlink"/>
                          </a:solidFill>
                          <a:effectLst>
                            <a:outerShdw blurRad="38100" dist="38100" dir="2700000" algn="tl">
                              <a:srgbClr val="000000"/>
                            </a:outerShdw>
                          </a:effectLst>
                          <a:latin typeface="Tahoma" panose="020B0604030504040204" pitchFamily="34" charset="0"/>
                          <a:ea typeface="宋体" panose="02010600030101010101" pitchFamily="2" charset="-122"/>
                        </a:rPr>
                        <a:t>78</a:t>
                      </a:r>
                      <a:endParaRPr kumimoji="0" lang="en-US" altLang="zh-CN" sz="2000" b="0" i="0" u="none" strike="noStrike" cap="none" normalizeH="0" baseline="0" dirty="0">
                        <a:ln>
                          <a:noFill/>
                        </a:ln>
                        <a:solidFill>
                          <a:schemeClr val="hlink"/>
                        </a:solidFill>
                        <a:effectLst>
                          <a:outerShdw blurRad="38100" dist="38100" dir="2700000" algn="tl">
                            <a:srgbClr val="000000"/>
                          </a:outerShdw>
                        </a:effectLst>
                        <a:latin typeface="Tahoma" panose="020B0604030504040204" pitchFamily="34" charset="0"/>
                        <a:ea typeface="宋体" panose="02010600030101010101" pitchFamily="2" charset="-122"/>
                      </a:endParaRPr>
                    </a:p>
                  </a:txBody>
                  <a:tcPr marL="91425" marR="91425"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buSzPct val="80000"/>
                        <a:buFont typeface="Wingdings" panose="05000000000000000000" pitchFamily="2" charset="2"/>
                        <a:buNone/>
                      </a:pPr>
                      <a:r>
                        <a:rPr kumimoji="0" lang="en-US" altLang="zh-CN" sz="20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hlink"/>
                          </a:solidFill>
                          <a:effectLst>
                            <a:outerShdw blurRad="38100" dist="38100" dir="2700000" algn="tl">
                              <a:srgbClr val="000000"/>
                            </a:outerShdw>
                          </a:effectLst>
                          <a:latin typeface="Tahoma" panose="020B0604030504040204" pitchFamily="34" charset="0"/>
                          <a:ea typeface="宋体" panose="02010600030101010101" pitchFamily="2" charset="-122"/>
                        </a:rPr>
                        <a:t>60</a:t>
                      </a:r>
                      <a:endParaRPr kumimoji="0" lang="en-US" altLang="zh-CN" sz="2000" b="0" i="0" u="none" strike="noStrike" cap="none" normalizeH="0" baseline="0" dirty="0">
                        <a:ln>
                          <a:noFill/>
                        </a:ln>
                        <a:solidFill>
                          <a:schemeClr val="hlink"/>
                        </a:solidFill>
                        <a:effectLst>
                          <a:outerShdw blurRad="38100" dist="38100" dir="2700000" algn="tl">
                            <a:srgbClr val="000000"/>
                          </a:outerShdw>
                        </a:effectLst>
                        <a:latin typeface="Tahoma" panose="020B0604030504040204" pitchFamily="34" charset="0"/>
                        <a:ea typeface="宋体" panose="02010600030101010101" pitchFamily="2" charset="-122"/>
                      </a:endParaRPr>
                    </a:p>
                  </a:txBody>
                  <a:tcPr marL="91425" marR="91425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buSzPct val="80000"/>
                        <a:buFont typeface="Wingdings" panose="05000000000000000000" pitchFamily="2" charset="2"/>
                        <a:buNone/>
                      </a:pPr>
                      <a:r>
                        <a:rPr kumimoji="0" lang="en-US" altLang="zh-CN" sz="20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accent6">
                              <a:lumMod val="20000"/>
                              <a:lumOff val="80000"/>
                            </a:schemeClr>
                          </a:solidFill>
                          <a:effectLst>
                            <a:outerShdw blurRad="38100" dist="38100" dir="2700000" algn="tl">
                              <a:srgbClr val="000000"/>
                            </a:outerShdw>
                          </a:effectLst>
                          <a:latin typeface="Tahoma" panose="020B0604030504040204" pitchFamily="34" charset="0"/>
                          <a:ea typeface="宋体" panose="02010600030101010101" pitchFamily="2" charset="-122"/>
                        </a:rPr>
                        <a:t>56</a:t>
                      </a:r>
                      <a:endParaRPr kumimoji="0" lang="en-US" altLang="zh-CN" sz="2000" b="0" i="0" u="none" strike="noStrike" cap="none" normalizeH="0" baseline="0" dirty="0">
                        <a:ln>
                          <a:noFill/>
                        </a:ln>
                        <a:solidFill>
                          <a:schemeClr val="accent6">
                            <a:lumMod val="20000"/>
                            <a:lumOff val="80000"/>
                          </a:schemeClr>
                        </a:solidFill>
                        <a:effectLst>
                          <a:outerShdw blurRad="38100" dist="38100" dir="2700000" algn="tl">
                            <a:srgbClr val="000000"/>
                          </a:outerShdw>
                        </a:effectLst>
                        <a:latin typeface="Tahoma" panose="020B0604030504040204" pitchFamily="34" charset="0"/>
                        <a:ea typeface="宋体" panose="02010600030101010101" pitchFamily="2" charset="-122"/>
                      </a:endParaRPr>
                    </a:p>
                  </a:txBody>
                  <a:tcPr marL="91425" marR="91425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buSzPct val="80000"/>
                        <a:buFont typeface="Wingdings" panose="05000000000000000000" pitchFamily="2" charset="2"/>
                        <a:buNone/>
                      </a:pPr>
                      <a:r>
                        <a:rPr kumimoji="0" lang="en-US" altLang="zh-CN" sz="18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accent6">
                              <a:lumMod val="20000"/>
                              <a:lumOff val="80000"/>
                            </a:schemeClr>
                          </a:solidFill>
                          <a:effectLst>
                            <a:outerShdw blurRad="38100" dist="38100" dir="2700000" algn="tl">
                              <a:srgbClr val="000000"/>
                            </a:outerShdw>
                          </a:effectLst>
                          <a:latin typeface="Tahoma" panose="020B0604030504040204" pitchFamily="34" charset="0"/>
                          <a:ea typeface="宋体" panose="02010600030101010101" pitchFamily="2" charset="-122"/>
                        </a:rPr>
                        <a:t>39</a:t>
                      </a:r>
                      <a:endParaRPr kumimoji="0" lang="en-US" altLang="zh-CN" sz="1800" b="0" i="0" u="none" strike="noStrike" cap="none" normalizeH="0" baseline="0" dirty="0">
                        <a:ln>
                          <a:noFill/>
                        </a:ln>
                        <a:solidFill>
                          <a:schemeClr val="accent6">
                            <a:lumMod val="20000"/>
                            <a:lumOff val="80000"/>
                          </a:schemeClr>
                        </a:solidFill>
                        <a:effectLst>
                          <a:outerShdw blurRad="38100" dist="38100" dir="2700000" algn="tl">
                            <a:srgbClr val="000000"/>
                          </a:outerShdw>
                        </a:effectLst>
                        <a:latin typeface="Tahoma" panose="020B0604030504040204" pitchFamily="34" charset="0"/>
                        <a:ea typeface="宋体" panose="02010600030101010101" pitchFamily="2" charset="-122"/>
                      </a:endParaRPr>
                    </a:p>
                  </a:txBody>
                  <a:tcPr marL="91425" marR="91425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buSzPct val="80000"/>
                        <a:buFont typeface="Wingdings" panose="05000000000000000000" pitchFamily="2" charset="2"/>
                        <a:buNone/>
                      </a:pPr>
                      <a:r>
                        <a:rPr kumimoji="0" lang="en-US" altLang="zh-CN" sz="20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accent6">
                              <a:lumMod val="20000"/>
                              <a:lumOff val="80000"/>
                            </a:schemeClr>
                          </a:solidFill>
                          <a:effectLst>
                            <a:outerShdw blurRad="38100" dist="38100" dir="2700000" algn="tl">
                              <a:srgbClr val="000000"/>
                            </a:outerShdw>
                          </a:effectLst>
                          <a:latin typeface="Arial" panose="020B0604020202020204"/>
                          <a:ea typeface="宋体" panose="02010600030101010101" pitchFamily="2" charset="-122"/>
                        </a:rPr>
                        <a:t>45</a:t>
                      </a:r>
                      <a:endParaRPr kumimoji="0" lang="en-US" altLang="zh-CN" sz="2000" b="0" i="0" u="none" strike="noStrike" cap="none" normalizeH="0" baseline="0" dirty="0">
                        <a:ln>
                          <a:noFill/>
                        </a:ln>
                        <a:solidFill>
                          <a:schemeClr val="accent6">
                            <a:lumMod val="20000"/>
                            <a:lumOff val="80000"/>
                          </a:schemeClr>
                        </a:solidFill>
                        <a:effectLst>
                          <a:outerShdw blurRad="38100" dist="38100" dir="2700000" algn="tl">
                            <a:srgbClr val="000000"/>
                          </a:outerShdw>
                        </a:effectLst>
                        <a:latin typeface="Arial" panose="020B0604020202020204"/>
                        <a:ea typeface="宋体" panose="02010600030101010101" pitchFamily="2" charset="-122"/>
                      </a:endParaRPr>
                    </a:p>
                  </a:txBody>
                  <a:tcPr marL="91425" marR="91425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buSzPct val="80000"/>
                        <a:buFont typeface="Wingdings" panose="05000000000000000000" pitchFamily="2" charset="2"/>
                        <a:buNone/>
                      </a:pPr>
                      <a:r>
                        <a:rPr kumimoji="0" lang="en-US" altLang="zh-CN" sz="20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hlink"/>
                          </a:solidFill>
                          <a:effectLst>
                            <a:outerShdw blurRad="38100" dist="38100" dir="2700000" algn="tl">
                              <a:srgbClr val="000000"/>
                            </a:outerShdw>
                          </a:effectLst>
                          <a:latin typeface="Tahoma" panose="020B0604030504040204" pitchFamily="34" charset="0"/>
                          <a:ea typeface="宋体" panose="02010600030101010101" pitchFamily="2" charset="-122"/>
                        </a:rPr>
                        <a:t>98</a:t>
                      </a:r>
                      <a:endParaRPr kumimoji="0" lang="en-US" altLang="zh-CN" sz="2000" b="0" i="0" u="none" strike="noStrike" cap="none" normalizeH="0" baseline="0" dirty="0">
                        <a:ln>
                          <a:noFill/>
                        </a:ln>
                        <a:solidFill>
                          <a:schemeClr val="hlink"/>
                        </a:solidFill>
                        <a:effectLst>
                          <a:outerShdw blurRad="38100" dist="38100" dir="2700000" algn="tl">
                            <a:srgbClr val="000000"/>
                          </a:outerShdw>
                        </a:effectLst>
                        <a:latin typeface="Tahoma" panose="020B0604030504040204" pitchFamily="34" charset="0"/>
                        <a:ea typeface="宋体" panose="02010600030101010101" pitchFamily="2" charset="-122"/>
                      </a:endParaRPr>
                    </a:p>
                  </a:txBody>
                  <a:tcPr marL="91425" marR="91425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buSzPct val="80000"/>
                        <a:buFont typeface="Wingdings" panose="05000000000000000000" pitchFamily="2" charset="2"/>
                        <a:buNone/>
                      </a:pPr>
                      <a:r>
                        <a:rPr kumimoji="0" lang="en-US" altLang="zh-CN" sz="20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hlink"/>
                          </a:solidFill>
                          <a:effectLst>
                            <a:outerShdw blurRad="38100" dist="38100" dir="2700000" algn="tl">
                              <a:srgbClr val="000000"/>
                            </a:outerShdw>
                          </a:effectLst>
                          <a:latin typeface="Arial" panose="020B0604020202020204"/>
                          <a:ea typeface="宋体" panose="02010600030101010101" pitchFamily="2" charset="-122"/>
                        </a:rPr>
                        <a:t>…</a:t>
                      </a:r>
                      <a:endParaRPr kumimoji="0" lang="en-US" altLang="zh-CN" sz="2000" b="0" i="0" u="none" strike="noStrike" cap="none" normalizeH="0" baseline="0" dirty="0">
                        <a:ln>
                          <a:noFill/>
                        </a:ln>
                        <a:solidFill>
                          <a:schemeClr val="hlink"/>
                        </a:solidFill>
                        <a:effectLst>
                          <a:outerShdw blurRad="38100" dist="38100" dir="2700000" algn="tl">
                            <a:srgbClr val="000000"/>
                          </a:outerShdw>
                        </a:effectLst>
                        <a:latin typeface="Tahoma" panose="020B0604030504040204" pitchFamily="34" charset="0"/>
                        <a:ea typeface="宋体" panose="02010600030101010101" pitchFamily="2" charset="-122"/>
                      </a:endParaRPr>
                    </a:p>
                  </a:txBody>
                  <a:tcPr marL="91425" marR="91425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buSzPct val="80000"/>
                        <a:buFont typeface="Wingdings" panose="05000000000000000000" pitchFamily="2" charset="2"/>
                        <a:buNone/>
                      </a:pPr>
                      <a:r>
                        <a:rPr kumimoji="0" lang="en-US" altLang="zh-CN" sz="20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accent6">
                              <a:lumMod val="20000"/>
                              <a:lumOff val="80000"/>
                            </a:schemeClr>
                          </a:solidFill>
                          <a:effectLst>
                            <a:outerShdw blurRad="38100" dist="38100" dir="2700000" algn="tl">
                              <a:srgbClr val="000000"/>
                            </a:outerShdw>
                          </a:effectLst>
                          <a:latin typeface="Tahoma" panose="020B0604030504040204" pitchFamily="34" charset="0"/>
                          <a:ea typeface="宋体" panose="02010600030101010101" pitchFamily="2" charset="-122"/>
                        </a:rPr>
                        <a:t>39</a:t>
                      </a:r>
                      <a:endParaRPr kumimoji="0" lang="en-US" altLang="zh-CN" sz="2000" b="0" i="0" u="none" strike="noStrike" cap="none" normalizeH="0" baseline="0" dirty="0">
                        <a:ln>
                          <a:noFill/>
                        </a:ln>
                        <a:solidFill>
                          <a:schemeClr val="accent6">
                            <a:lumMod val="20000"/>
                            <a:lumOff val="80000"/>
                          </a:schemeClr>
                        </a:solidFill>
                        <a:effectLst>
                          <a:outerShdw blurRad="38100" dist="38100" dir="2700000" algn="tl">
                            <a:srgbClr val="000000"/>
                          </a:outerShdw>
                        </a:effectLst>
                        <a:latin typeface="Tahoma" panose="020B0604030504040204" pitchFamily="34" charset="0"/>
                        <a:ea typeface="宋体" panose="02010600030101010101" pitchFamily="2" charset="-122"/>
                      </a:endParaRPr>
                    </a:p>
                  </a:txBody>
                  <a:tcPr marL="91425" marR="91425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buSzPct val="80000"/>
                        <a:buFont typeface="Wingdings" panose="05000000000000000000" pitchFamily="2" charset="2"/>
                        <a:buNone/>
                      </a:pPr>
                      <a:r>
                        <a:rPr kumimoji="0" lang="en-US" altLang="zh-CN" sz="20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accent6">
                              <a:lumMod val="20000"/>
                              <a:lumOff val="80000"/>
                            </a:schemeClr>
                          </a:solidFill>
                          <a:effectLst>
                            <a:outerShdw blurRad="38100" dist="38100" dir="2700000" algn="tl">
                              <a:srgbClr val="000000"/>
                            </a:outerShdw>
                          </a:effectLst>
                          <a:latin typeface="Tahoma" panose="020B0604030504040204" pitchFamily="34" charset="0"/>
                          <a:ea typeface="宋体" panose="02010600030101010101" pitchFamily="2" charset="-122"/>
                        </a:rPr>
                        <a:t>29</a:t>
                      </a:r>
                      <a:endParaRPr kumimoji="0" lang="en-US" altLang="zh-CN" sz="2000" b="0" i="0" u="none" strike="noStrike" cap="none" normalizeH="0" baseline="0" dirty="0">
                        <a:ln>
                          <a:noFill/>
                        </a:ln>
                        <a:solidFill>
                          <a:schemeClr val="accent6">
                            <a:lumMod val="20000"/>
                            <a:lumOff val="80000"/>
                          </a:schemeClr>
                        </a:solidFill>
                        <a:effectLst>
                          <a:outerShdw blurRad="38100" dist="38100" dir="2700000" algn="tl">
                            <a:srgbClr val="000000"/>
                          </a:outerShdw>
                        </a:effectLst>
                        <a:latin typeface="Tahoma" panose="020B0604030504040204" pitchFamily="34" charset="0"/>
                        <a:ea typeface="宋体" panose="02010600030101010101" pitchFamily="2" charset="-122"/>
                      </a:endParaRPr>
                    </a:p>
                  </a:txBody>
                  <a:tcPr marL="91425" marR="91425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buSzPct val="80000"/>
                        <a:buFont typeface="Wingdings" panose="05000000000000000000" pitchFamily="2" charset="2"/>
                        <a:buNone/>
                      </a:pPr>
                      <a:r>
                        <a:rPr kumimoji="0" lang="en-US" altLang="zh-CN" sz="20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hlink"/>
                          </a:solidFill>
                          <a:effectLst>
                            <a:outerShdw blurRad="38100" dist="38100" dir="2700000" algn="tl">
                              <a:srgbClr val="000000"/>
                            </a:outerShdw>
                          </a:effectLst>
                          <a:latin typeface="Tahoma" panose="020B0604030504040204" pitchFamily="34" charset="0"/>
                          <a:ea typeface="宋体" panose="02010600030101010101" pitchFamily="2" charset="-122"/>
                        </a:rPr>
                        <a:t>88</a:t>
                      </a:r>
                      <a:endParaRPr kumimoji="0" lang="en-US" altLang="zh-CN" sz="2000" b="0" i="0" u="none" strike="noStrike" cap="none" normalizeH="0" baseline="0" dirty="0">
                        <a:ln>
                          <a:noFill/>
                        </a:ln>
                        <a:solidFill>
                          <a:schemeClr val="hlink"/>
                        </a:solidFill>
                        <a:effectLst>
                          <a:outerShdw blurRad="38100" dist="38100" dir="2700000" algn="tl">
                            <a:srgbClr val="000000"/>
                          </a:outerShdw>
                        </a:effectLst>
                        <a:latin typeface="Tahoma" panose="020B0604030504040204" pitchFamily="34" charset="0"/>
                        <a:ea typeface="宋体" panose="02010600030101010101" pitchFamily="2" charset="-122"/>
                      </a:endParaRPr>
                    </a:p>
                  </a:txBody>
                  <a:tcPr marL="91425" marR="91425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buSzPct val="80000"/>
                        <a:buFont typeface="Wingdings" panose="05000000000000000000" pitchFamily="2" charset="2"/>
                        <a:buNone/>
                      </a:pPr>
                      <a:r>
                        <a:rPr kumimoji="0" lang="en-US" altLang="zh-CN" sz="20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hlink"/>
                          </a:solidFill>
                          <a:effectLst>
                            <a:outerShdw blurRad="38100" dist="38100" dir="2700000" algn="tl">
                              <a:srgbClr val="000000"/>
                            </a:outerShdw>
                          </a:effectLst>
                          <a:latin typeface="Tahoma" panose="020B0604030504040204" pitchFamily="34" charset="0"/>
                          <a:ea typeface="宋体" panose="02010600030101010101" pitchFamily="2" charset="-122"/>
                        </a:rPr>
                        <a:t>92</a:t>
                      </a:r>
                      <a:endParaRPr kumimoji="0" lang="en-US" altLang="zh-CN" sz="2000" b="0" i="0" u="none" strike="noStrike" cap="none" normalizeH="0" baseline="0" dirty="0">
                        <a:ln>
                          <a:noFill/>
                        </a:ln>
                        <a:solidFill>
                          <a:schemeClr val="hlink"/>
                        </a:solidFill>
                        <a:effectLst>
                          <a:outerShdw blurRad="38100" dist="38100" dir="2700000" algn="tl">
                            <a:srgbClr val="000000"/>
                          </a:outerShdw>
                        </a:effectLst>
                        <a:latin typeface="Tahoma" panose="020B0604030504040204" pitchFamily="34" charset="0"/>
                        <a:ea typeface="宋体" panose="02010600030101010101" pitchFamily="2" charset="-122"/>
                      </a:endParaRPr>
                    </a:p>
                  </a:txBody>
                  <a:tcPr marL="91425" marR="91425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</a:tr>
            </a:tbl>
          </a:graphicData>
        </a:graphic>
      </p:graphicFrame>
      <p:sp>
        <p:nvSpPr>
          <p:cNvPr id="26827" name="文本框 1"/>
          <p:cNvSpPr txBox="1"/>
          <p:nvPr/>
        </p:nvSpPr>
        <p:spPr>
          <a:xfrm>
            <a:off x="774700" y="5351463"/>
            <a:ext cx="952500" cy="369887"/>
          </a:xfrm>
          <a:prstGeom prst="rect">
            <a:avLst/>
          </a:prstGeom>
          <a:noFill/>
          <a:ln w="9525">
            <a:noFill/>
          </a:ln>
        </p:spPr>
        <p:txBody>
          <a:bodyPr>
            <a:spAutoFit/>
          </a:bodyPr>
          <a:lstStyle>
            <a:lvl1pPr marL="342900" indent="-3429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80000"/>
              <a:buFont typeface="Wingdings" panose="05000000000000000000" pitchFamily="2" charset="2"/>
              <a:buChar char="n"/>
              <a:defRPr sz="3200" b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defRPr>
            </a:lvl1pPr>
            <a:lvl2pPr marL="742950" indent="-28575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Char char="–"/>
              <a:defRPr sz="2800">
                <a:solidFill>
                  <a:schemeClr val="tx1"/>
                </a:solidFill>
                <a:effectLst/>
                <a:latin typeface="+mn-lt"/>
                <a:ea typeface="+mn-ea"/>
              </a:defRPr>
            </a:lvl2pPr>
            <a:lvl3pPr marL="11430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Font typeface="Wingdings" panose="05000000000000000000" pitchFamily="2" charset="2"/>
              <a:buChar char="§"/>
              <a:defRPr sz="2400">
                <a:solidFill>
                  <a:schemeClr val="tx1"/>
                </a:solidFill>
                <a:effectLst/>
                <a:latin typeface="+mn-lt"/>
                <a:ea typeface="+mn-ea"/>
              </a:defRPr>
            </a:lvl3pPr>
            <a:lvl4pPr marL="16002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–"/>
              <a:defRPr sz="2000">
                <a:solidFill>
                  <a:schemeClr val="tx1"/>
                </a:solidFill>
                <a:effectLst/>
                <a:latin typeface="+mn-lt"/>
                <a:ea typeface="+mn-ea"/>
              </a:defRPr>
            </a:lvl4pPr>
            <a:lvl5pPr marL="20574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effectLst/>
                <a:latin typeface="+mn-lt"/>
                <a:ea typeface="+mn-ea"/>
              </a:defRPr>
            </a:lvl5pPr>
          </a:lstStyle>
          <a:p>
            <a:pPr marL="0" lvl="0" indent="0">
              <a:spcBef>
                <a:spcPct val="0"/>
              </a:spcBef>
              <a:buClrTx/>
              <a:buSzTx/>
              <a:buFontTx/>
              <a:buNone/>
            </a:pPr>
            <a:r>
              <a:rPr lang="zh-CN" altLang="en-US" sz="1800" b="1" dirty="0"/>
              <a:t>结果：</a:t>
            </a:r>
            <a:endParaRPr lang="zh-CN" altLang="en-US" sz="1800" b="1" dirty="0"/>
          </a:p>
        </p:txBody>
      </p:sp>
    </p:spTree>
  </p:cSld>
  <p:clrMapOvr>
    <a:masterClrMapping/>
  </p:clrMapOvr>
  <p:transition>
    <p:random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3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7" dur="500"/>
                                        <p:tgtEl>
                                          <p:spTgt spid="4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presetID="3" presetClass="entr" presetSubtype="1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10" dur="500"/>
                                        <p:tgtEl>
                                          <p:spTgt spid="4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1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7" fill="hold">
                      <p:stCondLst>
                        <p:cond delay="indefinite"/>
                      </p:stCondLst>
                      <p:childTnLst>
                        <p:par>
                          <p:cTn id="18" fill="hold">
                            <p:stCondLst>
                              <p:cond delay="0"/>
                            </p:stCondLst>
                            <p:childTnLst>
                              <p:par>
                                <p:cTn id="1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1" fill="hold">
                      <p:stCondLst>
                        <p:cond delay="indefinite"/>
                      </p:stCondLst>
                      <p:childTnLst>
                        <p:par>
                          <p:cTn id="22" fill="hold">
                            <p:stCondLst>
                              <p:cond delay="0"/>
                            </p:stCondLst>
                            <p:childTnLst>
                              <p:par>
                                <p:cTn id="2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5" fill="hold">
                      <p:stCondLst>
                        <p:cond delay="indefinite"/>
                      </p:stCondLst>
                      <p:childTnLst>
                        <p:par>
                          <p:cTn id="26" fill="hold">
                            <p:stCondLst>
                              <p:cond delay="0"/>
                            </p:stCondLst>
                            <p:childTnLst>
                              <p:par>
                                <p:cTn id="27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9" fill="hold">
                      <p:stCondLst>
                        <p:cond delay="indefinite"/>
                      </p:stCondLst>
                      <p:childTnLst>
                        <p:par>
                          <p:cTn id="30" fill="hold">
                            <p:stCondLst>
                              <p:cond delay="0"/>
                            </p:stCondLst>
                            <p:childTnLst>
                              <p:par>
                                <p:cTn id="31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7" fill="hold">
                      <p:stCondLst>
                        <p:cond delay="indefinite"/>
                      </p:stCondLst>
                      <p:childTnLst>
                        <p:par>
                          <p:cTn id="38" fill="hold">
                            <p:stCondLst>
                              <p:cond delay="0"/>
                            </p:stCondLst>
                            <p:childTnLst>
                              <p:par>
                                <p:cTn id="3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1" fill="hold">
                      <p:stCondLst>
                        <p:cond delay="indefinite"/>
                      </p:stCondLst>
                      <p:childTnLst>
                        <p:par>
                          <p:cTn id="42" fill="hold">
                            <p:stCondLst>
                              <p:cond delay="0"/>
                            </p:stCondLst>
                            <p:childTnLst>
                              <p:par>
                                <p:cTn id="4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5" fill="hold">
                      <p:stCondLst>
                        <p:cond delay="indefinite"/>
                      </p:stCondLst>
                      <p:childTnLst>
                        <p:par>
                          <p:cTn id="46" fill="hold">
                            <p:stCondLst>
                              <p:cond delay="0"/>
                            </p:stCondLst>
                            <p:childTnLst>
                              <p:par>
                                <p:cTn id="47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9" fill="hold">
                      <p:stCondLst>
                        <p:cond delay="indefinite"/>
                      </p:stCondLst>
                      <p:childTnLst>
                        <p:par>
                          <p:cTn id="50" fill="hold">
                            <p:stCondLst>
                              <p:cond delay="0"/>
                            </p:stCondLst>
                            <p:childTnLst>
                              <p:par>
                                <p:cTn id="51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3" fill="hold">
                      <p:stCondLst>
                        <p:cond delay="indefinite"/>
                      </p:stCondLst>
                      <p:childTnLst>
                        <p:par>
                          <p:cTn id="54" fill="hold">
                            <p:stCondLst>
                              <p:cond delay="0"/>
                            </p:stCondLst>
                            <p:childTnLst>
                              <p:par>
                                <p:cTn id="5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57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59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1" fill="hold">
                      <p:stCondLst>
                        <p:cond delay="indefinite"/>
                      </p:stCondLst>
                      <p:childTnLst>
                        <p:par>
                          <p:cTn id="62" fill="hold">
                            <p:stCondLst>
                              <p:cond delay="0"/>
                            </p:stCondLst>
                            <p:childTnLst>
                              <p:par>
                                <p:cTn id="6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5" fill="hold">
                      <p:stCondLst>
                        <p:cond delay="indefinite"/>
                      </p:stCondLst>
                      <p:childTnLst>
                        <p:par>
                          <p:cTn id="66" fill="hold">
                            <p:stCondLst>
                              <p:cond delay="0"/>
                            </p:stCondLst>
                            <p:childTnLst>
                              <p:par>
                                <p:cTn id="67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9" fill="hold">
                      <p:stCondLst>
                        <p:cond delay="indefinite"/>
                      </p:stCondLst>
                      <p:childTnLst>
                        <p:par>
                          <p:cTn id="70" fill="hold">
                            <p:stCondLst>
                              <p:cond delay="0"/>
                            </p:stCondLst>
                            <p:childTnLst>
                              <p:par>
                                <p:cTn id="71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3" fill="hold">
                      <p:stCondLst>
                        <p:cond delay="indefinite"/>
                      </p:stCondLst>
                      <p:childTnLst>
                        <p:par>
                          <p:cTn id="74" fill="hold">
                            <p:stCondLst>
                              <p:cond delay="0"/>
                            </p:stCondLst>
                            <p:childTnLst>
                              <p:par>
                                <p:cTn id="7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7" fill="hold">
                      <p:stCondLst>
                        <p:cond delay="indefinite"/>
                      </p:stCondLst>
                      <p:childTnLst>
                        <p:par>
                          <p:cTn id="78" fill="hold">
                            <p:stCondLst>
                              <p:cond delay="0"/>
                            </p:stCondLst>
                            <p:childTnLst>
                              <p:par>
                                <p:cTn id="7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1" fill="hold">
                      <p:stCondLst>
                        <p:cond delay="indefinite"/>
                      </p:stCondLst>
                      <p:childTnLst>
                        <p:par>
                          <p:cTn id="82" fill="hold">
                            <p:stCondLst>
                              <p:cond delay="0"/>
                            </p:stCondLst>
                            <p:childTnLst>
                              <p:par>
                                <p:cTn id="8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5" fill="hold">
                      <p:stCondLst>
                        <p:cond delay="indefinite"/>
                      </p:stCondLst>
                      <p:childTnLst>
                        <p:par>
                          <p:cTn id="86" fill="hold">
                            <p:stCondLst>
                              <p:cond delay="0"/>
                            </p:stCondLst>
                            <p:childTnLst>
                              <p:par>
                                <p:cTn id="87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89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91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3" fill="hold">
                      <p:stCondLst>
                        <p:cond delay="indefinite"/>
                      </p:stCondLst>
                      <p:childTnLst>
                        <p:par>
                          <p:cTn id="94" fill="hold">
                            <p:stCondLst>
                              <p:cond delay="0"/>
                            </p:stCondLst>
                            <p:childTnLst>
                              <p:par>
                                <p:cTn id="9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97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2" grpId="0"/>
      <p:bldP spid="38" grpId="0"/>
      <p:bldP spid="34" grpId="0" animBg="1"/>
      <p:bldP spid="35" grpId="0" animBg="1"/>
      <p:bldP spid="39" grpId="0" animBg="1"/>
      <p:bldP spid="40" grpId="0" animBg="1"/>
      <p:bldP spid="41" grpId="0" animBg="1"/>
      <p:bldP spid="42" grpId="0" animBg="1"/>
      <p:bldP spid="46" grpId="0" animBg="1"/>
      <p:bldP spid="47" grpId="0" animBg="1"/>
      <p:bldP spid="48" grpId="0" animBg="1"/>
      <p:bldP spid="49" grpId="0" animBg="1"/>
      <p:bldP spid="50" grpId="0" animBg="1"/>
      <p:bldP spid="10" grpId="0" animBg="1"/>
    </p:bldLst>
  </p:timing>
</p:sld>
</file>

<file path=ppt/slides/slide3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5" name="灯片编号占位符 6"/>
          <p:cNvSpPr txBox="1">
            <a:spLocks noGrp="1"/>
          </p:cNvSpPr>
          <p:nvPr>
            <p:ph type="sldNum" sz="quarter" idx="4"/>
          </p:nvPr>
        </p:nvSpPr>
        <p:spPr bwMode="auto"/>
        <p:txBody>
          <a:bodyPr wrap="square" lIns="91440" tIns="45720" rIns="91440" bIns="45720" numCol="1" anchor="b" anchorCtr="0" compatLnSpc="1"/>
          <a:lstStyle>
            <a:lvl1pPr eaLnBrk="0" hangingPunct="0">
              <a:defRPr sz="2000" b="1">
                <a:solidFill>
                  <a:schemeClr val="tx1"/>
                </a:solidFill>
                <a:latin typeface="Tahoma" panose="020B0604030504040204" pitchFamily="34" charset="0"/>
                <a:ea typeface="黑体" panose="02010609060101010101" pitchFamily="49" charset="-122"/>
              </a:defRPr>
            </a:lvl1pPr>
            <a:lvl2pPr marL="742950" indent="-285750" eaLnBrk="0" hangingPunct="0">
              <a:defRPr sz="2000" b="1">
                <a:solidFill>
                  <a:schemeClr val="tx1"/>
                </a:solidFill>
                <a:latin typeface="Tahoma" panose="020B0604030504040204" pitchFamily="34" charset="0"/>
                <a:ea typeface="黑体" panose="02010609060101010101" pitchFamily="49" charset="-122"/>
              </a:defRPr>
            </a:lvl2pPr>
            <a:lvl3pPr marL="1143000" indent="-228600" eaLnBrk="0" hangingPunct="0">
              <a:defRPr sz="2000" b="1">
                <a:solidFill>
                  <a:schemeClr val="tx1"/>
                </a:solidFill>
                <a:latin typeface="Tahoma" panose="020B0604030504040204" pitchFamily="34" charset="0"/>
                <a:ea typeface="黑体" panose="02010609060101010101" pitchFamily="49" charset="-122"/>
              </a:defRPr>
            </a:lvl3pPr>
            <a:lvl4pPr marL="1600200" indent="-228600" eaLnBrk="0" hangingPunct="0">
              <a:defRPr sz="2000" b="1">
                <a:solidFill>
                  <a:schemeClr val="tx1"/>
                </a:solidFill>
                <a:latin typeface="Tahoma" panose="020B0604030504040204" pitchFamily="34" charset="0"/>
                <a:ea typeface="黑体" panose="02010609060101010101" pitchFamily="49" charset="-122"/>
              </a:defRPr>
            </a:lvl4pPr>
            <a:lvl5pPr marL="2057400" indent="-228600" eaLnBrk="0" hangingPunct="0">
              <a:defRPr sz="2000" b="1">
                <a:solidFill>
                  <a:schemeClr val="tx1"/>
                </a:solidFill>
                <a:latin typeface="Tahoma" panose="020B0604030504040204" pitchFamily="34" charset="0"/>
                <a:ea typeface="黑体" panose="02010609060101010101" pitchFamily="49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000" b="1">
                <a:solidFill>
                  <a:schemeClr val="tx1"/>
                </a:solidFill>
                <a:latin typeface="Tahoma" panose="020B0604030504040204" pitchFamily="34" charset="0"/>
                <a:ea typeface="黑体" panose="02010609060101010101" pitchFamily="49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000" b="1">
                <a:solidFill>
                  <a:schemeClr val="tx1"/>
                </a:solidFill>
                <a:latin typeface="Tahoma" panose="020B0604030504040204" pitchFamily="34" charset="0"/>
                <a:ea typeface="黑体" panose="02010609060101010101" pitchFamily="49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000" b="1">
                <a:solidFill>
                  <a:schemeClr val="tx1"/>
                </a:solidFill>
                <a:latin typeface="Tahoma" panose="020B0604030504040204" pitchFamily="34" charset="0"/>
                <a:ea typeface="黑体" panose="02010609060101010101" pitchFamily="49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000" b="1">
                <a:solidFill>
                  <a:schemeClr val="tx1"/>
                </a:solidFill>
                <a:latin typeface="Tahoma" panose="020B0604030504040204" pitchFamily="34" charset="0"/>
                <a:ea typeface="黑体" panose="02010609060101010101" pitchFamily="49" charset="-122"/>
              </a:defRPr>
            </a:lvl9pPr>
          </a:lstStyle>
          <a:p>
            <a:pPr marL="0" marR="0" lvl="0" indent="0" algn="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fld id="{D219105E-3275-4E28-BACB-1DE3DA7FD9F2}" type="slidenum">
              <a:rPr kumimoji="0" lang="en-US" altLang="zh-CN" sz="1200" b="0" i="0" u="none" strike="noStrike" kern="1200" cap="none" spc="0" normalizeH="0" baseline="0" noProof="0">
                <a:ln>
                  <a:noFill/>
                </a:ln>
                <a:solidFill>
                  <a:schemeClr val="tx1"/>
                </a:solidFill>
                <a:effectLst>
                  <a:outerShdw blurRad="38100" dist="38100" dir="2700000" algn="tl">
                    <a:srgbClr val="000000"/>
                  </a:outerShdw>
                </a:effectLst>
                <a:uLnTx/>
                <a:uFillTx/>
                <a:latin typeface="Tahoma" panose="020B0604030504040204" pitchFamily="34" charset="0"/>
                <a:ea typeface="宋体" panose="02010600030101010101" pitchFamily="2" charset="-122"/>
                <a:cs typeface="+mn-cs"/>
              </a:rPr>
            </a:fld>
            <a:endParaRPr kumimoji="0" lang="en-US" altLang="zh-CN" sz="1200" b="0" i="0" u="none" strike="noStrike" kern="1200" cap="none" spc="0" normalizeH="0" baseline="0" noProof="0">
              <a:ln>
                <a:noFill/>
              </a:ln>
              <a:solidFill>
                <a:schemeClr val="tx1"/>
              </a:solidFill>
              <a:effectLst>
                <a:outerShdw blurRad="38100" dist="38100" dir="2700000" algn="tl">
                  <a:srgbClr val="000000"/>
                </a:outerShdw>
              </a:effectLst>
              <a:uLnTx/>
              <a:uFillTx/>
              <a:latin typeface="Tahoma" panose="020B0604030504040204" pitchFamily="34" charset="0"/>
              <a:ea typeface="宋体" panose="02010600030101010101" pitchFamily="2" charset="-122"/>
              <a:cs typeface="+mn-cs"/>
            </a:endParaRPr>
          </a:p>
        </p:txBody>
      </p:sp>
      <p:sp>
        <p:nvSpPr>
          <p:cNvPr id="1392643" name="Rectangle 3"/>
          <p:cNvSpPr>
            <a:spLocks noGrp="1" noChangeArrowheads="1"/>
          </p:cNvSpPr>
          <p:nvPr>
            <p:ph type="title"/>
          </p:nvPr>
        </p:nvSpPr>
        <p:spPr>
          <a:xfrm>
            <a:off x="1981200" y="620713"/>
            <a:ext cx="8229600" cy="647700"/>
          </a:xfrm>
        </p:spPr>
        <p:txBody>
          <a:bodyPr vert="horz" wrap="square" lIns="91440" tIns="45720" rIns="91440" bIns="45720" numCol="1" anchor="ctr" anchorCtr="0" compatLnSpc="1"/>
          <a:lstStyle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r>
              <a:rPr kumimoji="0" lang="en-US" altLang="zh-CN" sz="3600" b="1" i="0" u="none" strike="noStrike" kern="0" cap="none" spc="0" normalizeH="0" baseline="0" noProof="0" dirty="0">
                <a:ln>
                  <a:noFill/>
                </a:ln>
                <a:solidFill>
                  <a:schemeClr val="tx2"/>
                </a:solidFill>
                <a:effectLst>
                  <a:outerShdw blurRad="38100" dist="38100" dir="2700000" algn="tl">
                    <a:srgbClr val="000000"/>
                  </a:outerShdw>
                </a:effectLst>
                <a:uLnTx/>
                <a:uFillTx/>
                <a:latin typeface="+mj-lt"/>
                <a:ea typeface="黑体" panose="02010609060101010101" pitchFamily="49" charset="-122"/>
                <a:cs typeface="+mj-cs"/>
              </a:rPr>
              <a:t>6.4.1    </a:t>
            </a:r>
            <a:r>
              <a:rPr kumimoji="0" lang="zh-CN" altLang="en-US" sz="3600" b="1" i="0" u="none" strike="noStrike" kern="0" cap="none" spc="0" normalizeH="0" baseline="0" noProof="0" dirty="0">
                <a:ln>
                  <a:noFill/>
                </a:ln>
                <a:solidFill>
                  <a:schemeClr val="tx2"/>
                </a:solidFill>
                <a:effectLst>
                  <a:outerShdw blurRad="38100" dist="38100" dir="2700000" algn="tl">
                    <a:srgbClr val="000000"/>
                  </a:outerShdw>
                </a:effectLst>
                <a:uLnTx/>
                <a:uFillTx/>
                <a:latin typeface="+mj-lt"/>
                <a:ea typeface="黑体" panose="02010609060101010101" pitchFamily="49" charset="-122"/>
                <a:cs typeface="+mj-cs"/>
              </a:rPr>
              <a:t>排序</a:t>
            </a:r>
            <a:endParaRPr kumimoji="0" lang="en-US" altLang="zh-CN" sz="3600" b="0" i="0" u="none" strike="noStrike" kern="0" cap="none" spc="0" normalizeH="0" baseline="0" noProof="0" dirty="0">
              <a:ln>
                <a:noFill/>
              </a:ln>
              <a:solidFill>
                <a:schemeClr val="tx2"/>
              </a:solidFill>
              <a:effectLst>
                <a:outerShdw blurRad="38100" dist="38100" dir="2700000" algn="tl">
                  <a:srgbClr val="000000"/>
                </a:outerShdw>
              </a:effectLst>
              <a:uLnTx/>
              <a:uFillTx/>
              <a:latin typeface="+mj-lt"/>
              <a:ea typeface="黑体" panose="02010609060101010101" pitchFamily="49" charset="-122"/>
              <a:cs typeface="+mj-cs"/>
            </a:endParaRPr>
          </a:p>
        </p:txBody>
      </p:sp>
      <p:sp>
        <p:nvSpPr>
          <p:cNvPr id="1392644" name="Rectangle 4"/>
          <p:cNvSpPr>
            <a:spLocks noGrp="1" noChangeArrowheads="1"/>
          </p:cNvSpPr>
          <p:nvPr>
            <p:ph sz="half" idx="1"/>
          </p:nvPr>
        </p:nvSpPr>
        <p:spPr>
          <a:xfrm>
            <a:off x="1774825" y="1844675"/>
            <a:ext cx="8497888" cy="2160588"/>
          </a:xfrm>
        </p:spPr>
        <p:txBody>
          <a:bodyPr vert="horz" wrap="square" lIns="91440" tIns="45720" rIns="91440" bIns="45720" numCol="1" anchor="t" anchorCtr="0" compatLnSpc="1"/>
          <a:lstStyle/>
          <a:p>
            <a:pPr marL="342900" marR="0" lvl="0" indent="-342900" algn="just" defTabSz="914400" rtl="0" eaLnBrk="1" fontAlgn="base" latinLnBrk="0" hangingPunct="1">
              <a:lnSpc>
                <a:spcPct val="120000"/>
              </a:lnSpc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80000"/>
              <a:buFont typeface="Wingdings" panose="05000000000000000000" pitchFamily="2" charset="2"/>
              <a:buNone/>
              <a:defRPr/>
            </a:pPr>
            <a:r>
              <a:rPr kumimoji="0" lang="en-US" altLang="zh-CN" sz="3200" b="1" i="0" u="none" strike="noStrike" kern="0" cap="none" spc="0" normalizeH="0" baseline="0" noProof="0" dirty="0">
                <a:ln>
                  <a:noFill/>
                </a:ln>
                <a:solidFill>
                  <a:schemeClr val="tx1"/>
                </a:solidFill>
                <a:effectLst>
                  <a:outerShdw blurRad="38100" dist="38100" dir="2700000" algn="tl">
                    <a:srgbClr val="000000"/>
                  </a:outerShdw>
                </a:effectLst>
                <a:uLnTx/>
                <a:uFillTx/>
                <a:latin typeface="+mn-lt"/>
                <a:ea typeface="黑体" panose="02010609060101010101" pitchFamily="49" charset="-122"/>
                <a:cs typeface="+mn-cs"/>
                <a:hlinkClick r:id="rId1" action="ppaction://hlinksldjump"/>
              </a:rPr>
              <a:t>【</a:t>
            </a:r>
            <a:r>
              <a:rPr kumimoji="0" lang="zh-CN" altLang="en-US" sz="3200" b="1" i="0" u="none" strike="noStrike" kern="0" cap="none" spc="0" normalizeH="0" baseline="0" noProof="0" dirty="0">
                <a:ln>
                  <a:noFill/>
                </a:ln>
                <a:solidFill>
                  <a:schemeClr val="tx1"/>
                </a:solidFill>
                <a:effectLst>
                  <a:outerShdw blurRad="38100" dist="38100" dir="2700000" algn="tl">
                    <a:srgbClr val="000000"/>
                  </a:outerShdw>
                </a:effectLst>
                <a:uLnTx/>
                <a:uFillTx/>
                <a:latin typeface="+mn-lt"/>
                <a:ea typeface="黑体" panose="02010609060101010101" pitchFamily="49" charset="-122"/>
                <a:cs typeface="+mn-cs"/>
                <a:hlinkClick r:id="rId1" action="ppaction://hlinksldjump"/>
              </a:rPr>
              <a:t>例</a:t>
            </a:r>
            <a:r>
              <a:rPr kumimoji="0" lang="en-US" altLang="zh-CN" sz="3200" b="1" i="0" u="none" strike="noStrike" kern="0" cap="none" spc="0" normalizeH="0" baseline="0" noProof="0" dirty="0">
                <a:ln>
                  <a:noFill/>
                </a:ln>
                <a:solidFill>
                  <a:schemeClr val="tx1"/>
                </a:solidFill>
                <a:effectLst>
                  <a:outerShdw blurRad="38100" dist="38100" dir="2700000" algn="tl">
                    <a:srgbClr val="000000"/>
                  </a:outerShdw>
                </a:effectLst>
                <a:uLnTx/>
                <a:uFillTx/>
                <a:latin typeface="+mn-lt"/>
                <a:ea typeface="黑体" panose="02010609060101010101" pitchFamily="49" charset="-122"/>
                <a:cs typeface="+mn-cs"/>
                <a:hlinkClick r:id="rId1" action="ppaction://hlinksldjump"/>
              </a:rPr>
              <a:t>6.5】</a:t>
            </a:r>
            <a:r>
              <a:rPr kumimoji="0" lang="zh-CN" altLang="en-US" sz="3200" b="1" i="0" u="none" strike="noStrike" kern="0" cap="none" spc="0" normalizeH="0" baseline="0" noProof="0" dirty="0">
                <a:ln>
                  <a:noFill/>
                </a:ln>
                <a:solidFill>
                  <a:schemeClr val="tx1"/>
                </a:solidFill>
                <a:effectLst>
                  <a:outerShdw blurRad="38100" dist="38100" dir="2700000" algn="tl">
                    <a:srgbClr val="000000"/>
                  </a:outerShdw>
                </a:effectLst>
                <a:uLnTx/>
                <a:uFillTx/>
                <a:latin typeface="+mn-lt"/>
                <a:ea typeface="黑体" panose="02010609060101010101" pitchFamily="49" charset="-122"/>
                <a:cs typeface="+mn-cs"/>
                <a:hlinkClick r:id="rId1" action="ppaction://hlinksldjump"/>
              </a:rPr>
              <a:t>选择排序（主元排序法）</a:t>
            </a:r>
            <a:endParaRPr kumimoji="0" lang="zh-CN" altLang="en-US" sz="3200" b="1" i="0" u="none" strike="noStrike" kern="0" cap="none" spc="0" normalizeH="0" baseline="0" noProof="0" dirty="0">
              <a:ln>
                <a:noFill/>
              </a:ln>
              <a:solidFill>
                <a:schemeClr val="tx1"/>
              </a:solidFill>
              <a:effectLst>
                <a:outerShdw blurRad="38100" dist="38100" dir="2700000" algn="tl">
                  <a:srgbClr val="000000"/>
                </a:outerShdw>
              </a:effectLst>
              <a:uLnTx/>
              <a:uFillTx/>
              <a:latin typeface="+mn-lt"/>
              <a:ea typeface="黑体" panose="02010609060101010101" pitchFamily="49" charset="-122"/>
              <a:cs typeface="+mn-cs"/>
            </a:endParaRPr>
          </a:p>
          <a:p>
            <a:pPr marL="342900" marR="0" lvl="0" indent="-342900" algn="just" defTabSz="914400" rtl="0" eaLnBrk="1" fontAlgn="base" latinLnBrk="0" hangingPunct="1">
              <a:lnSpc>
                <a:spcPct val="120000"/>
              </a:lnSpc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80000"/>
              <a:buFont typeface="Wingdings" panose="05000000000000000000" pitchFamily="2" charset="2"/>
              <a:buNone/>
              <a:defRPr/>
            </a:pPr>
            <a:r>
              <a:rPr kumimoji="0" lang="en-US" altLang="zh-CN" sz="3200" b="1" i="0" u="none" strike="noStrike" kern="0" cap="none" spc="0" normalizeH="0" baseline="0" noProof="0" dirty="0">
                <a:ln>
                  <a:noFill/>
                </a:ln>
                <a:solidFill>
                  <a:schemeClr val="tx1"/>
                </a:solidFill>
                <a:effectLst>
                  <a:outerShdw blurRad="38100" dist="38100" dir="2700000" algn="tl">
                    <a:srgbClr val="000000"/>
                  </a:outerShdw>
                </a:effectLst>
                <a:uLnTx/>
                <a:uFillTx/>
                <a:latin typeface="+mn-lt"/>
                <a:ea typeface="黑体" panose="02010609060101010101" pitchFamily="49" charset="-122"/>
                <a:cs typeface="+mn-cs"/>
                <a:hlinkClick r:id="rId2" action="ppaction://hlinksldjump"/>
              </a:rPr>
              <a:t>【</a:t>
            </a:r>
            <a:r>
              <a:rPr kumimoji="0" lang="zh-CN" altLang="en-US" sz="3200" b="1" i="0" u="none" strike="noStrike" kern="0" cap="none" spc="0" normalizeH="0" baseline="0" noProof="0" dirty="0">
                <a:ln>
                  <a:noFill/>
                </a:ln>
                <a:solidFill>
                  <a:schemeClr val="tx1"/>
                </a:solidFill>
                <a:effectLst>
                  <a:outerShdw blurRad="38100" dist="38100" dir="2700000" algn="tl">
                    <a:srgbClr val="000000"/>
                  </a:outerShdw>
                </a:effectLst>
                <a:uLnTx/>
                <a:uFillTx/>
                <a:latin typeface="+mn-lt"/>
                <a:ea typeface="黑体" panose="02010609060101010101" pitchFamily="49" charset="-122"/>
                <a:cs typeface="+mn-cs"/>
                <a:hlinkClick r:id="rId2" action="ppaction://hlinksldjump"/>
              </a:rPr>
              <a:t>例</a:t>
            </a:r>
            <a:r>
              <a:rPr kumimoji="0" lang="en-US" altLang="zh-CN" sz="3200" b="1" i="0" u="none" strike="noStrike" kern="0" cap="none" spc="0" normalizeH="0" baseline="0" noProof="0" dirty="0">
                <a:ln>
                  <a:noFill/>
                </a:ln>
                <a:solidFill>
                  <a:schemeClr val="tx1"/>
                </a:solidFill>
                <a:effectLst>
                  <a:outerShdw blurRad="38100" dist="38100" dir="2700000" algn="tl">
                    <a:srgbClr val="000000"/>
                  </a:outerShdw>
                </a:effectLst>
                <a:uLnTx/>
                <a:uFillTx/>
                <a:latin typeface="+mn-lt"/>
                <a:ea typeface="黑体" panose="02010609060101010101" pitchFamily="49" charset="-122"/>
                <a:cs typeface="+mn-cs"/>
                <a:hlinkClick r:id="rId2" action="ppaction://hlinksldjump"/>
              </a:rPr>
              <a:t>6.6】</a:t>
            </a:r>
            <a:r>
              <a:rPr kumimoji="0" lang="zh-CN" altLang="en-US" sz="3200" b="1" i="0" u="none" strike="noStrike" kern="0" cap="none" spc="0" normalizeH="0" baseline="0" noProof="0" dirty="0">
                <a:ln>
                  <a:noFill/>
                </a:ln>
                <a:solidFill>
                  <a:schemeClr val="tx1"/>
                </a:solidFill>
                <a:effectLst>
                  <a:outerShdw blurRad="38100" dist="38100" dir="2700000" algn="tl">
                    <a:srgbClr val="000000"/>
                  </a:outerShdw>
                </a:effectLst>
                <a:uLnTx/>
                <a:uFillTx/>
                <a:latin typeface="+mn-lt"/>
                <a:ea typeface="黑体" panose="02010609060101010101" pitchFamily="49" charset="-122"/>
                <a:cs typeface="+mn-cs"/>
                <a:hlinkClick r:id="rId2" action="ppaction://hlinksldjump"/>
              </a:rPr>
              <a:t>冒泡排序法</a:t>
            </a:r>
            <a:endParaRPr kumimoji="0" lang="zh-CN" altLang="en-US" sz="3200" b="1" i="0" u="none" strike="noStrike" kern="0" cap="none" spc="0" normalizeH="0" baseline="0" noProof="0" dirty="0">
              <a:ln>
                <a:noFill/>
              </a:ln>
              <a:solidFill>
                <a:schemeClr val="tx1"/>
              </a:solidFill>
              <a:effectLst>
                <a:outerShdw blurRad="38100" dist="38100" dir="2700000" algn="tl">
                  <a:srgbClr val="000000"/>
                </a:outerShdw>
              </a:effectLst>
              <a:uLnTx/>
              <a:uFillTx/>
              <a:latin typeface="+mn-lt"/>
              <a:ea typeface="黑体" panose="02010609060101010101" pitchFamily="49" charset="-122"/>
              <a:cs typeface="+mn-cs"/>
            </a:endParaRPr>
          </a:p>
          <a:p>
            <a:pPr marL="342900" marR="0" lvl="0" indent="-342900" algn="just" defTabSz="914400" rtl="0" eaLnBrk="1" fontAlgn="base" latinLnBrk="0" hangingPunct="1">
              <a:lnSpc>
                <a:spcPct val="120000"/>
              </a:lnSpc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80000"/>
              <a:buFont typeface="Wingdings" panose="05000000000000000000" pitchFamily="2" charset="2"/>
              <a:buNone/>
              <a:defRPr/>
            </a:pPr>
            <a:r>
              <a:rPr kumimoji="0" lang="en-US" altLang="zh-CN" sz="3200" b="1" i="0" u="none" strike="noStrike" kern="0" cap="none" spc="0" normalizeH="0" baseline="0" noProof="0" dirty="0">
                <a:ln>
                  <a:noFill/>
                </a:ln>
                <a:solidFill>
                  <a:schemeClr val="tx1"/>
                </a:solidFill>
                <a:effectLst>
                  <a:outerShdw blurRad="38100" dist="38100" dir="2700000" algn="tl">
                    <a:srgbClr val="000000"/>
                  </a:outerShdw>
                </a:effectLst>
                <a:uLnTx/>
                <a:uFillTx/>
                <a:latin typeface="+mn-lt"/>
                <a:ea typeface="黑体" panose="02010609060101010101" pitchFamily="49" charset="-122"/>
                <a:cs typeface="+mn-cs"/>
                <a:hlinkClick r:id="rId2" action="ppaction://hlinksldjump"/>
              </a:rPr>
              <a:t>【</a:t>
            </a:r>
            <a:r>
              <a:rPr kumimoji="0" lang="zh-CN" altLang="en-US" sz="3200" b="1" i="0" u="none" strike="noStrike" kern="0" cap="none" spc="0" normalizeH="0" baseline="0" noProof="0" dirty="0">
                <a:ln>
                  <a:noFill/>
                </a:ln>
                <a:solidFill>
                  <a:schemeClr val="tx1"/>
                </a:solidFill>
                <a:effectLst>
                  <a:outerShdw blurRad="38100" dist="38100" dir="2700000" algn="tl">
                    <a:srgbClr val="000000"/>
                  </a:outerShdw>
                </a:effectLst>
                <a:uLnTx/>
                <a:uFillTx/>
                <a:latin typeface="+mn-lt"/>
                <a:ea typeface="黑体" panose="02010609060101010101" pitchFamily="49" charset="-122"/>
                <a:cs typeface="+mn-cs"/>
                <a:hlinkClick r:id="rId2" action="ppaction://hlinksldjump"/>
              </a:rPr>
              <a:t>例</a:t>
            </a:r>
            <a:r>
              <a:rPr kumimoji="0" lang="en-US" altLang="zh-CN" sz="3200" b="1" i="0" u="none" strike="noStrike" kern="0" cap="none" spc="0" normalizeH="0" baseline="0" noProof="0" dirty="0">
                <a:ln>
                  <a:noFill/>
                </a:ln>
                <a:solidFill>
                  <a:schemeClr val="tx1"/>
                </a:solidFill>
                <a:effectLst>
                  <a:outerShdw blurRad="38100" dist="38100" dir="2700000" algn="tl">
                    <a:srgbClr val="000000"/>
                  </a:outerShdw>
                </a:effectLst>
                <a:uLnTx/>
                <a:uFillTx/>
                <a:latin typeface="+mn-lt"/>
                <a:ea typeface="黑体" panose="02010609060101010101" pitchFamily="49" charset="-122"/>
                <a:cs typeface="+mn-cs"/>
                <a:hlinkClick r:id="rId2" action="ppaction://hlinksldjump"/>
              </a:rPr>
              <a:t>6.7】</a:t>
            </a:r>
            <a:r>
              <a:rPr kumimoji="0" lang="zh-CN" altLang="en-US" sz="3200" b="1" i="0" u="none" strike="noStrike" kern="0" cap="none" spc="0" normalizeH="0" baseline="0" noProof="0" dirty="0">
                <a:ln>
                  <a:noFill/>
                </a:ln>
                <a:solidFill>
                  <a:schemeClr val="tx1"/>
                </a:solidFill>
                <a:effectLst>
                  <a:outerShdw blurRad="38100" dist="38100" dir="2700000" algn="tl">
                    <a:srgbClr val="000000"/>
                  </a:outerShdw>
                </a:effectLst>
                <a:uLnTx/>
                <a:uFillTx/>
                <a:latin typeface="+mn-lt"/>
                <a:ea typeface="黑体" panose="02010609060101010101" pitchFamily="49" charset="-122"/>
                <a:cs typeface="+mn-cs"/>
                <a:hlinkClick r:id="rId2" action="ppaction://hlinksldjump"/>
              </a:rPr>
              <a:t>插入排序法</a:t>
            </a:r>
            <a:endParaRPr kumimoji="0" lang="zh-CN" altLang="en-US" sz="3200" b="1" i="0" u="none" strike="noStrike" kern="0" cap="none" spc="0" normalizeH="0" baseline="0" noProof="0" dirty="0">
              <a:ln>
                <a:noFill/>
              </a:ln>
              <a:solidFill>
                <a:schemeClr val="tx1"/>
              </a:solidFill>
              <a:effectLst>
                <a:outerShdw blurRad="38100" dist="38100" dir="2700000" algn="tl">
                  <a:srgbClr val="000000"/>
                </a:outerShdw>
              </a:effectLst>
              <a:uLnTx/>
              <a:uFillTx/>
              <a:latin typeface="+mn-lt"/>
              <a:ea typeface="黑体" panose="02010609060101010101" pitchFamily="49" charset="-122"/>
              <a:cs typeface="+mn-cs"/>
            </a:endParaRPr>
          </a:p>
        </p:txBody>
      </p:sp>
      <p:sp>
        <p:nvSpPr>
          <p:cNvPr id="30725" name="AutoShape 186">
            <a:hlinkClick r:id="rId3" action="ppaction://hlinksldjump"/>
          </p:cNvPr>
          <p:cNvSpPr/>
          <p:nvPr/>
        </p:nvSpPr>
        <p:spPr>
          <a:xfrm>
            <a:off x="11353800" y="5889625"/>
            <a:ext cx="719138" cy="358775"/>
          </a:xfrm>
          <a:prstGeom prst="curvedUpArrow">
            <a:avLst>
              <a:gd name="adj1" fmla="val 40088"/>
              <a:gd name="adj2" fmla="val 80177"/>
              <a:gd name="adj3" fmla="val 33333"/>
            </a:avLst>
          </a:prstGeom>
          <a:solidFill>
            <a:schemeClr val="accent1"/>
          </a:solidFill>
          <a:ln w="9525" cap="flat" cmpd="sng">
            <a:solidFill>
              <a:schemeClr val="tx1"/>
            </a:solidFill>
            <a:prstDash val="solid"/>
            <a:miter/>
            <a:headEnd type="none" w="med" len="med"/>
            <a:tailEnd type="none" w="med" len="med"/>
          </a:ln>
        </p:spPr>
        <p:txBody>
          <a:bodyPr wrap="none" anchor="ctr" anchorCtr="0"/>
          <a:lstStyle>
            <a:lvl1pPr marL="342900" indent="-3429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80000"/>
              <a:buFont typeface="Wingdings" panose="05000000000000000000" pitchFamily="2" charset="2"/>
              <a:buChar char="n"/>
              <a:defRPr sz="3200" b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defRPr>
            </a:lvl1pPr>
            <a:lvl2pPr marL="742950" indent="-28575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Char char="–"/>
              <a:defRPr sz="2800">
                <a:solidFill>
                  <a:schemeClr val="tx1"/>
                </a:solidFill>
                <a:effectLst/>
                <a:latin typeface="+mn-lt"/>
                <a:ea typeface="+mn-ea"/>
              </a:defRPr>
            </a:lvl2pPr>
            <a:lvl3pPr marL="11430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Font typeface="Wingdings" panose="05000000000000000000" pitchFamily="2" charset="2"/>
              <a:buChar char="§"/>
              <a:defRPr sz="2400">
                <a:solidFill>
                  <a:schemeClr val="tx1"/>
                </a:solidFill>
                <a:effectLst/>
                <a:latin typeface="+mn-lt"/>
                <a:ea typeface="+mn-ea"/>
              </a:defRPr>
            </a:lvl3pPr>
            <a:lvl4pPr marL="16002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–"/>
              <a:defRPr sz="2000">
                <a:solidFill>
                  <a:schemeClr val="tx1"/>
                </a:solidFill>
                <a:effectLst/>
                <a:latin typeface="+mn-lt"/>
                <a:ea typeface="+mn-ea"/>
              </a:defRPr>
            </a:lvl4pPr>
            <a:lvl5pPr marL="20574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effectLst/>
                <a:latin typeface="+mn-lt"/>
                <a:ea typeface="+mn-ea"/>
              </a:defRPr>
            </a:lvl5pPr>
          </a:lstStyle>
          <a:p>
            <a:pPr marL="0" lvl="0" indent="0" eaLnBrk="1" hangingPunct="1">
              <a:spcBef>
                <a:spcPct val="0"/>
              </a:spcBef>
              <a:buClrTx/>
              <a:buSzTx/>
              <a:buFontTx/>
              <a:buNone/>
            </a:pPr>
            <a:endParaRPr lang="zh-CN" altLang="en-US" sz="2000" b="1" dirty="0">
              <a:ea typeface="黑体" panose="02010609060101010101" pitchFamily="49" charset="-122"/>
            </a:endParaRPr>
          </a:p>
        </p:txBody>
      </p:sp>
    </p:spTree>
  </p:cSld>
  <p:clrMapOvr>
    <a:masterClrMapping/>
  </p:clrMapOvr>
  <p:transition>
    <p:random/>
  </p:transition>
</p:sld>
</file>

<file path=ppt/slides/slide3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5" name="灯片编号占位符 6"/>
          <p:cNvSpPr txBox="1">
            <a:spLocks noGrp="1"/>
          </p:cNvSpPr>
          <p:nvPr>
            <p:ph type="sldNum" sz="quarter" idx="4"/>
          </p:nvPr>
        </p:nvSpPr>
        <p:spPr bwMode="auto"/>
        <p:txBody>
          <a:bodyPr wrap="square" lIns="91440" tIns="45720" rIns="91440" bIns="45720" numCol="1" anchor="b" anchorCtr="0" compatLnSpc="1"/>
          <a:lstStyle>
            <a:lvl1pPr eaLnBrk="0" hangingPunct="0">
              <a:defRPr sz="2000" b="1">
                <a:solidFill>
                  <a:schemeClr val="tx1"/>
                </a:solidFill>
                <a:latin typeface="Tahoma" panose="020B0604030504040204" pitchFamily="34" charset="0"/>
                <a:ea typeface="黑体" panose="02010609060101010101" pitchFamily="49" charset="-122"/>
              </a:defRPr>
            </a:lvl1pPr>
            <a:lvl2pPr marL="742950" indent="-285750" eaLnBrk="0" hangingPunct="0">
              <a:defRPr sz="2000" b="1">
                <a:solidFill>
                  <a:schemeClr val="tx1"/>
                </a:solidFill>
                <a:latin typeface="Tahoma" panose="020B0604030504040204" pitchFamily="34" charset="0"/>
                <a:ea typeface="黑体" panose="02010609060101010101" pitchFamily="49" charset="-122"/>
              </a:defRPr>
            </a:lvl2pPr>
            <a:lvl3pPr marL="1143000" indent="-228600" eaLnBrk="0" hangingPunct="0">
              <a:defRPr sz="2000" b="1">
                <a:solidFill>
                  <a:schemeClr val="tx1"/>
                </a:solidFill>
                <a:latin typeface="Tahoma" panose="020B0604030504040204" pitchFamily="34" charset="0"/>
                <a:ea typeface="黑体" panose="02010609060101010101" pitchFamily="49" charset="-122"/>
              </a:defRPr>
            </a:lvl3pPr>
            <a:lvl4pPr marL="1600200" indent="-228600" eaLnBrk="0" hangingPunct="0">
              <a:defRPr sz="2000" b="1">
                <a:solidFill>
                  <a:schemeClr val="tx1"/>
                </a:solidFill>
                <a:latin typeface="Tahoma" panose="020B0604030504040204" pitchFamily="34" charset="0"/>
                <a:ea typeface="黑体" panose="02010609060101010101" pitchFamily="49" charset="-122"/>
              </a:defRPr>
            </a:lvl4pPr>
            <a:lvl5pPr marL="2057400" indent="-228600" eaLnBrk="0" hangingPunct="0">
              <a:defRPr sz="2000" b="1">
                <a:solidFill>
                  <a:schemeClr val="tx1"/>
                </a:solidFill>
                <a:latin typeface="Tahoma" panose="020B0604030504040204" pitchFamily="34" charset="0"/>
                <a:ea typeface="黑体" panose="02010609060101010101" pitchFamily="49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000" b="1">
                <a:solidFill>
                  <a:schemeClr val="tx1"/>
                </a:solidFill>
                <a:latin typeface="Tahoma" panose="020B0604030504040204" pitchFamily="34" charset="0"/>
                <a:ea typeface="黑体" panose="02010609060101010101" pitchFamily="49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000" b="1">
                <a:solidFill>
                  <a:schemeClr val="tx1"/>
                </a:solidFill>
                <a:latin typeface="Tahoma" panose="020B0604030504040204" pitchFamily="34" charset="0"/>
                <a:ea typeface="黑体" panose="02010609060101010101" pitchFamily="49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000" b="1">
                <a:solidFill>
                  <a:schemeClr val="tx1"/>
                </a:solidFill>
                <a:latin typeface="Tahoma" panose="020B0604030504040204" pitchFamily="34" charset="0"/>
                <a:ea typeface="黑体" panose="02010609060101010101" pitchFamily="49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000" b="1">
                <a:solidFill>
                  <a:schemeClr val="tx1"/>
                </a:solidFill>
                <a:latin typeface="Tahoma" panose="020B0604030504040204" pitchFamily="34" charset="0"/>
                <a:ea typeface="黑体" panose="02010609060101010101" pitchFamily="49" charset="-122"/>
              </a:defRPr>
            </a:lvl9pPr>
          </a:lstStyle>
          <a:p>
            <a:pPr marL="0" marR="0" lvl="0" indent="0" algn="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fld id="{F31D7DA4-A45C-4186-A7A4-9036663DD2A4}" type="slidenum">
              <a:rPr kumimoji="0" lang="en-US" altLang="zh-CN" sz="1200" b="0" i="0" u="none" strike="noStrike" kern="1200" cap="none" spc="0" normalizeH="0" baseline="0" noProof="0">
                <a:ln>
                  <a:noFill/>
                </a:ln>
                <a:solidFill>
                  <a:schemeClr val="tx1"/>
                </a:solidFill>
                <a:effectLst>
                  <a:outerShdw blurRad="38100" dist="38100" dir="2700000" algn="tl">
                    <a:srgbClr val="000000"/>
                  </a:outerShdw>
                </a:effectLst>
                <a:uLnTx/>
                <a:uFillTx/>
                <a:latin typeface="Tahoma" panose="020B0604030504040204" pitchFamily="34" charset="0"/>
                <a:ea typeface="宋体" panose="02010600030101010101" pitchFamily="2" charset="-122"/>
                <a:cs typeface="+mn-cs"/>
              </a:rPr>
            </a:fld>
            <a:endParaRPr kumimoji="0" lang="en-US" altLang="zh-CN" sz="1200" b="0" i="0" u="none" strike="noStrike" kern="1200" cap="none" spc="0" normalizeH="0" baseline="0" noProof="0">
              <a:ln>
                <a:noFill/>
              </a:ln>
              <a:solidFill>
                <a:schemeClr val="tx1"/>
              </a:solidFill>
              <a:effectLst>
                <a:outerShdw blurRad="38100" dist="38100" dir="2700000" algn="tl">
                  <a:srgbClr val="000000"/>
                </a:outerShdw>
              </a:effectLst>
              <a:uLnTx/>
              <a:uFillTx/>
              <a:latin typeface="Tahoma" panose="020B0604030504040204" pitchFamily="34" charset="0"/>
              <a:ea typeface="宋体" panose="02010600030101010101" pitchFamily="2" charset="-122"/>
              <a:cs typeface="+mn-cs"/>
            </a:endParaRPr>
          </a:p>
        </p:txBody>
      </p:sp>
      <p:sp>
        <p:nvSpPr>
          <p:cNvPr id="1574915" name="Rectangle 3"/>
          <p:cNvSpPr>
            <a:spLocks noGrp="1" noChangeArrowheads="1"/>
          </p:cNvSpPr>
          <p:nvPr>
            <p:ph sz="half" idx="1"/>
          </p:nvPr>
        </p:nvSpPr>
        <p:spPr>
          <a:xfrm>
            <a:off x="0" y="46038"/>
            <a:ext cx="12192000" cy="1249363"/>
          </a:xfrm>
        </p:spPr>
        <p:txBody>
          <a:bodyPr vert="horz" wrap="square" lIns="91440" tIns="45720" rIns="91440" bIns="45720" numCol="1" anchor="t" anchorCtr="0" compatLnSpc="1"/>
          <a:lstStyle/>
          <a:p>
            <a:pPr marL="342900" marR="0" lvl="0" indent="-342900" algn="just" defTabSz="914400" rtl="0" eaLnBrk="1" fontAlgn="base" latinLnBrk="0" hangingPunct="1">
              <a:lnSpc>
                <a:spcPct val="120000"/>
              </a:lnSpc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80000"/>
              <a:buFont typeface="Wingdings" panose="05000000000000000000" pitchFamily="2" charset="2"/>
              <a:buNone/>
              <a:defRPr/>
            </a:pPr>
            <a:r>
              <a:rPr kumimoji="0" lang="en-US" altLang="zh-CN" sz="3200" b="1" i="0" u="none" strike="noStrike" kern="0" cap="none" spc="0" normalizeH="0" baseline="0" noProof="0" dirty="0">
                <a:ln>
                  <a:noFill/>
                </a:ln>
                <a:solidFill>
                  <a:schemeClr val="tx1"/>
                </a:solidFill>
                <a:effectLst>
                  <a:outerShdw blurRad="38100" dist="38100" dir="2700000" algn="tl">
                    <a:srgbClr val="000000"/>
                  </a:outerShdw>
                </a:effectLst>
                <a:uLnTx/>
                <a:uFillTx/>
                <a:latin typeface="+mn-lt"/>
                <a:ea typeface="黑体" panose="02010609060101010101" pitchFamily="49" charset="-122"/>
                <a:cs typeface="+mn-cs"/>
              </a:rPr>
              <a:t> 【</a:t>
            </a:r>
            <a:r>
              <a:rPr kumimoji="0" lang="zh-CN" altLang="en-US" sz="3200" b="1" i="0" u="none" strike="noStrike" kern="0" cap="none" spc="0" normalizeH="0" baseline="0" noProof="0" dirty="0">
                <a:ln>
                  <a:noFill/>
                </a:ln>
                <a:solidFill>
                  <a:schemeClr val="tx1"/>
                </a:solidFill>
                <a:effectLst>
                  <a:outerShdw blurRad="38100" dist="38100" dir="2700000" algn="tl">
                    <a:srgbClr val="000000"/>
                  </a:outerShdw>
                </a:effectLst>
                <a:uLnTx/>
                <a:uFillTx/>
                <a:latin typeface="+mn-lt"/>
                <a:ea typeface="黑体" panose="02010609060101010101" pitchFamily="49" charset="-122"/>
                <a:cs typeface="+mn-cs"/>
              </a:rPr>
              <a:t>例</a:t>
            </a:r>
            <a:r>
              <a:rPr kumimoji="0" lang="en-US" altLang="zh-CN" sz="3200" b="1" i="0" u="none" strike="noStrike" kern="0" cap="none" spc="0" normalizeH="0" baseline="0" noProof="0" dirty="0">
                <a:ln>
                  <a:noFill/>
                </a:ln>
                <a:solidFill>
                  <a:schemeClr val="tx1"/>
                </a:solidFill>
                <a:effectLst>
                  <a:outerShdw blurRad="38100" dist="38100" dir="2700000" algn="tl">
                    <a:srgbClr val="000000"/>
                  </a:outerShdw>
                </a:effectLst>
                <a:uLnTx/>
                <a:uFillTx/>
                <a:latin typeface="+mn-lt"/>
                <a:ea typeface="黑体" panose="02010609060101010101" pitchFamily="49" charset="-122"/>
                <a:cs typeface="+mn-cs"/>
              </a:rPr>
              <a:t>6.5】</a:t>
            </a:r>
            <a:r>
              <a:rPr kumimoji="0" lang="zh-CN" altLang="en-US" sz="3200" b="1" i="0" u="none" strike="noStrike" kern="0" cap="none" spc="0" normalizeH="0" baseline="0" noProof="0" dirty="0">
                <a:ln>
                  <a:noFill/>
                </a:ln>
                <a:solidFill>
                  <a:schemeClr val="tx1"/>
                </a:solidFill>
                <a:effectLst>
                  <a:outerShdw blurRad="38100" dist="38100" dir="2700000" algn="tl">
                    <a:srgbClr val="000000"/>
                  </a:outerShdw>
                </a:effectLst>
                <a:uLnTx/>
                <a:uFillTx/>
                <a:latin typeface="+mn-lt"/>
                <a:ea typeface="黑体" panose="02010609060101010101" pitchFamily="49" charset="-122"/>
                <a:cs typeface="+mn-cs"/>
              </a:rPr>
              <a:t>编程序，输入一个班</a:t>
            </a:r>
            <a:r>
              <a:rPr kumimoji="0" lang="en-US" altLang="zh-CN" sz="3200" b="1" i="0" u="none" strike="noStrike" kern="0" cap="none" spc="0" normalizeH="0" baseline="0" noProof="0" dirty="0">
                <a:ln>
                  <a:noFill/>
                </a:ln>
                <a:solidFill>
                  <a:schemeClr val="tx1"/>
                </a:solidFill>
                <a:effectLst>
                  <a:outerShdw blurRad="38100" dist="38100" dir="2700000" algn="tl">
                    <a:srgbClr val="000000"/>
                  </a:outerShdw>
                </a:effectLst>
                <a:uLnTx/>
                <a:uFillTx/>
                <a:latin typeface="+mn-lt"/>
                <a:ea typeface="黑体" panose="02010609060101010101" pitchFamily="49" charset="-122"/>
                <a:cs typeface="+mn-cs"/>
              </a:rPr>
              <a:t>50</a:t>
            </a:r>
            <a:r>
              <a:rPr kumimoji="0" lang="zh-CN" altLang="en-US" sz="3200" b="1" i="0" u="none" strike="noStrike" kern="0" cap="none" spc="0" normalizeH="0" baseline="0" noProof="0" dirty="0">
                <a:ln>
                  <a:noFill/>
                </a:ln>
                <a:solidFill>
                  <a:schemeClr val="tx1"/>
                </a:solidFill>
                <a:effectLst>
                  <a:outerShdw blurRad="38100" dist="38100" dir="2700000" algn="tl">
                    <a:srgbClr val="000000"/>
                  </a:outerShdw>
                </a:effectLst>
                <a:uLnTx/>
                <a:uFillTx/>
                <a:latin typeface="+mn-lt"/>
                <a:ea typeface="黑体" panose="02010609060101010101" pitchFamily="49" charset="-122"/>
                <a:cs typeface="+mn-cs"/>
              </a:rPr>
              <a:t>名学生的“程设”课程成绩，然后按成绩</a:t>
            </a:r>
            <a:r>
              <a:rPr kumimoji="0" lang="zh-CN" altLang="en-US" sz="3200" b="1" i="0" u="none" strike="noStrike" kern="0" cap="none" spc="0" normalizeH="0" baseline="0" noProof="0" dirty="0">
                <a:ln>
                  <a:noFill/>
                </a:ln>
                <a:solidFill>
                  <a:srgbClr val="FFFF66"/>
                </a:solidFill>
                <a:effectLst>
                  <a:outerShdw blurRad="38100" dist="38100" dir="2700000" algn="tl">
                    <a:srgbClr val="000000"/>
                  </a:outerShdw>
                </a:effectLst>
                <a:uLnTx/>
                <a:uFillTx/>
                <a:latin typeface="+mn-lt"/>
                <a:ea typeface="黑体" panose="02010609060101010101" pitchFamily="49" charset="-122"/>
                <a:cs typeface="+mn-cs"/>
              </a:rPr>
              <a:t>由低到高</a:t>
            </a:r>
            <a:r>
              <a:rPr kumimoji="0" lang="zh-CN" altLang="en-US" sz="3200" b="1" i="0" u="none" strike="noStrike" kern="0" cap="none" spc="0" normalizeH="0" baseline="0" noProof="0" dirty="0">
                <a:ln>
                  <a:noFill/>
                </a:ln>
                <a:solidFill>
                  <a:schemeClr val="tx1"/>
                </a:solidFill>
                <a:effectLst>
                  <a:outerShdw blurRad="38100" dist="38100" dir="2700000" algn="tl">
                    <a:srgbClr val="000000"/>
                  </a:outerShdw>
                </a:effectLst>
                <a:uLnTx/>
                <a:uFillTx/>
                <a:latin typeface="+mn-lt"/>
                <a:ea typeface="黑体" panose="02010609060101010101" pitchFamily="49" charset="-122"/>
                <a:cs typeface="+mn-cs"/>
              </a:rPr>
              <a:t>的顺序输出该课程成绩。</a:t>
            </a:r>
            <a:endParaRPr kumimoji="0" lang="zh-CN" altLang="en-US" sz="3200" b="1" i="0" u="none" strike="noStrike" kern="0" cap="none" spc="0" normalizeH="0" baseline="0" noProof="0" dirty="0">
              <a:ln>
                <a:noFill/>
              </a:ln>
              <a:solidFill>
                <a:schemeClr val="tx1"/>
              </a:solidFill>
              <a:effectLst>
                <a:outerShdw blurRad="38100" dist="38100" dir="2700000" algn="tl">
                  <a:srgbClr val="000000"/>
                </a:outerShdw>
              </a:effectLst>
              <a:uLnTx/>
              <a:uFillTx/>
              <a:latin typeface="+mn-lt"/>
              <a:ea typeface="黑体" panose="02010609060101010101" pitchFamily="49" charset="-122"/>
              <a:cs typeface="+mn-cs"/>
            </a:endParaRPr>
          </a:p>
        </p:txBody>
      </p:sp>
      <p:sp>
        <p:nvSpPr>
          <p:cNvPr id="32772" name="AutoShape 6">
            <a:hlinkClick r:id="rId1" action="ppaction://hlinksldjump"/>
          </p:cNvPr>
          <p:cNvSpPr/>
          <p:nvPr/>
        </p:nvSpPr>
        <p:spPr>
          <a:xfrm>
            <a:off x="11582400" y="5973763"/>
            <a:ext cx="503238" cy="358775"/>
          </a:xfrm>
          <a:prstGeom prst="leftArrow">
            <a:avLst>
              <a:gd name="adj1" fmla="val 50000"/>
              <a:gd name="adj2" fmla="val 35066"/>
            </a:avLst>
          </a:prstGeom>
          <a:solidFill>
            <a:schemeClr val="accent1"/>
          </a:solidFill>
          <a:ln w="9525" cap="flat" cmpd="sng">
            <a:solidFill>
              <a:schemeClr val="accent1"/>
            </a:solidFill>
            <a:prstDash val="solid"/>
            <a:miter/>
            <a:headEnd type="none" w="med" len="med"/>
            <a:tailEnd type="none" w="med" len="med"/>
          </a:ln>
        </p:spPr>
        <p:txBody>
          <a:bodyPr wrap="none" anchor="ctr" anchorCtr="0"/>
          <a:lstStyle>
            <a:lvl1pPr marL="342900" indent="-3429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80000"/>
              <a:buFont typeface="Wingdings" panose="05000000000000000000" pitchFamily="2" charset="2"/>
              <a:buChar char="n"/>
              <a:defRPr sz="3200" b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defRPr>
            </a:lvl1pPr>
            <a:lvl2pPr marL="742950" indent="-28575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Char char="–"/>
              <a:defRPr sz="2800">
                <a:solidFill>
                  <a:schemeClr val="tx1"/>
                </a:solidFill>
                <a:effectLst/>
                <a:latin typeface="+mn-lt"/>
                <a:ea typeface="+mn-ea"/>
              </a:defRPr>
            </a:lvl2pPr>
            <a:lvl3pPr marL="11430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Font typeface="Wingdings" panose="05000000000000000000" pitchFamily="2" charset="2"/>
              <a:buChar char="§"/>
              <a:defRPr sz="2400">
                <a:solidFill>
                  <a:schemeClr val="tx1"/>
                </a:solidFill>
                <a:effectLst/>
                <a:latin typeface="+mn-lt"/>
                <a:ea typeface="+mn-ea"/>
              </a:defRPr>
            </a:lvl3pPr>
            <a:lvl4pPr marL="16002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–"/>
              <a:defRPr sz="2000">
                <a:solidFill>
                  <a:schemeClr val="tx1"/>
                </a:solidFill>
                <a:effectLst/>
                <a:latin typeface="+mn-lt"/>
                <a:ea typeface="+mn-ea"/>
              </a:defRPr>
            </a:lvl4pPr>
            <a:lvl5pPr marL="20574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effectLst/>
                <a:latin typeface="+mn-lt"/>
                <a:ea typeface="+mn-ea"/>
              </a:defRPr>
            </a:lvl5pPr>
          </a:lstStyle>
          <a:p>
            <a:pPr marL="0" lvl="0" indent="0" eaLnBrk="1" hangingPunct="1">
              <a:spcBef>
                <a:spcPct val="0"/>
              </a:spcBef>
              <a:buClrTx/>
              <a:buSzTx/>
              <a:buFontTx/>
              <a:buNone/>
            </a:pPr>
            <a:endParaRPr lang="zh-CN" altLang="en-US" sz="2000" b="1" dirty="0">
              <a:ea typeface="黑体" panose="02010609060101010101" pitchFamily="49" charset="-122"/>
            </a:endParaRPr>
          </a:p>
        </p:txBody>
      </p:sp>
      <p:sp>
        <p:nvSpPr>
          <p:cNvPr id="94213" name="TextBox 1"/>
          <p:cNvSpPr txBox="1">
            <a:spLocks noChangeArrowheads="1"/>
          </p:cNvSpPr>
          <p:nvPr/>
        </p:nvSpPr>
        <p:spPr bwMode="auto">
          <a:xfrm>
            <a:off x="304800" y="1401763"/>
            <a:ext cx="7559675" cy="40005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spcBef>
                <a:spcPct val="20000"/>
              </a:spcBef>
              <a:buClr>
                <a:schemeClr val="hlink"/>
              </a:buClr>
              <a:buSzPct val="80000"/>
              <a:buFont typeface="Wingdings" panose="05000000000000000000" pitchFamily="2" charset="2"/>
              <a:buChar char="n"/>
              <a:defRPr sz="32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Clr>
                <a:schemeClr val="tx1"/>
              </a:buClr>
              <a:buChar char="–"/>
              <a:defRPr sz="28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Clr>
                <a:schemeClr val="hlink"/>
              </a:buClr>
              <a:buFont typeface="Wingdings" panose="05000000000000000000" pitchFamily="2" charset="2"/>
              <a:buChar char="§"/>
              <a:defRPr sz="24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Clr>
                <a:schemeClr val="hlink"/>
              </a:buClr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9pPr>
          </a:lstStyle>
          <a:p>
            <a:pPr marL="0" marR="0" lvl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r>
              <a:rPr kumimoji="0" lang="zh-CN" altLang="en-US" sz="2000" b="1" i="0" u="none" strike="noStrike" kern="1200" cap="none" spc="0" normalizeH="0" baseline="0" noProof="0" dirty="0">
                <a:ln>
                  <a:noFill/>
                </a:ln>
                <a:solidFill>
                  <a:schemeClr val="accent3">
                    <a:lumMod val="75000"/>
                  </a:schemeClr>
                </a:solidFill>
                <a:effectLst/>
                <a:uLnTx/>
                <a:uFillTx/>
                <a:latin typeface="Tahoma" panose="020B0604030504040204" pitchFamily="34" charset="0"/>
                <a:ea typeface="黑体" panose="02010609060101010101" pitchFamily="49" charset="-122"/>
                <a:cs typeface="+mn-cs"/>
              </a:rPr>
              <a:t>注：为便于测试，以下运行界面以输入一个班</a:t>
            </a:r>
            <a:r>
              <a:rPr kumimoji="0" lang="en-US" altLang="zh-CN" sz="2000" b="1" i="0" u="none" strike="noStrike" kern="1200" cap="none" spc="0" normalizeH="0" baseline="0" noProof="0" dirty="0">
                <a:ln>
                  <a:noFill/>
                </a:ln>
                <a:solidFill>
                  <a:schemeClr val="accent3">
                    <a:lumMod val="75000"/>
                  </a:schemeClr>
                </a:solidFill>
                <a:effectLst/>
                <a:uLnTx/>
                <a:uFillTx/>
                <a:latin typeface="Tahoma" panose="020B0604030504040204" pitchFamily="34" charset="0"/>
                <a:ea typeface="黑体" panose="02010609060101010101" pitchFamily="49" charset="-122"/>
                <a:cs typeface="+mn-cs"/>
              </a:rPr>
              <a:t>10</a:t>
            </a:r>
            <a:r>
              <a:rPr kumimoji="0" lang="zh-CN" altLang="en-US" sz="2000" b="1" i="0" u="none" strike="noStrike" kern="1200" cap="none" spc="0" normalizeH="0" baseline="0" noProof="0" dirty="0">
                <a:ln>
                  <a:noFill/>
                </a:ln>
                <a:solidFill>
                  <a:schemeClr val="accent3">
                    <a:lumMod val="75000"/>
                  </a:schemeClr>
                </a:solidFill>
                <a:effectLst/>
                <a:uLnTx/>
                <a:uFillTx/>
                <a:latin typeface="Tahoma" panose="020B0604030504040204" pitchFamily="34" charset="0"/>
                <a:ea typeface="黑体" panose="02010609060101010101" pitchFamily="49" charset="-122"/>
                <a:cs typeface="+mn-cs"/>
              </a:rPr>
              <a:t>名学生成绩为例。</a:t>
            </a:r>
            <a:endParaRPr kumimoji="0" lang="zh-CN" altLang="en-US" sz="2000" b="1" i="0" u="none" strike="noStrike" kern="1200" cap="none" spc="0" normalizeH="0" baseline="0" noProof="0" dirty="0">
              <a:ln>
                <a:noFill/>
              </a:ln>
              <a:solidFill>
                <a:schemeClr val="accent3">
                  <a:lumMod val="75000"/>
                </a:schemeClr>
              </a:solidFill>
              <a:effectLst/>
              <a:uLnTx/>
              <a:uFillTx/>
              <a:latin typeface="Tahoma" panose="020B0604030504040204" pitchFamily="34" charset="0"/>
              <a:ea typeface="黑体" panose="02010609060101010101" pitchFamily="49" charset="-122"/>
              <a:cs typeface="+mn-cs"/>
            </a:endParaRPr>
          </a:p>
        </p:txBody>
      </p:sp>
      <p:sp>
        <p:nvSpPr>
          <p:cNvPr id="8" name="矩形 7"/>
          <p:cNvSpPr/>
          <p:nvPr/>
        </p:nvSpPr>
        <p:spPr>
          <a:xfrm>
            <a:off x="2209800" y="2024063"/>
            <a:ext cx="7200900" cy="4032250"/>
          </a:xfrm>
          <a:prstGeom prst="rect">
            <a:avLst/>
          </a:prstGeom>
          <a:solidFill>
            <a:schemeClr val="bg1">
              <a:lumMod val="50000"/>
            </a:schemeClr>
          </a:solidFill>
        </p:spPr>
        <p:txBody>
          <a:bodyPr>
            <a:spAutoFit/>
          </a:bodyPr>
          <a:lstStyle/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r>
              <a:rPr kumimoji="0" lang="en-US" altLang="zh-CN" sz="3200" b="1" i="0" u="none" strike="noStrike" kern="1200" cap="none" spc="0" normalizeH="0" baseline="0" noProof="0" dirty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Tahoma" panose="020B0604030504040204" pitchFamily="34" charset="0"/>
                <a:ea typeface="宋体" panose="02010600030101010101" pitchFamily="2" charset="-122"/>
                <a:cs typeface="+mn-cs"/>
              </a:rPr>
              <a:t>Please input achievement:</a:t>
            </a:r>
            <a:endParaRPr kumimoji="0" lang="en-US" altLang="zh-CN" sz="3200" b="1" i="0" u="none" strike="noStrike" kern="1200" cap="none" spc="0" normalizeH="0" baseline="0" noProof="0" dirty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Tahoma" panose="020B0604030504040204" pitchFamily="34" charset="0"/>
              <a:ea typeface="宋体" panose="02010600030101010101" pitchFamily="2" charset="-122"/>
              <a:cs typeface="+mn-cs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r>
              <a:rPr kumimoji="0" lang="en-US" altLang="zh-CN" sz="3200" b="1" i="0" u="none" strike="noStrike" kern="1200" cap="none" spc="0" normalizeH="0" baseline="0" noProof="0" dirty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Tahoma" panose="020B0604030504040204" pitchFamily="34" charset="0"/>
                <a:ea typeface="宋体" panose="02010600030101010101" pitchFamily="2" charset="-122"/>
                <a:cs typeface="+mn-cs"/>
              </a:rPr>
              <a:t>56 89 34 99 33 100 67 78 45 20</a:t>
            </a:r>
            <a:endParaRPr kumimoji="0" lang="en-US" altLang="zh-CN" sz="3200" b="1" i="0" u="none" strike="noStrike" kern="1200" cap="none" spc="0" normalizeH="0" baseline="0" noProof="0" dirty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Tahoma" panose="020B0604030504040204" pitchFamily="34" charset="0"/>
              <a:ea typeface="宋体" panose="02010600030101010101" pitchFamily="2" charset="-122"/>
              <a:cs typeface="+mn-cs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0" lang="en-US" altLang="zh-CN" sz="3200" b="1" i="0" u="none" strike="noStrike" kern="1200" cap="none" spc="0" normalizeH="0" baseline="0" noProof="0" dirty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Tahoma" panose="020B0604030504040204" pitchFamily="34" charset="0"/>
              <a:ea typeface="宋体" panose="02010600030101010101" pitchFamily="2" charset="-122"/>
              <a:cs typeface="+mn-cs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r>
              <a:rPr kumimoji="0" lang="en-US" altLang="zh-CN" sz="3200" b="1" i="0" u="none" strike="noStrike" kern="1200" cap="none" spc="0" normalizeH="0" baseline="0" noProof="0" dirty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Tahoma" panose="020B0604030504040204" pitchFamily="34" charset="0"/>
                <a:ea typeface="宋体" panose="02010600030101010101" pitchFamily="2" charset="-122"/>
                <a:cs typeface="+mn-cs"/>
              </a:rPr>
              <a:t>Answer:</a:t>
            </a:r>
            <a:endParaRPr kumimoji="0" lang="en-US" altLang="zh-CN" sz="3200" b="1" i="0" u="none" strike="noStrike" kern="1200" cap="none" spc="0" normalizeH="0" baseline="0" noProof="0" dirty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Tahoma" panose="020B0604030504040204" pitchFamily="34" charset="0"/>
              <a:ea typeface="宋体" panose="02010600030101010101" pitchFamily="2" charset="-122"/>
              <a:cs typeface="+mn-cs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0" lang="en-US" altLang="zh-CN" sz="3200" b="1" i="0" u="none" strike="noStrike" kern="1200" cap="none" spc="0" normalizeH="0" baseline="0" noProof="0" dirty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Tahoma" panose="020B0604030504040204" pitchFamily="34" charset="0"/>
              <a:ea typeface="宋体" panose="02010600030101010101" pitchFamily="2" charset="-122"/>
              <a:cs typeface="+mn-cs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r>
              <a:rPr kumimoji="0" lang="en-US" altLang="zh-CN" sz="3200" b="1" i="0" u="none" strike="noStrike" kern="1200" cap="none" spc="0" normalizeH="0" baseline="0" noProof="0" dirty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Tahoma" panose="020B0604030504040204" pitchFamily="34" charset="0"/>
                <a:ea typeface="宋体" panose="02010600030101010101" pitchFamily="2" charset="-122"/>
                <a:cs typeface="+mn-cs"/>
              </a:rPr>
              <a:t>    20    33    34    45    56</a:t>
            </a:r>
            <a:endParaRPr kumimoji="0" lang="en-US" altLang="zh-CN" sz="3200" b="1" i="0" u="none" strike="noStrike" kern="1200" cap="none" spc="0" normalizeH="0" baseline="0" noProof="0" dirty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Tahoma" panose="020B0604030504040204" pitchFamily="34" charset="0"/>
              <a:ea typeface="宋体" panose="02010600030101010101" pitchFamily="2" charset="-122"/>
              <a:cs typeface="+mn-cs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r>
              <a:rPr kumimoji="0" lang="en-US" altLang="zh-CN" sz="3200" b="1" i="0" u="none" strike="noStrike" kern="1200" cap="none" spc="0" normalizeH="0" baseline="0" noProof="0" dirty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Tahoma" panose="020B0604030504040204" pitchFamily="34" charset="0"/>
                <a:ea typeface="宋体" panose="02010600030101010101" pitchFamily="2" charset="-122"/>
                <a:cs typeface="+mn-cs"/>
              </a:rPr>
              <a:t>    67    78    89    99   100</a:t>
            </a:r>
            <a:endParaRPr kumimoji="0" lang="en-US" altLang="zh-CN" sz="3200" b="1" i="0" u="none" strike="noStrike" kern="1200" cap="none" spc="0" normalizeH="0" baseline="0" noProof="0" dirty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Tahoma" panose="020B0604030504040204" pitchFamily="34" charset="0"/>
              <a:ea typeface="宋体" panose="02010600030101010101" pitchFamily="2" charset="-122"/>
              <a:cs typeface="+mn-cs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0" lang="en-US" altLang="zh-CN" sz="3200" b="1" i="0" u="none" strike="noStrike" kern="1200" cap="none" spc="0" normalizeH="0" baseline="0" noProof="0" dirty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Tahoma" panose="020B0604030504040204" pitchFamily="34" charset="0"/>
              <a:ea typeface="宋体" panose="02010600030101010101" pitchFamily="2" charset="-122"/>
              <a:cs typeface="+mn-cs"/>
            </a:endParaRPr>
          </a:p>
        </p:txBody>
      </p:sp>
    </p:spTree>
  </p:cSld>
  <p:clrMapOvr>
    <a:masterClrMapping/>
  </p:clrMapOvr>
  <p:transition>
    <p:random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>
                                            <p:txEl>
                                              <p:charRg st="0" end="2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" fill="hold">
                      <p:stCondLst>
                        <p:cond delay="indefinite"/>
                      </p:stCondLst>
                      <p:childTnLst>
                        <p:par>
                          <p:cTn id="10" fill="hold">
                            <p:stCondLst>
                              <p:cond delay="0"/>
                            </p:stCondLst>
                            <p:childTnLst>
                              <p:par>
                                <p:cTn id="11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>
                                            <p:txEl>
                                              <p:charRg st="26" end="5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>
                                            <p:txEl>
                                              <p:charRg st="58" end="6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7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>
                                            <p:txEl>
                                              <p:charRg st="67" end="98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9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>
                                            <p:txEl>
                                              <p:charRg st="98" end="129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8" grpId="0" animBg="1"/>
    </p:bldLst>
  </p:timing>
</p:sld>
</file>

<file path=ppt/slides/slide3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38" name="灯片编号占位符 5"/>
          <p:cNvSpPr txBox="1">
            <a:spLocks noGrp="1"/>
          </p:cNvSpPr>
          <p:nvPr>
            <p:ph type="sldNum" sz="quarter" idx="4"/>
          </p:nvPr>
        </p:nvSpPr>
        <p:spPr bwMode="auto"/>
        <p:txBody>
          <a:bodyPr wrap="square" lIns="91440" tIns="45720" rIns="91440" bIns="45720" numCol="1" anchor="b" anchorCtr="0" compatLnSpc="1"/>
          <a:lstStyle>
            <a:lvl1pPr eaLnBrk="0" hangingPunct="0">
              <a:defRPr sz="2000" b="1">
                <a:solidFill>
                  <a:schemeClr val="tx1"/>
                </a:solidFill>
                <a:latin typeface="Tahoma" panose="020B0604030504040204" pitchFamily="34" charset="0"/>
                <a:ea typeface="黑体" panose="02010609060101010101" pitchFamily="49" charset="-122"/>
              </a:defRPr>
            </a:lvl1pPr>
            <a:lvl2pPr marL="742950" indent="-285750" eaLnBrk="0" hangingPunct="0">
              <a:defRPr sz="2000" b="1">
                <a:solidFill>
                  <a:schemeClr val="tx1"/>
                </a:solidFill>
                <a:latin typeface="Tahoma" panose="020B0604030504040204" pitchFamily="34" charset="0"/>
                <a:ea typeface="黑体" panose="02010609060101010101" pitchFamily="49" charset="-122"/>
              </a:defRPr>
            </a:lvl2pPr>
            <a:lvl3pPr marL="1143000" indent="-228600" eaLnBrk="0" hangingPunct="0">
              <a:defRPr sz="2000" b="1">
                <a:solidFill>
                  <a:schemeClr val="tx1"/>
                </a:solidFill>
                <a:latin typeface="Tahoma" panose="020B0604030504040204" pitchFamily="34" charset="0"/>
                <a:ea typeface="黑体" panose="02010609060101010101" pitchFamily="49" charset="-122"/>
              </a:defRPr>
            </a:lvl3pPr>
            <a:lvl4pPr marL="1600200" indent="-228600" eaLnBrk="0" hangingPunct="0">
              <a:defRPr sz="2000" b="1">
                <a:solidFill>
                  <a:schemeClr val="tx1"/>
                </a:solidFill>
                <a:latin typeface="Tahoma" panose="020B0604030504040204" pitchFamily="34" charset="0"/>
                <a:ea typeface="黑体" panose="02010609060101010101" pitchFamily="49" charset="-122"/>
              </a:defRPr>
            </a:lvl4pPr>
            <a:lvl5pPr marL="2057400" indent="-228600" eaLnBrk="0" hangingPunct="0">
              <a:defRPr sz="2000" b="1">
                <a:solidFill>
                  <a:schemeClr val="tx1"/>
                </a:solidFill>
                <a:latin typeface="Tahoma" panose="020B0604030504040204" pitchFamily="34" charset="0"/>
                <a:ea typeface="黑体" panose="02010609060101010101" pitchFamily="49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000" b="1">
                <a:solidFill>
                  <a:schemeClr val="tx1"/>
                </a:solidFill>
                <a:latin typeface="Tahoma" panose="020B0604030504040204" pitchFamily="34" charset="0"/>
                <a:ea typeface="黑体" panose="02010609060101010101" pitchFamily="49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000" b="1">
                <a:solidFill>
                  <a:schemeClr val="tx1"/>
                </a:solidFill>
                <a:latin typeface="Tahoma" panose="020B0604030504040204" pitchFamily="34" charset="0"/>
                <a:ea typeface="黑体" panose="02010609060101010101" pitchFamily="49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000" b="1">
                <a:solidFill>
                  <a:schemeClr val="tx1"/>
                </a:solidFill>
                <a:latin typeface="Tahoma" panose="020B0604030504040204" pitchFamily="34" charset="0"/>
                <a:ea typeface="黑体" panose="02010609060101010101" pitchFamily="49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000" b="1">
                <a:solidFill>
                  <a:schemeClr val="tx1"/>
                </a:solidFill>
                <a:latin typeface="Tahoma" panose="020B0604030504040204" pitchFamily="34" charset="0"/>
                <a:ea typeface="黑体" panose="02010609060101010101" pitchFamily="49" charset="-122"/>
              </a:defRPr>
            </a:lvl9pPr>
          </a:lstStyle>
          <a:p>
            <a:pPr marL="0" marR="0" lvl="0" indent="0" algn="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fld id="{43933392-68A5-4076-BE61-61B57F897F61}" type="slidenum">
              <a:rPr kumimoji="0" lang="en-US" altLang="zh-CN" sz="1200" b="0" i="0" u="none" strike="noStrike" kern="1200" cap="none" spc="0" normalizeH="0" baseline="0" noProof="0">
                <a:ln>
                  <a:noFill/>
                </a:ln>
                <a:solidFill>
                  <a:schemeClr val="tx1"/>
                </a:solidFill>
                <a:effectLst>
                  <a:outerShdw blurRad="38100" dist="38100" dir="2700000" algn="tl">
                    <a:srgbClr val="000000"/>
                  </a:outerShdw>
                </a:effectLst>
                <a:uLnTx/>
                <a:uFillTx/>
                <a:latin typeface="Tahoma" panose="020B0604030504040204" pitchFamily="34" charset="0"/>
                <a:ea typeface="宋体" panose="02010600030101010101" pitchFamily="2" charset="-122"/>
                <a:cs typeface="+mn-cs"/>
              </a:rPr>
            </a:fld>
            <a:endParaRPr kumimoji="0" lang="en-US" altLang="zh-CN" sz="1200" b="0" i="0" u="none" strike="noStrike" kern="1200" cap="none" spc="0" normalizeH="0" baseline="0" noProof="0">
              <a:ln>
                <a:noFill/>
              </a:ln>
              <a:solidFill>
                <a:schemeClr val="tx1"/>
              </a:solidFill>
              <a:effectLst>
                <a:outerShdw blurRad="38100" dist="38100" dir="2700000" algn="tl">
                  <a:srgbClr val="000000"/>
                </a:outerShdw>
              </a:effectLst>
              <a:uLnTx/>
              <a:uFillTx/>
              <a:latin typeface="Tahoma" panose="020B0604030504040204" pitchFamily="34" charset="0"/>
              <a:ea typeface="宋体" panose="02010600030101010101" pitchFamily="2" charset="-122"/>
              <a:cs typeface="+mn-cs"/>
            </a:endParaRPr>
          </a:p>
        </p:txBody>
      </p:sp>
      <p:sp>
        <p:nvSpPr>
          <p:cNvPr id="34819" name="Line 3"/>
          <p:cNvSpPr/>
          <p:nvPr/>
        </p:nvSpPr>
        <p:spPr>
          <a:xfrm>
            <a:off x="2770188" y="1450975"/>
            <a:ext cx="0" cy="3387725"/>
          </a:xfrm>
          <a:prstGeom prst="line">
            <a:avLst/>
          </a:prstGeom>
          <a:ln w="38100" cap="flat" cmpd="sng">
            <a:solidFill>
              <a:schemeClr val="tx1"/>
            </a:solidFill>
            <a:prstDash val="solid"/>
            <a:headEnd type="none" w="sm" len="sm"/>
            <a:tailEnd type="none" w="sm" len="sm"/>
          </a:ln>
        </p:spPr>
      </p:sp>
      <p:grpSp>
        <p:nvGrpSpPr>
          <p:cNvPr id="34820" name="Group 4"/>
          <p:cNvGrpSpPr/>
          <p:nvPr/>
        </p:nvGrpSpPr>
        <p:grpSpPr>
          <a:xfrm>
            <a:off x="2203450" y="1028700"/>
            <a:ext cx="1138238" cy="411163"/>
            <a:chOff x="1227" y="9641"/>
            <a:chExt cx="512" cy="470"/>
          </a:xfrm>
        </p:grpSpPr>
        <p:sp>
          <p:nvSpPr>
            <p:cNvPr id="34852" name="Rectangle 5"/>
            <p:cNvSpPr/>
            <p:nvPr/>
          </p:nvSpPr>
          <p:spPr>
            <a:xfrm>
              <a:off x="1247" y="9661"/>
              <a:ext cx="466" cy="444"/>
            </a:xfrm>
            <a:prstGeom prst="rect">
              <a:avLst/>
            </a:prstGeom>
            <a:noFill/>
            <a:ln w="38100">
              <a:noFill/>
            </a:ln>
          </p:spPr>
          <p:txBody>
            <a:bodyPr lIns="12700" tIns="12700" rIns="12700" bIns="12700"/>
            <a:lstStyle>
              <a:lvl1pPr marL="342900" indent="-342900" algn="l" rtl="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hlink"/>
                </a:buClr>
                <a:buSzPct val="80000"/>
                <a:buFont typeface="Wingdings" panose="05000000000000000000" pitchFamily="2" charset="2"/>
                <a:buChar char="n"/>
                <a:defRPr sz="3200" b="0">
                  <a:solidFill>
                    <a:schemeClr val="tx1"/>
                  </a:solidFill>
                  <a:effectLst/>
                  <a:latin typeface="+mn-lt"/>
                  <a:ea typeface="+mn-ea"/>
                  <a:cs typeface="+mn-cs"/>
                </a:defRPr>
              </a:lvl1pPr>
              <a:lvl2pPr marL="742950" indent="-285750" algn="l" rtl="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tx1"/>
                </a:buClr>
                <a:buChar char="–"/>
                <a:defRPr sz="2800">
                  <a:solidFill>
                    <a:schemeClr val="tx1"/>
                  </a:solidFill>
                  <a:effectLst/>
                  <a:latin typeface="+mn-lt"/>
                  <a:ea typeface="+mn-ea"/>
                </a:defRPr>
              </a:lvl2pPr>
              <a:lvl3pPr marL="11430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hlink"/>
                </a:buClr>
                <a:buFont typeface="Wingdings" panose="05000000000000000000" pitchFamily="2" charset="2"/>
                <a:buChar char="§"/>
                <a:defRPr sz="2400">
                  <a:solidFill>
                    <a:schemeClr val="tx1"/>
                  </a:solidFill>
                  <a:effectLst/>
                  <a:latin typeface="+mn-lt"/>
                  <a:ea typeface="+mn-ea"/>
                </a:defRPr>
              </a:lvl3pPr>
              <a:lvl4pPr marL="16002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–"/>
                <a:defRPr sz="2000">
                  <a:solidFill>
                    <a:schemeClr val="tx1"/>
                  </a:solidFill>
                  <a:effectLst/>
                  <a:latin typeface="+mn-lt"/>
                  <a:ea typeface="+mn-ea"/>
                </a:defRPr>
              </a:lvl4pPr>
              <a:lvl5pPr marL="20574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hlink"/>
                </a:buClr>
                <a:buFont typeface="Wingdings" panose="05000000000000000000" pitchFamily="2" charset="2"/>
                <a:buChar char="§"/>
                <a:defRPr sz="2000">
                  <a:solidFill>
                    <a:schemeClr val="tx1"/>
                  </a:solidFill>
                  <a:effectLst/>
                  <a:latin typeface="+mn-lt"/>
                  <a:ea typeface="+mn-ea"/>
                </a:defRPr>
              </a:lvl5pPr>
            </a:lstStyle>
            <a:p>
              <a:pPr marL="0" lvl="0" indent="0" algn="ctr" eaLnBrk="1" hangingPunct="1">
                <a:spcBef>
                  <a:spcPct val="0"/>
                </a:spcBef>
                <a:buClrTx/>
                <a:buSzTx/>
                <a:buFontTx/>
                <a:buNone/>
              </a:pPr>
              <a:r>
                <a:rPr lang="zh-CN" altLang="en-US" sz="2000" b="1" dirty="0">
                  <a:ea typeface="黑体" panose="02010609060101010101" pitchFamily="49" charset="-122"/>
                </a:rPr>
                <a:t>开始</a:t>
              </a:r>
              <a:endParaRPr lang="zh-CN" altLang="en-US" sz="2000" b="1" dirty="0">
                <a:ea typeface="黑体" panose="02010609060101010101" pitchFamily="49" charset="-122"/>
              </a:endParaRPr>
            </a:p>
          </p:txBody>
        </p:sp>
        <p:sp>
          <p:nvSpPr>
            <p:cNvPr id="34853" name="Oval 6"/>
            <p:cNvSpPr/>
            <p:nvPr/>
          </p:nvSpPr>
          <p:spPr>
            <a:xfrm>
              <a:off x="1227" y="9641"/>
              <a:ext cx="512" cy="470"/>
            </a:xfrm>
            <a:prstGeom prst="ellipse">
              <a:avLst/>
            </a:prstGeom>
            <a:noFill/>
            <a:ln w="38100" cap="flat" cmpd="sng">
              <a:solidFill>
                <a:schemeClr val="tx1"/>
              </a:solidFill>
              <a:prstDash val="solid"/>
              <a:headEnd type="none" w="med" len="med"/>
              <a:tailEnd type="none" w="med" len="med"/>
            </a:ln>
          </p:spPr>
          <p:txBody>
            <a:bodyPr/>
            <a:lstStyle>
              <a:lvl1pPr marL="342900" indent="-342900" algn="l" rtl="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hlink"/>
                </a:buClr>
                <a:buSzPct val="80000"/>
                <a:buFont typeface="Wingdings" panose="05000000000000000000" pitchFamily="2" charset="2"/>
                <a:buChar char="n"/>
                <a:defRPr sz="3200" b="0">
                  <a:solidFill>
                    <a:schemeClr val="tx1"/>
                  </a:solidFill>
                  <a:effectLst/>
                  <a:latin typeface="+mn-lt"/>
                  <a:ea typeface="+mn-ea"/>
                  <a:cs typeface="+mn-cs"/>
                </a:defRPr>
              </a:lvl1pPr>
              <a:lvl2pPr marL="742950" indent="-285750" algn="l" rtl="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tx1"/>
                </a:buClr>
                <a:buChar char="–"/>
                <a:defRPr sz="2800">
                  <a:solidFill>
                    <a:schemeClr val="tx1"/>
                  </a:solidFill>
                  <a:effectLst/>
                  <a:latin typeface="+mn-lt"/>
                  <a:ea typeface="+mn-ea"/>
                </a:defRPr>
              </a:lvl2pPr>
              <a:lvl3pPr marL="11430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hlink"/>
                </a:buClr>
                <a:buFont typeface="Wingdings" panose="05000000000000000000" pitchFamily="2" charset="2"/>
                <a:buChar char="§"/>
                <a:defRPr sz="2400">
                  <a:solidFill>
                    <a:schemeClr val="tx1"/>
                  </a:solidFill>
                  <a:effectLst/>
                  <a:latin typeface="+mn-lt"/>
                  <a:ea typeface="+mn-ea"/>
                </a:defRPr>
              </a:lvl3pPr>
              <a:lvl4pPr marL="16002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–"/>
                <a:defRPr sz="2000">
                  <a:solidFill>
                    <a:schemeClr val="tx1"/>
                  </a:solidFill>
                  <a:effectLst/>
                  <a:latin typeface="+mn-lt"/>
                  <a:ea typeface="+mn-ea"/>
                </a:defRPr>
              </a:lvl4pPr>
              <a:lvl5pPr marL="20574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hlink"/>
                </a:buClr>
                <a:buFont typeface="Wingdings" panose="05000000000000000000" pitchFamily="2" charset="2"/>
                <a:buChar char="§"/>
                <a:defRPr sz="2000">
                  <a:solidFill>
                    <a:schemeClr val="tx1"/>
                  </a:solidFill>
                  <a:effectLst/>
                  <a:latin typeface="+mn-lt"/>
                  <a:ea typeface="+mn-ea"/>
                </a:defRPr>
              </a:lvl5pPr>
            </a:lstStyle>
            <a:p>
              <a:pPr marL="0" lvl="0" indent="0" eaLnBrk="1" hangingPunct="1">
                <a:spcBef>
                  <a:spcPct val="0"/>
                </a:spcBef>
                <a:buClrTx/>
                <a:buSzTx/>
                <a:buFontTx/>
                <a:buNone/>
              </a:pPr>
              <a:endParaRPr lang="zh-CN" altLang="en-US" sz="2000" b="1" dirty="0">
                <a:ea typeface="黑体" panose="02010609060101010101" pitchFamily="49" charset="-122"/>
              </a:endParaRPr>
            </a:p>
          </p:txBody>
        </p:sp>
      </p:grpSp>
      <p:grpSp>
        <p:nvGrpSpPr>
          <p:cNvPr id="34821" name="Group 7"/>
          <p:cNvGrpSpPr/>
          <p:nvPr/>
        </p:nvGrpSpPr>
        <p:grpSpPr>
          <a:xfrm>
            <a:off x="2225675" y="4868863"/>
            <a:ext cx="1090613" cy="374650"/>
            <a:chOff x="-1" y="0"/>
            <a:chExt cx="20001" cy="20000"/>
          </a:xfrm>
        </p:grpSpPr>
        <p:sp>
          <p:nvSpPr>
            <p:cNvPr id="34850" name="Rectangle 8"/>
            <p:cNvSpPr/>
            <p:nvPr/>
          </p:nvSpPr>
          <p:spPr>
            <a:xfrm>
              <a:off x="3883" y="2160"/>
              <a:ext cx="15007" cy="17840"/>
            </a:xfrm>
            <a:prstGeom prst="rect">
              <a:avLst/>
            </a:prstGeom>
            <a:noFill/>
            <a:ln w="38100">
              <a:noFill/>
            </a:ln>
          </p:spPr>
          <p:txBody>
            <a:bodyPr lIns="12700" tIns="12700" rIns="12700" bIns="12700"/>
            <a:lstStyle>
              <a:lvl1pPr marL="342900" indent="-342900" algn="l" rtl="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hlink"/>
                </a:buClr>
                <a:buSzPct val="80000"/>
                <a:buFont typeface="Wingdings" panose="05000000000000000000" pitchFamily="2" charset="2"/>
                <a:buChar char="n"/>
                <a:defRPr sz="3200" b="0">
                  <a:solidFill>
                    <a:schemeClr val="tx1"/>
                  </a:solidFill>
                  <a:effectLst/>
                  <a:latin typeface="+mn-lt"/>
                  <a:ea typeface="+mn-ea"/>
                  <a:cs typeface="+mn-cs"/>
                </a:defRPr>
              </a:lvl1pPr>
              <a:lvl2pPr marL="742950" indent="-285750" algn="l" rtl="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tx1"/>
                </a:buClr>
                <a:buChar char="–"/>
                <a:defRPr sz="2800">
                  <a:solidFill>
                    <a:schemeClr val="tx1"/>
                  </a:solidFill>
                  <a:effectLst/>
                  <a:latin typeface="+mn-lt"/>
                  <a:ea typeface="+mn-ea"/>
                </a:defRPr>
              </a:lvl2pPr>
              <a:lvl3pPr marL="11430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hlink"/>
                </a:buClr>
                <a:buFont typeface="Wingdings" panose="05000000000000000000" pitchFamily="2" charset="2"/>
                <a:buChar char="§"/>
                <a:defRPr sz="2400">
                  <a:solidFill>
                    <a:schemeClr val="tx1"/>
                  </a:solidFill>
                  <a:effectLst/>
                  <a:latin typeface="+mn-lt"/>
                  <a:ea typeface="+mn-ea"/>
                </a:defRPr>
              </a:lvl3pPr>
              <a:lvl4pPr marL="16002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–"/>
                <a:defRPr sz="2000">
                  <a:solidFill>
                    <a:schemeClr val="tx1"/>
                  </a:solidFill>
                  <a:effectLst/>
                  <a:latin typeface="+mn-lt"/>
                  <a:ea typeface="+mn-ea"/>
                </a:defRPr>
              </a:lvl4pPr>
              <a:lvl5pPr marL="20574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hlink"/>
                </a:buClr>
                <a:buFont typeface="Wingdings" panose="05000000000000000000" pitchFamily="2" charset="2"/>
                <a:buChar char="§"/>
                <a:defRPr sz="2000">
                  <a:solidFill>
                    <a:schemeClr val="tx1"/>
                  </a:solidFill>
                  <a:effectLst/>
                  <a:latin typeface="+mn-lt"/>
                  <a:ea typeface="+mn-ea"/>
                </a:defRPr>
              </a:lvl5pPr>
            </a:lstStyle>
            <a:p>
              <a:pPr marL="0" lvl="0" indent="0" algn="just" eaLnBrk="1" hangingPunct="1">
                <a:spcBef>
                  <a:spcPct val="0"/>
                </a:spcBef>
                <a:buClrTx/>
                <a:buSzTx/>
                <a:buFontTx/>
                <a:buNone/>
              </a:pPr>
              <a:r>
                <a:rPr lang="zh-CN" altLang="en-US" sz="2000" b="1" dirty="0">
                  <a:ea typeface="黑体" panose="02010609060101010101" pitchFamily="49" charset="-122"/>
                </a:rPr>
                <a:t>结束</a:t>
              </a:r>
              <a:endParaRPr lang="zh-CN" altLang="en-US" sz="2000" b="1" dirty="0">
                <a:ea typeface="黑体" panose="02010609060101010101" pitchFamily="49" charset="-122"/>
              </a:endParaRPr>
            </a:p>
          </p:txBody>
        </p:sp>
        <p:sp>
          <p:nvSpPr>
            <p:cNvPr id="34851" name="Oval 9"/>
            <p:cNvSpPr/>
            <p:nvPr/>
          </p:nvSpPr>
          <p:spPr>
            <a:xfrm>
              <a:off x="-1" y="0"/>
              <a:ext cx="20001" cy="18890"/>
            </a:xfrm>
            <a:prstGeom prst="ellipse">
              <a:avLst/>
            </a:prstGeom>
            <a:noFill/>
            <a:ln w="38100" cap="flat" cmpd="sng">
              <a:solidFill>
                <a:schemeClr val="tx1"/>
              </a:solidFill>
              <a:prstDash val="solid"/>
              <a:headEnd type="none" w="med" len="med"/>
              <a:tailEnd type="none" w="med" len="med"/>
            </a:ln>
          </p:spPr>
          <p:txBody>
            <a:bodyPr/>
            <a:lstStyle>
              <a:lvl1pPr marL="342900" indent="-342900" algn="l" rtl="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hlink"/>
                </a:buClr>
                <a:buSzPct val="80000"/>
                <a:buFont typeface="Wingdings" panose="05000000000000000000" pitchFamily="2" charset="2"/>
                <a:buChar char="n"/>
                <a:defRPr sz="3200" b="0">
                  <a:solidFill>
                    <a:schemeClr val="tx1"/>
                  </a:solidFill>
                  <a:effectLst/>
                  <a:latin typeface="+mn-lt"/>
                  <a:ea typeface="+mn-ea"/>
                  <a:cs typeface="+mn-cs"/>
                </a:defRPr>
              </a:lvl1pPr>
              <a:lvl2pPr marL="742950" indent="-285750" algn="l" rtl="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tx1"/>
                </a:buClr>
                <a:buChar char="–"/>
                <a:defRPr sz="2800">
                  <a:solidFill>
                    <a:schemeClr val="tx1"/>
                  </a:solidFill>
                  <a:effectLst/>
                  <a:latin typeface="+mn-lt"/>
                  <a:ea typeface="+mn-ea"/>
                </a:defRPr>
              </a:lvl2pPr>
              <a:lvl3pPr marL="11430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hlink"/>
                </a:buClr>
                <a:buFont typeface="Wingdings" panose="05000000000000000000" pitchFamily="2" charset="2"/>
                <a:buChar char="§"/>
                <a:defRPr sz="2400">
                  <a:solidFill>
                    <a:schemeClr val="tx1"/>
                  </a:solidFill>
                  <a:effectLst/>
                  <a:latin typeface="+mn-lt"/>
                  <a:ea typeface="+mn-ea"/>
                </a:defRPr>
              </a:lvl3pPr>
              <a:lvl4pPr marL="16002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–"/>
                <a:defRPr sz="2000">
                  <a:solidFill>
                    <a:schemeClr val="tx1"/>
                  </a:solidFill>
                  <a:effectLst/>
                  <a:latin typeface="+mn-lt"/>
                  <a:ea typeface="+mn-ea"/>
                </a:defRPr>
              </a:lvl4pPr>
              <a:lvl5pPr marL="20574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hlink"/>
                </a:buClr>
                <a:buFont typeface="Wingdings" panose="05000000000000000000" pitchFamily="2" charset="2"/>
                <a:buChar char="§"/>
                <a:defRPr sz="2000">
                  <a:solidFill>
                    <a:schemeClr val="tx1"/>
                  </a:solidFill>
                  <a:effectLst/>
                  <a:latin typeface="+mn-lt"/>
                  <a:ea typeface="+mn-ea"/>
                </a:defRPr>
              </a:lvl5pPr>
            </a:lstStyle>
            <a:p>
              <a:pPr marL="0" lvl="0" indent="0" eaLnBrk="1" hangingPunct="1">
                <a:spcBef>
                  <a:spcPct val="0"/>
                </a:spcBef>
                <a:buClrTx/>
                <a:buSzTx/>
                <a:buFontTx/>
                <a:buNone/>
              </a:pPr>
              <a:endParaRPr lang="zh-CN" altLang="en-US" sz="2000" b="1" dirty="0">
                <a:ea typeface="黑体" panose="02010609060101010101" pitchFamily="49" charset="-122"/>
              </a:endParaRPr>
            </a:p>
          </p:txBody>
        </p:sp>
      </p:grpSp>
      <p:grpSp>
        <p:nvGrpSpPr>
          <p:cNvPr id="4" name="Group 10"/>
          <p:cNvGrpSpPr/>
          <p:nvPr/>
        </p:nvGrpSpPr>
        <p:grpSpPr>
          <a:xfrm>
            <a:off x="2743200" y="1676400"/>
            <a:ext cx="4968875" cy="409575"/>
            <a:chOff x="496" y="1706"/>
            <a:chExt cx="2701" cy="258"/>
          </a:xfrm>
        </p:grpSpPr>
        <p:grpSp>
          <p:nvGrpSpPr>
            <p:cNvPr id="34844" name="Group 11"/>
            <p:cNvGrpSpPr/>
            <p:nvPr/>
          </p:nvGrpSpPr>
          <p:grpSpPr>
            <a:xfrm>
              <a:off x="496" y="1706"/>
              <a:ext cx="2021" cy="238"/>
              <a:chOff x="1801" y="7124"/>
              <a:chExt cx="1893" cy="260"/>
            </a:xfrm>
          </p:grpSpPr>
          <p:grpSp>
            <p:nvGrpSpPr>
              <p:cNvPr id="34846" name="Group 12"/>
              <p:cNvGrpSpPr/>
              <p:nvPr/>
            </p:nvGrpSpPr>
            <p:grpSpPr>
              <a:xfrm>
                <a:off x="1801" y="7124"/>
                <a:ext cx="1687" cy="260"/>
                <a:chOff x="0" y="0"/>
                <a:chExt cx="19991" cy="20000"/>
              </a:xfrm>
            </p:grpSpPr>
            <p:sp>
              <p:nvSpPr>
                <p:cNvPr id="34848" name="Rectangle 13"/>
                <p:cNvSpPr/>
                <p:nvPr/>
              </p:nvSpPr>
              <p:spPr>
                <a:xfrm>
                  <a:off x="0" y="52"/>
                  <a:ext cx="2348" cy="19948"/>
                </a:xfrm>
                <a:prstGeom prst="rect">
                  <a:avLst/>
                </a:prstGeom>
                <a:noFill/>
                <a:ln w="38100" cap="flat" cmpd="sng">
                  <a:solidFill>
                    <a:schemeClr val="tx1"/>
                  </a:solidFill>
                  <a:prstDash val="solid"/>
                  <a:miter/>
                  <a:headEnd type="none" w="med" len="med"/>
                  <a:tailEnd type="none" w="med" len="med"/>
                </a:ln>
              </p:spPr>
              <p:txBody>
                <a:bodyPr/>
                <a:lstStyle>
                  <a:lvl1pPr marL="342900" indent="-342900" algn="l" rtl="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lr>
                      <a:schemeClr val="hlink"/>
                    </a:buClr>
                    <a:buSzPct val="80000"/>
                    <a:buFont typeface="Wingdings" panose="05000000000000000000" pitchFamily="2" charset="2"/>
                    <a:buChar char="n"/>
                    <a:defRPr sz="3200" b="0">
                      <a:solidFill>
                        <a:schemeClr val="tx1"/>
                      </a:solidFill>
                      <a:effectLst/>
                      <a:latin typeface="+mn-lt"/>
                      <a:ea typeface="+mn-ea"/>
                      <a:cs typeface="+mn-cs"/>
                    </a:defRPr>
                  </a:lvl1pPr>
                  <a:lvl2pPr marL="742950" indent="-285750" algn="l" rtl="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lr>
                      <a:schemeClr val="tx1"/>
                    </a:buClr>
                    <a:buChar char="–"/>
                    <a:defRPr sz="2800">
                      <a:solidFill>
                        <a:schemeClr val="tx1"/>
                      </a:solidFill>
                      <a:effectLst/>
                      <a:latin typeface="+mn-lt"/>
                      <a:ea typeface="+mn-ea"/>
                    </a:defRPr>
                  </a:lvl2pPr>
                  <a:lvl3pPr marL="1143000" indent="-228600" algn="l" rtl="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lr>
                      <a:schemeClr val="hlink"/>
                    </a:buClr>
                    <a:buFont typeface="Wingdings" panose="05000000000000000000" pitchFamily="2" charset="2"/>
                    <a:buChar char="§"/>
                    <a:defRPr sz="2400">
                      <a:solidFill>
                        <a:schemeClr val="tx1"/>
                      </a:solidFill>
                      <a:effectLst/>
                      <a:latin typeface="+mn-lt"/>
                      <a:ea typeface="+mn-ea"/>
                    </a:defRPr>
                  </a:lvl3pPr>
                  <a:lvl4pPr marL="1600200" indent="-228600" algn="l" rtl="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har char="–"/>
                    <a:defRPr sz="2000">
                      <a:solidFill>
                        <a:schemeClr val="tx1"/>
                      </a:solidFill>
                      <a:effectLst/>
                      <a:latin typeface="+mn-lt"/>
                      <a:ea typeface="+mn-ea"/>
                    </a:defRPr>
                  </a:lvl4pPr>
                  <a:lvl5pPr marL="2057400" indent="-228600" algn="l" rtl="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lr>
                      <a:schemeClr val="hlink"/>
                    </a:buClr>
                    <a:buFont typeface="Wingdings" panose="05000000000000000000" pitchFamily="2" charset="2"/>
                    <a:buChar char="§"/>
                    <a:defRPr sz="2000">
                      <a:solidFill>
                        <a:schemeClr val="tx1"/>
                      </a:solidFill>
                      <a:effectLst/>
                      <a:latin typeface="+mn-lt"/>
                      <a:ea typeface="+mn-ea"/>
                    </a:defRPr>
                  </a:lvl5pPr>
                </a:lstStyle>
                <a:p>
                  <a:pPr marL="0" lvl="0" indent="0" eaLnBrk="1" hangingPunct="1">
                    <a:spcBef>
                      <a:spcPct val="0"/>
                    </a:spcBef>
                    <a:buClrTx/>
                    <a:buSzTx/>
                    <a:buFontTx/>
                    <a:buNone/>
                  </a:pPr>
                  <a:endParaRPr lang="zh-CN" altLang="en-US" sz="2000" b="1" dirty="0">
                    <a:ea typeface="黑体" panose="02010609060101010101" pitchFamily="49" charset="-122"/>
                  </a:endParaRPr>
                </a:p>
              </p:txBody>
            </p:sp>
            <p:sp>
              <p:nvSpPr>
                <p:cNvPr id="34849" name="Rectangle 14"/>
                <p:cNvSpPr/>
                <p:nvPr/>
              </p:nvSpPr>
              <p:spPr>
                <a:xfrm>
                  <a:off x="2336" y="0"/>
                  <a:ext cx="17655" cy="19948"/>
                </a:xfrm>
                <a:prstGeom prst="rect">
                  <a:avLst/>
                </a:prstGeom>
                <a:noFill/>
                <a:ln w="38100" cap="flat" cmpd="sng">
                  <a:solidFill>
                    <a:schemeClr val="tx1"/>
                  </a:solidFill>
                  <a:prstDash val="solid"/>
                  <a:miter/>
                  <a:headEnd type="none" w="med" len="med"/>
                  <a:tailEnd type="none" w="med" len="med"/>
                </a:ln>
              </p:spPr>
              <p:txBody>
                <a:bodyPr/>
                <a:lstStyle>
                  <a:lvl1pPr marL="342900" indent="-342900" algn="l" rtl="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lr>
                      <a:schemeClr val="hlink"/>
                    </a:buClr>
                    <a:buSzPct val="80000"/>
                    <a:buFont typeface="Wingdings" panose="05000000000000000000" pitchFamily="2" charset="2"/>
                    <a:buChar char="n"/>
                    <a:defRPr sz="3200" b="0">
                      <a:solidFill>
                        <a:schemeClr val="tx1"/>
                      </a:solidFill>
                      <a:effectLst/>
                      <a:latin typeface="+mn-lt"/>
                      <a:ea typeface="+mn-ea"/>
                      <a:cs typeface="+mn-cs"/>
                    </a:defRPr>
                  </a:lvl1pPr>
                  <a:lvl2pPr marL="742950" indent="-285750" algn="l" rtl="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lr>
                      <a:schemeClr val="tx1"/>
                    </a:buClr>
                    <a:buChar char="–"/>
                    <a:defRPr sz="2800">
                      <a:solidFill>
                        <a:schemeClr val="tx1"/>
                      </a:solidFill>
                      <a:effectLst/>
                      <a:latin typeface="+mn-lt"/>
                      <a:ea typeface="+mn-ea"/>
                    </a:defRPr>
                  </a:lvl2pPr>
                  <a:lvl3pPr marL="1143000" indent="-228600" algn="l" rtl="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lr>
                      <a:schemeClr val="hlink"/>
                    </a:buClr>
                    <a:buFont typeface="Wingdings" panose="05000000000000000000" pitchFamily="2" charset="2"/>
                    <a:buChar char="§"/>
                    <a:defRPr sz="2400">
                      <a:solidFill>
                        <a:schemeClr val="tx1"/>
                      </a:solidFill>
                      <a:effectLst/>
                      <a:latin typeface="+mn-lt"/>
                      <a:ea typeface="+mn-ea"/>
                    </a:defRPr>
                  </a:lvl3pPr>
                  <a:lvl4pPr marL="1600200" indent="-228600" algn="l" rtl="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har char="–"/>
                    <a:defRPr sz="2000">
                      <a:solidFill>
                        <a:schemeClr val="tx1"/>
                      </a:solidFill>
                      <a:effectLst/>
                      <a:latin typeface="+mn-lt"/>
                      <a:ea typeface="+mn-ea"/>
                    </a:defRPr>
                  </a:lvl4pPr>
                  <a:lvl5pPr marL="2057400" indent="-228600" algn="l" rtl="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lr>
                      <a:schemeClr val="hlink"/>
                    </a:buClr>
                    <a:buFont typeface="Wingdings" panose="05000000000000000000" pitchFamily="2" charset="2"/>
                    <a:buChar char="§"/>
                    <a:defRPr sz="2000">
                      <a:solidFill>
                        <a:schemeClr val="tx1"/>
                      </a:solidFill>
                      <a:effectLst/>
                      <a:latin typeface="+mn-lt"/>
                      <a:ea typeface="+mn-ea"/>
                    </a:defRPr>
                  </a:lvl5pPr>
                </a:lstStyle>
                <a:p>
                  <a:pPr marL="0" lvl="0" indent="0" algn="ctr" eaLnBrk="1" hangingPunct="1">
                    <a:spcBef>
                      <a:spcPct val="0"/>
                    </a:spcBef>
                    <a:buClrTx/>
                    <a:buSzTx/>
                    <a:buFontTx/>
                    <a:buNone/>
                  </a:pPr>
                  <a:r>
                    <a:rPr lang="en-US" altLang="zh-CN" sz="2000" b="1" dirty="0">
                      <a:ea typeface="黑体" panose="02010609060101010101" pitchFamily="49" charset="-122"/>
                    </a:rPr>
                    <a:t>for (i=0;i&lt;M;i++)</a:t>
                  </a:r>
                  <a:endParaRPr lang="en-US" altLang="zh-CN" sz="2000" b="1" dirty="0">
                    <a:ea typeface="黑体" panose="02010609060101010101" pitchFamily="49" charset="-122"/>
                  </a:endParaRPr>
                </a:p>
              </p:txBody>
            </p:sp>
          </p:grpSp>
          <p:sp>
            <p:nvSpPr>
              <p:cNvPr id="34847" name="Line 15"/>
              <p:cNvSpPr/>
              <p:nvPr/>
            </p:nvSpPr>
            <p:spPr>
              <a:xfrm>
                <a:off x="3459" y="7252"/>
                <a:ext cx="235" cy="1"/>
              </a:xfrm>
              <a:prstGeom prst="line">
                <a:avLst/>
              </a:prstGeom>
              <a:ln w="38100" cap="flat" cmpd="sng">
                <a:solidFill>
                  <a:schemeClr val="tx1"/>
                </a:solidFill>
                <a:prstDash val="solid"/>
                <a:headEnd type="none" w="sm" len="sm"/>
                <a:tailEnd type="none" w="sm" len="sm"/>
              </a:ln>
            </p:spPr>
          </p:sp>
        </p:grpSp>
        <p:sp>
          <p:nvSpPr>
            <p:cNvPr id="34845" name="Text Box 16"/>
            <p:cNvSpPr txBox="1"/>
            <p:nvPr/>
          </p:nvSpPr>
          <p:spPr>
            <a:xfrm>
              <a:off x="2507" y="1706"/>
              <a:ext cx="690" cy="258"/>
            </a:xfrm>
            <a:prstGeom prst="rect">
              <a:avLst/>
            </a:prstGeom>
            <a:noFill/>
            <a:ln w="38100" cap="flat" cmpd="sng">
              <a:solidFill>
                <a:schemeClr val="tx1"/>
              </a:solidFill>
              <a:prstDash val="solid"/>
              <a:miter/>
              <a:headEnd type="none" w="med" len="med"/>
              <a:tailEnd type="none" w="med" len="med"/>
            </a:ln>
          </p:spPr>
          <p:txBody>
            <a:bodyPr/>
            <a:lstStyle>
              <a:lvl1pPr marL="342900" indent="-342900" algn="l" rtl="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hlink"/>
                </a:buClr>
                <a:buSzPct val="80000"/>
                <a:buFont typeface="Wingdings" panose="05000000000000000000" pitchFamily="2" charset="2"/>
                <a:buChar char="n"/>
                <a:defRPr sz="3200" b="0">
                  <a:solidFill>
                    <a:schemeClr val="tx1"/>
                  </a:solidFill>
                  <a:effectLst/>
                  <a:latin typeface="+mn-lt"/>
                  <a:ea typeface="+mn-ea"/>
                  <a:cs typeface="+mn-cs"/>
                </a:defRPr>
              </a:lvl1pPr>
              <a:lvl2pPr marL="742950" indent="-285750" algn="l" rtl="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tx1"/>
                </a:buClr>
                <a:buChar char="–"/>
                <a:defRPr sz="2800">
                  <a:solidFill>
                    <a:schemeClr val="tx1"/>
                  </a:solidFill>
                  <a:effectLst/>
                  <a:latin typeface="+mn-lt"/>
                  <a:ea typeface="+mn-ea"/>
                </a:defRPr>
              </a:lvl2pPr>
              <a:lvl3pPr marL="11430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hlink"/>
                </a:buClr>
                <a:buFont typeface="Wingdings" panose="05000000000000000000" pitchFamily="2" charset="2"/>
                <a:buChar char="§"/>
                <a:defRPr sz="2400">
                  <a:solidFill>
                    <a:schemeClr val="tx1"/>
                  </a:solidFill>
                  <a:effectLst/>
                  <a:latin typeface="+mn-lt"/>
                  <a:ea typeface="+mn-ea"/>
                </a:defRPr>
              </a:lvl3pPr>
              <a:lvl4pPr marL="16002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–"/>
                <a:defRPr sz="2000">
                  <a:solidFill>
                    <a:schemeClr val="tx1"/>
                  </a:solidFill>
                  <a:effectLst/>
                  <a:latin typeface="+mn-lt"/>
                  <a:ea typeface="+mn-ea"/>
                </a:defRPr>
              </a:lvl4pPr>
              <a:lvl5pPr marL="20574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hlink"/>
                </a:buClr>
                <a:buFont typeface="Wingdings" panose="05000000000000000000" pitchFamily="2" charset="2"/>
                <a:buChar char="§"/>
                <a:defRPr sz="2000">
                  <a:solidFill>
                    <a:schemeClr val="tx1"/>
                  </a:solidFill>
                  <a:effectLst/>
                  <a:latin typeface="+mn-lt"/>
                  <a:ea typeface="+mn-ea"/>
                </a:defRPr>
              </a:lvl5pPr>
            </a:lstStyle>
            <a:p>
              <a:pPr marL="0" lvl="0" indent="0" algn="ctr" eaLnBrk="1" hangingPunct="1">
                <a:spcBef>
                  <a:spcPct val="0"/>
                </a:spcBef>
                <a:buClrTx/>
                <a:buSzTx/>
                <a:buFontTx/>
                <a:buNone/>
              </a:pPr>
              <a:r>
                <a:rPr lang="zh-CN" altLang="en-US" sz="2000" b="1" dirty="0">
                  <a:ea typeface="黑体" panose="02010609060101010101" pitchFamily="49" charset="-122"/>
                </a:rPr>
                <a:t>输入</a:t>
              </a:r>
              <a:r>
                <a:rPr lang="en-US" altLang="zh-CN" sz="2000" b="1" dirty="0">
                  <a:ea typeface="黑体" panose="02010609060101010101" pitchFamily="49" charset="-122"/>
                </a:rPr>
                <a:t>a</a:t>
              </a:r>
              <a:r>
                <a:rPr lang="en-US" altLang="zh-CN" sz="2000" b="1" baseline="-25000" dirty="0">
                  <a:ea typeface="黑体" panose="02010609060101010101" pitchFamily="49" charset="-122"/>
                </a:rPr>
                <a:t>i</a:t>
              </a:r>
              <a:endParaRPr lang="en-US" altLang="zh-CN" sz="2000" b="1" dirty="0">
                <a:ea typeface="黑体" panose="02010609060101010101" pitchFamily="49" charset="-122"/>
              </a:endParaRPr>
            </a:p>
          </p:txBody>
        </p:sp>
      </p:grpSp>
      <p:grpSp>
        <p:nvGrpSpPr>
          <p:cNvPr id="7" name="Group 17"/>
          <p:cNvGrpSpPr/>
          <p:nvPr/>
        </p:nvGrpSpPr>
        <p:grpSpPr>
          <a:xfrm>
            <a:off x="2814638" y="3476625"/>
            <a:ext cx="7200900" cy="1247775"/>
            <a:chOff x="501" y="3050"/>
            <a:chExt cx="4103" cy="786"/>
          </a:xfrm>
        </p:grpSpPr>
        <p:grpSp>
          <p:nvGrpSpPr>
            <p:cNvPr id="34828" name="Group 18"/>
            <p:cNvGrpSpPr/>
            <p:nvPr/>
          </p:nvGrpSpPr>
          <p:grpSpPr>
            <a:xfrm>
              <a:off x="501" y="3396"/>
              <a:ext cx="1835" cy="238"/>
              <a:chOff x="0" y="0"/>
              <a:chExt cx="19991" cy="20000"/>
            </a:xfrm>
          </p:grpSpPr>
          <p:sp>
            <p:nvSpPr>
              <p:cNvPr id="34842" name="Rectangle 19"/>
              <p:cNvSpPr/>
              <p:nvPr/>
            </p:nvSpPr>
            <p:spPr>
              <a:xfrm>
                <a:off x="0" y="52"/>
                <a:ext cx="2348" cy="19948"/>
              </a:xfrm>
              <a:prstGeom prst="rect">
                <a:avLst/>
              </a:prstGeom>
              <a:noFill/>
              <a:ln w="38100" cap="flat" cmpd="sng">
                <a:solidFill>
                  <a:schemeClr val="tx1"/>
                </a:solidFill>
                <a:prstDash val="solid"/>
                <a:miter/>
                <a:headEnd type="none" w="med" len="med"/>
                <a:tailEnd type="none" w="med" len="med"/>
              </a:ln>
            </p:spPr>
            <p:txBody>
              <a:bodyPr/>
              <a:lstStyle>
                <a:lvl1pPr marL="342900" indent="-342900" algn="l" rtl="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hlink"/>
                  </a:buClr>
                  <a:buSzPct val="80000"/>
                  <a:buFont typeface="Wingdings" panose="05000000000000000000" pitchFamily="2" charset="2"/>
                  <a:buChar char="n"/>
                  <a:defRPr sz="3200" b="0">
                    <a:solidFill>
                      <a:schemeClr val="tx1"/>
                    </a:solidFill>
                    <a:effectLst/>
                    <a:latin typeface="+mn-lt"/>
                    <a:ea typeface="+mn-ea"/>
                    <a:cs typeface="+mn-cs"/>
                  </a:defRPr>
                </a:lvl1pPr>
                <a:lvl2pPr marL="742950" indent="-285750" algn="l" rtl="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tx1"/>
                  </a:buClr>
                  <a:buChar char="–"/>
                  <a:defRPr sz="2800">
                    <a:solidFill>
                      <a:schemeClr val="tx1"/>
                    </a:solidFill>
                    <a:effectLst/>
                    <a:latin typeface="+mn-lt"/>
                    <a:ea typeface="+mn-ea"/>
                  </a:defRPr>
                </a:lvl2pPr>
                <a:lvl3pPr marL="1143000" indent="-228600" algn="l" rtl="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hlink"/>
                  </a:buClr>
                  <a:buFont typeface="Wingdings" panose="05000000000000000000" pitchFamily="2" charset="2"/>
                  <a:buChar char="§"/>
                  <a:defRPr sz="2400">
                    <a:solidFill>
                      <a:schemeClr val="tx1"/>
                    </a:solidFill>
                    <a:effectLst/>
                    <a:latin typeface="+mn-lt"/>
                    <a:ea typeface="+mn-ea"/>
                  </a:defRPr>
                </a:lvl3pPr>
                <a:lvl4pPr marL="1600200" indent="-228600" algn="l" rtl="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–"/>
                  <a:defRPr sz="2000">
                    <a:solidFill>
                      <a:schemeClr val="tx1"/>
                    </a:solidFill>
                    <a:effectLst/>
                    <a:latin typeface="+mn-lt"/>
                    <a:ea typeface="+mn-ea"/>
                  </a:defRPr>
                </a:lvl4pPr>
                <a:lvl5pPr marL="2057400" indent="-228600" algn="l" rtl="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hlink"/>
                  </a:buClr>
                  <a:buFont typeface="Wingdings" panose="05000000000000000000" pitchFamily="2" charset="2"/>
                  <a:buChar char="§"/>
                  <a:defRPr sz="2000">
                    <a:solidFill>
                      <a:schemeClr val="tx1"/>
                    </a:solidFill>
                    <a:effectLst/>
                    <a:latin typeface="+mn-lt"/>
                    <a:ea typeface="+mn-ea"/>
                  </a:defRPr>
                </a:lvl5pPr>
              </a:lstStyle>
              <a:p>
                <a:pPr marL="0" lvl="0" indent="0" eaLnBrk="1" hangingPunct="1">
                  <a:spcBef>
                    <a:spcPct val="0"/>
                  </a:spcBef>
                  <a:buClrTx/>
                  <a:buSzTx/>
                  <a:buFontTx/>
                  <a:buNone/>
                </a:pPr>
                <a:endParaRPr lang="zh-CN" altLang="en-US" sz="2000" b="1" dirty="0">
                  <a:ea typeface="黑体" panose="02010609060101010101" pitchFamily="49" charset="-122"/>
                </a:endParaRPr>
              </a:p>
            </p:txBody>
          </p:sp>
          <p:sp>
            <p:nvSpPr>
              <p:cNvPr id="34843" name="Rectangle 20"/>
              <p:cNvSpPr/>
              <p:nvPr/>
            </p:nvSpPr>
            <p:spPr>
              <a:xfrm>
                <a:off x="2336" y="0"/>
                <a:ext cx="17655" cy="19948"/>
              </a:xfrm>
              <a:prstGeom prst="rect">
                <a:avLst/>
              </a:prstGeom>
              <a:noFill/>
              <a:ln w="38100" cap="flat" cmpd="sng">
                <a:solidFill>
                  <a:schemeClr val="tx1"/>
                </a:solidFill>
                <a:prstDash val="solid"/>
                <a:miter/>
                <a:headEnd type="none" w="med" len="med"/>
                <a:tailEnd type="none" w="med" len="med"/>
              </a:ln>
            </p:spPr>
            <p:txBody>
              <a:bodyPr lIns="12700" tIns="12700" rIns="12700" bIns="12700"/>
              <a:lstStyle>
                <a:lvl1pPr marL="342900" indent="-342900" algn="l" rtl="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hlink"/>
                  </a:buClr>
                  <a:buSzPct val="80000"/>
                  <a:buFont typeface="Wingdings" panose="05000000000000000000" pitchFamily="2" charset="2"/>
                  <a:buChar char="n"/>
                  <a:defRPr sz="3200" b="0">
                    <a:solidFill>
                      <a:schemeClr val="tx1"/>
                    </a:solidFill>
                    <a:effectLst/>
                    <a:latin typeface="+mn-lt"/>
                    <a:ea typeface="+mn-ea"/>
                    <a:cs typeface="+mn-cs"/>
                  </a:defRPr>
                </a:lvl1pPr>
                <a:lvl2pPr marL="742950" indent="-285750" algn="l" rtl="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tx1"/>
                  </a:buClr>
                  <a:buChar char="–"/>
                  <a:defRPr sz="2800">
                    <a:solidFill>
                      <a:schemeClr val="tx1"/>
                    </a:solidFill>
                    <a:effectLst/>
                    <a:latin typeface="+mn-lt"/>
                    <a:ea typeface="+mn-ea"/>
                  </a:defRPr>
                </a:lvl2pPr>
                <a:lvl3pPr marL="1143000" indent="-228600" algn="l" rtl="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hlink"/>
                  </a:buClr>
                  <a:buFont typeface="Wingdings" panose="05000000000000000000" pitchFamily="2" charset="2"/>
                  <a:buChar char="§"/>
                  <a:defRPr sz="2400">
                    <a:solidFill>
                      <a:schemeClr val="tx1"/>
                    </a:solidFill>
                    <a:effectLst/>
                    <a:latin typeface="+mn-lt"/>
                    <a:ea typeface="+mn-ea"/>
                  </a:defRPr>
                </a:lvl3pPr>
                <a:lvl4pPr marL="1600200" indent="-228600" algn="l" rtl="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–"/>
                  <a:defRPr sz="2000">
                    <a:solidFill>
                      <a:schemeClr val="tx1"/>
                    </a:solidFill>
                    <a:effectLst/>
                    <a:latin typeface="+mn-lt"/>
                    <a:ea typeface="+mn-ea"/>
                  </a:defRPr>
                </a:lvl4pPr>
                <a:lvl5pPr marL="2057400" indent="-228600" algn="l" rtl="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hlink"/>
                  </a:buClr>
                  <a:buFont typeface="Wingdings" panose="05000000000000000000" pitchFamily="2" charset="2"/>
                  <a:buChar char="§"/>
                  <a:defRPr sz="2000">
                    <a:solidFill>
                      <a:schemeClr val="tx1"/>
                    </a:solidFill>
                    <a:effectLst/>
                    <a:latin typeface="+mn-lt"/>
                    <a:ea typeface="+mn-ea"/>
                  </a:defRPr>
                </a:lvl5pPr>
              </a:lstStyle>
              <a:p>
                <a:pPr marL="0" lvl="0" indent="0" algn="ctr" eaLnBrk="1" hangingPunct="1">
                  <a:spcBef>
                    <a:spcPct val="0"/>
                  </a:spcBef>
                  <a:buClrTx/>
                  <a:buSzTx/>
                  <a:buFontTx/>
                  <a:buNone/>
                </a:pPr>
                <a:r>
                  <a:rPr lang="en-US" altLang="zh-CN" sz="2000" b="1" dirty="0">
                    <a:ea typeface="黑体" panose="02010609060101010101" pitchFamily="49" charset="-122"/>
                  </a:rPr>
                  <a:t>for (i=0;i&lt;M;i++)</a:t>
                </a:r>
                <a:endParaRPr lang="en-US" altLang="zh-CN" sz="2000" b="1" dirty="0">
                  <a:ea typeface="黑体" panose="02010609060101010101" pitchFamily="49" charset="-122"/>
                </a:endParaRPr>
              </a:p>
            </p:txBody>
          </p:sp>
        </p:grpSp>
        <p:sp>
          <p:nvSpPr>
            <p:cNvPr id="34829" name="Line 21"/>
            <p:cNvSpPr/>
            <p:nvPr/>
          </p:nvSpPr>
          <p:spPr>
            <a:xfrm>
              <a:off x="2370" y="3513"/>
              <a:ext cx="192" cy="1"/>
            </a:xfrm>
            <a:prstGeom prst="line">
              <a:avLst/>
            </a:prstGeom>
            <a:ln w="38100" cap="flat" cmpd="sng">
              <a:solidFill>
                <a:schemeClr val="tx1"/>
              </a:solidFill>
              <a:prstDash val="solid"/>
              <a:headEnd type="none" w="sm" len="sm"/>
              <a:tailEnd type="none" w="sm" len="sm"/>
            </a:ln>
          </p:spPr>
        </p:sp>
        <p:grpSp>
          <p:nvGrpSpPr>
            <p:cNvPr id="34830" name="Group 22"/>
            <p:cNvGrpSpPr/>
            <p:nvPr/>
          </p:nvGrpSpPr>
          <p:grpSpPr>
            <a:xfrm>
              <a:off x="2552" y="3050"/>
              <a:ext cx="2052" cy="786"/>
              <a:chOff x="3724" y="7836"/>
              <a:chExt cx="2510" cy="858"/>
            </a:xfrm>
          </p:grpSpPr>
          <p:sp>
            <p:nvSpPr>
              <p:cNvPr id="34831" name="Text Box 23"/>
              <p:cNvSpPr txBox="1"/>
              <p:nvPr/>
            </p:nvSpPr>
            <p:spPr>
              <a:xfrm>
                <a:off x="3724" y="8413"/>
                <a:ext cx="844" cy="281"/>
              </a:xfrm>
              <a:prstGeom prst="rect">
                <a:avLst/>
              </a:prstGeom>
              <a:noFill/>
              <a:ln w="38100" cap="flat" cmpd="sng">
                <a:solidFill>
                  <a:schemeClr val="tx1"/>
                </a:solidFill>
                <a:prstDash val="solid"/>
                <a:miter/>
                <a:headEnd type="none" w="med" len="med"/>
                <a:tailEnd type="none" w="med" len="med"/>
              </a:ln>
            </p:spPr>
            <p:txBody>
              <a:bodyPr/>
              <a:lstStyle>
                <a:lvl1pPr marL="342900" indent="-342900" algn="l" rtl="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hlink"/>
                  </a:buClr>
                  <a:buSzPct val="80000"/>
                  <a:buFont typeface="Wingdings" panose="05000000000000000000" pitchFamily="2" charset="2"/>
                  <a:buChar char="n"/>
                  <a:defRPr sz="3200" b="0">
                    <a:solidFill>
                      <a:schemeClr val="tx1"/>
                    </a:solidFill>
                    <a:effectLst/>
                    <a:latin typeface="+mn-lt"/>
                    <a:ea typeface="+mn-ea"/>
                    <a:cs typeface="+mn-cs"/>
                  </a:defRPr>
                </a:lvl1pPr>
                <a:lvl2pPr marL="742950" indent="-285750" algn="l" rtl="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tx1"/>
                  </a:buClr>
                  <a:buChar char="–"/>
                  <a:defRPr sz="2800">
                    <a:solidFill>
                      <a:schemeClr val="tx1"/>
                    </a:solidFill>
                    <a:effectLst/>
                    <a:latin typeface="+mn-lt"/>
                    <a:ea typeface="+mn-ea"/>
                  </a:defRPr>
                </a:lvl2pPr>
                <a:lvl3pPr marL="1143000" indent="-228600" algn="l" rtl="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hlink"/>
                  </a:buClr>
                  <a:buFont typeface="Wingdings" panose="05000000000000000000" pitchFamily="2" charset="2"/>
                  <a:buChar char="§"/>
                  <a:defRPr sz="2400">
                    <a:solidFill>
                      <a:schemeClr val="tx1"/>
                    </a:solidFill>
                    <a:effectLst/>
                    <a:latin typeface="+mn-lt"/>
                    <a:ea typeface="+mn-ea"/>
                  </a:defRPr>
                </a:lvl3pPr>
                <a:lvl4pPr marL="1600200" indent="-228600" algn="l" rtl="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–"/>
                  <a:defRPr sz="2000">
                    <a:solidFill>
                      <a:schemeClr val="tx1"/>
                    </a:solidFill>
                    <a:effectLst/>
                    <a:latin typeface="+mn-lt"/>
                    <a:ea typeface="+mn-ea"/>
                  </a:defRPr>
                </a:lvl4pPr>
                <a:lvl5pPr marL="2057400" indent="-228600" algn="l" rtl="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hlink"/>
                  </a:buClr>
                  <a:buFont typeface="Wingdings" panose="05000000000000000000" pitchFamily="2" charset="2"/>
                  <a:buChar char="§"/>
                  <a:defRPr sz="2000">
                    <a:solidFill>
                      <a:schemeClr val="tx1"/>
                    </a:solidFill>
                    <a:effectLst/>
                    <a:latin typeface="+mn-lt"/>
                    <a:ea typeface="+mn-ea"/>
                  </a:defRPr>
                </a:lvl5pPr>
              </a:lstStyle>
              <a:p>
                <a:pPr marL="0" lvl="0" indent="0" algn="ctr" eaLnBrk="1" hangingPunct="1">
                  <a:spcBef>
                    <a:spcPct val="0"/>
                  </a:spcBef>
                  <a:buClrTx/>
                  <a:buSzTx/>
                  <a:buFontTx/>
                  <a:buNone/>
                </a:pPr>
                <a:r>
                  <a:rPr lang="zh-CN" altLang="en-US" sz="2000" b="1" dirty="0">
                    <a:ea typeface="黑体" panose="02010609060101010101" pitchFamily="49" charset="-122"/>
                  </a:rPr>
                  <a:t>输出</a:t>
                </a:r>
                <a:r>
                  <a:rPr lang="en-US" altLang="zh-CN" sz="2000" b="1" dirty="0">
                    <a:ea typeface="黑体" panose="02010609060101010101" pitchFamily="49" charset="-122"/>
                  </a:rPr>
                  <a:t>a</a:t>
                </a:r>
                <a:r>
                  <a:rPr lang="en-US" altLang="zh-CN" sz="2000" b="1" baseline="-25000" dirty="0">
                    <a:ea typeface="黑体" panose="02010609060101010101" pitchFamily="49" charset="-122"/>
                  </a:rPr>
                  <a:t>i</a:t>
                </a:r>
                <a:endParaRPr lang="en-US" altLang="zh-CN" sz="2000" b="1" baseline="-25000" dirty="0">
                  <a:ea typeface="黑体" panose="02010609060101010101" pitchFamily="49" charset="-122"/>
                </a:endParaRPr>
              </a:p>
            </p:txBody>
          </p:sp>
          <p:grpSp>
            <p:nvGrpSpPr>
              <p:cNvPr id="34832" name="Group 24"/>
              <p:cNvGrpSpPr/>
              <p:nvPr/>
            </p:nvGrpSpPr>
            <p:grpSpPr>
              <a:xfrm>
                <a:off x="3724" y="7836"/>
                <a:ext cx="2510" cy="458"/>
                <a:chOff x="5834" y="7836"/>
                <a:chExt cx="2510" cy="458"/>
              </a:xfrm>
            </p:grpSpPr>
            <p:grpSp>
              <p:nvGrpSpPr>
                <p:cNvPr id="34834" name="Group 25"/>
                <p:cNvGrpSpPr/>
                <p:nvPr/>
              </p:nvGrpSpPr>
              <p:grpSpPr>
                <a:xfrm>
                  <a:off x="5834" y="7836"/>
                  <a:ext cx="2510" cy="458"/>
                  <a:chOff x="5594" y="6903"/>
                  <a:chExt cx="2510" cy="458"/>
                </a:xfrm>
              </p:grpSpPr>
              <p:sp>
                <p:nvSpPr>
                  <p:cNvPr id="34836" name="Rectangle 26"/>
                  <p:cNvSpPr/>
                  <p:nvPr/>
                </p:nvSpPr>
                <p:spPr>
                  <a:xfrm>
                    <a:off x="7282" y="6903"/>
                    <a:ext cx="822" cy="288"/>
                  </a:xfrm>
                  <a:prstGeom prst="rect">
                    <a:avLst/>
                  </a:prstGeom>
                  <a:noFill/>
                  <a:ln w="38100" cap="flat" cmpd="sng">
                    <a:solidFill>
                      <a:schemeClr val="tx1"/>
                    </a:solidFill>
                    <a:prstDash val="solid"/>
                    <a:miter/>
                    <a:headEnd type="none" w="med" len="med"/>
                    <a:tailEnd type="none" w="med" len="med"/>
                  </a:ln>
                </p:spPr>
                <p:txBody>
                  <a:bodyPr/>
                  <a:lstStyle>
                    <a:lvl1pPr marL="342900" indent="-342900" algn="l" rtl="0" eaLnBrk="0" fontAlgn="base" hangingPunct="0">
                      <a:spcBef>
                        <a:spcPct val="20000"/>
                      </a:spcBef>
                      <a:spcAft>
                        <a:spcPct val="0"/>
                      </a:spcAft>
                      <a:buClr>
                        <a:schemeClr val="hlink"/>
                      </a:buClr>
                      <a:buSzPct val="80000"/>
                      <a:buFont typeface="Wingdings" panose="05000000000000000000" pitchFamily="2" charset="2"/>
                      <a:buChar char="n"/>
                      <a:defRPr sz="3200" b="0">
                        <a:solidFill>
                          <a:schemeClr val="tx1"/>
                        </a:solidFill>
                        <a:effectLst/>
                        <a:latin typeface="+mn-lt"/>
                        <a:ea typeface="+mn-ea"/>
                        <a:cs typeface="+mn-cs"/>
                      </a:defRPr>
                    </a:lvl1pPr>
                    <a:lvl2pPr marL="742950" indent="-285750" algn="l" rtl="0" eaLnBrk="0" fontAlgn="base" hangingPunct="0">
                      <a:spcBef>
                        <a:spcPct val="20000"/>
                      </a:spcBef>
                      <a:spcAft>
                        <a:spcPct val="0"/>
                      </a:spcAft>
                      <a:buClr>
                        <a:schemeClr val="tx1"/>
                      </a:buClr>
                      <a:buChar char="–"/>
                      <a:defRPr sz="2800">
                        <a:solidFill>
                          <a:schemeClr val="tx1"/>
                        </a:solidFill>
                        <a:effectLst/>
                        <a:latin typeface="+mn-lt"/>
                        <a:ea typeface="+mn-ea"/>
                      </a:defRPr>
                    </a:lvl2pPr>
                    <a:lvl3pPr marL="1143000" indent="-228600" algn="l" rtl="0" eaLnBrk="0" fontAlgn="base" hangingPunct="0">
                      <a:spcBef>
                        <a:spcPct val="20000"/>
                      </a:spcBef>
                      <a:spcAft>
                        <a:spcPct val="0"/>
                      </a:spcAft>
                      <a:buClr>
                        <a:schemeClr val="hlink"/>
                      </a:buClr>
                      <a:buFont typeface="Wingdings" panose="05000000000000000000" pitchFamily="2" charset="2"/>
                      <a:buChar char="§"/>
                      <a:defRPr sz="2400">
                        <a:solidFill>
                          <a:schemeClr val="tx1"/>
                        </a:solidFill>
                        <a:effectLst/>
                        <a:latin typeface="+mn-lt"/>
                        <a:ea typeface="+mn-ea"/>
                      </a:defRPr>
                    </a:lvl3pPr>
                    <a:lvl4pPr marL="1600200" indent="-228600" algn="l" rtl="0" eaLnBrk="0" fontAlgn="base" hangingPunct="0">
                      <a:spcBef>
                        <a:spcPct val="20000"/>
                      </a:spcBef>
                      <a:spcAft>
                        <a:spcPct val="0"/>
                      </a:spcAft>
                      <a:buChar char="–"/>
                      <a:defRPr sz="2000">
                        <a:solidFill>
                          <a:schemeClr val="tx1"/>
                        </a:solidFill>
                        <a:effectLst/>
                        <a:latin typeface="+mn-lt"/>
                        <a:ea typeface="+mn-ea"/>
                      </a:defRPr>
                    </a:lvl4pPr>
                    <a:lvl5pPr marL="2057400" indent="-228600" algn="l" rtl="0" eaLnBrk="0" fontAlgn="base" hangingPunct="0">
                      <a:spcBef>
                        <a:spcPct val="20000"/>
                      </a:spcBef>
                      <a:spcAft>
                        <a:spcPct val="0"/>
                      </a:spcAft>
                      <a:buClr>
                        <a:schemeClr val="hlink"/>
                      </a:buClr>
                      <a:buFont typeface="Wingdings" panose="05000000000000000000" pitchFamily="2" charset="2"/>
                      <a:buChar char="§"/>
                      <a:defRPr sz="2000">
                        <a:solidFill>
                          <a:schemeClr val="tx1"/>
                        </a:solidFill>
                        <a:effectLst/>
                        <a:latin typeface="+mn-lt"/>
                        <a:ea typeface="+mn-ea"/>
                      </a:defRPr>
                    </a:lvl5pPr>
                  </a:lstStyle>
                  <a:p>
                    <a:pPr marL="0" lvl="0" indent="0" algn="ctr" eaLnBrk="1" hangingPunct="1">
                      <a:spcBef>
                        <a:spcPct val="0"/>
                      </a:spcBef>
                      <a:buClrTx/>
                      <a:buSzTx/>
                      <a:buFontTx/>
                      <a:buNone/>
                    </a:pPr>
                    <a:r>
                      <a:rPr lang="zh-CN" altLang="en-US" sz="2000" b="1" dirty="0">
                        <a:ea typeface="黑体" panose="02010609060101010101" pitchFamily="49" charset="-122"/>
                      </a:rPr>
                      <a:t>换行</a:t>
                    </a:r>
                    <a:endParaRPr lang="zh-CN" altLang="en-US" sz="2000" b="1" dirty="0">
                      <a:ea typeface="黑体" panose="02010609060101010101" pitchFamily="49" charset="-122"/>
                    </a:endParaRPr>
                  </a:p>
                </p:txBody>
              </p:sp>
              <p:grpSp>
                <p:nvGrpSpPr>
                  <p:cNvPr id="34837" name="Group 27"/>
                  <p:cNvGrpSpPr/>
                  <p:nvPr/>
                </p:nvGrpSpPr>
                <p:grpSpPr>
                  <a:xfrm>
                    <a:off x="5594" y="7057"/>
                    <a:ext cx="1482" cy="301"/>
                    <a:chOff x="5402" y="1783"/>
                    <a:chExt cx="1076" cy="281"/>
                  </a:xfrm>
                </p:grpSpPr>
                <p:sp>
                  <p:nvSpPr>
                    <p:cNvPr id="34840" name="Freeform 28"/>
                    <p:cNvSpPr/>
                    <p:nvPr/>
                  </p:nvSpPr>
                  <p:spPr>
                    <a:xfrm>
                      <a:off x="5402" y="1783"/>
                      <a:ext cx="1076" cy="158"/>
                    </a:xfrm>
                    <a:custGeom>
                      <a:avLst/>
                      <a:gdLst>
                        <a:gd name="txL" fmla="*/ 0 w 20000"/>
                        <a:gd name="txT" fmla="*/ 0 h 20000"/>
                        <a:gd name="txR" fmla="*/ 20000 w 20000"/>
                        <a:gd name="txB" fmla="*/ 20000 h 20000"/>
                      </a:gdLst>
                      <a:ahLst/>
                      <a:cxnLst>
                        <a:cxn ang="0">
                          <a:pos x="0" y="0"/>
                        </a:cxn>
                        <a:cxn ang="0">
                          <a:pos x="0" y="0"/>
                        </a:cxn>
                        <a:cxn ang="0">
                          <a:pos x="0" y="0"/>
                        </a:cxn>
                      </a:cxnLst>
                      <a:rect l="txL" t="txT" r="txR" b="txB"/>
                      <a:pathLst>
                        <a:path w="20000" h="20000">
                          <a:moveTo>
                            <a:pt x="0" y="0"/>
                          </a:moveTo>
                          <a:lnTo>
                            <a:pt x="19987" y="0"/>
                          </a:lnTo>
                          <a:lnTo>
                            <a:pt x="15686" y="19910"/>
                          </a:lnTo>
                        </a:path>
                      </a:pathLst>
                    </a:custGeom>
                    <a:noFill/>
                    <a:ln w="38100" cap="flat" cmpd="sng">
                      <a:solidFill>
                        <a:schemeClr val="tx1">
                          <a:alpha val="100000"/>
                        </a:schemeClr>
                      </a:solidFill>
                      <a:prstDash val="solid"/>
                      <a:round/>
                      <a:headEnd type="none" w="sm" len="sm"/>
                      <a:tailEnd type="none" w="sm" len="sm"/>
                    </a:ln>
                  </p:spPr>
                  <p:txBody>
                    <a:bodyPr/>
                    <a:p>
                      <a:endParaRPr lang="zh-CN" altLang="en-US"/>
                    </a:p>
                  </p:txBody>
                </p:sp>
                <p:sp>
                  <p:nvSpPr>
                    <p:cNvPr id="34841" name="Freeform 29"/>
                    <p:cNvSpPr/>
                    <p:nvPr/>
                  </p:nvSpPr>
                  <p:spPr>
                    <a:xfrm>
                      <a:off x="5402" y="1906"/>
                      <a:ext cx="1076" cy="158"/>
                    </a:xfrm>
                    <a:custGeom>
                      <a:avLst/>
                      <a:gdLst>
                        <a:gd name="txL" fmla="*/ 0 w 20000"/>
                        <a:gd name="txT" fmla="*/ 0 h 20000"/>
                        <a:gd name="txR" fmla="*/ 20000 w 20000"/>
                        <a:gd name="txB" fmla="*/ 20000 h 20000"/>
                      </a:gdLst>
                      <a:ahLst/>
                      <a:cxnLst>
                        <a:cxn ang="0">
                          <a:pos x="0" y="0"/>
                        </a:cxn>
                        <a:cxn ang="0">
                          <a:pos x="0" y="0"/>
                        </a:cxn>
                        <a:cxn ang="0">
                          <a:pos x="0" y="0"/>
                        </a:cxn>
                      </a:cxnLst>
                      <a:rect l="txL" t="txT" r="txR" b="txB"/>
                      <a:pathLst>
                        <a:path w="20000" h="20000">
                          <a:moveTo>
                            <a:pt x="0" y="19910"/>
                          </a:moveTo>
                          <a:lnTo>
                            <a:pt x="19987" y="19910"/>
                          </a:lnTo>
                          <a:lnTo>
                            <a:pt x="15686" y="0"/>
                          </a:lnTo>
                        </a:path>
                      </a:pathLst>
                    </a:custGeom>
                    <a:noFill/>
                    <a:ln w="38100" cap="flat" cmpd="sng">
                      <a:solidFill>
                        <a:schemeClr val="tx1">
                          <a:alpha val="100000"/>
                        </a:schemeClr>
                      </a:solidFill>
                      <a:prstDash val="solid"/>
                      <a:round/>
                      <a:headEnd type="none" w="sm" len="sm"/>
                      <a:tailEnd type="none" w="sm" len="sm"/>
                    </a:ln>
                  </p:spPr>
                  <p:txBody>
                    <a:bodyPr/>
                    <a:p>
                      <a:endParaRPr lang="zh-CN" altLang="en-US"/>
                    </a:p>
                  </p:txBody>
                </p:sp>
              </p:grpSp>
              <p:sp>
                <p:nvSpPr>
                  <p:cNvPr id="34838" name="Line 30"/>
                  <p:cNvSpPr/>
                  <p:nvPr/>
                </p:nvSpPr>
                <p:spPr>
                  <a:xfrm>
                    <a:off x="5594" y="7051"/>
                    <a:ext cx="2" cy="310"/>
                  </a:xfrm>
                  <a:prstGeom prst="line">
                    <a:avLst/>
                  </a:prstGeom>
                  <a:ln w="38100" cap="flat" cmpd="sng">
                    <a:solidFill>
                      <a:schemeClr val="tx1"/>
                    </a:solidFill>
                    <a:prstDash val="solid"/>
                    <a:headEnd type="none" w="sm" len="sm"/>
                    <a:tailEnd type="none" w="sm" len="sm"/>
                  </a:ln>
                </p:spPr>
              </p:sp>
              <p:sp>
                <p:nvSpPr>
                  <p:cNvPr id="34839" name="Line 31"/>
                  <p:cNvSpPr/>
                  <p:nvPr/>
                </p:nvSpPr>
                <p:spPr>
                  <a:xfrm>
                    <a:off x="6896" y="7053"/>
                    <a:ext cx="420" cy="1"/>
                  </a:xfrm>
                  <a:prstGeom prst="line">
                    <a:avLst/>
                  </a:prstGeom>
                  <a:ln w="38100" cap="flat" cmpd="sng">
                    <a:solidFill>
                      <a:schemeClr val="tx1"/>
                    </a:solidFill>
                    <a:prstDash val="solid"/>
                    <a:headEnd type="none" w="sm" len="sm"/>
                    <a:tailEnd type="none" w="sm" len="sm"/>
                  </a:ln>
                </p:spPr>
              </p:sp>
            </p:grpSp>
            <p:sp>
              <p:nvSpPr>
                <p:cNvPr id="34835" name="Rectangle 32"/>
                <p:cNvSpPr/>
                <p:nvPr/>
              </p:nvSpPr>
              <p:spPr>
                <a:xfrm>
                  <a:off x="5844" y="7994"/>
                  <a:ext cx="1261" cy="263"/>
                </a:xfrm>
                <a:prstGeom prst="rect">
                  <a:avLst/>
                </a:prstGeom>
                <a:noFill/>
                <a:ln w="38100">
                  <a:noFill/>
                </a:ln>
              </p:spPr>
              <p:txBody>
                <a:bodyPr/>
                <a:lstStyle>
                  <a:lvl1pPr marL="342900" indent="-342900" algn="l" rtl="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lr>
                      <a:schemeClr val="hlink"/>
                    </a:buClr>
                    <a:buSzPct val="80000"/>
                    <a:buFont typeface="Wingdings" panose="05000000000000000000" pitchFamily="2" charset="2"/>
                    <a:buChar char="n"/>
                    <a:defRPr sz="3200" b="0">
                      <a:solidFill>
                        <a:schemeClr val="tx1"/>
                      </a:solidFill>
                      <a:effectLst/>
                      <a:latin typeface="+mn-lt"/>
                      <a:ea typeface="+mn-ea"/>
                      <a:cs typeface="+mn-cs"/>
                    </a:defRPr>
                  </a:lvl1pPr>
                  <a:lvl2pPr marL="742950" indent="-285750" algn="l" rtl="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lr>
                      <a:schemeClr val="tx1"/>
                    </a:buClr>
                    <a:buChar char="–"/>
                    <a:defRPr sz="2800">
                      <a:solidFill>
                        <a:schemeClr val="tx1"/>
                      </a:solidFill>
                      <a:effectLst/>
                      <a:latin typeface="+mn-lt"/>
                      <a:ea typeface="+mn-ea"/>
                    </a:defRPr>
                  </a:lvl2pPr>
                  <a:lvl3pPr marL="1143000" indent="-228600" algn="l" rtl="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lr>
                      <a:schemeClr val="hlink"/>
                    </a:buClr>
                    <a:buFont typeface="Wingdings" panose="05000000000000000000" pitchFamily="2" charset="2"/>
                    <a:buChar char="§"/>
                    <a:defRPr sz="2400">
                      <a:solidFill>
                        <a:schemeClr val="tx1"/>
                      </a:solidFill>
                      <a:effectLst/>
                      <a:latin typeface="+mn-lt"/>
                      <a:ea typeface="+mn-ea"/>
                    </a:defRPr>
                  </a:lvl3pPr>
                  <a:lvl4pPr marL="1600200" indent="-228600" algn="l" rtl="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har char="–"/>
                    <a:defRPr sz="2000">
                      <a:solidFill>
                        <a:schemeClr val="tx1"/>
                      </a:solidFill>
                      <a:effectLst/>
                      <a:latin typeface="+mn-lt"/>
                      <a:ea typeface="+mn-ea"/>
                    </a:defRPr>
                  </a:lvl4pPr>
                  <a:lvl5pPr marL="2057400" indent="-228600" algn="l" rtl="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lr>
                      <a:schemeClr val="hlink"/>
                    </a:buClr>
                    <a:buFont typeface="Wingdings" panose="05000000000000000000" pitchFamily="2" charset="2"/>
                    <a:buChar char="§"/>
                    <a:defRPr sz="2000">
                      <a:solidFill>
                        <a:schemeClr val="tx1"/>
                      </a:solidFill>
                      <a:effectLst/>
                      <a:latin typeface="+mn-lt"/>
                      <a:ea typeface="+mn-ea"/>
                    </a:defRPr>
                  </a:lvl5pPr>
                </a:lstStyle>
                <a:p>
                  <a:pPr marL="0" lvl="0" indent="0" algn="ctr" eaLnBrk="1" hangingPunct="1">
                    <a:spcBef>
                      <a:spcPct val="0"/>
                    </a:spcBef>
                    <a:buClrTx/>
                    <a:buSzTx/>
                    <a:buFontTx/>
                    <a:buNone/>
                  </a:pPr>
                  <a:r>
                    <a:rPr lang="en-US" altLang="zh-CN" sz="2000" b="1" dirty="0">
                      <a:ea typeface="黑体" panose="02010609060101010101" pitchFamily="49" charset="-122"/>
                    </a:rPr>
                    <a:t>i%10 == 0</a:t>
                  </a:r>
                  <a:endParaRPr lang="en-US" altLang="zh-CN" sz="2000" b="1" dirty="0">
                    <a:ea typeface="黑体" panose="02010609060101010101" pitchFamily="49" charset="-122"/>
                  </a:endParaRPr>
                </a:p>
              </p:txBody>
            </p:sp>
          </p:grpSp>
          <p:sp>
            <p:nvSpPr>
              <p:cNvPr id="34833" name="Line 33"/>
              <p:cNvSpPr/>
              <p:nvPr/>
            </p:nvSpPr>
            <p:spPr>
              <a:xfrm>
                <a:off x="3724" y="8194"/>
                <a:ext cx="0" cy="320"/>
              </a:xfrm>
              <a:prstGeom prst="line">
                <a:avLst/>
              </a:prstGeom>
              <a:ln w="38100" cap="flat" cmpd="sng">
                <a:solidFill>
                  <a:schemeClr val="tx1"/>
                </a:solidFill>
                <a:prstDash val="solid"/>
                <a:headEnd type="none" w="med" len="med"/>
                <a:tailEnd type="none" w="med" len="med"/>
              </a:ln>
            </p:spPr>
          </p:sp>
        </p:grpSp>
      </p:grpSp>
      <p:sp>
        <p:nvSpPr>
          <p:cNvPr id="1394722" name="Text Box 34"/>
          <p:cNvSpPr txBox="1"/>
          <p:nvPr/>
        </p:nvSpPr>
        <p:spPr>
          <a:xfrm>
            <a:off x="2814638" y="1676400"/>
            <a:ext cx="1728787" cy="496888"/>
          </a:xfrm>
          <a:prstGeom prst="rect">
            <a:avLst/>
          </a:prstGeom>
          <a:noFill/>
          <a:ln w="38100" cap="flat" cmpd="sng">
            <a:solidFill>
              <a:schemeClr val="tx1"/>
            </a:solidFill>
            <a:prstDash val="solid"/>
            <a:miter/>
            <a:headEnd type="none" w="med" len="med"/>
            <a:tailEnd type="none" w="med" len="med"/>
          </a:ln>
        </p:spPr>
        <p:txBody>
          <a:bodyPr/>
          <a:lstStyle>
            <a:lvl1pPr marL="342900" indent="-3429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80000"/>
              <a:buFont typeface="Wingdings" panose="05000000000000000000" pitchFamily="2" charset="2"/>
              <a:buChar char="n"/>
              <a:defRPr sz="3200" b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defRPr>
            </a:lvl1pPr>
            <a:lvl2pPr marL="742950" indent="-28575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Char char="–"/>
              <a:defRPr sz="2800">
                <a:solidFill>
                  <a:schemeClr val="tx1"/>
                </a:solidFill>
                <a:effectLst/>
                <a:latin typeface="+mn-lt"/>
                <a:ea typeface="+mn-ea"/>
              </a:defRPr>
            </a:lvl2pPr>
            <a:lvl3pPr marL="11430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Font typeface="Wingdings" panose="05000000000000000000" pitchFamily="2" charset="2"/>
              <a:buChar char="§"/>
              <a:defRPr sz="2400">
                <a:solidFill>
                  <a:schemeClr val="tx1"/>
                </a:solidFill>
                <a:effectLst/>
                <a:latin typeface="+mn-lt"/>
                <a:ea typeface="+mn-ea"/>
              </a:defRPr>
            </a:lvl3pPr>
            <a:lvl4pPr marL="16002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–"/>
              <a:defRPr sz="2000">
                <a:solidFill>
                  <a:schemeClr val="tx1"/>
                </a:solidFill>
                <a:effectLst/>
                <a:latin typeface="+mn-lt"/>
                <a:ea typeface="+mn-ea"/>
              </a:defRPr>
            </a:lvl4pPr>
            <a:lvl5pPr marL="20574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effectLst/>
                <a:latin typeface="+mn-lt"/>
                <a:ea typeface="+mn-ea"/>
              </a:defRPr>
            </a:lvl5pPr>
          </a:lstStyle>
          <a:p>
            <a:pPr marL="0" lvl="0" indent="0" algn="ctr" eaLnBrk="1" hangingPunct="1">
              <a:spcBef>
                <a:spcPct val="0"/>
              </a:spcBef>
              <a:buClrTx/>
              <a:buSzTx/>
              <a:buFontTx/>
              <a:buNone/>
            </a:pPr>
            <a:r>
              <a:rPr lang="zh-CN" altLang="en-US" sz="2000" b="1" dirty="0">
                <a:ea typeface="黑体" panose="02010609060101010101" pitchFamily="49" charset="-122"/>
              </a:rPr>
              <a:t>输入</a:t>
            </a:r>
            <a:endParaRPr lang="zh-CN" altLang="en-US" sz="2000" b="1" dirty="0">
              <a:ea typeface="黑体" panose="02010609060101010101" pitchFamily="49" charset="-122"/>
            </a:endParaRPr>
          </a:p>
        </p:txBody>
      </p:sp>
      <p:sp>
        <p:nvSpPr>
          <p:cNvPr id="1394723" name="Text Box 35"/>
          <p:cNvSpPr txBox="1"/>
          <p:nvPr/>
        </p:nvSpPr>
        <p:spPr>
          <a:xfrm>
            <a:off x="2814638" y="2684463"/>
            <a:ext cx="1728787" cy="496887"/>
          </a:xfrm>
          <a:prstGeom prst="rect">
            <a:avLst/>
          </a:prstGeom>
          <a:noFill/>
          <a:ln w="38100" cap="flat" cmpd="sng">
            <a:solidFill>
              <a:schemeClr val="tx1"/>
            </a:solidFill>
            <a:prstDash val="solid"/>
            <a:miter/>
            <a:headEnd type="none" w="med" len="med"/>
            <a:tailEnd type="none" w="med" len="med"/>
          </a:ln>
        </p:spPr>
        <p:txBody>
          <a:bodyPr/>
          <a:lstStyle>
            <a:lvl1pPr marL="342900" indent="-3429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80000"/>
              <a:buFont typeface="Wingdings" panose="05000000000000000000" pitchFamily="2" charset="2"/>
              <a:buChar char="n"/>
              <a:defRPr sz="3200" b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defRPr>
            </a:lvl1pPr>
            <a:lvl2pPr marL="742950" indent="-28575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Char char="–"/>
              <a:defRPr sz="2800">
                <a:solidFill>
                  <a:schemeClr val="tx1"/>
                </a:solidFill>
                <a:effectLst/>
                <a:latin typeface="+mn-lt"/>
                <a:ea typeface="+mn-ea"/>
              </a:defRPr>
            </a:lvl2pPr>
            <a:lvl3pPr marL="11430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Font typeface="Wingdings" panose="05000000000000000000" pitchFamily="2" charset="2"/>
              <a:buChar char="§"/>
              <a:defRPr sz="2400">
                <a:solidFill>
                  <a:schemeClr val="tx1"/>
                </a:solidFill>
                <a:effectLst/>
                <a:latin typeface="+mn-lt"/>
                <a:ea typeface="+mn-ea"/>
              </a:defRPr>
            </a:lvl3pPr>
            <a:lvl4pPr marL="16002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–"/>
              <a:defRPr sz="2000">
                <a:solidFill>
                  <a:schemeClr val="tx1"/>
                </a:solidFill>
                <a:effectLst/>
                <a:latin typeface="+mn-lt"/>
                <a:ea typeface="+mn-ea"/>
              </a:defRPr>
            </a:lvl4pPr>
            <a:lvl5pPr marL="20574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effectLst/>
                <a:latin typeface="+mn-lt"/>
                <a:ea typeface="+mn-ea"/>
              </a:defRPr>
            </a:lvl5pPr>
          </a:lstStyle>
          <a:p>
            <a:pPr marL="0" lvl="0" indent="0" algn="ctr" eaLnBrk="1" hangingPunct="1">
              <a:spcBef>
                <a:spcPct val="0"/>
              </a:spcBef>
              <a:buClrTx/>
              <a:buSzTx/>
              <a:buFontTx/>
              <a:buNone/>
            </a:pPr>
            <a:r>
              <a:rPr lang="zh-CN" altLang="en-US" sz="2000" b="1" dirty="0">
                <a:solidFill>
                  <a:srgbClr val="FFFF00"/>
                </a:solidFill>
                <a:ea typeface="黑体" panose="02010609060101010101" pitchFamily="49" charset="-122"/>
              </a:rPr>
              <a:t>排序</a:t>
            </a:r>
            <a:endParaRPr lang="zh-CN" altLang="en-US" sz="2000" b="1" dirty="0">
              <a:solidFill>
                <a:srgbClr val="FFFF00"/>
              </a:solidFill>
              <a:ea typeface="黑体" panose="02010609060101010101" pitchFamily="49" charset="-122"/>
            </a:endParaRPr>
          </a:p>
        </p:txBody>
      </p:sp>
      <p:sp>
        <p:nvSpPr>
          <p:cNvPr id="1394724" name="Text Box 36"/>
          <p:cNvSpPr txBox="1"/>
          <p:nvPr/>
        </p:nvSpPr>
        <p:spPr>
          <a:xfrm>
            <a:off x="2814638" y="3979863"/>
            <a:ext cx="1728787" cy="496887"/>
          </a:xfrm>
          <a:prstGeom prst="rect">
            <a:avLst/>
          </a:prstGeom>
          <a:noFill/>
          <a:ln w="38100" cap="flat" cmpd="sng">
            <a:solidFill>
              <a:schemeClr val="tx1"/>
            </a:solidFill>
            <a:prstDash val="solid"/>
            <a:miter/>
            <a:headEnd type="none" w="med" len="med"/>
            <a:tailEnd type="none" w="med" len="med"/>
          </a:ln>
        </p:spPr>
        <p:txBody>
          <a:bodyPr/>
          <a:lstStyle>
            <a:lvl1pPr marL="342900" indent="-3429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80000"/>
              <a:buFont typeface="Wingdings" panose="05000000000000000000" pitchFamily="2" charset="2"/>
              <a:buChar char="n"/>
              <a:defRPr sz="3200" b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defRPr>
            </a:lvl1pPr>
            <a:lvl2pPr marL="742950" indent="-28575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Char char="–"/>
              <a:defRPr sz="2800">
                <a:solidFill>
                  <a:schemeClr val="tx1"/>
                </a:solidFill>
                <a:effectLst/>
                <a:latin typeface="+mn-lt"/>
                <a:ea typeface="+mn-ea"/>
              </a:defRPr>
            </a:lvl2pPr>
            <a:lvl3pPr marL="11430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Font typeface="Wingdings" panose="05000000000000000000" pitchFamily="2" charset="2"/>
              <a:buChar char="§"/>
              <a:defRPr sz="2400">
                <a:solidFill>
                  <a:schemeClr val="tx1"/>
                </a:solidFill>
                <a:effectLst/>
                <a:latin typeface="+mn-lt"/>
                <a:ea typeface="+mn-ea"/>
              </a:defRPr>
            </a:lvl3pPr>
            <a:lvl4pPr marL="16002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–"/>
              <a:defRPr sz="2000">
                <a:solidFill>
                  <a:schemeClr val="tx1"/>
                </a:solidFill>
                <a:effectLst/>
                <a:latin typeface="+mn-lt"/>
                <a:ea typeface="+mn-ea"/>
              </a:defRPr>
            </a:lvl4pPr>
            <a:lvl5pPr marL="20574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effectLst/>
                <a:latin typeface="+mn-lt"/>
                <a:ea typeface="+mn-ea"/>
              </a:defRPr>
            </a:lvl5pPr>
          </a:lstStyle>
          <a:p>
            <a:pPr marL="0" lvl="0" indent="0" algn="ctr" eaLnBrk="1" hangingPunct="1">
              <a:spcBef>
                <a:spcPct val="0"/>
              </a:spcBef>
              <a:buClrTx/>
              <a:buSzTx/>
              <a:buFontTx/>
              <a:buNone/>
            </a:pPr>
            <a:r>
              <a:rPr lang="zh-CN" altLang="en-US" sz="2000" b="1" dirty="0">
                <a:ea typeface="黑体" panose="02010609060101010101" pitchFamily="49" charset="-122"/>
              </a:rPr>
              <a:t>输出</a:t>
            </a:r>
            <a:endParaRPr lang="zh-CN" altLang="en-US" sz="2000" b="1" dirty="0">
              <a:ea typeface="黑体" panose="02010609060101010101" pitchFamily="49" charset="-122"/>
            </a:endParaRPr>
          </a:p>
        </p:txBody>
      </p:sp>
      <p:sp>
        <p:nvSpPr>
          <p:cNvPr id="34827" name="AutoShape 37">
            <a:hlinkClick r:id="rId1" action="ppaction://hlinksldjump"/>
          </p:cNvPr>
          <p:cNvSpPr/>
          <p:nvPr/>
        </p:nvSpPr>
        <p:spPr>
          <a:xfrm>
            <a:off x="11576050" y="5924550"/>
            <a:ext cx="503238" cy="358775"/>
          </a:xfrm>
          <a:prstGeom prst="leftArrow">
            <a:avLst>
              <a:gd name="adj1" fmla="val 50000"/>
              <a:gd name="adj2" fmla="val 35066"/>
            </a:avLst>
          </a:prstGeom>
          <a:solidFill>
            <a:schemeClr val="accent1"/>
          </a:solidFill>
          <a:ln w="9525" cap="flat" cmpd="sng">
            <a:solidFill>
              <a:schemeClr val="accent1"/>
            </a:solidFill>
            <a:prstDash val="solid"/>
            <a:miter/>
            <a:headEnd type="none" w="med" len="med"/>
            <a:tailEnd type="none" w="med" len="med"/>
          </a:ln>
        </p:spPr>
        <p:txBody>
          <a:bodyPr wrap="none" anchor="ctr" anchorCtr="0"/>
          <a:lstStyle>
            <a:lvl1pPr marL="342900" indent="-3429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80000"/>
              <a:buFont typeface="Wingdings" panose="05000000000000000000" pitchFamily="2" charset="2"/>
              <a:buChar char="n"/>
              <a:defRPr sz="3200" b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defRPr>
            </a:lvl1pPr>
            <a:lvl2pPr marL="742950" indent="-28575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Char char="–"/>
              <a:defRPr sz="2800">
                <a:solidFill>
                  <a:schemeClr val="tx1"/>
                </a:solidFill>
                <a:effectLst/>
                <a:latin typeface="+mn-lt"/>
                <a:ea typeface="+mn-ea"/>
              </a:defRPr>
            </a:lvl2pPr>
            <a:lvl3pPr marL="11430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Font typeface="Wingdings" panose="05000000000000000000" pitchFamily="2" charset="2"/>
              <a:buChar char="§"/>
              <a:defRPr sz="2400">
                <a:solidFill>
                  <a:schemeClr val="tx1"/>
                </a:solidFill>
                <a:effectLst/>
                <a:latin typeface="+mn-lt"/>
                <a:ea typeface="+mn-ea"/>
              </a:defRPr>
            </a:lvl3pPr>
            <a:lvl4pPr marL="16002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–"/>
              <a:defRPr sz="2000">
                <a:solidFill>
                  <a:schemeClr val="tx1"/>
                </a:solidFill>
                <a:effectLst/>
                <a:latin typeface="+mn-lt"/>
                <a:ea typeface="+mn-ea"/>
              </a:defRPr>
            </a:lvl4pPr>
            <a:lvl5pPr marL="20574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effectLst/>
                <a:latin typeface="+mn-lt"/>
                <a:ea typeface="+mn-ea"/>
              </a:defRPr>
            </a:lvl5pPr>
          </a:lstStyle>
          <a:p>
            <a:pPr marL="0" lvl="0" indent="0" eaLnBrk="1" hangingPunct="1">
              <a:spcBef>
                <a:spcPct val="0"/>
              </a:spcBef>
              <a:buClrTx/>
              <a:buSzTx/>
              <a:buFontTx/>
              <a:buNone/>
            </a:pPr>
            <a:endParaRPr lang="zh-CN" altLang="en-US" sz="2000" b="1" dirty="0">
              <a:ea typeface="黑体" panose="02010609060101010101" pitchFamily="49" charset="-122"/>
            </a:endParaRPr>
          </a:p>
        </p:txBody>
      </p:sp>
    </p:spTree>
  </p:cSld>
  <p:clrMapOvr>
    <a:masterClrMapping/>
  </p:clrMapOvr>
  <p:transition>
    <p:random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xit" presetSubtype="2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anim calcmode="lin" valueType="num">
                                      <p:cBhvr additive="base">
                                        <p:cTn id="6" dur="500"/>
                                        <p:tgtEl>
                                          <p:spTgt spid="139472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ppt_x"/>
                                          </p:val>
                                        </p:tav>
                                        <p:tav tm="100000">
                                          <p:val>
                                            <p:strVal val="1+ppt_w/2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7" dur="500"/>
                                        <p:tgtEl>
                                          <p:spTgt spid="139472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ppt_y"/>
                                          </p:val>
                                        </p:tav>
                                        <p:tav tm="100000">
                                          <p:val>
                                            <p:strVal val="ppt_y"/>
                                          </p:val>
                                        </p:tav>
                                      </p:tavLst>
                                    </p:anim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13947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" fill="hold">
                      <p:stCondLst>
                        <p:cond delay="indefinite"/>
                      </p:stCondLst>
                      <p:childTnLst>
                        <p:par>
                          <p:cTn id="10" fill="hold">
                            <p:stCondLst>
                              <p:cond delay="0"/>
                            </p:stCondLst>
                            <p:childTnLst>
                              <p:par>
                                <p:cTn id="11" presetID="2" presetClass="entr" presetSubtype="2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3" dur="5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4" dur="5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2" presetClass="exit" presetSubtype="2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anim calcmode="lin" valueType="num">
                                      <p:cBhvr additive="base">
                                        <p:cTn id="18" dur="500"/>
                                        <p:tgtEl>
                                          <p:spTgt spid="139472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ppt_x"/>
                                          </p:val>
                                        </p:tav>
                                        <p:tav tm="100000">
                                          <p:val>
                                            <p:strVal val="1+ppt_w/2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9" dur="500"/>
                                        <p:tgtEl>
                                          <p:spTgt spid="139472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ppt_y"/>
                                          </p:val>
                                        </p:tav>
                                        <p:tav tm="100000">
                                          <p:val>
                                            <p:strVal val="ppt_y"/>
                                          </p:val>
                                        </p:tav>
                                      </p:tavLst>
                                    </p:anim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13947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1" fill="hold">
                      <p:stCondLst>
                        <p:cond delay="indefinite"/>
                      </p:stCondLst>
                      <p:childTnLst>
                        <p:par>
                          <p:cTn id="22" fill="hold">
                            <p:stCondLst>
                              <p:cond delay="0"/>
                            </p:stCondLst>
                            <p:childTnLst>
                              <p:par>
                                <p:cTn id="23" presetID="2" presetClass="entr" presetSubtype="2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5" dur="50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6" dur="50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7" fill="hold">
                      <p:stCondLst>
                        <p:cond delay="indefinite"/>
                      </p:stCondLst>
                      <p:childTnLst>
                        <p:par>
                          <p:cTn id="28" fill="hold">
                            <p:stCondLst>
                              <p:cond delay="0"/>
                            </p:stCondLst>
                            <p:childTnLst>
                              <p:par>
                                <p:cTn id="29" presetID="6" presetClass="emph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animScale>
                                      <p:cBhvr>
                                        <p:cTn id="30" dur="2000" fill="hold"/>
                                        <p:tgtEl>
                                          <p:spTgt spid="1394723"/>
                                        </p:tgtEl>
                                      </p:cBhvr>
                                      <p:by x="150000" y="150000"/>
                                    </p:animScale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394722" grpId="0" animBg="1"/>
      <p:bldP spid="1394723" grpId="0" bldLvl="0" animBg="1"/>
      <p:bldP spid="1394724" grpId="0" animBg="1"/>
    </p:bldLst>
  </p:timing>
</p:sld>
</file>

<file path=ppt/slides/slide3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32" name="灯片编号占位符 5"/>
          <p:cNvSpPr txBox="1">
            <a:spLocks noGrp="1"/>
          </p:cNvSpPr>
          <p:nvPr>
            <p:ph type="sldNum" sz="quarter" idx="4"/>
          </p:nvPr>
        </p:nvSpPr>
        <p:spPr bwMode="auto"/>
        <p:txBody>
          <a:bodyPr wrap="square" lIns="91440" tIns="45720" rIns="91440" bIns="45720" numCol="1" anchor="b" anchorCtr="0" compatLnSpc="1"/>
          <a:lstStyle>
            <a:lvl1pPr eaLnBrk="0" hangingPunct="0">
              <a:defRPr sz="2000" b="1">
                <a:solidFill>
                  <a:schemeClr val="tx1"/>
                </a:solidFill>
                <a:latin typeface="Tahoma" panose="020B0604030504040204" pitchFamily="34" charset="0"/>
                <a:ea typeface="黑体" panose="02010609060101010101" pitchFamily="49" charset="-122"/>
              </a:defRPr>
            </a:lvl1pPr>
            <a:lvl2pPr marL="742950" indent="-285750" eaLnBrk="0" hangingPunct="0">
              <a:defRPr sz="2000" b="1">
                <a:solidFill>
                  <a:schemeClr val="tx1"/>
                </a:solidFill>
                <a:latin typeface="Tahoma" panose="020B0604030504040204" pitchFamily="34" charset="0"/>
                <a:ea typeface="黑体" panose="02010609060101010101" pitchFamily="49" charset="-122"/>
              </a:defRPr>
            </a:lvl2pPr>
            <a:lvl3pPr marL="1143000" indent="-228600" eaLnBrk="0" hangingPunct="0">
              <a:defRPr sz="2000" b="1">
                <a:solidFill>
                  <a:schemeClr val="tx1"/>
                </a:solidFill>
                <a:latin typeface="Tahoma" panose="020B0604030504040204" pitchFamily="34" charset="0"/>
                <a:ea typeface="黑体" panose="02010609060101010101" pitchFamily="49" charset="-122"/>
              </a:defRPr>
            </a:lvl3pPr>
            <a:lvl4pPr marL="1600200" indent="-228600" eaLnBrk="0" hangingPunct="0">
              <a:defRPr sz="2000" b="1">
                <a:solidFill>
                  <a:schemeClr val="tx1"/>
                </a:solidFill>
                <a:latin typeface="Tahoma" panose="020B0604030504040204" pitchFamily="34" charset="0"/>
                <a:ea typeface="黑体" panose="02010609060101010101" pitchFamily="49" charset="-122"/>
              </a:defRPr>
            </a:lvl4pPr>
            <a:lvl5pPr marL="2057400" indent="-228600" eaLnBrk="0" hangingPunct="0">
              <a:defRPr sz="2000" b="1">
                <a:solidFill>
                  <a:schemeClr val="tx1"/>
                </a:solidFill>
                <a:latin typeface="Tahoma" panose="020B0604030504040204" pitchFamily="34" charset="0"/>
                <a:ea typeface="黑体" panose="02010609060101010101" pitchFamily="49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000" b="1">
                <a:solidFill>
                  <a:schemeClr val="tx1"/>
                </a:solidFill>
                <a:latin typeface="Tahoma" panose="020B0604030504040204" pitchFamily="34" charset="0"/>
                <a:ea typeface="黑体" panose="02010609060101010101" pitchFamily="49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000" b="1">
                <a:solidFill>
                  <a:schemeClr val="tx1"/>
                </a:solidFill>
                <a:latin typeface="Tahoma" panose="020B0604030504040204" pitchFamily="34" charset="0"/>
                <a:ea typeface="黑体" panose="02010609060101010101" pitchFamily="49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000" b="1">
                <a:solidFill>
                  <a:schemeClr val="tx1"/>
                </a:solidFill>
                <a:latin typeface="Tahoma" panose="020B0604030504040204" pitchFamily="34" charset="0"/>
                <a:ea typeface="黑体" panose="02010609060101010101" pitchFamily="49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000" b="1">
                <a:solidFill>
                  <a:schemeClr val="tx1"/>
                </a:solidFill>
                <a:latin typeface="Tahoma" panose="020B0604030504040204" pitchFamily="34" charset="0"/>
                <a:ea typeface="黑体" panose="02010609060101010101" pitchFamily="49" charset="-122"/>
              </a:defRPr>
            </a:lvl9pPr>
          </a:lstStyle>
          <a:p>
            <a:pPr marL="0" marR="0" lvl="0" indent="0" algn="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fld id="{7F44C760-2DB7-442C-BD8B-2E4F24F3F9CC}" type="slidenum">
              <a:rPr kumimoji="0" lang="en-US" altLang="zh-CN" sz="1200" b="0" i="0" u="none" strike="noStrike" kern="1200" cap="none" spc="0" normalizeH="0" baseline="0" noProof="0">
                <a:ln>
                  <a:noFill/>
                </a:ln>
                <a:solidFill>
                  <a:schemeClr val="tx1"/>
                </a:solidFill>
                <a:effectLst>
                  <a:outerShdw blurRad="38100" dist="38100" dir="2700000" algn="tl">
                    <a:srgbClr val="000000"/>
                  </a:outerShdw>
                </a:effectLst>
                <a:uLnTx/>
                <a:uFillTx/>
                <a:latin typeface="Tahoma" panose="020B0604030504040204" pitchFamily="34" charset="0"/>
                <a:ea typeface="宋体" panose="02010600030101010101" pitchFamily="2" charset="-122"/>
                <a:cs typeface="+mn-cs"/>
              </a:rPr>
            </a:fld>
            <a:endParaRPr kumimoji="0" lang="en-US" altLang="zh-CN" sz="1200" b="0" i="0" u="none" strike="noStrike" kern="1200" cap="none" spc="0" normalizeH="0" baseline="0" noProof="0">
              <a:ln>
                <a:noFill/>
              </a:ln>
              <a:solidFill>
                <a:schemeClr val="tx1"/>
              </a:solidFill>
              <a:effectLst>
                <a:outerShdw blurRad="38100" dist="38100" dir="2700000" algn="tl">
                  <a:srgbClr val="000000"/>
                </a:outerShdw>
              </a:effectLst>
              <a:uLnTx/>
              <a:uFillTx/>
              <a:latin typeface="Tahoma" panose="020B0604030504040204" pitchFamily="34" charset="0"/>
              <a:ea typeface="宋体" panose="02010600030101010101" pitchFamily="2" charset="-122"/>
              <a:cs typeface="+mn-cs"/>
            </a:endParaRPr>
          </a:p>
        </p:txBody>
      </p:sp>
      <p:sp>
        <p:nvSpPr>
          <p:cNvPr id="36867" name="Line 8"/>
          <p:cNvSpPr/>
          <p:nvPr/>
        </p:nvSpPr>
        <p:spPr>
          <a:xfrm flipV="1">
            <a:off x="4151313" y="1123950"/>
            <a:ext cx="0" cy="503238"/>
          </a:xfrm>
          <a:prstGeom prst="line">
            <a:avLst/>
          </a:prstGeom>
          <a:ln w="57150" cap="flat" cmpd="sng">
            <a:solidFill>
              <a:schemeClr val="tx1"/>
            </a:solidFill>
            <a:prstDash val="solid"/>
            <a:headEnd type="none" w="med" len="med"/>
            <a:tailEnd type="stealth" w="lg" len="lg"/>
          </a:ln>
        </p:spPr>
      </p:sp>
      <p:grpSp>
        <p:nvGrpSpPr>
          <p:cNvPr id="36868" name="Group 32"/>
          <p:cNvGrpSpPr/>
          <p:nvPr/>
        </p:nvGrpSpPr>
        <p:grpSpPr>
          <a:xfrm>
            <a:off x="3790950" y="260350"/>
            <a:ext cx="3168650" cy="1079500"/>
            <a:chOff x="1428" y="164"/>
            <a:chExt cx="1996" cy="680"/>
          </a:xfrm>
        </p:grpSpPr>
        <p:sp>
          <p:nvSpPr>
            <p:cNvPr id="36891" name="Text Box 4"/>
            <p:cNvSpPr txBox="1"/>
            <p:nvPr/>
          </p:nvSpPr>
          <p:spPr>
            <a:xfrm>
              <a:off x="1428" y="300"/>
              <a:ext cx="499" cy="407"/>
            </a:xfrm>
            <a:prstGeom prst="rect">
              <a:avLst/>
            </a:prstGeom>
            <a:noFill/>
            <a:ln w="57150" cap="flat" cmpd="sng">
              <a:solidFill>
                <a:schemeClr val="tx1"/>
              </a:solidFill>
              <a:prstDash val="solid"/>
              <a:miter/>
              <a:headEnd type="none" w="med" len="med"/>
              <a:tailEnd type="none" w="med" len="med"/>
            </a:ln>
          </p:spPr>
          <p:txBody>
            <a:bodyPr>
              <a:spAutoFit/>
            </a:bodyPr>
            <a:lstStyle>
              <a:lvl1pPr marL="342900" indent="-342900" algn="l" rtl="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hlink"/>
                </a:buClr>
                <a:buSzPct val="80000"/>
                <a:buFont typeface="Wingdings" panose="05000000000000000000" pitchFamily="2" charset="2"/>
                <a:buChar char="n"/>
                <a:defRPr sz="3200" b="0">
                  <a:solidFill>
                    <a:schemeClr val="tx1"/>
                  </a:solidFill>
                  <a:effectLst/>
                  <a:latin typeface="+mn-lt"/>
                  <a:ea typeface="+mn-ea"/>
                  <a:cs typeface="+mn-cs"/>
                </a:defRPr>
              </a:lvl1pPr>
              <a:lvl2pPr marL="742950" indent="-285750" algn="l" rtl="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tx1"/>
                </a:buClr>
                <a:buChar char="–"/>
                <a:defRPr sz="2800">
                  <a:solidFill>
                    <a:schemeClr val="tx1"/>
                  </a:solidFill>
                  <a:effectLst/>
                  <a:latin typeface="+mn-lt"/>
                  <a:ea typeface="+mn-ea"/>
                </a:defRPr>
              </a:lvl2pPr>
              <a:lvl3pPr marL="11430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hlink"/>
                </a:buClr>
                <a:buFont typeface="Wingdings" panose="05000000000000000000" pitchFamily="2" charset="2"/>
                <a:buChar char="§"/>
                <a:defRPr sz="2400">
                  <a:solidFill>
                    <a:schemeClr val="tx1"/>
                  </a:solidFill>
                  <a:effectLst/>
                  <a:latin typeface="+mn-lt"/>
                  <a:ea typeface="+mn-ea"/>
                </a:defRPr>
              </a:lvl3pPr>
              <a:lvl4pPr marL="16002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–"/>
                <a:defRPr sz="2000">
                  <a:solidFill>
                    <a:schemeClr val="tx1"/>
                  </a:solidFill>
                  <a:effectLst/>
                  <a:latin typeface="+mn-lt"/>
                  <a:ea typeface="+mn-ea"/>
                </a:defRPr>
              </a:lvl4pPr>
              <a:lvl5pPr marL="20574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hlink"/>
                </a:buClr>
                <a:buFont typeface="Wingdings" panose="05000000000000000000" pitchFamily="2" charset="2"/>
                <a:buChar char="§"/>
                <a:defRPr sz="2000">
                  <a:solidFill>
                    <a:schemeClr val="tx1"/>
                  </a:solidFill>
                  <a:effectLst/>
                  <a:latin typeface="+mn-lt"/>
                  <a:ea typeface="+mn-ea"/>
                </a:defRPr>
              </a:lvl5pPr>
            </a:lstStyle>
            <a:p>
              <a:pPr marL="0" lvl="0" indent="0" algn="ctr" eaLnBrk="1" hangingPunct="1">
                <a:spcBef>
                  <a:spcPct val="50000"/>
                </a:spcBef>
                <a:buClrTx/>
                <a:buSzTx/>
                <a:buFontTx/>
                <a:buNone/>
              </a:pPr>
              <a:r>
                <a:rPr lang="en-US" altLang="zh-CN" sz="3600" dirty="0"/>
                <a:t>3</a:t>
              </a:r>
              <a:endParaRPr lang="en-US" altLang="zh-CN" sz="3600" dirty="0"/>
            </a:p>
          </p:txBody>
        </p:sp>
        <p:sp>
          <p:nvSpPr>
            <p:cNvPr id="36892" name="Text Box 5"/>
            <p:cNvSpPr txBox="1"/>
            <p:nvPr/>
          </p:nvSpPr>
          <p:spPr>
            <a:xfrm>
              <a:off x="1927" y="300"/>
              <a:ext cx="499" cy="407"/>
            </a:xfrm>
            <a:prstGeom prst="rect">
              <a:avLst/>
            </a:prstGeom>
            <a:noFill/>
            <a:ln w="57150" cap="flat" cmpd="sng">
              <a:solidFill>
                <a:schemeClr val="tx1"/>
              </a:solidFill>
              <a:prstDash val="solid"/>
              <a:miter/>
              <a:headEnd type="none" w="med" len="med"/>
              <a:tailEnd type="none" w="med" len="med"/>
            </a:ln>
          </p:spPr>
          <p:txBody>
            <a:bodyPr>
              <a:spAutoFit/>
            </a:bodyPr>
            <a:lstStyle>
              <a:lvl1pPr marL="342900" indent="-342900" algn="l" rtl="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hlink"/>
                </a:buClr>
                <a:buSzPct val="80000"/>
                <a:buFont typeface="Wingdings" panose="05000000000000000000" pitchFamily="2" charset="2"/>
                <a:buChar char="n"/>
                <a:defRPr sz="3200" b="0">
                  <a:solidFill>
                    <a:schemeClr val="tx1"/>
                  </a:solidFill>
                  <a:effectLst/>
                  <a:latin typeface="+mn-lt"/>
                  <a:ea typeface="+mn-ea"/>
                  <a:cs typeface="+mn-cs"/>
                </a:defRPr>
              </a:lvl1pPr>
              <a:lvl2pPr marL="742950" indent="-285750" algn="l" rtl="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tx1"/>
                </a:buClr>
                <a:buChar char="–"/>
                <a:defRPr sz="2800">
                  <a:solidFill>
                    <a:schemeClr val="tx1"/>
                  </a:solidFill>
                  <a:effectLst/>
                  <a:latin typeface="+mn-lt"/>
                  <a:ea typeface="+mn-ea"/>
                </a:defRPr>
              </a:lvl2pPr>
              <a:lvl3pPr marL="11430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hlink"/>
                </a:buClr>
                <a:buFont typeface="Wingdings" panose="05000000000000000000" pitchFamily="2" charset="2"/>
                <a:buChar char="§"/>
                <a:defRPr sz="2400">
                  <a:solidFill>
                    <a:schemeClr val="tx1"/>
                  </a:solidFill>
                  <a:effectLst/>
                  <a:latin typeface="+mn-lt"/>
                  <a:ea typeface="+mn-ea"/>
                </a:defRPr>
              </a:lvl3pPr>
              <a:lvl4pPr marL="16002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–"/>
                <a:defRPr sz="2000">
                  <a:solidFill>
                    <a:schemeClr val="tx1"/>
                  </a:solidFill>
                  <a:effectLst/>
                  <a:latin typeface="+mn-lt"/>
                  <a:ea typeface="+mn-ea"/>
                </a:defRPr>
              </a:lvl4pPr>
              <a:lvl5pPr marL="20574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hlink"/>
                </a:buClr>
                <a:buFont typeface="Wingdings" panose="05000000000000000000" pitchFamily="2" charset="2"/>
                <a:buChar char="§"/>
                <a:defRPr sz="2000">
                  <a:solidFill>
                    <a:schemeClr val="tx1"/>
                  </a:solidFill>
                  <a:effectLst/>
                  <a:latin typeface="+mn-lt"/>
                  <a:ea typeface="+mn-ea"/>
                </a:defRPr>
              </a:lvl5pPr>
            </a:lstStyle>
            <a:p>
              <a:pPr marL="0" lvl="0" indent="0" algn="ctr" eaLnBrk="1" hangingPunct="1">
                <a:spcBef>
                  <a:spcPct val="50000"/>
                </a:spcBef>
                <a:buClrTx/>
                <a:buSzTx/>
                <a:buFontTx/>
                <a:buNone/>
              </a:pPr>
              <a:r>
                <a:rPr lang="en-US" altLang="zh-CN" sz="3600" dirty="0"/>
                <a:t>2</a:t>
              </a:r>
              <a:endParaRPr lang="en-US" altLang="zh-CN" sz="3600" dirty="0"/>
            </a:p>
          </p:txBody>
        </p:sp>
        <p:sp>
          <p:nvSpPr>
            <p:cNvPr id="36893" name="Text Box 6"/>
            <p:cNvSpPr txBox="1"/>
            <p:nvPr/>
          </p:nvSpPr>
          <p:spPr>
            <a:xfrm>
              <a:off x="2426" y="300"/>
              <a:ext cx="499" cy="407"/>
            </a:xfrm>
            <a:prstGeom prst="rect">
              <a:avLst/>
            </a:prstGeom>
            <a:noFill/>
            <a:ln w="57150" cap="flat" cmpd="sng">
              <a:solidFill>
                <a:schemeClr val="tx1"/>
              </a:solidFill>
              <a:prstDash val="solid"/>
              <a:miter/>
              <a:headEnd type="none" w="med" len="med"/>
              <a:tailEnd type="none" w="med" len="med"/>
            </a:ln>
          </p:spPr>
          <p:txBody>
            <a:bodyPr>
              <a:spAutoFit/>
            </a:bodyPr>
            <a:lstStyle>
              <a:lvl1pPr marL="342900" indent="-342900" algn="l" rtl="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hlink"/>
                </a:buClr>
                <a:buSzPct val="80000"/>
                <a:buFont typeface="Wingdings" panose="05000000000000000000" pitchFamily="2" charset="2"/>
                <a:buChar char="n"/>
                <a:defRPr sz="3200" b="0">
                  <a:solidFill>
                    <a:schemeClr val="tx1"/>
                  </a:solidFill>
                  <a:effectLst/>
                  <a:latin typeface="+mn-lt"/>
                  <a:ea typeface="+mn-ea"/>
                  <a:cs typeface="+mn-cs"/>
                </a:defRPr>
              </a:lvl1pPr>
              <a:lvl2pPr marL="742950" indent="-285750" algn="l" rtl="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tx1"/>
                </a:buClr>
                <a:buChar char="–"/>
                <a:defRPr sz="2800">
                  <a:solidFill>
                    <a:schemeClr val="tx1"/>
                  </a:solidFill>
                  <a:effectLst/>
                  <a:latin typeface="+mn-lt"/>
                  <a:ea typeface="+mn-ea"/>
                </a:defRPr>
              </a:lvl2pPr>
              <a:lvl3pPr marL="11430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hlink"/>
                </a:buClr>
                <a:buFont typeface="Wingdings" panose="05000000000000000000" pitchFamily="2" charset="2"/>
                <a:buChar char="§"/>
                <a:defRPr sz="2400">
                  <a:solidFill>
                    <a:schemeClr val="tx1"/>
                  </a:solidFill>
                  <a:effectLst/>
                  <a:latin typeface="+mn-lt"/>
                  <a:ea typeface="+mn-ea"/>
                </a:defRPr>
              </a:lvl3pPr>
              <a:lvl4pPr marL="16002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–"/>
                <a:defRPr sz="2000">
                  <a:solidFill>
                    <a:schemeClr val="tx1"/>
                  </a:solidFill>
                  <a:effectLst/>
                  <a:latin typeface="+mn-lt"/>
                  <a:ea typeface="+mn-ea"/>
                </a:defRPr>
              </a:lvl4pPr>
              <a:lvl5pPr marL="20574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hlink"/>
                </a:buClr>
                <a:buFont typeface="Wingdings" panose="05000000000000000000" pitchFamily="2" charset="2"/>
                <a:buChar char="§"/>
                <a:defRPr sz="2000">
                  <a:solidFill>
                    <a:schemeClr val="tx1"/>
                  </a:solidFill>
                  <a:effectLst/>
                  <a:latin typeface="+mn-lt"/>
                  <a:ea typeface="+mn-ea"/>
                </a:defRPr>
              </a:lvl5pPr>
            </a:lstStyle>
            <a:p>
              <a:pPr marL="0" lvl="0" indent="0" algn="ctr" eaLnBrk="1" hangingPunct="1">
                <a:spcBef>
                  <a:spcPct val="50000"/>
                </a:spcBef>
                <a:buClrTx/>
                <a:buSzTx/>
                <a:buFontTx/>
                <a:buNone/>
              </a:pPr>
              <a:r>
                <a:rPr lang="en-US" altLang="zh-CN" sz="3600" dirty="0"/>
                <a:t>11</a:t>
              </a:r>
              <a:endParaRPr lang="en-US" altLang="zh-CN" sz="3600" dirty="0"/>
            </a:p>
          </p:txBody>
        </p:sp>
        <p:sp>
          <p:nvSpPr>
            <p:cNvPr id="36894" name="Text Box 7"/>
            <p:cNvSpPr txBox="1"/>
            <p:nvPr/>
          </p:nvSpPr>
          <p:spPr>
            <a:xfrm>
              <a:off x="2925" y="300"/>
              <a:ext cx="499" cy="407"/>
            </a:xfrm>
            <a:prstGeom prst="rect">
              <a:avLst/>
            </a:prstGeom>
            <a:noFill/>
            <a:ln w="57150" cap="flat" cmpd="sng">
              <a:solidFill>
                <a:schemeClr val="tx1"/>
              </a:solidFill>
              <a:prstDash val="solid"/>
              <a:miter/>
              <a:headEnd type="none" w="med" len="med"/>
              <a:tailEnd type="none" w="med" len="med"/>
            </a:ln>
          </p:spPr>
          <p:txBody>
            <a:bodyPr>
              <a:spAutoFit/>
            </a:bodyPr>
            <a:lstStyle>
              <a:lvl1pPr marL="342900" indent="-342900" algn="l" rtl="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hlink"/>
                </a:buClr>
                <a:buSzPct val="80000"/>
                <a:buFont typeface="Wingdings" panose="05000000000000000000" pitchFamily="2" charset="2"/>
                <a:buChar char="n"/>
                <a:defRPr sz="3200" b="0">
                  <a:solidFill>
                    <a:schemeClr val="tx1"/>
                  </a:solidFill>
                  <a:effectLst/>
                  <a:latin typeface="+mn-lt"/>
                  <a:ea typeface="+mn-ea"/>
                  <a:cs typeface="+mn-cs"/>
                </a:defRPr>
              </a:lvl1pPr>
              <a:lvl2pPr marL="742950" indent="-285750" algn="l" rtl="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tx1"/>
                </a:buClr>
                <a:buChar char="–"/>
                <a:defRPr sz="2800">
                  <a:solidFill>
                    <a:schemeClr val="tx1"/>
                  </a:solidFill>
                  <a:effectLst/>
                  <a:latin typeface="+mn-lt"/>
                  <a:ea typeface="+mn-ea"/>
                </a:defRPr>
              </a:lvl2pPr>
              <a:lvl3pPr marL="11430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hlink"/>
                </a:buClr>
                <a:buFont typeface="Wingdings" panose="05000000000000000000" pitchFamily="2" charset="2"/>
                <a:buChar char="§"/>
                <a:defRPr sz="2400">
                  <a:solidFill>
                    <a:schemeClr val="tx1"/>
                  </a:solidFill>
                  <a:effectLst/>
                  <a:latin typeface="+mn-lt"/>
                  <a:ea typeface="+mn-ea"/>
                </a:defRPr>
              </a:lvl3pPr>
              <a:lvl4pPr marL="16002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–"/>
                <a:defRPr sz="2000">
                  <a:solidFill>
                    <a:schemeClr val="tx1"/>
                  </a:solidFill>
                  <a:effectLst/>
                  <a:latin typeface="+mn-lt"/>
                  <a:ea typeface="+mn-ea"/>
                </a:defRPr>
              </a:lvl4pPr>
              <a:lvl5pPr marL="20574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hlink"/>
                </a:buClr>
                <a:buFont typeface="Wingdings" panose="05000000000000000000" pitchFamily="2" charset="2"/>
                <a:buChar char="§"/>
                <a:defRPr sz="2000">
                  <a:solidFill>
                    <a:schemeClr val="tx1"/>
                  </a:solidFill>
                  <a:effectLst/>
                  <a:latin typeface="+mn-lt"/>
                  <a:ea typeface="+mn-ea"/>
                </a:defRPr>
              </a:lvl5pPr>
            </a:lstStyle>
            <a:p>
              <a:pPr marL="0" lvl="0" indent="0" algn="ctr" eaLnBrk="1" hangingPunct="1">
                <a:spcBef>
                  <a:spcPct val="50000"/>
                </a:spcBef>
                <a:buClrTx/>
                <a:buSzTx/>
                <a:buFontTx/>
                <a:buNone/>
              </a:pPr>
              <a:r>
                <a:rPr lang="en-US" altLang="zh-CN" sz="3600" dirty="0"/>
                <a:t>6</a:t>
              </a:r>
              <a:endParaRPr lang="en-US" altLang="zh-CN" sz="3600" dirty="0"/>
            </a:p>
          </p:txBody>
        </p:sp>
        <p:sp>
          <p:nvSpPr>
            <p:cNvPr id="36895" name="Line 9"/>
            <p:cNvSpPr/>
            <p:nvPr/>
          </p:nvSpPr>
          <p:spPr>
            <a:xfrm flipH="1">
              <a:off x="1429" y="164"/>
              <a:ext cx="0" cy="680"/>
            </a:xfrm>
            <a:prstGeom prst="line">
              <a:avLst/>
            </a:prstGeom>
            <a:ln w="57150" cap="flat" cmpd="sng">
              <a:solidFill>
                <a:schemeClr val="hlink"/>
              </a:solidFill>
              <a:prstDash val="solid"/>
              <a:headEnd type="none" w="med" len="med"/>
              <a:tailEnd type="none" w="med" len="med"/>
            </a:ln>
          </p:spPr>
        </p:sp>
      </p:grpSp>
      <p:grpSp>
        <p:nvGrpSpPr>
          <p:cNvPr id="3" name="Group 10"/>
          <p:cNvGrpSpPr/>
          <p:nvPr/>
        </p:nvGrpSpPr>
        <p:grpSpPr>
          <a:xfrm>
            <a:off x="3792538" y="1700213"/>
            <a:ext cx="3168650" cy="1366837"/>
            <a:chOff x="1429" y="1298"/>
            <a:chExt cx="1996" cy="861"/>
          </a:xfrm>
        </p:grpSpPr>
        <p:sp>
          <p:nvSpPr>
            <p:cNvPr id="36885" name="Text Box 11"/>
            <p:cNvSpPr txBox="1"/>
            <p:nvPr/>
          </p:nvSpPr>
          <p:spPr>
            <a:xfrm>
              <a:off x="1429" y="1434"/>
              <a:ext cx="499" cy="407"/>
            </a:xfrm>
            <a:prstGeom prst="rect">
              <a:avLst/>
            </a:prstGeom>
            <a:noFill/>
            <a:ln w="57150" cap="flat" cmpd="sng">
              <a:solidFill>
                <a:schemeClr val="tx1"/>
              </a:solidFill>
              <a:prstDash val="solid"/>
              <a:miter/>
              <a:headEnd type="none" w="med" len="med"/>
              <a:tailEnd type="none" w="med" len="med"/>
            </a:ln>
          </p:spPr>
          <p:txBody>
            <a:bodyPr>
              <a:spAutoFit/>
            </a:bodyPr>
            <a:lstStyle>
              <a:lvl1pPr marL="342900" indent="-342900" algn="l" rtl="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hlink"/>
                </a:buClr>
                <a:buSzPct val="80000"/>
                <a:buFont typeface="Wingdings" panose="05000000000000000000" pitchFamily="2" charset="2"/>
                <a:buChar char="n"/>
                <a:defRPr sz="3200" b="0">
                  <a:solidFill>
                    <a:schemeClr val="tx1"/>
                  </a:solidFill>
                  <a:effectLst/>
                  <a:latin typeface="+mn-lt"/>
                  <a:ea typeface="+mn-ea"/>
                  <a:cs typeface="+mn-cs"/>
                </a:defRPr>
              </a:lvl1pPr>
              <a:lvl2pPr marL="742950" indent="-285750" algn="l" rtl="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tx1"/>
                </a:buClr>
                <a:buChar char="–"/>
                <a:defRPr sz="2800">
                  <a:solidFill>
                    <a:schemeClr val="tx1"/>
                  </a:solidFill>
                  <a:effectLst/>
                  <a:latin typeface="+mn-lt"/>
                  <a:ea typeface="+mn-ea"/>
                </a:defRPr>
              </a:lvl2pPr>
              <a:lvl3pPr marL="11430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hlink"/>
                </a:buClr>
                <a:buFont typeface="Wingdings" panose="05000000000000000000" pitchFamily="2" charset="2"/>
                <a:buChar char="§"/>
                <a:defRPr sz="2400">
                  <a:solidFill>
                    <a:schemeClr val="tx1"/>
                  </a:solidFill>
                  <a:effectLst/>
                  <a:latin typeface="+mn-lt"/>
                  <a:ea typeface="+mn-ea"/>
                </a:defRPr>
              </a:lvl3pPr>
              <a:lvl4pPr marL="16002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–"/>
                <a:defRPr sz="2000">
                  <a:solidFill>
                    <a:schemeClr val="tx1"/>
                  </a:solidFill>
                  <a:effectLst/>
                  <a:latin typeface="+mn-lt"/>
                  <a:ea typeface="+mn-ea"/>
                </a:defRPr>
              </a:lvl4pPr>
              <a:lvl5pPr marL="20574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hlink"/>
                </a:buClr>
                <a:buFont typeface="Wingdings" panose="05000000000000000000" pitchFamily="2" charset="2"/>
                <a:buChar char="§"/>
                <a:defRPr sz="2000">
                  <a:solidFill>
                    <a:schemeClr val="tx1"/>
                  </a:solidFill>
                  <a:effectLst/>
                  <a:latin typeface="+mn-lt"/>
                  <a:ea typeface="+mn-ea"/>
                </a:defRPr>
              </a:lvl5pPr>
            </a:lstStyle>
            <a:p>
              <a:pPr marL="0" lvl="0" indent="0" algn="ctr" eaLnBrk="1" hangingPunct="1">
                <a:spcBef>
                  <a:spcPct val="50000"/>
                </a:spcBef>
                <a:buClrTx/>
                <a:buSzTx/>
                <a:buFontTx/>
                <a:buNone/>
              </a:pPr>
              <a:r>
                <a:rPr lang="en-US" altLang="zh-CN" sz="3600" dirty="0">
                  <a:solidFill>
                    <a:schemeClr val="folHlink"/>
                  </a:solidFill>
                </a:rPr>
                <a:t>2</a:t>
              </a:r>
              <a:endParaRPr lang="en-US" altLang="zh-CN" sz="3600" dirty="0">
                <a:solidFill>
                  <a:schemeClr val="folHlink"/>
                </a:solidFill>
              </a:endParaRPr>
            </a:p>
          </p:txBody>
        </p:sp>
        <p:sp>
          <p:nvSpPr>
            <p:cNvPr id="36886" name="Text Box 12"/>
            <p:cNvSpPr txBox="1"/>
            <p:nvPr/>
          </p:nvSpPr>
          <p:spPr>
            <a:xfrm>
              <a:off x="1928" y="1434"/>
              <a:ext cx="499" cy="407"/>
            </a:xfrm>
            <a:prstGeom prst="rect">
              <a:avLst/>
            </a:prstGeom>
            <a:noFill/>
            <a:ln w="57150" cap="flat" cmpd="sng">
              <a:solidFill>
                <a:schemeClr val="tx1"/>
              </a:solidFill>
              <a:prstDash val="solid"/>
              <a:miter/>
              <a:headEnd type="none" w="med" len="med"/>
              <a:tailEnd type="none" w="med" len="med"/>
            </a:ln>
          </p:spPr>
          <p:txBody>
            <a:bodyPr>
              <a:spAutoFit/>
            </a:bodyPr>
            <a:lstStyle>
              <a:lvl1pPr marL="342900" indent="-342900" algn="l" rtl="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hlink"/>
                </a:buClr>
                <a:buSzPct val="80000"/>
                <a:buFont typeface="Wingdings" panose="05000000000000000000" pitchFamily="2" charset="2"/>
                <a:buChar char="n"/>
                <a:defRPr sz="3200" b="0">
                  <a:solidFill>
                    <a:schemeClr val="tx1"/>
                  </a:solidFill>
                  <a:effectLst/>
                  <a:latin typeface="+mn-lt"/>
                  <a:ea typeface="+mn-ea"/>
                  <a:cs typeface="+mn-cs"/>
                </a:defRPr>
              </a:lvl1pPr>
              <a:lvl2pPr marL="742950" indent="-285750" algn="l" rtl="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tx1"/>
                </a:buClr>
                <a:buChar char="–"/>
                <a:defRPr sz="2800">
                  <a:solidFill>
                    <a:schemeClr val="tx1"/>
                  </a:solidFill>
                  <a:effectLst/>
                  <a:latin typeface="+mn-lt"/>
                  <a:ea typeface="+mn-ea"/>
                </a:defRPr>
              </a:lvl2pPr>
              <a:lvl3pPr marL="11430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hlink"/>
                </a:buClr>
                <a:buFont typeface="Wingdings" panose="05000000000000000000" pitchFamily="2" charset="2"/>
                <a:buChar char="§"/>
                <a:defRPr sz="2400">
                  <a:solidFill>
                    <a:schemeClr val="tx1"/>
                  </a:solidFill>
                  <a:effectLst/>
                  <a:latin typeface="+mn-lt"/>
                  <a:ea typeface="+mn-ea"/>
                </a:defRPr>
              </a:lvl3pPr>
              <a:lvl4pPr marL="16002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–"/>
                <a:defRPr sz="2000">
                  <a:solidFill>
                    <a:schemeClr val="tx1"/>
                  </a:solidFill>
                  <a:effectLst/>
                  <a:latin typeface="+mn-lt"/>
                  <a:ea typeface="+mn-ea"/>
                </a:defRPr>
              </a:lvl4pPr>
              <a:lvl5pPr marL="20574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hlink"/>
                </a:buClr>
                <a:buFont typeface="Wingdings" panose="05000000000000000000" pitchFamily="2" charset="2"/>
                <a:buChar char="§"/>
                <a:defRPr sz="2000">
                  <a:solidFill>
                    <a:schemeClr val="tx1"/>
                  </a:solidFill>
                  <a:effectLst/>
                  <a:latin typeface="+mn-lt"/>
                  <a:ea typeface="+mn-ea"/>
                </a:defRPr>
              </a:lvl5pPr>
            </a:lstStyle>
            <a:p>
              <a:pPr marL="0" lvl="0" indent="0" algn="ctr" eaLnBrk="1" hangingPunct="1">
                <a:spcBef>
                  <a:spcPct val="50000"/>
                </a:spcBef>
                <a:buClrTx/>
                <a:buSzTx/>
                <a:buFontTx/>
                <a:buNone/>
              </a:pPr>
              <a:r>
                <a:rPr lang="en-US" altLang="zh-CN" sz="3600" dirty="0"/>
                <a:t>3</a:t>
              </a:r>
              <a:endParaRPr lang="en-US" altLang="zh-CN" sz="3600" dirty="0"/>
            </a:p>
          </p:txBody>
        </p:sp>
        <p:sp>
          <p:nvSpPr>
            <p:cNvPr id="36887" name="Text Box 13"/>
            <p:cNvSpPr txBox="1"/>
            <p:nvPr/>
          </p:nvSpPr>
          <p:spPr>
            <a:xfrm>
              <a:off x="2427" y="1434"/>
              <a:ext cx="499" cy="407"/>
            </a:xfrm>
            <a:prstGeom prst="rect">
              <a:avLst/>
            </a:prstGeom>
            <a:noFill/>
            <a:ln w="57150" cap="flat" cmpd="sng">
              <a:solidFill>
                <a:schemeClr val="tx1"/>
              </a:solidFill>
              <a:prstDash val="solid"/>
              <a:miter/>
              <a:headEnd type="none" w="med" len="med"/>
              <a:tailEnd type="none" w="med" len="med"/>
            </a:ln>
          </p:spPr>
          <p:txBody>
            <a:bodyPr>
              <a:spAutoFit/>
            </a:bodyPr>
            <a:lstStyle>
              <a:lvl1pPr marL="342900" indent="-342900" algn="l" rtl="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hlink"/>
                </a:buClr>
                <a:buSzPct val="80000"/>
                <a:buFont typeface="Wingdings" panose="05000000000000000000" pitchFamily="2" charset="2"/>
                <a:buChar char="n"/>
                <a:defRPr sz="3200" b="0">
                  <a:solidFill>
                    <a:schemeClr val="tx1"/>
                  </a:solidFill>
                  <a:effectLst/>
                  <a:latin typeface="+mn-lt"/>
                  <a:ea typeface="+mn-ea"/>
                  <a:cs typeface="+mn-cs"/>
                </a:defRPr>
              </a:lvl1pPr>
              <a:lvl2pPr marL="742950" indent="-285750" algn="l" rtl="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tx1"/>
                </a:buClr>
                <a:buChar char="–"/>
                <a:defRPr sz="2800">
                  <a:solidFill>
                    <a:schemeClr val="tx1"/>
                  </a:solidFill>
                  <a:effectLst/>
                  <a:latin typeface="+mn-lt"/>
                  <a:ea typeface="+mn-ea"/>
                </a:defRPr>
              </a:lvl2pPr>
              <a:lvl3pPr marL="11430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hlink"/>
                </a:buClr>
                <a:buFont typeface="Wingdings" panose="05000000000000000000" pitchFamily="2" charset="2"/>
                <a:buChar char="§"/>
                <a:defRPr sz="2400">
                  <a:solidFill>
                    <a:schemeClr val="tx1"/>
                  </a:solidFill>
                  <a:effectLst/>
                  <a:latin typeface="+mn-lt"/>
                  <a:ea typeface="+mn-ea"/>
                </a:defRPr>
              </a:lvl3pPr>
              <a:lvl4pPr marL="16002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–"/>
                <a:defRPr sz="2000">
                  <a:solidFill>
                    <a:schemeClr val="tx1"/>
                  </a:solidFill>
                  <a:effectLst/>
                  <a:latin typeface="+mn-lt"/>
                  <a:ea typeface="+mn-ea"/>
                </a:defRPr>
              </a:lvl4pPr>
              <a:lvl5pPr marL="20574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hlink"/>
                </a:buClr>
                <a:buFont typeface="Wingdings" panose="05000000000000000000" pitchFamily="2" charset="2"/>
                <a:buChar char="§"/>
                <a:defRPr sz="2000">
                  <a:solidFill>
                    <a:schemeClr val="tx1"/>
                  </a:solidFill>
                  <a:effectLst/>
                  <a:latin typeface="+mn-lt"/>
                  <a:ea typeface="+mn-ea"/>
                </a:defRPr>
              </a:lvl5pPr>
            </a:lstStyle>
            <a:p>
              <a:pPr marL="0" lvl="0" indent="0" algn="ctr" eaLnBrk="1" hangingPunct="1">
                <a:spcBef>
                  <a:spcPct val="50000"/>
                </a:spcBef>
                <a:buClrTx/>
                <a:buSzTx/>
                <a:buFontTx/>
                <a:buNone/>
              </a:pPr>
              <a:r>
                <a:rPr lang="en-US" altLang="zh-CN" sz="3600" dirty="0"/>
                <a:t>11</a:t>
              </a:r>
              <a:endParaRPr lang="en-US" altLang="zh-CN" sz="3600" dirty="0"/>
            </a:p>
          </p:txBody>
        </p:sp>
        <p:sp>
          <p:nvSpPr>
            <p:cNvPr id="36888" name="Text Box 14"/>
            <p:cNvSpPr txBox="1"/>
            <p:nvPr/>
          </p:nvSpPr>
          <p:spPr>
            <a:xfrm>
              <a:off x="2926" y="1434"/>
              <a:ext cx="499" cy="407"/>
            </a:xfrm>
            <a:prstGeom prst="rect">
              <a:avLst/>
            </a:prstGeom>
            <a:noFill/>
            <a:ln w="57150" cap="flat" cmpd="sng">
              <a:solidFill>
                <a:schemeClr val="tx1"/>
              </a:solidFill>
              <a:prstDash val="solid"/>
              <a:miter/>
              <a:headEnd type="none" w="med" len="med"/>
              <a:tailEnd type="none" w="med" len="med"/>
            </a:ln>
          </p:spPr>
          <p:txBody>
            <a:bodyPr>
              <a:spAutoFit/>
            </a:bodyPr>
            <a:lstStyle>
              <a:lvl1pPr marL="342900" indent="-342900" algn="l" rtl="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hlink"/>
                </a:buClr>
                <a:buSzPct val="80000"/>
                <a:buFont typeface="Wingdings" panose="05000000000000000000" pitchFamily="2" charset="2"/>
                <a:buChar char="n"/>
                <a:defRPr sz="3200" b="0">
                  <a:solidFill>
                    <a:schemeClr val="tx1"/>
                  </a:solidFill>
                  <a:effectLst/>
                  <a:latin typeface="+mn-lt"/>
                  <a:ea typeface="+mn-ea"/>
                  <a:cs typeface="+mn-cs"/>
                </a:defRPr>
              </a:lvl1pPr>
              <a:lvl2pPr marL="742950" indent="-285750" algn="l" rtl="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tx1"/>
                </a:buClr>
                <a:buChar char="–"/>
                <a:defRPr sz="2800">
                  <a:solidFill>
                    <a:schemeClr val="tx1"/>
                  </a:solidFill>
                  <a:effectLst/>
                  <a:latin typeface="+mn-lt"/>
                  <a:ea typeface="+mn-ea"/>
                </a:defRPr>
              </a:lvl2pPr>
              <a:lvl3pPr marL="11430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hlink"/>
                </a:buClr>
                <a:buFont typeface="Wingdings" panose="05000000000000000000" pitchFamily="2" charset="2"/>
                <a:buChar char="§"/>
                <a:defRPr sz="2400">
                  <a:solidFill>
                    <a:schemeClr val="tx1"/>
                  </a:solidFill>
                  <a:effectLst/>
                  <a:latin typeface="+mn-lt"/>
                  <a:ea typeface="+mn-ea"/>
                </a:defRPr>
              </a:lvl3pPr>
              <a:lvl4pPr marL="16002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–"/>
                <a:defRPr sz="2000">
                  <a:solidFill>
                    <a:schemeClr val="tx1"/>
                  </a:solidFill>
                  <a:effectLst/>
                  <a:latin typeface="+mn-lt"/>
                  <a:ea typeface="+mn-ea"/>
                </a:defRPr>
              </a:lvl4pPr>
              <a:lvl5pPr marL="20574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hlink"/>
                </a:buClr>
                <a:buFont typeface="Wingdings" panose="05000000000000000000" pitchFamily="2" charset="2"/>
                <a:buChar char="§"/>
                <a:defRPr sz="2000">
                  <a:solidFill>
                    <a:schemeClr val="tx1"/>
                  </a:solidFill>
                  <a:effectLst/>
                  <a:latin typeface="+mn-lt"/>
                  <a:ea typeface="+mn-ea"/>
                </a:defRPr>
              </a:lvl5pPr>
            </a:lstStyle>
            <a:p>
              <a:pPr marL="0" lvl="0" indent="0" algn="ctr" eaLnBrk="1" hangingPunct="1">
                <a:spcBef>
                  <a:spcPct val="50000"/>
                </a:spcBef>
                <a:buClrTx/>
                <a:buSzTx/>
                <a:buFontTx/>
                <a:buNone/>
              </a:pPr>
              <a:r>
                <a:rPr lang="en-US" altLang="zh-CN" sz="3600" dirty="0"/>
                <a:t>6</a:t>
              </a:r>
              <a:endParaRPr lang="en-US" altLang="zh-CN" sz="3600" dirty="0"/>
            </a:p>
          </p:txBody>
        </p:sp>
        <p:sp>
          <p:nvSpPr>
            <p:cNvPr id="36889" name="Line 15"/>
            <p:cNvSpPr/>
            <p:nvPr/>
          </p:nvSpPr>
          <p:spPr>
            <a:xfrm flipH="1">
              <a:off x="1927" y="1298"/>
              <a:ext cx="0" cy="680"/>
            </a:xfrm>
            <a:prstGeom prst="line">
              <a:avLst/>
            </a:prstGeom>
            <a:ln w="57150" cap="flat" cmpd="sng">
              <a:solidFill>
                <a:schemeClr val="hlink"/>
              </a:solidFill>
              <a:prstDash val="solid"/>
              <a:headEnd type="none" w="med" len="med"/>
              <a:tailEnd type="none" w="med" len="med"/>
            </a:ln>
          </p:spPr>
        </p:sp>
        <p:sp>
          <p:nvSpPr>
            <p:cNvPr id="36890" name="Line 16"/>
            <p:cNvSpPr/>
            <p:nvPr/>
          </p:nvSpPr>
          <p:spPr>
            <a:xfrm flipV="1">
              <a:off x="2154" y="1842"/>
              <a:ext cx="0" cy="317"/>
            </a:xfrm>
            <a:prstGeom prst="line">
              <a:avLst/>
            </a:prstGeom>
            <a:ln w="57150" cap="flat" cmpd="sng">
              <a:solidFill>
                <a:schemeClr val="tx1"/>
              </a:solidFill>
              <a:prstDash val="solid"/>
              <a:headEnd type="none" w="med" len="med"/>
              <a:tailEnd type="stealth" w="lg" len="lg"/>
            </a:ln>
          </p:spPr>
        </p:sp>
      </p:grpSp>
      <p:grpSp>
        <p:nvGrpSpPr>
          <p:cNvPr id="4" name="Group 33"/>
          <p:cNvGrpSpPr/>
          <p:nvPr/>
        </p:nvGrpSpPr>
        <p:grpSpPr>
          <a:xfrm>
            <a:off x="3792538" y="3213100"/>
            <a:ext cx="3168650" cy="1439863"/>
            <a:chOff x="1429" y="2024"/>
            <a:chExt cx="1996" cy="907"/>
          </a:xfrm>
        </p:grpSpPr>
        <p:sp>
          <p:nvSpPr>
            <p:cNvPr id="36879" name="Text Box 18"/>
            <p:cNvSpPr txBox="1"/>
            <p:nvPr/>
          </p:nvSpPr>
          <p:spPr>
            <a:xfrm>
              <a:off x="1429" y="2160"/>
              <a:ext cx="499" cy="407"/>
            </a:xfrm>
            <a:prstGeom prst="rect">
              <a:avLst/>
            </a:prstGeom>
            <a:noFill/>
            <a:ln w="57150" cap="flat" cmpd="sng">
              <a:solidFill>
                <a:schemeClr val="tx1"/>
              </a:solidFill>
              <a:prstDash val="solid"/>
              <a:miter/>
              <a:headEnd type="none" w="med" len="med"/>
              <a:tailEnd type="none" w="med" len="med"/>
            </a:ln>
          </p:spPr>
          <p:txBody>
            <a:bodyPr>
              <a:spAutoFit/>
            </a:bodyPr>
            <a:lstStyle>
              <a:lvl1pPr marL="342900" indent="-342900" algn="l" rtl="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hlink"/>
                </a:buClr>
                <a:buSzPct val="80000"/>
                <a:buFont typeface="Wingdings" panose="05000000000000000000" pitchFamily="2" charset="2"/>
                <a:buChar char="n"/>
                <a:defRPr sz="3200" b="0">
                  <a:solidFill>
                    <a:schemeClr val="tx1"/>
                  </a:solidFill>
                  <a:effectLst/>
                  <a:latin typeface="+mn-lt"/>
                  <a:ea typeface="+mn-ea"/>
                  <a:cs typeface="+mn-cs"/>
                </a:defRPr>
              </a:lvl1pPr>
              <a:lvl2pPr marL="742950" indent="-285750" algn="l" rtl="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tx1"/>
                </a:buClr>
                <a:buChar char="–"/>
                <a:defRPr sz="2800">
                  <a:solidFill>
                    <a:schemeClr val="tx1"/>
                  </a:solidFill>
                  <a:effectLst/>
                  <a:latin typeface="+mn-lt"/>
                  <a:ea typeface="+mn-ea"/>
                </a:defRPr>
              </a:lvl2pPr>
              <a:lvl3pPr marL="11430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hlink"/>
                </a:buClr>
                <a:buFont typeface="Wingdings" panose="05000000000000000000" pitchFamily="2" charset="2"/>
                <a:buChar char="§"/>
                <a:defRPr sz="2400">
                  <a:solidFill>
                    <a:schemeClr val="tx1"/>
                  </a:solidFill>
                  <a:effectLst/>
                  <a:latin typeface="+mn-lt"/>
                  <a:ea typeface="+mn-ea"/>
                </a:defRPr>
              </a:lvl3pPr>
              <a:lvl4pPr marL="16002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–"/>
                <a:defRPr sz="2000">
                  <a:solidFill>
                    <a:schemeClr val="tx1"/>
                  </a:solidFill>
                  <a:effectLst/>
                  <a:latin typeface="+mn-lt"/>
                  <a:ea typeface="+mn-ea"/>
                </a:defRPr>
              </a:lvl4pPr>
              <a:lvl5pPr marL="20574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hlink"/>
                </a:buClr>
                <a:buFont typeface="Wingdings" panose="05000000000000000000" pitchFamily="2" charset="2"/>
                <a:buChar char="§"/>
                <a:defRPr sz="2000">
                  <a:solidFill>
                    <a:schemeClr val="tx1"/>
                  </a:solidFill>
                  <a:effectLst/>
                  <a:latin typeface="+mn-lt"/>
                  <a:ea typeface="+mn-ea"/>
                </a:defRPr>
              </a:lvl5pPr>
            </a:lstStyle>
            <a:p>
              <a:pPr marL="0" lvl="0" indent="0" algn="ctr" eaLnBrk="1" hangingPunct="1">
                <a:spcBef>
                  <a:spcPct val="50000"/>
                </a:spcBef>
                <a:buClrTx/>
                <a:buSzTx/>
                <a:buFontTx/>
                <a:buNone/>
              </a:pPr>
              <a:r>
                <a:rPr lang="en-US" altLang="zh-CN" sz="3600" dirty="0">
                  <a:solidFill>
                    <a:schemeClr val="folHlink"/>
                  </a:solidFill>
                </a:rPr>
                <a:t>2</a:t>
              </a:r>
              <a:endParaRPr lang="en-US" altLang="zh-CN" sz="3600" dirty="0">
                <a:solidFill>
                  <a:schemeClr val="folHlink"/>
                </a:solidFill>
              </a:endParaRPr>
            </a:p>
          </p:txBody>
        </p:sp>
        <p:sp>
          <p:nvSpPr>
            <p:cNvPr id="36880" name="Text Box 19"/>
            <p:cNvSpPr txBox="1"/>
            <p:nvPr/>
          </p:nvSpPr>
          <p:spPr>
            <a:xfrm>
              <a:off x="1928" y="2160"/>
              <a:ext cx="499" cy="407"/>
            </a:xfrm>
            <a:prstGeom prst="rect">
              <a:avLst/>
            </a:prstGeom>
            <a:noFill/>
            <a:ln w="57150" cap="flat" cmpd="sng">
              <a:solidFill>
                <a:schemeClr val="tx1"/>
              </a:solidFill>
              <a:prstDash val="solid"/>
              <a:miter/>
              <a:headEnd type="none" w="med" len="med"/>
              <a:tailEnd type="none" w="med" len="med"/>
            </a:ln>
          </p:spPr>
          <p:txBody>
            <a:bodyPr>
              <a:spAutoFit/>
            </a:bodyPr>
            <a:lstStyle>
              <a:lvl1pPr marL="342900" indent="-342900" algn="l" rtl="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hlink"/>
                </a:buClr>
                <a:buSzPct val="80000"/>
                <a:buFont typeface="Wingdings" panose="05000000000000000000" pitchFamily="2" charset="2"/>
                <a:buChar char="n"/>
                <a:defRPr sz="3200" b="0">
                  <a:solidFill>
                    <a:schemeClr val="tx1"/>
                  </a:solidFill>
                  <a:effectLst/>
                  <a:latin typeface="+mn-lt"/>
                  <a:ea typeface="+mn-ea"/>
                  <a:cs typeface="+mn-cs"/>
                </a:defRPr>
              </a:lvl1pPr>
              <a:lvl2pPr marL="742950" indent="-285750" algn="l" rtl="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tx1"/>
                </a:buClr>
                <a:buChar char="–"/>
                <a:defRPr sz="2800">
                  <a:solidFill>
                    <a:schemeClr val="tx1"/>
                  </a:solidFill>
                  <a:effectLst/>
                  <a:latin typeface="+mn-lt"/>
                  <a:ea typeface="+mn-ea"/>
                </a:defRPr>
              </a:lvl2pPr>
              <a:lvl3pPr marL="11430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hlink"/>
                </a:buClr>
                <a:buFont typeface="Wingdings" panose="05000000000000000000" pitchFamily="2" charset="2"/>
                <a:buChar char="§"/>
                <a:defRPr sz="2400">
                  <a:solidFill>
                    <a:schemeClr val="tx1"/>
                  </a:solidFill>
                  <a:effectLst/>
                  <a:latin typeface="+mn-lt"/>
                  <a:ea typeface="+mn-ea"/>
                </a:defRPr>
              </a:lvl3pPr>
              <a:lvl4pPr marL="16002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–"/>
                <a:defRPr sz="2000">
                  <a:solidFill>
                    <a:schemeClr val="tx1"/>
                  </a:solidFill>
                  <a:effectLst/>
                  <a:latin typeface="+mn-lt"/>
                  <a:ea typeface="+mn-ea"/>
                </a:defRPr>
              </a:lvl4pPr>
              <a:lvl5pPr marL="20574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hlink"/>
                </a:buClr>
                <a:buFont typeface="Wingdings" panose="05000000000000000000" pitchFamily="2" charset="2"/>
                <a:buChar char="§"/>
                <a:defRPr sz="2000">
                  <a:solidFill>
                    <a:schemeClr val="tx1"/>
                  </a:solidFill>
                  <a:effectLst/>
                  <a:latin typeface="+mn-lt"/>
                  <a:ea typeface="+mn-ea"/>
                </a:defRPr>
              </a:lvl5pPr>
            </a:lstStyle>
            <a:p>
              <a:pPr marL="0" lvl="0" indent="0" algn="ctr" eaLnBrk="1" hangingPunct="1">
                <a:spcBef>
                  <a:spcPct val="50000"/>
                </a:spcBef>
                <a:buClrTx/>
                <a:buSzTx/>
                <a:buFontTx/>
                <a:buNone/>
              </a:pPr>
              <a:r>
                <a:rPr lang="en-US" altLang="zh-CN" sz="3600" dirty="0">
                  <a:solidFill>
                    <a:schemeClr val="folHlink"/>
                  </a:solidFill>
                </a:rPr>
                <a:t>3</a:t>
              </a:r>
              <a:endParaRPr lang="en-US" altLang="zh-CN" sz="3600" dirty="0">
                <a:solidFill>
                  <a:schemeClr val="folHlink"/>
                </a:solidFill>
              </a:endParaRPr>
            </a:p>
          </p:txBody>
        </p:sp>
        <p:sp>
          <p:nvSpPr>
            <p:cNvPr id="36881" name="Text Box 20"/>
            <p:cNvSpPr txBox="1"/>
            <p:nvPr/>
          </p:nvSpPr>
          <p:spPr>
            <a:xfrm>
              <a:off x="2427" y="2160"/>
              <a:ext cx="499" cy="407"/>
            </a:xfrm>
            <a:prstGeom prst="rect">
              <a:avLst/>
            </a:prstGeom>
            <a:noFill/>
            <a:ln w="57150" cap="flat" cmpd="sng">
              <a:solidFill>
                <a:schemeClr val="tx1"/>
              </a:solidFill>
              <a:prstDash val="solid"/>
              <a:miter/>
              <a:headEnd type="none" w="med" len="med"/>
              <a:tailEnd type="none" w="med" len="med"/>
            </a:ln>
          </p:spPr>
          <p:txBody>
            <a:bodyPr>
              <a:spAutoFit/>
            </a:bodyPr>
            <a:lstStyle>
              <a:lvl1pPr marL="342900" indent="-342900" algn="l" rtl="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hlink"/>
                </a:buClr>
                <a:buSzPct val="80000"/>
                <a:buFont typeface="Wingdings" panose="05000000000000000000" pitchFamily="2" charset="2"/>
                <a:buChar char="n"/>
                <a:defRPr sz="3200" b="0">
                  <a:solidFill>
                    <a:schemeClr val="tx1"/>
                  </a:solidFill>
                  <a:effectLst/>
                  <a:latin typeface="+mn-lt"/>
                  <a:ea typeface="+mn-ea"/>
                  <a:cs typeface="+mn-cs"/>
                </a:defRPr>
              </a:lvl1pPr>
              <a:lvl2pPr marL="742950" indent="-285750" algn="l" rtl="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tx1"/>
                </a:buClr>
                <a:buChar char="–"/>
                <a:defRPr sz="2800">
                  <a:solidFill>
                    <a:schemeClr val="tx1"/>
                  </a:solidFill>
                  <a:effectLst/>
                  <a:latin typeface="+mn-lt"/>
                  <a:ea typeface="+mn-ea"/>
                </a:defRPr>
              </a:lvl2pPr>
              <a:lvl3pPr marL="11430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hlink"/>
                </a:buClr>
                <a:buFont typeface="Wingdings" panose="05000000000000000000" pitchFamily="2" charset="2"/>
                <a:buChar char="§"/>
                <a:defRPr sz="2400">
                  <a:solidFill>
                    <a:schemeClr val="tx1"/>
                  </a:solidFill>
                  <a:effectLst/>
                  <a:latin typeface="+mn-lt"/>
                  <a:ea typeface="+mn-ea"/>
                </a:defRPr>
              </a:lvl3pPr>
              <a:lvl4pPr marL="16002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–"/>
                <a:defRPr sz="2000">
                  <a:solidFill>
                    <a:schemeClr val="tx1"/>
                  </a:solidFill>
                  <a:effectLst/>
                  <a:latin typeface="+mn-lt"/>
                  <a:ea typeface="+mn-ea"/>
                </a:defRPr>
              </a:lvl4pPr>
              <a:lvl5pPr marL="20574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hlink"/>
                </a:buClr>
                <a:buFont typeface="Wingdings" panose="05000000000000000000" pitchFamily="2" charset="2"/>
                <a:buChar char="§"/>
                <a:defRPr sz="2000">
                  <a:solidFill>
                    <a:schemeClr val="tx1"/>
                  </a:solidFill>
                  <a:effectLst/>
                  <a:latin typeface="+mn-lt"/>
                  <a:ea typeface="+mn-ea"/>
                </a:defRPr>
              </a:lvl5pPr>
            </a:lstStyle>
            <a:p>
              <a:pPr marL="0" lvl="0" indent="0" algn="ctr" eaLnBrk="1" hangingPunct="1">
                <a:spcBef>
                  <a:spcPct val="50000"/>
                </a:spcBef>
                <a:buClrTx/>
                <a:buSzTx/>
                <a:buFontTx/>
                <a:buNone/>
              </a:pPr>
              <a:r>
                <a:rPr lang="en-US" altLang="zh-CN" sz="3600" dirty="0"/>
                <a:t>11</a:t>
              </a:r>
              <a:endParaRPr lang="en-US" altLang="zh-CN" sz="3600" dirty="0"/>
            </a:p>
          </p:txBody>
        </p:sp>
        <p:sp>
          <p:nvSpPr>
            <p:cNvPr id="36882" name="Text Box 21"/>
            <p:cNvSpPr txBox="1"/>
            <p:nvPr/>
          </p:nvSpPr>
          <p:spPr>
            <a:xfrm>
              <a:off x="2926" y="2160"/>
              <a:ext cx="499" cy="407"/>
            </a:xfrm>
            <a:prstGeom prst="rect">
              <a:avLst/>
            </a:prstGeom>
            <a:noFill/>
            <a:ln w="57150" cap="flat" cmpd="sng">
              <a:solidFill>
                <a:schemeClr val="tx1"/>
              </a:solidFill>
              <a:prstDash val="solid"/>
              <a:miter/>
              <a:headEnd type="none" w="med" len="med"/>
              <a:tailEnd type="none" w="med" len="med"/>
            </a:ln>
          </p:spPr>
          <p:txBody>
            <a:bodyPr>
              <a:spAutoFit/>
            </a:bodyPr>
            <a:lstStyle>
              <a:lvl1pPr marL="342900" indent="-342900" algn="l" rtl="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hlink"/>
                </a:buClr>
                <a:buSzPct val="80000"/>
                <a:buFont typeface="Wingdings" panose="05000000000000000000" pitchFamily="2" charset="2"/>
                <a:buChar char="n"/>
                <a:defRPr sz="3200" b="0">
                  <a:solidFill>
                    <a:schemeClr val="tx1"/>
                  </a:solidFill>
                  <a:effectLst/>
                  <a:latin typeface="+mn-lt"/>
                  <a:ea typeface="+mn-ea"/>
                  <a:cs typeface="+mn-cs"/>
                </a:defRPr>
              </a:lvl1pPr>
              <a:lvl2pPr marL="742950" indent="-285750" algn="l" rtl="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tx1"/>
                </a:buClr>
                <a:buChar char="–"/>
                <a:defRPr sz="2800">
                  <a:solidFill>
                    <a:schemeClr val="tx1"/>
                  </a:solidFill>
                  <a:effectLst/>
                  <a:latin typeface="+mn-lt"/>
                  <a:ea typeface="+mn-ea"/>
                </a:defRPr>
              </a:lvl2pPr>
              <a:lvl3pPr marL="11430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hlink"/>
                </a:buClr>
                <a:buFont typeface="Wingdings" panose="05000000000000000000" pitchFamily="2" charset="2"/>
                <a:buChar char="§"/>
                <a:defRPr sz="2400">
                  <a:solidFill>
                    <a:schemeClr val="tx1"/>
                  </a:solidFill>
                  <a:effectLst/>
                  <a:latin typeface="+mn-lt"/>
                  <a:ea typeface="+mn-ea"/>
                </a:defRPr>
              </a:lvl3pPr>
              <a:lvl4pPr marL="16002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–"/>
                <a:defRPr sz="2000">
                  <a:solidFill>
                    <a:schemeClr val="tx1"/>
                  </a:solidFill>
                  <a:effectLst/>
                  <a:latin typeface="+mn-lt"/>
                  <a:ea typeface="+mn-ea"/>
                </a:defRPr>
              </a:lvl4pPr>
              <a:lvl5pPr marL="20574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hlink"/>
                </a:buClr>
                <a:buFont typeface="Wingdings" panose="05000000000000000000" pitchFamily="2" charset="2"/>
                <a:buChar char="§"/>
                <a:defRPr sz="2000">
                  <a:solidFill>
                    <a:schemeClr val="tx1"/>
                  </a:solidFill>
                  <a:effectLst/>
                  <a:latin typeface="+mn-lt"/>
                  <a:ea typeface="+mn-ea"/>
                </a:defRPr>
              </a:lvl5pPr>
            </a:lstStyle>
            <a:p>
              <a:pPr marL="0" lvl="0" indent="0" algn="ctr" eaLnBrk="1" hangingPunct="1">
                <a:spcBef>
                  <a:spcPct val="50000"/>
                </a:spcBef>
                <a:buClrTx/>
                <a:buSzTx/>
                <a:buFontTx/>
                <a:buNone/>
              </a:pPr>
              <a:r>
                <a:rPr lang="en-US" altLang="zh-CN" sz="3600" dirty="0"/>
                <a:t>6</a:t>
              </a:r>
              <a:endParaRPr lang="en-US" altLang="zh-CN" sz="3600" dirty="0"/>
            </a:p>
          </p:txBody>
        </p:sp>
        <p:sp>
          <p:nvSpPr>
            <p:cNvPr id="36883" name="Line 22"/>
            <p:cNvSpPr/>
            <p:nvPr/>
          </p:nvSpPr>
          <p:spPr>
            <a:xfrm flipH="1">
              <a:off x="2426" y="2024"/>
              <a:ext cx="0" cy="680"/>
            </a:xfrm>
            <a:prstGeom prst="line">
              <a:avLst/>
            </a:prstGeom>
            <a:ln w="57150" cap="flat" cmpd="sng">
              <a:solidFill>
                <a:schemeClr val="hlink"/>
              </a:solidFill>
              <a:prstDash val="solid"/>
              <a:headEnd type="none" w="med" len="med"/>
              <a:tailEnd type="none" w="med" len="med"/>
            </a:ln>
          </p:spPr>
        </p:sp>
        <p:sp>
          <p:nvSpPr>
            <p:cNvPr id="36884" name="Line 23"/>
            <p:cNvSpPr/>
            <p:nvPr/>
          </p:nvSpPr>
          <p:spPr>
            <a:xfrm flipV="1">
              <a:off x="2699" y="2614"/>
              <a:ext cx="0" cy="317"/>
            </a:xfrm>
            <a:prstGeom prst="line">
              <a:avLst/>
            </a:prstGeom>
            <a:ln w="57150" cap="flat" cmpd="sng">
              <a:solidFill>
                <a:schemeClr val="tx1"/>
              </a:solidFill>
              <a:prstDash val="solid"/>
              <a:headEnd type="none" w="med" len="med"/>
              <a:tailEnd type="stealth" w="lg" len="lg"/>
            </a:ln>
          </p:spPr>
        </p:sp>
      </p:grpSp>
      <p:grpSp>
        <p:nvGrpSpPr>
          <p:cNvPr id="5" name="Group 24"/>
          <p:cNvGrpSpPr/>
          <p:nvPr/>
        </p:nvGrpSpPr>
        <p:grpSpPr>
          <a:xfrm>
            <a:off x="3792538" y="4724400"/>
            <a:ext cx="3168650" cy="1366838"/>
            <a:chOff x="1429" y="3249"/>
            <a:chExt cx="1996" cy="861"/>
          </a:xfrm>
        </p:grpSpPr>
        <p:sp>
          <p:nvSpPr>
            <p:cNvPr id="36873" name="Text Box 25"/>
            <p:cNvSpPr txBox="1"/>
            <p:nvPr/>
          </p:nvSpPr>
          <p:spPr>
            <a:xfrm>
              <a:off x="1429" y="3339"/>
              <a:ext cx="499" cy="407"/>
            </a:xfrm>
            <a:prstGeom prst="rect">
              <a:avLst/>
            </a:prstGeom>
            <a:noFill/>
            <a:ln w="57150" cap="flat" cmpd="sng">
              <a:solidFill>
                <a:schemeClr val="tx1"/>
              </a:solidFill>
              <a:prstDash val="solid"/>
              <a:miter/>
              <a:headEnd type="none" w="med" len="med"/>
              <a:tailEnd type="none" w="med" len="med"/>
            </a:ln>
          </p:spPr>
          <p:txBody>
            <a:bodyPr>
              <a:spAutoFit/>
            </a:bodyPr>
            <a:lstStyle>
              <a:lvl1pPr marL="342900" indent="-342900" algn="l" rtl="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hlink"/>
                </a:buClr>
                <a:buSzPct val="80000"/>
                <a:buFont typeface="Wingdings" panose="05000000000000000000" pitchFamily="2" charset="2"/>
                <a:buChar char="n"/>
                <a:defRPr sz="3200" b="0">
                  <a:solidFill>
                    <a:schemeClr val="tx1"/>
                  </a:solidFill>
                  <a:effectLst/>
                  <a:latin typeface="+mn-lt"/>
                  <a:ea typeface="+mn-ea"/>
                  <a:cs typeface="+mn-cs"/>
                </a:defRPr>
              </a:lvl1pPr>
              <a:lvl2pPr marL="742950" indent="-285750" algn="l" rtl="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tx1"/>
                </a:buClr>
                <a:buChar char="–"/>
                <a:defRPr sz="2800">
                  <a:solidFill>
                    <a:schemeClr val="tx1"/>
                  </a:solidFill>
                  <a:effectLst/>
                  <a:latin typeface="+mn-lt"/>
                  <a:ea typeface="+mn-ea"/>
                </a:defRPr>
              </a:lvl2pPr>
              <a:lvl3pPr marL="11430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hlink"/>
                </a:buClr>
                <a:buFont typeface="Wingdings" panose="05000000000000000000" pitchFamily="2" charset="2"/>
                <a:buChar char="§"/>
                <a:defRPr sz="2400">
                  <a:solidFill>
                    <a:schemeClr val="tx1"/>
                  </a:solidFill>
                  <a:effectLst/>
                  <a:latin typeface="+mn-lt"/>
                  <a:ea typeface="+mn-ea"/>
                </a:defRPr>
              </a:lvl3pPr>
              <a:lvl4pPr marL="16002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–"/>
                <a:defRPr sz="2000">
                  <a:solidFill>
                    <a:schemeClr val="tx1"/>
                  </a:solidFill>
                  <a:effectLst/>
                  <a:latin typeface="+mn-lt"/>
                  <a:ea typeface="+mn-ea"/>
                </a:defRPr>
              </a:lvl4pPr>
              <a:lvl5pPr marL="20574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hlink"/>
                </a:buClr>
                <a:buFont typeface="Wingdings" panose="05000000000000000000" pitchFamily="2" charset="2"/>
                <a:buChar char="§"/>
                <a:defRPr sz="2000">
                  <a:solidFill>
                    <a:schemeClr val="tx1"/>
                  </a:solidFill>
                  <a:effectLst/>
                  <a:latin typeface="+mn-lt"/>
                  <a:ea typeface="+mn-ea"/>
                </a:defRPr>
              </a:lvl5pPr>
            </a:lstStyle>
            <a:p>
              <a:pPr marL="0" lvl="0" indent="0" algn="ctr" eaLnBrk="1" hangingPunct="1">
                <a:spcBef>
                  <a:spcPct val="50000"/>
                </a:spcBef>
                <a:buClrTx/>
                <a:buSzTx/>
                <a:buFontTx/>
                <a:buNone/>
              </a:pPr>
              <a:r>
                <a:rPr lang="en-US" altLang="zh-CN" sz="3600" dirty="0">
                  <a:solidFill>
                    <a:schemeClr val="folHlink"/>
                  </a:solidFill>
                </a:rPr>
                <a:t>2</a:t>
              </a:r>
              <a:endParaRPr lang="en-US" altLang="zh-CN" sz="3600" dirty="0">
                <a:solidFill>
                  <a:schemeClr val="folHlink"/>
                </a:solidFill>
              </a:endParaRPr>
            </a:p>
          </p:txBody>
        </p:sp>
        <p:sp>
          <p:nvSpPr>
            <p:cNvPr id="36874" name="Text Box 26"/>
            <p:cNvSpPr txBox="1"/>
            <p:nvPr/>
          </p:nvSpPr>
          <p:spPr>
            <a:xfrm>
              <a:off x="1928" y="3339"/>
              <a:ext cx="499" cy="407"/>
            </a:xfrm>
            <a:prstGeom prst="rect">
              <a:avLst/>
            </a:prstGeom>
            <a:noFill/>
            <a:ln w="57150" cap="flat" cmpd="sng">
              <a:solidFill>
                <a:schemeClr val="tx1"/>
              </a:solidFill>
              <a:prstDash val="solid"/>
              <a:miter/>
              <a:headEnd type="none" w="med" len="med"/>
              <a:tailEnd type="none" w="med" len="med"/>
            </a:ln>
          </p:spPr>
          <p:txBody>
            <a:bodyPr>
              <a:spAutoFit/>
            </a:bodyPr>
            <a:lstStyle>
              <a:lvl1pPr marL="342900" indent="-342900" algn="l" rtl="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hlink"/>
                </a:buClr>
                <a:buSzPct val="80000"/>
                <a:buFont typeface="Wingdings" panose="05000000000000000000" pitchFamily="2" charset="2"/>
                <a:buChar char="n"/>
                <a:defRPr sz="3200" b="0">
                  <a:solidFill>
                    <a:schemeClr val="tx1"/>
                  </a:solidFill>
                  <a:effectLst/>
                  <a:latin typeface="+mn-lt"/>
                  <a:ea typeface="+mn-ea"/>
                  <a:cs typeface="+mn-cs"/>
                </a:defRPr>
              </a:lvl1pPr>
              <a:lvl2pPr marL="742950" indent="-285750" algn="l" rtl="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tx1"/>
                </a:buClr>
                <a:buChar char="–"/>
                <a:defRPr sz="2800">
                  <a:solidFill>
                    <a:schemeClr val="tx1"/>
                  </a:solidFill>
                  <a:effectLst/>
                  <a:latin typeface="+mn-lt"/>
                  <a:ea typeface="+mn-ea"/>
                </a:defRPr>
              </a:lvl2pPr>
              <a:lvl3pPr marL="11430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hlink"/>
                </a:buClr>
                <a:buFont typeface="Wingdings" panose="05000000000000000000" pitchFamily="2" charset="2"/>
                <a:buChar char="§"/>
                <a:defRPr sz="2400">
                  <a:solidFill>
                    <a:schemeClr val="tx1"/>
                  </a:solidFill>
                  <a:effectLst/>
                  <a:latin typeface="+mn-lt"/>
                  <a:ea typeface="+mn-ea"/>
                </a:defRPr>
              </a:lvl3pPr>
              <a:lvl4pPr marL="16002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–"/>
                <a:defRPr sz="2000">
                  <a:solidFill>
                    <a:schemeClr val="tx1"/>
                  </a:solidFill>
                  <a:effectLst/>
                  <a:latin typeface="+mn-lt"/>
                  <a:ea typeface="+mn-ea"/>
                </a:defRPr>
              </a:lvl4pPr>
              <a:lvl5pPr marL="20574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hlink"/>
                </a:buClr>
                <a:buFont typeface="Wingdings" panose="05000000000000000000" pitchFamily="2" charset="2"/>
                <a:buChar char="§"/>
                <a:defRPr sz="2000">
                  <a:solidFill>
                    <a:schemeClr val="tx1"/>
                  </a:solidFill>
                  <a:effectLst/>
                  <a:latin typeface="+mn-lt"/>
                  <a:ea typeface="+mn-ea"/>
                </a:defRPr>
              </a:lvl5pPr>
            </a:lstStyle>
            <a:p>
              <a:pPr marL="0" lvl="0" indent="0" algn="ctr" eaLnBrk="1" hangingPunct="1">
                <a:spcBef>
                  <a:spcPct val="50000"/>
                </a:spcBef>
                <a:buClrTx/>
                <a:buSzTx/>
                <a:buFontTx/>
                <a:buNone/>
              </a:pPr>
              <a:r>
                <a:rPr lang="en-US" altLang="zh-CN" sz="3600" dirty="0">
                  <a:solidFill>
                    <a:schemeClr val="folHlink"/>
                  </a:solidFill>
                </a:rPr>
                <a:t>3</a:t>
              </a:r>
              <a:endParaRPr lang="en-US" altLang="zh-CN" sz="3600" dirty="0">
                <a:solidFill>
                  <a:schemeClr val="folHlink"/>
                </a:solidFill>
              </a:endParaRPr>
            </a:p>
          </p:txBody>
        </p:sp>
        <p:sp>
          <p:nvSpPr>
            <p:cNvPr id="36875" name="Text Box 27"/>
            <p:cNvSpPr txBox="1"/>
            <p:nvPr/>
          </p:nvSpPr>
          <p:spPr>
            <a:xfrm>
              <a:off x="2427" y="3339"/>
              <a:ext cx="499" cy="407"/>
            </a:xfrm>
            <a:prstGeom prst="rect">
              <a:avLst/>
            </a:prstGeom>
            <a:noFill/>
            <a:ln w="57150" cap="flat" cmpd="sng">
              <a:solidFill>
                <a:schemeClr val="tx1"/>
              </a:solidFill>
              <a:prstDash val="solid"/>
              <a:miter/>
              <a:headEnd type="none" w="med" len="med"/>
              <a:tailEnd type="none" w="med" len="med"/>
            </a:ln>
          </p:spPr>
          <p:txBody>
            <a:bodyPr>
              <a:spAutoFit/>
            </a:bodyPr>
            <a:lstStyle>
              <a:lvl1pPr marL="342900" indent="-342900" algn="l" rtl="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hlink"/>
                </a:buClr>
                <a:buSzPct val="80000"/>
                <a:buFont typeface="Wingdings" panose="05000000000000000000" pitchFamily="2" charset="2"/>
                <a:buChar char="n"/>
                <a:defRPr sz="3200" b="0">
                  <a:solidFill>
                    <a:schemeClr val="tx1"/>
                  </a:solidFill>
                  <a:effectLst/>
                  <a:latin typeface="+mn-lt"/>
                  <a:ea typeface="+mn-ea"/>
                  <a:cs typeface="+mn-cs"/>
                </a:defRPr>
              </a:lvl1pPr>
              <a:lvl2pPr marL="742950" indent="-285750" algn="l" rtl="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tx1"/>
                </a:buClr>
                <a:buChar char="–"/>
                <a:defRPr sz="2800">
                  <a:solidFill>
                    <a:schemeClr val="tx1"/>
                  </a:solidFill>
                  <a:effectLst/>
                  <a:latin typeface="+mn-lt"/>
                  <a:ea typeface="+mn-ea"/>
                </a:defRPr>
              </a:lvl2pPr>
              <a:lvl3pPr marL="11430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hlink"/>
                </a:buClr>
                <a:buFont typeface="Wingdings" panose="05000000000000000000" pitchFamily="2" charset="2"/>
                <a:buChar char="§"/>
                <a:defRPr sz="2400">
                  <a:solidFill>
                    <a:schemeClr val="tx1"/>
                  </a:solidFill>
                  <a:effectLst/>
                  <a:latin typeface="+mn-lt"/>
                  <a:ea typeface="+mn-ea"/>
                </a:defRPr>
              </a:lvl3pPr>
              <a:lvl4pPr marL="16002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–"/>
                <a:defRPr sz="2000">
                  <a:solidFill>
                    <a:schemeClr val="tx1"/>
                  </a:solidFill>
                  <a:effectLst/>
                  <a:latin typeface="+mn-lt"/>
                  <a:ea typeface="+mn-ea"/>
                </a:defRPr>
              </a:lvl4pPr>
              <a:lvl5pPr marL="20574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hlink"/>
                </a:buClr>
                <a:buFont typeface="Wingdings" panose="05000000000000000000" pitchFamily="2" charset="2"/>
                <a:buChar char="§"/>
                <a:defRPr sz="2000">
                  <a:solidFill>
                    <a:schemeClr val="tx1"/>
                  </a:solidFill>
                  <a:effectLst/>
                  <a:latin typeface="+mn-lt"/>
                  <a:ea typeface="+mn-ea"/>
                </a:defRPr>
              </a:lvl5pPr>
            </a:lstStyle>
            <a:p>
              <a:pPr marL="0" lvl="0" indent="0" algn="ctr" eaLnBrk="1" hangingPunct="1">
                <a:spcBef>
                  <a:spcPct val="50000"/>
                </a:spcBef>
                <a:buClrTx/>
                <a:buSzTx/>
                <a:buFontTx/>
                <a:buNone/>
              </a:pPr>
              <a:r>
                <a:rPr lang="en-US" altLang="zh-CN" sz="3600" dirty="0">
                  <a:solidFill>
                    <a:schemeClr val="folHlink"/>
                  </a:solidFill>
                </a:rPr>
                <a:t>6</a:t>
              </a:r>
              <a:endParaRPr lang="en-US" altLang="zh-CN" sz="3600" dirty="0">
                <a:solidFill>
                  <a:schemeClr val="folHlink"/>
                </a:solidFill>
              </a:endParaRPr>
            </a:p>
          </p:txBody>
        </p:sp>
        <p:sp>
          <p:nvSpPr>
            <p:cNvPr id="36876" name="Text Box 28"/>
            <p:cNvSpPr txBox="1"/>
            <p:nvPr/>
          </p:nvSpPr>
          <p:spPr>
            <a:xfrm>
              <a:off x="2926" y="3339"/>
              <a:ext cx="499" cy="407"/>
            </a:xfrm>
            <a:prstGeom prst="rect">
              <a:avLst/>
            </a:prstGeom>
            <a:noFill/>
            <a:ln w="57150" cap="flat" cmpd="sng">
              <a:solidFill>
                <a:schemeClr val="tx1"/>
              </a:solidFill>
              <a:prstDash val="solid"/>
              <a:miter/>
              <a:headEnd type="none" w="med" len="med"/>
              <a:tailEnd type="none" w="med" len="med"/>
            </a:ln>
          </p:spPr>
          <p:txBody>
            <a:bodyPr>
              <a:spAutoFit/>
            </a:bodyPr>
            <a:lstStyle>
              <a:lvl1pPr marL="342900" indent="-342900" algn="l" rtl="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hlink"/>
                </a:buClr>
                <a:buSzPct val="80000"/>
                <a:buFont typeface="Wingdings" panose="05000000000000000000" pitchFamily="2" charset="2"/>
                <a:buChar char="n"/>
                <a:defRPr sz="3200" b="0">
                  <a:solidFill>
                    <a:schemeClr val="tx1"/>
                  </a:solidFill>
                  <a:effectLst/>
                  <a:latin typeface="+mn-lt"/>
                  <a:ea typeface="+mn-ea"/>
                  <a:cs typeface="+mn-cs"/>
                </a:defRPr>
              </a:lvl1pPr>
              <a:lvl2pPr marL="742950" indent="-285750" algn="l" rtl="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tx1"/>
                </a:buClr>
                <a:buChar char="–"/>
                <a:defRPr sz="2800">
                  <a:solidFill>
                    <a:schemeClr val="tx1"/>
                  </a:solidFill>
                  <a:effectLst/>
                  <a:latin typeface="+mn-lt"/>
                  <a:ea typeface="+mn-ea"/>
                </a:defRPr>
              </a:lvl2pPr>
              <a:lvl3pPr marL="11430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hlink"/>
                </a:buClr>
                <a:buFont typeface="Wingdings" panose="05000000000000000000" pitchFamily="2" charset="2"/>
                <a:buChar char="§"/>
                <a:defRPr sz="2400">
                  <a:solidFill>
                    <a:schemeClr val="tx1"/>
                  </a:solidFill>
                  <a:effectLst/>
                  <a:latin typeface="+mn-lt"/>
                  <a:ea typeface="+mn-ea"/>
                </a:defRPr>
              </a:lvl3pPr>
              <a:lvl4pPr marL="16002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–"/>
                <a:defRPr sz="2000">
                  <a:solidFill>
                    <a:schemeClr val="tx1"/>
                  </a:solidFill>
                  <a:effectLst/>
                  <a:latin typeface="+mn-lt"/>
                  <a:ea typeface="+mn-ea"/>
                </a:defRPr>
              </a:lvl4pPr>
              <a:lvl5pPr marL="20574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hlink"/>
                </a:buClr>
                <a:buFont typeface="Wingdings" panose="05000000000000000000" pitchFamily="2" charset="2"/>
                <a:buChar char="§"/>
                <a:defRPr sz="2000">
                  <a:solidFill>
                    <a:schemeClr val="tx1"/>
                  </a:solidFill>
                  <a:effectLst/>
                  <a:latin typeface="+mn-lt"/>
                  <a:ea typeface="+mn-ea"/>
                </a:defRPr>
              </a:lvl5pPr>
            </a:lstStyle>
            <a:p>
              <a:pPr marL="0" lvl="0" indent="0" algn="ctr" eaLnBrk="1" hangingPunct="1">
                <a:spcBef>
                  <a:spcPct val="50000"/>
                </a:spcBef>
                <a:buClrTx/>
                <a:buSzTx/>
                <a:buFontTx/>
                <a:buNone/>
              </a:pPr>
              <a:r>
                <a:rPr lang="en-US" altLang="zh-CN" sz="3600" dirty="0"/>
                <a:t>11</a:t>
              </a:r>
              <a:endParaRPr lang="en-US" altLang="zh-CN" sz="3600" dirty="0"/>
            </a:p>
          </p:txBody>
        </p:sp>
        <p:sp>
          <p:nvSpPr>
            <p:cNvPr id="36877" name="Line 29"/>
            <p:cNvSpPr/>
            <p:nvPr/>
          </p:nvSpPr>
          <p:spPr>
            <a:xfrm flipH="1">
              <a:off x="2925" y="3249"/>
              <a:ext cx="0" cy="680"/>
            </a:xfrm>
            <a:prstGeom prst="line">
              <a:avLst/>
            </a:prstGeom>
            <a:ln w="57150" cap="flat" cmpd="sng">
              <a:solidFill>
                <a:schemeClr val="hlink"/>
              </a:solidFill>
              <a:prstDash val="solid"/>
              <a:headEnd type="none" w="med" len="med"/>
              <a:tailEnd type="none" w="med" len="med"/>
            </a:ln>
          </p:spPr>
        </p:sp>
        <p:sp>
          <p:nvSpPr>
            <p:cNvPr id="36878" name="Line 30"/>
            <p:cNvSpPr/>
            <p:nvPr/>
          </p:nvSpPr>
          <p:spPr>
            <a:xfrm flipV="1">
              <a:off x="3198" y="3793"/>
              <a:ext cx="0" cy="317"/>
            </a:xfrm>
            <a:prstGeom prst="line">
              <a:avLst/>
            </a:prstGeom>
            <a:ln w="57150" cap="flat" cmpd="sng">
              <a:solidFill>
                <a:schemeClr val="tx1"/>
              </a:solidFill>
              <a:prstDash val="solid"/>
              <a:headEnd type="none" w="med" len="med"/>
              <a:tailEnd type="stealth" w="lg" len="lg"/>
            </a:ln>
          </p:spPr>
        </p:sp>
      </p:grpSp>
      <p:sp>
        <p:nvSpPr>
          <p:cNvPr id="36872" name="AutoShape 31">
            <a:hlinkClick r:id="rId1" action="ppaction://hlinksldjump"/>
          </p:cNvPr>
          <p:cNvSpPr/>
          <p:nvPr/>
        </p:nvSpPr>
        <p:spPr>
          <a:xfrm>
            <a:off x="11564938" y="6069013"/>
            <a:ext cx="503237" cy="358775"/>
          </a:xfrm>
          <a:prstGeom prst="leftArrow">
            <a:avLst>
              <a:gd name="adj1" fmla="val 50000"/>
              <a:gd name="adj2" fmla="val 35066"/>
            </a:avLst>
          </a:prstGeom>
          <a:solidFill>
            <a:schemeClr val="accent1"/>
          </a:solidFill>
          <a:ln w="9525" cap="flat" cmpd="sng">
            <a:solidFill>
              <a:schemeClr val="accent1"/>
            </a:solidFill>
            <a:prstDash val="solid"/>
            <a:miter/>
            <a:headEnd type="none" w="med" len="med"/>
            <a:tailEnd type="none" w="med" len="med"/>
          </a:ln>
        </p:spPr>
        <p:txBody>
          <a:bodyPr wrap="none" anchor="ctr" anchorCtr="0"/>
          <a:lstStyle>
            <a:lvl1pPr marL="342900" indent="-3429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80000"/>
              <a:buFont typeface="Wingdings" panose="05000000000000000000" pitchFamily="2" charset="2"/>
              <a:buChar char="n"/>
              <a:defRPr sz="3200" b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defRPr>
            </a:lvl1pPr>
            <a:lvl2pPr marL="742950" indent="-28575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Char char="–"/>
              <a:defRPr sz="2800">
                <a:solidFill>
                  <a:schemeClr val="tx1"/>
                </a:solidFill>
                <a:effectLst/>
                <a:latin typeface="+mn-lt"/>
                <a:ea typeface="+mn-ea"/>
              </a:defRPr>
            </a:lvl2pPr>
            <a:lvl3pPr marL="11430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Font typeface="Wingdings" panose="05000000000000000000" pitchFamily="2" charset="2"/>
              <a:buChar char="§"/>
              <a:defRPr sz="2400">
                <a:solidFill>
                  <a:schemeClr val="tx1"/>
                </a:solidFill>
                <a:effectLst/>
                <a:latin typeface="+mn-lt"/>
                <a:ea typeface="+mn-ea"/>
              </a:defRPr>
            </a:lvl3pPr>
            <a:lvl4pPr marL="16002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–"/>
              <a:defRPr sz="2000">
                <a:solidFill>
                  <a:schemeClr val="tx1"/>
                </a:solidFill>
                <a:effectLst/>
                <a:latin typeface="+mn-lt"/>
                <a:ea typeface="+mn-ea"/>
              </a:defRPr>
            </a:lvl4pPr>
            <a:lvl5pPr marL="20574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effectLst/>
                <a:latin typeface="+mn-lt"/>
                <a:ea typeface="+mn-ea"/>
              </a:defRPr>
            </a:lvl5pPr>
          </a:lstStyle>
          <a:p>
            <a:pPr marL="0" lvl="0" indent="0" eaLnBrk="1" hangingPunct="1">
              <a:spcBef>
                <a:spcPct val="0"/>
              </a:spcBef>
              <a:buClrTx/>
              <a:buSzTx/>
              <a:buFontTx/>
              <a:buNone/>
            </a:pPr>
            <a:endParaRPr lang="zh-CN" altLang="en-US" sz="2000" b="1" dirty="0">
              <a:ea typeface="黑体" panose="02010609060101010101" pitchFamily="49" charset="-122"/>
            </a:endParaRPr>
          </a:p>
        </p:txBody>
      </p:sp>
    </p:spTree>
  </p:cSld>
  <p:clrMapOvr>
    <a:masterClrMapping/>
  </p:clrMapOvr>
  <p:transition>
    <p:random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5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checkerboard(across)">
                                      <p:cBhvr>
                                        <p:cTn id="7" dur="500"/>
                                        <p:tgtEl>
                                          <p:spTgt spid="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3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12" dur="50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5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checkerboard(across)">
                                      <p:cBhvr>
                                        <p:cTn id="17" dur="50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4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5" name="灯片编号占位符 5"/>
          <p:cNvSpPr txBox="1">
            <a:spLocks noGrp="1"/>
          </p:cNvSpPr>
          <p:nvPr>
            <p:ph type="sldNum" sz="quarter" idx="4"/>
          </p:nvPr>
        </p:nvSpPr>
        <p:spPr bwMode="auto"/>
        <p:txBody>
          <a:bodyPr wrap="square" lIns="91440" tIns="45720" rIns="91440" bIns="45720" numCol="1" anchor="b" anchorCtr="0" compatLnSpc="1"/>
          <a:lstStyle>
            <a:lvl1pPr eaLnBrk="0" hangingPunct="0">
              <a:defRPr sz="2000" b="1">
                <a:solidFill>
                  <a:schemeClr val="tx1"/>
                </a:solidFill>
                <a:latin typeface="Tahoma" panose="020B0604030504040204" pitchFamily="34" charset="0"/>
                <a:ea typeface="黑体" panose="02010609060101010101" pitchFamily="49" charset="-122"/>
              </a:defRPr>
            </a:lvl1pPr>
            <a:lvl2pPr marL="742950" indent="-285750" eaLnBrk="0" hangingPunct="0">
              <a:defRPr sz="2000" b="1">
                <a:solidFill>
                  <a:schemeClr val="tx1"/>
                </a:solidFill>
                <a:latin typeface="Tahoma" panose="020B0604030504040204" pitchFamily="34" charset="0"/>
                <a:ea typeface="黑体" panose="02010609060101010101" pitchFamily="49" charset="-122"/>
              </a:defRPr>
            </a:lvl2pPr>
            <a:lvl3pPr marL="1143000" indent="-228600" eaLnBrk="0" hangingPunct="0">
              <a:defRPr sz="2000" b="1">
                <a:solidFill>
                  <a:schemeClr val="tx1"/>
                </a:solidFill>
                <a:latin typeface="Tahoma" panose="020B0604030504040204" pitchFamily="34" charset="0"/>
                <a:ea typeface="黑体" panose="02010609060101010101" pitchFamily="49" charset="-122"/>
              </a:defRPr>
            </a:lvl3pPr>
            <a:lvl4pPr marL="1600200" indent="-228600" eaLnBrk="0" hangingPunct="0">
              <a:defRPr sz="2000" b="1">
                <a:solidFill>
                  <a:schemeClr val="tx1"/>
                </a:solidFill>
                <a:latin typeface="Tahoma" panose="020B0604030504040204" pitchFamily="34" charset="0"/>
                <a:ea typeface="黑体" panose="02010609060101010101" pitchFamily="49" charset="-122"/>
              </a:defRPr>
            </a:lvl4pPr>
            <a:lvl5pPr marL="2057400" indent="-228600" eaLnBrk="0" hangingPunct="0">
              <a:defRPr sz="2000" b="1">
                <a:solidFill>
                  <a:schemeClr val="tx1"/>
                </a:solidFill>
                <a:latin typeface="Tahoma" panose="020B0604030504040204" pitchFamily="34" charset="0"/>
                <a:ea typeface="黑体" panose="02010609060101010101" pitchFamily="49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000" b="1">
                <a:solidFill>
                  <a:schemeClr val="tx1"/>
                </a:solidFill>
                <a:latin typeface="Tahoma" panose="020B0604030504040204" pitchFamily="34" charset="0"/>
                <a:ea typeface="黑体" panose="02010609060101010101" pitchFamily="49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000" b="1">
                <a:solidFill>
                  <a:schemeClr val="tx1"/>
                </a:solidFill>
                <a:latin typeface="Tahoma" panose="020B0604030504040204" pitchFamily="34" charset="0"/>
                <a:ea typeface="黑体" panose="02010609060101010101" pitchFamily="49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000" b="1">
                <a:solidFill>
                  <a:schemeClr val="tx1"/>
                </a:solidFill>
                <a:latin typeface="Tahoma" panose="020B0604030504040204" pitchFamily="34" charset="0"/>
                <a:ea typeface="黑体" panose="02010609060101010101" pitchFamily="49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000" b="1">
                <a:solidFill>
                  <a:schemeClr val="tx1"/>
                </a:solidFill>
                <a:latin typeface="Tahoma" panose="020B0604030504040204" pitchFamily="34" charset="0"/>
                <a:ea typeface="黑体" panose="02010609060101010101" pitchFamily="49" charset="-122"/>
              </a:defRPr>
            </a:lvl9pPr>
          </a:lstStyle>
          <a:p>
            <a:pPr marL="0" marR="0" lvl="0" indent="0" algn="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fld id="{70D874FB-268B-45D3-99AF-72D31EA00A22}" type="slidenum">
              <a:rPr kumimoji="0" lang="en-US" altLang="zh-CN" sz="1200" b="0" i="0" u="none" strike="noStrike" kern="1200" cap="none" spc="0" normalizeH="0" baseline="0" noProof="0">
                <a:ln>
                  <a:noFill/>
                </a:ln>
                <a:solidFill>
                  <a:schemeClr val="tx1"/>
                </a:solidFill>
                <a:effectLst>
                  <a:outerShdw blurRad="38100" dist="38100" dir="2700000" algn="tl">
                    <a:srgbClr val="000000"/>
                  </a:outerShdw>
                </a:effectLst>
                <a:uLnTx/>
                <a:uFillTx/>
                <a:latin typeface="Tahoma" panose="020B0604030504040204" pitchFamily="34" charset="0"/>
                <a:ea typeface="宋体" panose="02010600030101010101" pitchFamily="2" charset="-122"/>
                <a:cs typeface="+mn-cs"/>
              </a:rPr>
            </a:fld>
            <a:endParaRPr kumimoji="0" lang="en-US" altLang="zh-CN" sz="1200" b="0" i="0" u="none" strike="noStrike" kern="1200" cap="none" spc="0" normalizeH="0" baseline="0" noProof="0">
              <a:ln>
                <a:noFill/>
              </a:ln>
              <a:solidFill>
                <a:schemeClr val="tx1"/>
              </a:solidFill>
              <a:effectLst>
                <a:outerShdw blurRad="38100" dist="38100" dir="2700000" algn="tl">
                  <a:srgbClr val="000000"/>
                </a:outerShdw>
              </a:effectLst>
              <a:uLnTx/>
              <a:uFillTx/>
              <a:latin typeface="Tahoma" panose="020B0604030504040204" pitchFamily="34" charset="0"/>
              <a:ea typeface="宋体" panose="02010600030101010101" pitchFamily="2" charset="-122"/>
              <a:cs typeface="+mn-cs"/>
            </a:endParaRPr>
          </a:p>
        </p:txBody>
      </p:sp>
      <p:sp>
        <p:nvSpPr>
          <p:cNvPr id="1396739" name="Rectangle 3"/>
          <p:cNvSpPr>
            <a:spLocks noGrp="1" noChangeArrowheads="1"/>
          </p:cNvSpPr>
          <p:nvPr>
            <p:ph idx="1"/>
          </p:nvPr>
        </p:nvSpPr>
        <p:spPr>
          <a:xfrm>
            <a:off x="114300" y="0"/>
            <a:ext cx="10360025" cy="6858000"/>
          </a:xfrm>
        </p:spPr>
        <p:txBody>
          <a:bodyPr vert="horz" wrap="square" lIns="91440" tIns="45720" rIns="91440" bIns="45720" numCol="1" anchor="t" anchorCtr="0" compatLnSpc="1"/>
          <a:lstStyle/>
          <a:p>
            <a:pPr marL="342900" marR="0" lvl="0" indent="-342900" algn="l" defTabSz="914400" rtl="0" eaLnBrk="1" fontAlgn="base" latinLnBrk="0" hangingPunct="1">
              <a:lnSpc>
                <a:spcPct val="120000"/>
              </a:lnSpc>
              <a:spcBef>
                <a:spcPct val="15000"/>
              </a:spcBef>
              <a:spcAft>
                <a:spcPct val="15000"/>
              </a:spcAft>
              <a:buClr>
                <a:schemeClr val="hlink"/>
              </a:buClr>
              <a:buSzPct val="80000"/>
              <a:buFont typeface="Wingdings" panose="05000000000000000000" pitchFamily="2" charset="2"/>
              <a:buChar char="n"/>
              <a:defRPr/>
            </a:pPr>
            <a:r>
              <a:rPr kumimoji="0" lang="zh-CN" altLang="en-US" sz="2800" b="1" i="0" u="none" strike="noStrike" kern="0" cap="none" spc="0" normalizeH="0" baseline="0" noProof="0" dirty="0">
                <a:ln>
                  <a:noFill/>
                </a:ln>
                <a:solidFill>
                  <a:schemeClr val="tx1"/>
                </a:solidFill>
                <a:effectLst>
                  <a:outerShdw blurRad="38100" dist="38100" dir="2700000" algn="tl">
                    <a:srgbClr val="000000"/>
                  </a:outerShdw>
                </a:effectLst>
                <a:uLnTx/>
                <a:uFillTx/>
                <a:latin typeface="+mn-lt"/>
                <a:ea typeface="黑体" panose="02010609060101010101" pitchFamily="49" charset="-122"/>
                <a:cs typeface="+mn-cs"/>
              </a:rPr>
              <a:t>使用主元排序算法</a:t>
            </a:r>
            <a:endParaRPr kumimoji="0" lang="zh-CN" altLang="en-US" sz="2800" b="1" i="0" u="none" strike="noStrike" kern="0" cap="none" spc="0" normalizeH="0" baseline="0" noProof="0" dirty="0">
              <a:ln>
                <a:noFill/>
              </a:ln>
              <a:solidFill>
                <a:schemeClr val="tx1"/>
              </a:solidFill>
              <a:effectLst>
                <a:outerShdw blurRad="38100" dist="38100" dir="2700000" algn="tl">
                  <a:srgbClr val="000000"/>
                </a:outerShdw>
              </a:effectLst>
              <a:uLnTx/>
              <a:uFillTx/>
              <a:latin typeface="+mn-lt"/>
              <a:ea typeface="黑体" panose="02010609060101010101" pitchFamily="49" charset="-122"/>
              <a:cs typeface="+mn-cs"/>
            </a:endParaRPr>
          </a:p>
          <a:p>
            <a:pPr marL="742950" marR="0" lvl="1" indent="-285750" algn="l" defTabSz="914400" rtl="0" eaLnBrk="1" fontAlgn="base" latinLnBrk="0" hangingPunct="1">
              <a:lnSpc>
                <a:spcPct val="120000"/>
              </a:lnSpc>
              <a:spcBef>
                <a:spcPct val="15000"/>
              </a:spcBef>
              <a:spcAft>
                <a:spcPct val="15000"/>
              </a:spcAft>
              <a:buClr>
                <a:schemeClr val="tx1"/>
              </a:buClr>
              <a:buSzTx/>
              <a:buFontTx/>
              <a:buChar char="–"/>
              <a:defRPr/>
            </a:pPr>
            <a:r>
              <a:rPr kumimoji="0" lang="zh-CN" altLang="en-US" sz="2400" b="1" i="0" u="none" strike="noStrike" kern="0" cap="none" spc="0" normalizeH="0" baseline="0" noProof="0" dirty="0">
                <a:ln>
                  <a:noFill/>
                </a:ln>
                <a:solidFill>
                  <a:schemeClr val="tx1"/>
                </a:solidFill>
                <a:effectLst>
                  <a:outerShdw blurRad="38100" dist="38100" dir="2700000" algn="tl">
                    <a:srgbClr val="000000"/>
                  </a:outerShdw>
                </a:effectLst>
                <a:uLnTx/>
                <a:uFillTx/>
                <a:latin typeface="+mn-lt"/>
                <a:ea typeface="黑体" panose="02010609060101010101" pitchFamily="49" charset="-122"/>
              </a:rPr>
              <a:t>未排序</a:t>
            </a:r>
            <a:endParaRPr kumimoji="0" lang="zh-CN" altLang="en-US" sz="2400" b="1" i="0" u="none" strike="noStrike" kern="0" cap="none" spc="0" normalizeH="0" baseline="0" noProof="0" dirty="0">
              <a:ln>
                <a:noFill/>
              </a:ln>
              <a:solidFill>
                <a:schemeClr val="tx1"/>
              </a:solidFill>
              <a:effectLst>
                <a:outerShdw blurRad="38100" dist="38100" dir="2700000" algn="tl">
                  <a:srgbClr val="000000"/>
                </a:outerShdw>
              </a:effectLst>
              <a:uLnTx/>
              <a:uFillTx/>
              <a:latin typeface="+mn-lt"/>
              <a:ea typeface="黑体" panose="02010609060101010101" pitchFamily="49" charset="-122"/>
            </a:endParaRPr>
          </a:p>
          <a:p>
            <a:pPr marL="742950" marR="0" lvl="1" indent="-285750" algn="l" defTabSz="914400" rtl="0" eaLnBrk="1" fontAlgn="base" latinLnBrk="0" hangingPunct="1">
              <a:lnSpc>
                <a:spcPct val="120000"/>
              </a:lnSpc>
              <a:spcBef>
                <a:spcPct val="15000"/>
              </a:spcBef>
              <a:spcAft>
                <a:spcPct val="15000"/>
              </a:spcAft>
              <a:buClr>
                <a:schemeClr val="tx1"/>
              </a:buClr>
              <a:buSzTx/>
              <a:buFontTx/>
              <a:buChar char="–"/>
              <a:defRPr/>
            </a:pPr>
            <a:r>
              <a:rPr kumimoji="0" lang="zh-CN" altLang="en-US" sz="2400" b="1" i="0" u="none" strike="noStrike" kern="0" cap="none" spc="0" normalizeH="0" baseline="0" noProof="0" dirty="0">
                <a:ln>
                  <a:noFill/>
                </a:ln>
                <a:solidFill>
                  <a:schemeClr val="tx1"/>
                </a:solidFill>
                <a:effectLst>
                  <a:outerShdw blurRad="38100" dist="38100" dir="2700000" algn="tl">
                    <a:srgbClr val="000000"/>
                  </a:outerShdw>
                </a:effectLst>
                <a:uLnTx/>
                <a:uFillTx/>
                <a:latin typeface="+mn-lt"/>
                <a:ea typeface="黑体" panose="02010609060101010101" pitchFamily="49" charset="-122"/>
              </a:rPr>
              <a:t>在</a:t>
            </a:r>
            <a:r>
              <a:rPr kumimoji="0" lang="en-US" altLang="zh-CN" sz="2400" b="1" i="0" u="none" strike="noStrike" kern="0" cap="none" spc="0" normalizeH="0" baseline="0" noProof="0" dirty="0">
                <a:ln>
                  <a:noFill/>
                </a:ln>
                <a:solidFill>
                  <a:schemeClr val="tx1"/>
                </a:solidFill>
                <a:effectLst>
                  <a:outerShdw blurRad="38100" dist="38100" dir="2700000" algn="tl">
                    <a:srgbClr val="000000"/>
                  </a:outerShdw>
                </a:effectLst>
                <a:uLnTx/>
                <a:uFillTx/>
                <a:latin typeface="+mn-lt"/>
                <a:ea typeface="黑体" panose="02010609060101010101" pitchFamily="49" charset="-122"/>
              </a:rPr>
              <a:t>a</a:t>
            </a:r>
            <a:r>
              <a:rPr kumimoji="0" lang="en-US" altLang="zh-CN" sz="2400" b="1" i="0" u="none" strike="noStrike" kern="0" cap="none" spc="0" normalizeH="0" baseline="-25000" noProof="0" dirty="0">
                <a:ln>
                  <a:noFill/>
                </a:ln>
                <a:solidFill>
                  <a:schemeClr val="tx1"/>
                </a:solidFill>
                <a:effectLst>
                  <a:outerShdw blurRad="38100" dist="38100" dir="2700000" algn="tl">
                    <a:srgbClr val="000000"/>
                  </a:outerShdw>
                </a:effectLst>
                <a:uLnTx/>
                <a:uFillTx/>
                <a:latin typeface="+mn-lt"/>
                <a:ea typeface="黑体" panose="02010609060101010101" pitchFamily="49" charset="-122"/>
              </a:rPr>
              <a:t>0</a:t>
            </a:r>
            <a:r>
              <a:rPr kumimoji="0" lang="en-US" sz="2400" b="1" i="0" u="none" strike="noStrike" kern="0" cap="none" spc="0" normalizeH="0" baseline="0" noProof="0" dirty="0">
                <a:ln>
                  <a:noFill/>
                </a:ln>
                <a:solidFill>
                  <a:schemeClr val="tx1"/>
                </a:solidFill>
                <a:effectLst>
                  <a:outerShdw blurRad="38100" dist="38100" dir="2700000" algn="tl">
                    <a:srgbClr val="000000"/>
                  </a:outerShdw>
                </a:effectLst>
                <a:uLnTx/>
                <a:uFillTx/>
                <a:latin typeface="+mn-lt"/>
                <a:ea typeface="黑体" panose="02010609060101010101" pitchFamily="49" charset="-122"/>
              </a:rPr>
              <a:t>~</a:t>
            </a:r>
            <a:r>
              <a:rPr kumimoji="0" lang="en-US" altLang="zh-CN" sz="2400" b="1" i="0" u="none" strike="noStrike" kern="0" cap="none" spc="0" normalizeH="0" baseline="0" noProof="0" dirty="0">
                <a:ln>
                  <a:noFill/>
                </a:ln>
                <a:solidFill>
                  <a:schemeClr val="tx1"/>
                </a:solidFill>
                <a:effectLst>
                  <a:outerShdw blurRad="38100" dist="38100" dir="2700000" algn="tl">
                    <a:srgbClr val="000000"/>
                  </a:outerShdw>
                </a:effectLst>
                <a:uLnTx/>
                <a:uFillTx/>
                <a:latin typeface="+mn-lt"/>
                <a:ea typeface="黑体" panose="02010609060101010101" pitchFamily="49" charset="-122"/>
              </a:rPr>
              <a:t>a</a:t>
            </a:r>
            <a:r>
              <a:rPr kumimoji="0" lang="en-US" altLang="zh-CN" sz="2400" b="1" i="0" u="none" strike="noStrike" kern="0" cap="none" spc="0" normalizeH="0" baseline="-25000" noProof="0" dirty="0">
                <a:ln>
                  <a:noFill/>
                </a:ln>
                <a:solidFill>
                  <a:schemeClr val="tx1"/>
                </a:solidFill>
                <a:effectLst>
                  <a:outerShdw blurRad="38100" dist="38100" dir="2700000" algn="tl">
                    <a:srgbClr val="000000"/>
                  </a:outerShdw>
                </a:effectLst>
                <a:uLnTx/>
                <a:uFillTx/>
                <a:latin typeface="+mn-lt"/>
                <a:ea typeface="黑体" panose="02010609060101010101" pitchFamily="49" charset="-122"/>
              </a:rPr>
              <a:t>n-1</a:t>
            </a:r>
            <a:r>
              <a:rPr kumimoji="0" lang="zh-CN" altLang="en-US" sz="2400" b="1" i="0" u="none" strike="noStrike" kern="0" cap="none" spc="0" normalizeH="0" baseline="0" noProof="0" dirty="0">
                <a:ln>
                  <a:noFill/>
                </a:ln>
                <a:solidFill>
                  <a:schemeClr val="tx1"/>
                </a:solidFill>
                <a:effectLst>
                  <a:outerShdw blurRad="38100" dist="38100" dir="2700000" algn="tl">
                    <a:srgbClr val="000000"/>
                  </a:outerShdw>
                </a:effectLst>
                <a:uLnTx/>
                <a:uFillTx/>
                <a:latin typeface="+mn-lt"/>
                <a:ea typeface="黑体" panose="02010609060101010101" pitchFamily="49" charset="-122"/>
              </a:rPr>
              <a:t>中选一最小</a:t>
            </a:r>
            <a:r>
              <a:rPr kumimoji="0" lang="en-US" altLang="zh-CN" sz="2400" b="1" i="0" u="none" strike="noStrike" kern="0" cap="none" spc="0" normalizeH="0" baseline="0" noProof="0" dirty="0" err="1">
                <a:ln>
                  <a:noFill/>
                </a:ln>
                <a:solidFill>
                  <a:schemeClr val="tx1"/>
                </a:solidFill>
                <a:effectLst>
                  <a:outerShdw blurRad="38100" dist="38100" dir="2700000" algn="tl">
                    <a:srgbClr val="000000"/>
                  </a:outerShdw>
                </a:effectLst>
                <a:uLnTx/>
                <a:uFillTx/>
                <a:latin typeface="+mn-lt"/>
                <a:ea typeface="黑体" panose="02010609060101010101" pitchFamily="49" charset="-122"/>
              </a:rPr>
              <a:t>a</a:t>
            </a:r>
            <a:r>
              <a:rPr kumimoji="0" lang="en-US" altLang="zh-CN" sz="2400" b="1" i="0" u="none" strike="noStrike" kern="0" cap="none" spc="0" normalizeH="0" baseline="-25000" noProof="0" dirty="0" err="1">
                <a:ln>
                  <a:noFill/>
                </a:ln>
                <a:solidFill>
                  <a:schemeClr val="tx1"/>
                </a:solidFill>
                <a:effectLst>
                  <a:outerShdw blurRad="38100" dist="38100" dir="2700000" algn="tl">
                    <a:srgbClr val="000000"/>
                  </a:outerShdw>
                </a:effectLst>
                <a:uLnTx/>
                <a:uFillTx/>
                <a:latin typeface="+mn-lt"/>
                <a:ea typeface="黑体" panose="02010609060101010101" pitchFamily="49" charset="-122"/>
              </a:rPr>
              <a:t>j</a:t>
            </a:r>
            <a:r>
              <a:rPr kumimoji="0" lang="zh-CN" altLang="en-US" sz="2400" b="1" i="0" u="none" strike="noStrike" kern="0" cap="none" spc="0" normalizeH="0" baseline="0" noProof="0" dirty="0">
                <a:ln>
                  <a:noFill/>
                </a:ln>
                <a:solidFill>
                  <a:schemeClr val="tx1"/>
                </a:solidFill>
                <a:effectLst>
                  <a:outerShdw blurRad="38100" dist="38100" dir="2700000" algn="tl">
                    <a:srgbClr val="000000"/>
                  </a:outerShdw>
                </a:effectLst>
                <a:uLnTx/>
                <a:uFillTx/>
                <a:latin typeface="+mn-lt"/>
                <a:ea typeface="黑体" panose="02010609060101010101" pitchFamily="49" charset="-122"/>
              </a:rPr>
              <a:t>，</a:t>
            </a:r>
            <a:r>
              <a:rPr kumimoji="0" lang="en-US" altLang="zh-CN" sz="2400" b="1" i="0" u="none" strike="noStrike" kern="0" cap="none" spc="0" normalizeH="0" baseline="0" noProof="0" dirty="0" err="1">
                <a:ln>
                  <a:noFill/>
                </a:ln>
                <a:solidFill>
                  <a:schemeClr val="accent6">
                    <a:lumMod val="60000"/>
                    <a:lumOff val="40000"/>
                  </a:schemeClr>
                </a:solidFill>
                <a:effectLst>
                  <a:outerShdw blurRad="38100" dist="38100" dir="2700000" algn="tl">
                    <a:srgbClr val="000000"/>
                  </a:outerShdw>
                </a:effectLst>
                <a:uLnTx/>
                <a:uFillTx/>
                <a:latin typeface="+mn-lt"/>
                <a:ea typeface="黑体" panose="02010609060101010101" pitchFamily="49" charset="-122"/>
              </a:rPr>
              <a:t>a</a:t>
            </a:r>
            <a:r>
              <a:rPr kumimoji="0" lang="en-US" altLang="zh-CN" sz="2400" b="1" i="0" u="none" strike="noStrike" kern="0" cap="none" spc="0" normalizeH="0" baseline="-25000" noProof="0" dirty="0" err="1">
                <a:ln>
                  <a:noFill/>
                </a:ln>
                <a:solidFill>
                  <a:schemeClr val="accent6">
                    <a:lumMod val="60000"/>
                    <a:lumOff val="40000"/>
                  </a:schemeClr>
                </a:solidFill>
                <a:effectLst>
                  <a:outerShdw blurRad="38100" dist="38100" dir="2700000" algn="tl">
                    <a:srgbClr val="000000"/>
                  </a:outerShdw>
                </a:effectLst>
                <a:uLnTx/>
                <a:uFillTx/>
                <a:latin typeface="+mn-lt"/>
                <a:ea typeface="黑体" panose="02010609060101010101" pitchFamily="49" charset="-122"/>
              </a:rPr>
              <a:t>j</a:t>
            </a:r>
            <a:r>
              <a:rPr kumimoji="0" lang="zh-CN" altLang="en-US" sz="2400" b="1" i="0" u="none" strike="noStrike" kern="0" cap="none" spc="0" normalizeH="0" baseline="0" noProof="0" dirty="0">
                <a:ln>
                  <a:noFill/>
                </a:ln>
                <a:solidFill>
                  <a:schemeClr val="accent6">
                    <a:lumMod val="60000"/>
                    <a:lumOff val="40000"/>
                  </a:schemeClr>
                </a:solidFill>
                <a:effectLst>
                  <a:outerShdw blurRad="38100" dist="38100" dir="2700000" algn="tl">
                    <a:srgbClr val="000000"/>
                  </a:outerShdw>
                </a:effectLst>
                <a:uLnTx/>
                <a:uFillTx/>
                <a:latin typeface="+mn-lt"/>
                <a:ea typeface="黑体" panose="02010609060101010101" pitchFamily="49" charset="-122"/>
              </a:rPr>
              <a:t>与</a:t>
            </a:r>
            <a:r>
              <a:rPr kumimoji="0" lang="en-US" altLang="zh-CN" sz="2400" b="1" i="0" u="none" strike="noStrike" kern="0" cap="none" spc="0" normalizeH="0" baseline="0" noProof="0" dirty="0">
                <a:ln>
                  <a:noFill/>
                </a:ln>
                <a:solidFill>
                  <a:schemeClr val="accent6">
                    <a:lumMod val="60000"/>
                    <a:lumOff val="40000"/>
                  </a:schemeClr>
                </a:solidFill>
                <a:effectLst>
                  <a:outerShdw blurRad="38100" dist="38100" dir="2700000" algn="tl">
                    <a:srgbClr val="000000"/>
                  </a:outerShdw>
                </a:effectLst>
                <a:uLnTx/>
                <a:uFillTx/>
                <a:latin typeface="+mn-lt"/>
                <a:ea typeface="黑体" panose="02010609060101010101" pitchFamily="49" charset="-122"/>
              </a:rPr>
              <a:t>a</a:t>
            </a:r>
            <a:r>
              <a:rPr kumimoji="0" lang="en-US" altLang="zh-CN" sz="2400" b="1" i="0" u="none" strike="noStrike" kern="0" cap="none" spc="0" normalizeH="0" baseline="-25000" noProof="0" dirty="0">
                <a:ln>
                  <a:noFill/>
                </a:ln>
                <a:solidFill>
                  <a:schemeClr val="accent6">
                    <a:lumMod val="60000"/>
                    <a:lumOff val="40000"/>
                  </a:schemeClr>
                </a:solidFill>
                <a:effectLst>
                  <a:outerShdw blurRad="38100" dist="38100" dir="2700000" algn="tl">
                    <a:srgbClr val="000000"/>
                  </a:outerShdw>
                </a:effectLst>
                <a:uLnTx/>
                <a:uFillTx/>
                <a:latin typeface="+mn-lt"/>
                <a:ea typeface="黑体" panose="02010609060101010101" pitchFamily="49" charset="-122"/>
              </a:rPr>
              <a:t>0</a:t>
            </a:r>
            <a:r>
              <a:rPr kumimoji="0" lang="zh-CN" altLang="en-US" sz="2400" b="1" i="0" u="none" strike="noStrike" kern="0" cap="none" spc="0" normalizeH="0" baseline="0" noProof="0" dirty="0">
                <a:ln>
                  <a:noFill/>
                </a:ln>
                <a:solidFill>
                  <a:schemeClr val="accent6">
                    <a:lumMod val="60000"/>
                    <a:lumOff val="40000"/>
                  </a:schemeClr>
                </a:solidFill>
                <a:effectLst>
                  <a:outerShdw blurRad="38100" dist="38100" dir="2700000" algn="tl">
                    <a:srgbClr val="000000"/>
                  </a:outerShdw>
                </a:effectLst>
                <a:uLnTx/>
                <a:uFillTx/>
                <a:latin typeface="+mn-lt"/>
                <a:ea typeface="黑体" panose="02010609060101010101" pitchFamily="49" charset="-122"/>
              </a:rPr>
              <a:t>交换</a:t>
            </a:r>
            <a:endParaRPr kumimoji="0" lang="zh-CN" altLang="en-US" sz="2400" b="1" i="0" u="none" strike="noStrike" kern="0" cap="none" spc="0" normalizeH="0" baseline="0" noProof="0" dirty="0">
              <a:ln>
                <a:noFill/>
              </a:ln>
              <a:solidFill>
                <a:schemeClr val="accent6">
                  <a:lumMod val="60000"/>
                  <a:lumOff val="40000"/>
                </a:schemeClr>
              </a:solidFill>
              <a:effectLst>
                <a:outerShdw blurRad="38100" dist="38100" dir="2700000" algn="tl">
                  <a:srgbClr val="000000"/>
                </a:outerShdw>
              </a:effectLst>
              <a:uLnTx/>
              <a:uFillTx/>
              <a:latin typeface="+mn-lt"/>
              <a:ea typeface="黑体" panose="02010609060101010101" pitchFamily="49" charset="-122"/>
            </a:endParaRPr>
          </a:p>
          <a:p>
            <a:pPr marL="742950" marR="0" lvl="1" indent="-285750" algn="l" defTabSz="914400" rtl="0" eaLnBrk="1" fontAlgn="base" latinLnBrk="0" hangingPunct="1">
              <a:lnSpc>
                <a:spcPct val="120000"/>
              </a:lnSpc>
              <a:spcBef>
                <a:spcPct val="15000"/>
              </a:spcBef>
              <a:spcAft>
                <a:spcPct val="15000"/>
              </a:spcAft>
              <a:buClr>
                <a:schemeClr val="tx1"/>
              </a:buClr>
              <a:buSzTx/>
              <a:buFontTx/>
              <a:buNone/>
              <a:defRPr/>
            </a:pPr>
            <a:r>
              <a:rPr kumimoji="0" lang="zh-CN" altLang="en-US" sz="2400" b="1" i="0" u="none" strike="noStrike" kern="0" cap="none" spc="0" normalizeH="0" baseline="0" noProof="0" dirty="0">
                <a:ln>
                  <a:noFill/>
                </a:ln>
                <a:solidFill>
                  <a:schemeClr val="hlink"/>
                </a:solidFill>
                <a:effectLst>
                  <a:outerShdw blurRad="38100" dist="38100" dir="2700000" algn="tl">
                    <a:srgbClr val="000000"/>
                  </a:outerShdw>
                </a:effectLst>
                <a:uLnTx/>
                <a:uFillTx/>
                <a:latin typeface="+mn-lt"/>
                <a:ea typeface="黑体" panose="02010609060101010101" pitchFamily="49" charset="-122"/>
              </a:rPr>
              <a:t>   </a:t>
            </a:r>
            <a:r>
              <a:rPr kumimoji="0" lang="en-US" altLang="zh-CN" sz="2400" b="1" i="0" u="none" strike="noStrike" kern="0" cap="none" spc="0" normalizeH="0" baseline="0" noProof="0" dirty="0">
                <a:ln>
                  <a:noFill/>
                </a:ln>
                <a:solidFill>
                  <a:schemeClr val="hlink"/>
                </a:solidFill>
                <a:effectLst>
                  <a:outerShdw blurRad="38100" dist="38100" dir="2700000" algn="tl">
                    <a:srgbClr val="000000"/>
                  </a:outerShdw>
                </a:effectLst>
                <a:uLnTx/>
                <a:uFillTx/>
                <a:latin typeface="+mn-lt"/>
                <a:ea typeface="黑体" panose="02010609060101010101" pitchFamily="49" charset="-122"/>
              </a:rPr>
              <a:t>a</a:t>
            </a:r>
            <a:r>
              <a:rPr kumimoji="0" lang="en-US" altLang="zh-CN" sz="2400" b="1" i="0" u="none" strike="noStrike" kern="0" cap="none" spc="0" normalizeH="0" baseline="-25000" noProof="0" dirty="0">
                <a:ln>
                  <a:noFill/>
                </a:ln>
                <a:solidFill>
                  <a:schemeClr val="hlink"/>
                </a:solidFill>
                <a:effectLst>
                  <a:outerShdw blurRad="38100" dist="38100" dir="2700000" algn="tl">
                    <a:srgbClr val="000000"/>
                  </a:outerShdw>
                </a:effectLst>
                <a:uLnTx/>
                <a:uFillTx/>
                <a:latin typeface="+mn-lt"/>
                <a:ea typeface="黑体" panose="02010609060101010101" pitchFamily="49" charset="-122"/>
              </a:rPr>
              <a:t>0</a:t>
            </a:r>
            <a:r>
              <a:rPr kumimoji="0" lang="zh-CN" altLang="en-US" sz="2400" b="1" i="0" u="none" strike="noStrike" kern="0" cap="none" spc="0" normalizeH="0" baseline="0" noProof="0" dirty="0">
                <a:ln>
                  <a:noFill/>
                </a:ln>
                <a:solidFill>
                  <a:schemeClr val="hlink"/>
                </a:solidFill>
                <a:effectLst>
                  <a:outerShdw blurRad="38100" dist="38100" dir="2700000" algn="tl">
                    <a:srgbClr val="000000"/>
                  </a:outerShdw>
                </a:effectLst>
                <a:uLnTx/>
                <a:uFillTx/>
                <a:latin typeface="+mn-lt"/>
                <a:ea typeface="黑体" panose="02010609060101010101" pitchFamily="49" charset="-122"/>
              </a:rPr>
              <a:t>排好序</a:t>
            </a:r>
            <a:endParaRPr kumimoji="0" lang="zh-CN" altLang="en-US" sz="2400" b="1" i="0" u="none" strike="noStrike" kern="0" cap="none" spc="0" normalizeH="0" baseline="0" noProof="0" dirty="0">
              <a:ln>
                <a:noFill/>
              </a:ln>
              <a:solidFill>
                <a:schemeClr val="hlink"/>
              </a:solidFill>
              <a:effectLst>
                <a:outerShdw blurRad="38100" dist="38100" dir="2700000" algn="tl">
                  <a:srgbClr val="000000"/>
                </a:outerShdw>
              </a:effectLst>
              <a:uLnTx/>
              <a:uFillTx/>
              <a:latin typeface="+mn-lt"/>
              <a:ea typeface="黑体" panose="02010609060101010101" pitchFamily="49" charset="-122"/>
            </a:endParaRPr>
          </a:p>
          <a:p>
            <a:pPr marL="742950" marR="0" lvl="1" indent="-285750" algn="l" defTabSz="914400" rtl="0" eaLnBrk="1" fontAlgn="base" latinLnBrk="0" hangingPunct="1">
              <a:lnSpc>
                <a:spcPct val="120000"/>
              </a:lnSpc>
              <a:spcBef>
                <a:spcPct val="15000"/>
              </a:spcBef>
              <a:spcAft>
                <a:spcPct val="15000"/>
              </a:spcAft>
              <a:buClr>
                <a:schemeClr val="tx1"/>
              </a:buClr>
              <a:buSzTx/>
              <a:buFontTx/>
              <a:buChar char="–"/>
              <a:defRPr/>
            </a:pPr>
            <a:r>
              <a:rPr kumimoji="0" lang="zh-CN" altLang="en-US" sz="2400" b="1" i="0" u="none" strike="noStrike" kern="0" cap="none" spc="0" normalizeH="0" baseline="0" noProof="0" dirty="0">
                <a:ln>
                  <a:noFill/>
                </a:ln>
                <a:solidFill>
                  <a:schemeClr val="tx1"/>
                </a:solidFill>
                <a:effectLst>
                  <a:outerShdw blurRad="38100" dist="38100" dir="2700000" algn="tl">
                    <a:srgbClr val="000000"/>
                  </a:outerShdw>
                </a:effectLst>
                <a:uLnTx/>
                <a:uFillTx/>
                <a:latin typeface="+mn-lt"/>
                <a:ea typeface="黑体" panose="02010609060101010101" pitchFamily="49" charset="-122"/>
              </a:rPr>
              <a:t>在</a:t>
            </a:r>
            <a:r>
              <a:rPr kumimoji="0" lang="en-US" altLang="zh-CN" sz="2400" b="1" i="0" u="none" strike="noStrike" kern="0" cap="none" spc="0" normalizeH="0" baseline="0" noProof="0" dirty="0">
                <a:ln>
                  <a:noFill/>
                </a:ln>
                <a:solidFill>
                  <a:schemeClr val="tx1"/>
                </a:solidFill>
                <a:effectLst>
                  <a:outerShdw blurRad="38100" dist="38100" dir="2700000" algn="tl">
                    <a:srgbClr val="000000"/>
                  </a:outerShdw>
                </a:effectLst>
                <a:uLnTx/>
                <a:uFillTx/>
                <a:latin typeface="+mn-lt"/>
                <a:ea typeface="黑体" panose="02010609060101010101" pitchFamily="49" charset="-122"/>
              </a:rPr>
              <a:t>a</a:t>
            </a:r>
            <a:r>
              <a:rPr kumimoji="0" lang="en-US" altLang="zh-CN" sz="2400" b="1" i="0" u="none" strike="noStrike" kern="0" cap="none" spc="0" normalizeH="0" baseline="-25000" noProof="0" dirty="0">
                <a:ln>
                  <a:noFill/>
                </a:ln>
                <a:solidFill>
                  <a:schemeClr val="tx1"/>
                </a:solidFill>
                <a:effectLst>
                  <a:outerShdw blurRad="38100" dist="38100" dir="2700000" algn="tl">
                    <a:srgbClr val="000000"/>
                  </a:outerShdw>
                </a:effectLst>
                <a:uLnTx/>
                <a:uFillTx/>
                <a:latin typeface="+mn-lt"/>
                <a:ea typeface="黑体" panose="02010609060101010101" pitchFamily="49" charset="-122"/>
              </a:rPr>
              <a:t>1</a:t>
            </a:r>
            <a:r>
              <a:rPr kumimoji="0" lang="en-US" sz="2400" b="1" i="0" u="none" strike="noStrike" kern="0" cap="none" spc="0" normalizeH="0" baseline="0" noProof="0" dirty="0">
                <a:ln>
                  <a:noFill/>
                </a:ln>
                <a:solidFill>
                  <a:schemeClr val="tx1"/>
                </a:solidFill>
                <a:effectLst>
                  <a:outerShdw blurRad="38100" dist="38100" dir="2700000" algn="tl">
                    <a:srgbClr val="000000"/>
                  </a:outerShdw>
                </a:effectLst>
                <a:uLnTx/>
                <a:uFillTx/>
                <a:latin typeface="+mn-lt"/>
                <a:ea typeface="黑体" panose="02010609060101010101" pitchFamily="49" charset="-122"/>
              </a:rPr>
              <a:t>~</a:t>
            </a:r>
            <a:r>
              <a:rPr kumimoji="0" lang="en-US" altLang="zh-CN" sz="2400" b="1" i="0" u="none" strike="noStrike" kern="0" cap="none" spc="0" normalizeH="0" baseline="0" noProof="0" dirty="0">
                <a:ln>
                  <a:noFill/>
                </a:ln>
                <a:solidFill>
                  <a:schemeClr val="tx1"/>
                </a:solidFill>
                <a:effectLst>
                  <a:outerShdw blurRad="38100" dist="38100" dir="2700000" algn="tl">
                    <a:srgbClr val="000000"/>
                  </a:outerShdw>
                </a:effectLst>
                <a:uLnTx/>
                <a:uFillTx/>
                <a:latin typeface="+mn-lt"/>
                <a:ea typeface="黑体" panose="02010609060101010101" pitchFamily="49" charset="-122"/>
              </a:rPr>
              <a:t>a</a:t>
            </a:r>
            <a:r>
              <a:rPr kumimoji="0" lang="en-US" altLang="zh-CN" sz="2400" b="1" i="0" u="none" strike="noStrike" kern="0" cap="none" spc="0" normalizeH="0" baseline="-25000" noProof="0" dirty="0">
                <a:ln>
                  <a:noFill/>
                </a:ln>
                <a:solidFill>
                  <a:schemeClr val="tx1"/>
                </a:solidFill>
                <a:effectLst>
                  <a:outerShdw blurRad="38100" dist="38100" dir="2700000" algn="tl">
                    <a:srgbClr val="000000"/>
                  </a:outerShdw>
                </a:effectLst>
                <a:uLnTx/>
                <a:uFillTx/>
                <a:latin typeface="+mn-lt"/>
                <a:ea typeface="黑体" panose="02010609060101010101" pitchFamily="49" charset="-122"/>
              </a:rPr>
              <a:t>n-1</a:t>
            </a:r>
            <a:r>
              <a:rPr kumimoji="0" lang="zh-CN" altLang="en-US" sz="2400" b="1" i="0" u="none" strike="noStrike" kern="0" cap="none" spc="0" normalizeH="0" baseline="0" noProof="0" dirty="0">
                <a:ln>
                  <a:noFill/>
                </a:ln>
                <a:solidFill>
                  <a:schemeClr val="tx1"/>
                </a:solidFill>
                <a:effectLst>
                  <a:outerShdw blurRad="38100" dist="38100" dir="2700000" algn="tl">
                    <a:srgbClr val="000000"/>
                  </a:outerShdw>
                </a:effectLst>
                <a:uLnTx/>
                <a:uFillTx/>
                <a:latin typeface="+mn-lt"/>
                <a:ea typeface="黑体" panose="02010609060101010101" pitchFamily="49" charset="-122"/>
              </a:rPr>
              <a:t>中选一最小</a:t>
            </a:r>
            <a:r>
              <a:rPr kumimoji="0" lang="en-US" altLang="zh-CN" sz="2400" b="1" i="0" u="none" strike="noStrike" kern="0" cap="none" spc="0" normalizeH="0" baseline="0" noProof="0" dirty="0" err="1">
                <a:ln>
                  <a:noFill/>
                </a:ln>
                <a:solidFill>
                  <a:schemeClr val="tx1"/>
                </a:solidFill>
                <a:effectLst>
                  <a:outerShdw blurRad="38100" dist="38100" dir="2700000" algn="tl">
                    <a:srgbClr val="000000"/>
                  </a:outerShdw>
                </a:effectLst>
                <a:uLnTx/>
                <a:uFillTx/>
                <a:latin typeface="+mn-lt"/>
                <a:ea typeface="黑体" panose="02010609060101010101" pitchFamily="49" charset="-122"/>
              </a:rPr>
              <a:t>a</a:t>
            </a:r>
            <a:r>
              <a:rPr kumimoji="0" lang="en-US" altLang="zh-CN" sz="2400" b="1" i="0" u="none" strike="noStrike" kern="0" cap="none" spc="0" normalizeH="0" baseline="-25000" noProof="0" dirty="0" err="1">
                <a:ln>
                  <a:noFill/>
                </a:ln>
                <a:solidFill>
                  <a:schemeClr val="tx1"/>
                </a:solidFill>
                <a:effectLst>
                  <a:outerShdw blurRad="38100" dist="38100" dir="2700000" algn="tl">
                    <a:srgbClr val="000000"/>
                  </a:outerShdw>
                </a:effectLst>
                <a:uLnTx/>
                <a:uFillTx/>
                <a:latin typeface="+mn-lt"/>
                <a:ea typeface="黑体" panose="02010609060101010101" pitchFamily="49" charset="-122"/>
              </a:rPr>
              <a:t>j</a:t>
            </a:r>
            <a:r>
              <a:rPr kumimoji="0" lang="zh-CN" altLang="en-US" sz="2400" b="1" i="0" u="none" strike="noStrike" kern="0" cap="none" spc="0" normalizeH="0" baseline="0" noProof="0" dirty="0">
                <a:ln>
                  <a:noFill/>
                </a:ln>
                <a:solidFill>
                  <a:schemeClr val="tx1"/>
                </a:solidFill>
                <a:effectLst>
                  <a:outerShdw blurRad="38100" dist="38100" dir="2700000" algn="tl">
                    <a:srgbClr val="000000"/>
                  </a:outerShdw>
                </a:effectLst>
                <a:uLnTx/>
                <a:uFillTx/>
                <a:latin typeface="+mn-lt"/>
                <a:ea typeface="黑体" panose="02010609060101010101" pitchFamily="49" charset="-122"/>
              </a:rPr>
              <a:t>，</a:t>
            </a:r>
            <a:r>
              <a:rPr kumimoji="0" lang="en-US" altLang="zh-CN" sz="2400" b="1" i="0" u="none" strike="noStrike" kern="0" cap="none" spc="0" normalizeH="0" baseline="0" noProof="0" dirty="0">
                <a:ln>
                  <a:noFill/>
                </a:ln>
                <a:solidFill>
                  <a:schemeClr val="accent6">
                    <a:lumMod val="60000"/>
                    <a:lumOff val="40000"/>
                  </a:schemeClr>
                </a:solidFill>
                <a:effectLst>
                  <a:outerShdw blurRad="38100" dist="38100" dir="2700000" algn="tl">
                    <a:srgbClr val="000000"/>
                  </a:outerShdw>
                </a:effectLst>
                <a:uLnTx/>
                <a:uFillTx/>
                <a:latin typeface="+mn-lt"/>
                <a:ea typeface="黑体" panose="02010609060101010101" pitchFamily="49" charset="-122"/>
                <a:cs typeface="+mn-ea"/>
              </a:rPr>
              <a:t>a</a:t>
            </a:r>
            <a:r>
              <a:rPr kumimoji="0" lang="en-US" altLang="zh-CN" sz="2400" b="1" i="0" u="none" strike="noStrike" kern="0" cap="none" spc="0" normalizeH="0" noProof="0" dirty="0">
                <a:ln>
                  <a:noFill/>
                </a:ln>
                <a:solidFill>
                  <a:schemeClr val="accent6">
                    <a:lumMod val="60000"/>
                    <a:lumOff val="40000"/>
                  </a:schemeClr>
                </a:solidFill>
                <a:effectLst>
                  <a:outerShdw blurRad="38100" dist="38100" dir="2700000" algn="tl">
                    <a:srgbClr val="000000"/>
                  </a:outerShdw>
                </a:effectLst>
                <a:uLnTx/>
                <a:uFillTx/>
                <a:latin typeface="+mn-lt"/>
                <a:ea typeface="黑体" panose="02010609060101010101" pitchFamily="49" charset="-122"/>
                <a:cs typeface="+mn-ea"/>
              </a:rPr>
              <a:t>j</a:t>
            </a:r>
            <a:r>
              <a:rPr kumimoji="0" lang="en-US" altLang="zh-CN" sz="2400" b="1" i="0" u="none" strike="noStrike" kern="0" cap="none" spc="0" normalizeH="0" baseline="0" noProof="0" dirty="0">
                <a:ln>
                  <a:noFill/>
                </a:ln>
                <a:solidFill>
                  <a:schemeClr val="accent6">
                    <a:lumMod val="60000"/>
                    <a:lumOff val="40000"/>
                  </a:schemeClr>
                </a:solidFill>
                <a:effectLst>
                  <a:outerShdw blurRad="38100" dist="38100" dir="2700000" algn="tl">
                    <a:srgbClr val="000000"/>
                  </a:outerShdw>
                </a:effectLst>
                <a:uLnTx/>
                <a:uFillTx/>
                <a:latin typeface="+mn-lt"/>
                <a:ea typeface="黑体" panose="02010609060101010101" pitchFamily="49" charset="-122"/>
                <a:cs typeface="+mn-ea"/>
              </a:rPr>
              <a:t>与a</a:t>
            </a:r>
            <a:r>
              <a:rPr kumimoji="0" lang="en-US" altLang="zh-CN" sz="2400" b="1" i="0" u="none" strike="noStrike" kern="0" cap="none" spc="0" normalizeH="0" noProof="0" dirty="0">
                <a:ln>
                  <a:noFill/>
                </a:ln>
                <a:solidFill>
                  <a:schemeClr val="accent6">
                    <a:lumMod val="60000"/>
                    <a:lumOff val="40000"/>
                  </a:schemeClr>
                </a:solidFill>
                <a:effectLst>
                  <a:outerShdw blurRad="38100" dist="38100" dir="2700000" algn="tl">
                    <a:srgbClr val="000000"/>
                  </a:outerShdw>
                </a:effectLst>
                <a:uLnTx/>
                <a:uFillTx/>
                <a:latin typeface="+mn-lt"/>
                <a:ea typeface="黑体" panose="02010609060101010101" pitchFamily="49" charset="-122"/>
                <a:cs typeface="+mn-ea"/>
              </a:rPr>
              <a:t>1</a:t>
            </a:r>
            <a:r>
              <a:rPr kumimoji="0" lang="en-US" altLang="zh-CN" sz="2400" b="1" i="0" u="none" strike="noStrike" kern="0" cap="none" spc="0" normalizeH="0" baseline="0" noProof="0" dirty="0">
                <a:ln>
                  <a:noFill/>
                </a:ln>
                <a:solidFill>
                  <a:schemeClr val="accent6">
                    <a:lumMod val="60000"/>
                    <a:lumOff val="40000"/>
                  </a:schemeClr>
                </a:solidFill>
                <a:effectLst>
                  <a:outerShdw blurRad="38100" dist="38100" dir="2700000" algn="tl">
                    <a:srgbClr val="000000"/>
                  </a:outerShdw>
                </a:effectLst>
                <a:uLnTx/>
                <a:uFillTx/>
                <a:latin typeface="+mn-lt"/>
                <a:ea typeface="黑体" panose="02010609060101010101" pitchFamily="49" charset="-122"/>
                <a:cs typeface="+mn-ea"/>
              </a:rPr>
              <a:t>交换</a:t>
            </a:r>
            <a:br>
              <a:rPr kumimoji="0" lang="en-US" altLang="zh-CN" sz="2400" b="1" i="0" u="none" strike="noStrike" kern="0" cap="none" spc="0" normalizeH="0" baseline="0" noProof="0" dirty="0">
                <a:ln>
                  <a:noFill/>
                </a:ln>
                <a:solidFill>
                  <a:schemeClr val="accent6">
                    <a:lumMod val="60000"/>
                    <a:lumOff val="40000"/>
                  </a:schemeClr>
                </a:solidFill>
                <a:effectLst>
                  <a:outerShdw blurRad="38100" dist="38100" dir="2700000" algn="tl">
                    <a:srgbClr val="000000"/>
                  </a:outerShdw>
                </a:effectLst>
                <a:uLnTx/>
                <a:uFillTx/>
                <a:latin typeface="+mn-lt"/>
                <a:ea typeface="黑体" panose="02010609060101010101" pitchFamily="49" charset="-122"/>
                <a:cs typeface="+mn-ea"/>
              </a:rPr>
            </a:br>
            <a:r>
              <a:rPr kumimoji="0" lang="en-US" altLang="zh-CN" sz="2400" b="1" i="0" u="none" strike="noStrike" kern="0" cap="none" spc="0" normalizeH="0" baseline="0" noProof="0" dirty="0">
                <a:ln>
                  <a:noFill/>
                </a:ln>
                <a:solidFill>
                  <a:schemeClr val="hlink"/>
                </a:solidFill>
                <a:effectLst>
                  <a:outerShdw blurRad="38100" dist="38100" dir="2700000" algn="tl">
                    <a:srgbClr val="000000"/>
                  </a:outerShdw>
                </a:effectLst>
                <a:uLnTx/>
                <a:uFillTx/>
                <a:latin typeface="+mn-lt"/>
                <a:ea typeface="黑体" panose="02010609060101010101" pitchFamily="49" charset="-122"/>
              </a:rPr>
              <a:t>a</a:t>
            </a:r>
            <a:r>
              <a:rPr kumimoji="0" lang="en-US" altLang="zh-CN" sz="2400" b="1" i="0" u="none" strike="noStrike" kern="0" cap="none" spc="0" normalizeH="0" baseline="-25000" noProof="0" dirty="0">
                <a:ln>
                  <a:noFill/>
                </a:ln>
                <a:solidFill>
                  <a:schemeClr val="hlink"/>
                </a:solidFill>
                <a:effectLst>
                  <a:outerShdw blurRad="38100" dist="38100" dir="2700000" algn="tl">
                    <a:srgbClr val="000000"/>
                  </a:outerShdw>
                </a:effectLst>
                <a:uLnTx/>
                <a:uFillTx/>
                <a:latin typeface="+mn-lt"/>
                <a:ea typeface="黑体" panose="02010609060101010101" pitchFamily="49" charset="-122"/>
              </a:rPr>
              <a:t>0</a:t>
            </a:r>
            <a:r>
              <a:rPr kumimoji="0" lang="zh-CN" altLang="en-US" sz="2400" b="1" i="0" u="none" strike="noStrike" kern="0" cap="none" spc="0" normalizeH="0" baseline="0" noProof="0" dirty="0">
                <a:ln>
                  <a:noFill/>
                </a:ln>
                <a:solidFill>
                  <a:schemeClr val="hlink"/>
                </a:solidFill>
                <a:effectLst>
                  <a:outerShdw blurRad="38100" dist="38100" dir="2700000" algn="tl">
                    <a:srgbClr val="000000"/>
                  </a:outerShdw>
                </a:effectLst>
                <a:uLnTx/>
                <a:uFillTx/>
                <a:latin typeface="+mn-lt"/>
                <a:ea typeface="黑体" panose="02010609060101010101" pitchFamily="49" charset="-122"/>
              </a:rPr>
              <a:t>、</a:t>
            </a:r>
            <a:r>
              <a:rPr kumimoji="0" lang="en-US" altLang="zh-CN" sz="2400" b="1" i="0" u="none" strike="noStrike" kern="0" cap="none" spc="0" normalizeH="0" baseline="0" noProof="0" dirty="0">
                <a:ln>
                  <a:noFill/>
                </a:ln>
                <a:solidFill>
                  <a:schemeClr val="hlink"/>
                </a:solidFill>
                <a:effectLst>
                  <a:outerShdw blurRad="38100" dist="38100" dir="2700000" algn="tl">
                    <a:srgbClr val="000000"/>
                  </a:outerShdw>
                </a:effectLst>
                <a:uLnTx/>
                <a:uFillTx/>
                <a:latin typeface="+mn-lt"/>
                <a:ea typeface="黑体" panose="02010609060101010101" pitchFamily="49" charset="-122"/>
              </a:rPr>
              <a:t>a</a:t>
            </a:r>
            <a:r>
              <a:rPr kumimoji="0" lang="en-US" altLang="zh-CN" sz="2400" b="1" i="0" u="none" strike="noStrike" kern="0" cap="none" spc="0" normalizeH="0" baseline="-25000" noProof="0" dirty="0">
                <a:ln>
                  <a:noFill/>
                </a:ln>
                <a:solidFill>
                  <a:schemeClr val="hlink"/>
                </a:solidFill>
                <a:effectLst>
                  <a:outerShdw blurRad="38100" dist="38100" dir="2700000" algn="tl">
                    <a:srgbClr val="000000"/>
                  </a:outerShdw>
                </a:effectLst>
                <a:uLnTx/>
                <a:uFillTx/>
                <a:latin typeface="+mn-lt"/>
                <a:ea typeface="黑体" panose="02010609060101010101" pitchFamily="49" charset="-122"/>
              </a:rPr>
              <a:t>1</a:t>
            </a:r>
            <a:r>
              <a:rPr kumimoji="0" lang="zh-CN" altLang="en-US" sz="2400" b="1" i="0" u="none" strike="noStrike" kern="0" cap="none" spc="0" normalizeH="0" baseline="0" noProof="0" dirty="0">
                <a:ln>
                  <a:noFill/>
                </a:ln>
                <a:solidFill>
                  <a:schemeClr val="hlink"/>
                </a:solidFill>
                <a:effectLst>
                  <a:outerShdw blurRad="38100" dist="38100" dir="2700000" algn="tl">
                    <a:srgbClr val="000000"/>
                  </a:outerShdw>
                </a:effectLst>
                <a:uLnTx/>
                <a:uFillTx/>
                <a:latin typeface="+mn-lt"/>
                <a:ea typeface="黑体" panose="02010609060101010101" pitchFamily="49" charset="-122"/>
              </a:rPr>
              <a:t>排好序</a:t>
            </a:r>
            <a:endParaRPr kumimoji="0" lang="zh-CN" altLang="en-US" sz="2400" b="1" i="0" u="none" strike="noStrike" kern="0" cap="none" spc="0" normalizeH="0" baseline="0" noProof="0" dirty="0">
              <a:ln>
                <a:noFill/>
              </a:ln>
              <a:solidFill>
                <a:schemeClr val="hlink"/>
              </a:solidFill>
              <a:effectLst>
                <a:outerShdw blurRad="38100" dist="38100" dir="2700000" algn="tl">
                  <a:srgbClr val="000000"/>
                </a:outerShdw>
              </a:effectLst>
              <a:uLnTx/>
              <a:uFillTx/>
              <a:latin typeface="+mn-lt"/>
              <a:ea typeface="黑体" panose="02010609060101010101" pitchFamily="49" charset="-122"/>
            </a:endParaRPr>
          </a:p>
          <a:p>
            <a:pPr marL="742950" marR="0" lvl="1" indent="-285750" algn="l" defTabSz="914400" rtl="0" eaLnBrk="1" fontAlgn="base" latinLnBrk="0" hangingPunct="1">
              <a:lnSpc>
                <a:spcPct val="120000"/>
              </a:lnSpc>
              <a:spcBef>
                <a:spcPct val="15000"/>
              </a:spcBef>
              <a:spcAft>
                <a:spcPct val="15000"/>
              </a:spcAft>
              <a:buClr>
                <a:schemeClr val="tx1"/>
              </a:buClr>
              <a:buSzTx/>
              <a:buFontTx/>
              <a:buChar char="–"/>
              <a:defRPr/>
            </a:pPr>
            <a:r>
              <a:rPr kumimoji="0" lang="zh-CN" altLang="en-US" sz="2400" b="1" i="0" u="none" strike="noStrike" kern="0" cap="none" spc="0" normalizeH="0" baseline="0" noProof="0" dirty="0">
                <a:ln>
                  <a:noFill/>
                </a:ln>
                <a:solidFill>
                  <a:schemeClr val="tx1"/>
                </a:solidFill>
                <a:effectLst>
                  <a:outerShdw blurRad="38100" dist="38100" dir="2700000" algn="tl">
                    <a:srgbClr val="000000"/>
                  </a:outerShdw>
                </a:effectLst>
                <a:uLnTx/>
                <a:uFillTx/>
                <a:latin typeface="+mn-lt"/>
                <a:ea typeface="黑体" panose="02010609060101010101" pitchFamily="49" charset="-122"/>
              </a:rPr>
              <a:t>在</a:t>
            </a:r>
            <a:r>
              <a:rPr kumimoji="0" lang="en-US" altLang="zh-CN" sz="2400" b="1" i="0" u="none" strike="noStrike" kern="0" cap="none" spc="0" normalizeH="0" baseline="0" noProof="0" dirty="0">
                <a:ln>
                  <a:noFill/>
                </a:ln>
                <a:solidFill>
                  <a:schemeClr val="tx1"/>
                </a:solidFill>
                <a:effectLst>
                  <a:outerShdw blurRad="38100" dist="38100" dir="2700000" algn="tl">
                    <a:srgbClr val="000000"/>
                  </a:outerShdw>
                </a:effectLst>
                <a:uLnTx/>
                <a:uFillTx/>
                <a:latin typeface="+mn-lt"/>
                <a:ea typeface="黑体" panose="02010609060101010101" pitchFamily="49" charset="-122"/>
              </a:rPr>
              <a:t>a</a:t>
            </a:r>
            <a:r>
              <a:rPr kumimoji="0" lang="en-US" altLang="zh-CN" sz="2400" b="1" i="0" u="none" strike="noStrike" kern="0" cap="none" spc="0" normalizeH="0" baseline="-25000" noProof="0" dirty="0">
                <a:ln>
                  <a:noFill/>
                </a:ln>
                <a:solidFill>
                  <a:schemeClr val="tx1"/>
                </a:solidFill>
                <a:effectLst>
                  <a:outerShdw blurRad="38100" dist="38100" dir="2700000" algn="tl">
                    <a:srgbClr val="000000"/>
                  </a:outerShdw>
                </a:effectLst>
                <a:uLnTx/>
                <a:uFillTx/>
                <a:latin typeface="+mn-lt"/>
                <a:ea typeface="黑体" panose="02010609060101010101" pitchFamily="49" charset="-122"/>
              </a:rPr>
              <a:t>2</a:t>
            </a:r>
            <a:r>
              <a:rPr kumimoji="0" lang="en-US" sz="2400" b="1" i="0" u="none" strike="noStrike" kern="0" cap="none" spc="0" normalizeH="0" baseline="0" noProof="0" dirty="0">
                <a:ln>
                  <a:noFill/>
                </a:ln>
                <a:solidFill>
                  <a:schemeClr val="tx1"/>
                </a:solidFill>
                <a:effectLst>
                  <a:outerShdw blurRad="38100" dist="38100" dir="2700000" algn="tl">
                    <a:srgbClr val="000000"/>
                  </a:outerShdw>
                </a:effectLst>
                <a:uLnTx/>
                <a:uFillTx/>
                <a:latin typeface="+mn-lt"/>
                <a:ea typeface="黑体" panose="02010609060101010101" pitchFamily="49" charset="-122"/>
              </a:rPr>
              <a:t>~</a:t>
            </a:r>
            <a:r>
              <a:rPr kumimoji="0" lang="en-US" altLang="zh-CN" sz="2400" b="1" i="0" u="none" strike="noStrike" kern="0" cap="none" spc="0" normalizeH="0" baseline="0" noProof="0" dirty="0">
                <a:ln>
                  <a:noFill/>
                </a:ln>
                <a:solidFill>
                  <a:schemeClr val="tx1"/>
                </a:solidFill>
                <a:effectLst>
                  <a:outerShdw blurRad="38100" dist="38100" dir="2700000" algn="tl">
                    <a:srgbClr val="000000"/>
                  </a:outerShdw>
                </a:effectLst>
                <a:uLnTx/>
                <a:uFillTx/>
                <a:latin typeface="+mn-lt"/>
                <a:ea typeface="黑体" panose="02010609060101010101" pitchFamily="49" charset="-122"/>
              </a:rPr>
              <a:t>a</a:t>
            </a:r>
            <a:r>
              <a:rPr kumimoji="0" lang="en-US" altLang="zh-CN" sz="2400" b="1" i="0" u="none" strike="noStrike" kern="0" cap="none" spc="0" normalizeH="0" baseline="-25000" noProof="0" dirty="0">
                <a:ln>
                  <a:noFill/>
                </a:ln>
                <a:solidFill>
                  <a:schemeClr val="tx1"/>
                </a:solidFill>
                <a:effectLst>
                  <a:outerShdw blurRad="38100" dist="38100" dir="2700000" algn="tl">
                    <a:srgbClr val="000000"/>
                  </a:outerShdw>
                </a:effectLst>
                <a:uLnTx/>
                <a:uFillTx/>
                <a:latin typeface="+mn-lt"/>
                <a:ea typeface="黑体" panose="02010609060101010101" pitchFamily="49" charset="-122"/>
              </a:rPr>
              <a:t>n-1</a:t>
            </a:r>
            <a:r>
              <a:rPr kumimoji="0" lang="zh-CN" altLang="en-US" sz="2400" b="1" i="0" u="none" strike="noStrike" kern="0" cap="none" spc="0" normalizeH="0" baseline="0" noProof="0" dirty="0">
                <a:ln>
                  <a:noFill/>
                </a:ln>
                <a:solidFill>
                  <a:schemeClr val="tx1"/>
                </a:solidFill>
                <a:effectLst>
                  <a:outerShdw blurRad="38100" dist="38100" dir="2700000" algn="tl">
                    <a:srgbClr val="000000"/>
                  </a:outerShdw>
                </a:effectLst>
                <a:uLnTx/>
                <a:uFillTx/>
                <a:latin typeface="+mn-lt"/>
                <a:ea typeface="黑体" panose="02010609060101010101" pitchFamily="49" charset="-122"/>
              </a:rPr>
              <a:t>中选一最小</a:t>
            </a:r>
            <a:r>
              <a:rPr kumimoji="0" lang="en-US" altLang="zh-CN" sz="2400" b="1" i="0" u="none" strike="noStrike" kern="0" cap="none" spc="0" normalizeH="0" baseline="0" noProof="0" dirty="0" err="1">
                <a:ln>
                  <a:noFill/>
                </a:ln>
                <a:solidFill>
                  <a:schemeClr val="tx1"/>
                </a:solidFill>
                <a:effectLst>
                  <a:outerShdw blurRad="38100" dist="38100" dir="2700000" algn="tl">
                    <a:srgbClr val="000000"/>
                  </a:outerShdw>
                </a:effectLst>
                <a:uLnTx/>
                <a:uFillTx/>
                <a:latin typeface="+mn-lt"/>
                <a:ea typeface="黑体" panose="02010609060101010101" pitchFamily="49" charset="-122"/>
              </a:rPr>
              <a:t>a</a:t>
            </a:r>
            <a:r>
              <a:rPr kumimoji="0" lang="en-US" altLang="zh-CN" sz="2400" b="1" i="0" u="none" strike="noStrike" kern="0" cap="none" spc="0" normalizeH="0" baseline="-25000" noProof="0" dirty="0" err="1">
                <a:ln>
                  <a:noFill/>
                </a:ln>
                <a:solidFill>
                  <a:schemeClr val="tx1"/>
                </a:solidFill>
                <a:effectLst>
                  <a:outerShdw blurRad="38100" dist="38100" dir="2700000" algn="tl">
                    <a:srgbClr val="000000"/>
                  </a:outerShdw>
                </a:effectLst>
                <a:uLnTx/>
                <a:uFillTx/>
                <a:latin typeface="+mn-lt"/>
                <a:ea typeface="黑体" panose="02010609060101010101" pitchFamily="49" charset="-122"/>
              </a:rPr>
              <a:t>j</a:t>
            </a:r>
            <a:r>
              <a:rPr kumimoji="0" lang="zh-CN" altLang="en-US" sz="2400" b="1" i="0" u="none" strike="noStrike" kern="0" cap="none" spc="0" normalizeH="0" baseline="0" noProof="0" dirty="0">
                <a:ln>
                  <a:noFill/>
                </a:ln>
                <a:solidFill>
                  <a:schemeClr val="tx1"/>
                </a:solidFill>
                <a:effectLst>
                  <a:outerShdw blurRad="38100" dist="38100" dir="2700000" algn="tl">
                    <a:srgbClr val="000000"/>
                  </a:outerShdw>
                </a:effectLst>
                <a:uLnTx/>
                <a:uFillTx/>
                <a:latin typeface="+mn-lt"/>
                <a:ea typeface="黑体" panose="02010609060101010101" pitchFamily="49" charset="-122"/>
              </a:rPr>
              <a:t>，</a:t>
            </a:r>
            <a:r>
              <a:rPr kumimoji="0" lang="en-US" altLang="zh-CN" sz="2400" b="1" i="0" u="none" strike="noStrike" kern="0" cap="none" spc="0" normalizeH="0" baseline="0" noProof="0" dirty="0">
                <a:ln>
                  <a:noFill/>
                </a:ln>
                <a:solidFill>
                  <a:schemeClr val="accent6">
                    <a:lumMod val="60000"/>
                    <a:lumOff val="40000"/>
                  </a:schemeClr>
                </a:solidFill>
                <a:effectLst>
                  <a:outerShdw blurRad="38100" dist="38100" dir="2700000" algn="tl">
                    <a:srgbClr val="000000"/>
                  </a:outerShdw>
                </a:effectLst>
                <a:uLnTx/>
                <a:uFillTx/>
                <a:latin typeface="+mn-lt"/>
                <a:ea typeface="黑体" panose="02010609060101010101" pitchFamily="49" charset="-122"/>
                <a:cs typeface="+mn-ea"/>
              </a:rPr>
              <a:t>a</a:t>
            </a:r>
            <a:r>
              <a:rPr kumimoji="0" lang="en-US" altLang="zh-CN" sz="2400" b="1" i="0" u="none" strike="noStrike" kern="0" cap="none" spc="0" normalizeH="0" noProof="0" dirty="0">
                <a:ln>
                  <a:noFill/>
                </a:ln>
                <a:solidFill>
                  <a:schemeClr val="accent6">
                    <a:lumMod val="60000"/>
                    <a:lumOff val="40000"/>
                  </a:schemeClr>
                </a:solidFill>
                <a:effectLst>
                  <a:outerShdw blurRad="38100" dist="38100" dir="2700000" algn="tl">
                    <a:srgbClr val="000000"/>
                  </a:outerShdw>
                </a:effectLst>
                <a:uLnTx/>
                <a:uFillTx/>
                <a:latin typeface="+mn-lt"/>
                <a:ea typeface="黑体" panose="02010609060101010101" pitchFamily="49" charset="-122"/>
                <a:cs typeface="+mn-ea"/>
              </a:rPr>
              <a:t>j</a:t>
            </a:r>
            <a:r>
              <a:rPr kumimoji="0" lang="en-US" altLang="zh-CN" sz="2400" b="1" i="0" u="none" strike="noStrike" kern="0" cap="none" spc="0" normalizeH="0" baseline="0" noProof="0" dirty="0">
                <a:ln>
                  <a:noFill/>
                </a:ln>
                <a:solidFill>
                  <a:schemeClr val="accent6">
                    <a:lumMod val="60000"/>
                    <a:lumOff val="40000"/>
                  </a:schemeClr>
                </a:solidFill>
                <a:effectLst>
                  <a:outerShdw blurRad="38100" dist="38100" dir="2700000" algn="tl">
                    <a:srgbClr val="000000"/>
                  </a:outerShdw>
                </a:effectLst>
                <a:uLnTx/>
                <a:uFillTx/>
                <a:latin typeface="+mn-lt"/>
                <a:ea typeface="黑体" panose="02010609060101010101" pitchFamily="49" charset="-122"/>
                <a:cs typeface="+mn-ea"/>
              </a:rPr>
              <a:t>与a</a:t>
            </a:r>
            <a:r>
              <a:rPr kumimoji="0" lang="en-US" altLang="zh-CN" sz="2400" b="1" i="0" u="none" strike="noStrike" kern="0" cap="none" spc="0" normalizeH="0" noProof="0" dirty="0">
                <a:ln>
                  <a:noFill/>
                </a:ln>
                <a:solidFill>
                  <a:schemeClr val="accent6">
                    <a:lumMod val="60000"/>
                    <a:lumOff val="40000"/>
                  </a:schemeClr>
                </a:solidFill>
                <a:effectLst>
                  <a:outerShdw blurRad="38100" dist="38100" dir="2700000" algn="tl">
                    <a:srgbClr val="000000"/>
                  </a:outerShdw>
                </a:effectLst>
                <a:uLnTx/>
                <a:uFillTx/>
                <a:latin typeface="+mn-lt"/>
                <a:ea typeface="黑体" panose="02010609060101010101" pitchFamily="49" charset="-122"/>
                <a:cs typeface="+mn-ea"/>
              </a:rPr>
              <a:t>2</a:t>
            </a:r>
            <a:r>
              <a:rPr kumimoji="0" lang="en-US" altLang="zh-CN" sz="2400" b="1" i="0" u="none" strike="noStrike" kern="0" cap="none" spc="0" normalizeH="0" baseline="0" noProof="0" dirty="0">
                <a:ln>
                  <a:noFill/>
                </a:ln>
                <a:solidFill>
                  <a:schemeClr val="accent6">
                    <a:lumMod val="60000"/>
                    <a:lumOff val="40000"/>
                  </a:schemeClr>
                </a:solidFill>
                <a:effectLst>
                  <a:outerShdw blurRad="38100" dist="38100" dir="2700000" algn="tl">
                    <a:srgbClr val="000000"/>
                  </a:outerShdw>
                </a:effectLst>
                <a:uLnTx/>
                <a:uFillTx/>
                <a:latin typeface="+mn-lt"/>
                <a:ea typeface="黑体" panose="02010609060101010101" pitchFamily="49" charset="-122"/>
                <a:cs typeface="+mn-ea"/>
              </a:rPr>
              <a:t>交换</a:t>
            </a:r>
            <a:br>
              <a:rPr kumimoji="0" lang="en-US" altLang="zh-CN" sz="2400" b="1" i="0" u="none" strike="noStrike" kern="0" cap="none" spc="0" normalizeH="0" baseline="0" noProof="0" dirty="0">
                <a:ln>
                  <a:noFill/>
                </a:ln>
                <a:solidFill>
                  <a:schemeClr val="accent6">
                    <a:lumMod val="60000"/>
                    <a:lumOff val="40000"/>
                  </a:schemeClr>
                </a:solidFill>
                <a:effectLst>
                  <a:outerShdw blurRad="38100" dist="38100" dir="2700000" algn="tl">
                    <a:srgbClr val="000000"/>
                  </a:outerShdw>
                </a:effectLst>
                <a:uLnTx/>
                <a:uFillTx/>
                <a:latin typeface="+mn-lt"/>
                <a:ea typeface="黑体" panose="02010609060101010101" pitchFamily="49" charset="-122"/>
                <a:cs typeface="+mn-ea"/>
              </a:rPr>
            </a:br>
            <a:r>
              <a:rPr kumimoji="0" lang="en-US" altLang="zh-CN" sz="2400" b="1" i="0" u="none" strike="noStrike" kern="0" cap="none" spc="0" normalizeH="0" baseline="0" noProof="0" dirty="0">
                <a:ln>
                  <a:noFill/>
                </a:ln>
                <a:solidFill>
                  <a:schemeClr val="hlink"/>
                </a:solidFill>
                <a:effectLst>
                  <a:outerShdw blurRad="38100" dist="38100" dir="2700000" algn="tl">
                    <a:srgbClr val="000000"/>
                  </a:outerShdw>
                </a:effectLst>
                <a:uLnTx/>
                <a:uFillTx/>
                <a:latin typeface="+mn-lt"/>
                <a:ea typeface="黑体" panose="02010609060101010101" pitchFamily="49" charset="-122"/>
              </a:rPr>
              <a:t>a</a:t>
            </a:r>
            <a:r>
              <a:rPr kumimoji="0" lang="en-US" altLang="zh-CN" sz="2400" b="1" i="0" u="none" strike="noStrike" kern="0" cap="none" spc="0" normalizeH="0" baseline="-25000" noProof="0" dirty="0">
                <a:ln>
                  <a:noFill/>
                </a:ln>
                <a:solidFill>
                  <a:schemeClr val="hlink"/>
                </a:solidFill>
                <a:effectLst>
                  <a:outerShdw blurRad="38100" dist="38100" dir="2700000" algn="tl">
                    <a:srgbClr val="000000"/>
                  </a:outerShdw>
                </a:effectLst>
                <a:uLnTx/>
                <a:uFillTx/>
                <a:latin typeface="+mn-lt"/>
                <a:ea typeface="黑体" panose="02010609060101010101" pitchFamily="49" charset="-122"/>
              </a:rPr>
              <a:t>0</a:t>
            </a:r>
            <a:r>
              <a:rPr kumimoji="0" lang="zh-CN" altLang="en-US" sz="2400" b="1" i="0" u="none" strike="noStrike" kern="0" cap="none" spc="0" normalizeH="0" baseline="0" noProof="0" dirty="0">
                <a:ln>
                  <a:noFill/>
                </a:ln>
                <a:solidFill>
                  <a:schemeClr val="hlink"/>
                </a:solidFill>
                <a:effectLst>
                  <a:outerShdw blurRad="38100" dist="38100" dir="2700000" algn="tl">
                    <a:srgbClr val="000000"/>
                  </a:outerShdw>
                </a:effectLst>
                <a:uLnTx/>
                <a:uFillTx/>
                <a:latin typeface="+mn-lt"/>
                <a:ea typeface="黑体" panose="02010609060101010101" pitchFamily="49" charset="-122"/>
              </a:rPr>
              <a:t>、</a:t>
            </a:r>
            <a:r>
              <a:rPr kumimoji="0" lang="en-US" altLang="zh-CN" sz="2400" b="1" i="0" u="none" strike="noStrike" kern="0" cap="none" spc="0" normalizeH="0" baseline="0" noProof="0" dirty="0">
                <a:ln>
                  <a:noFill/>
                </a:ln>
                <a:solidFill>
                  <a:schemeClr val="hlink"/>
                </a:solidFill>
                <a:effectLst>
                  <a:outerShdw blurRad="38100" dist="38100" dir="2700000" algn="tl">
                    <a:srgbClr val="000000"/>
                  </a:outerShdw>
                </a:effectLst>
                <a:uLnTx/>
                <a:uFillTx/>
                <a:latin typeface="+mn-lt"/>
                <a:ea typeface="黑体" panose="02010609060101010101" pitchFamily="49" charset="-122"/>
              </a:rPr>
              <a:t>a</a:t>
            </a:r>
            <a:r>
              <a:rPr kumimoji="0" lang="en-US" altLang="zh-CN" sz="2400" b="1" i="0" u="none" strike="noStrike" kern="0" cap="none" spc="0" normalizeH="0" baseline="-25000" noProof="0" dirty="0">
                <a:ln>
                  <a:noFill/>
                </a:ln>
                <a:solidFill>
                  <a:schemeClr val="hlink"/>
                </a:solidFill>
                <a:effectLst>
                  <a:outerShdw blurRad="38100" dist="38100" dir="2700000" algn="tl">
                    <a:srgbClr val="000000"/>
                  </a:outerShdw>
                </a:effectLst>
                <a:uLnTx/>
                <a:uFillTx/>
                <a:latin typeface="+mn-lt"/>
                <a:ea typeface="黑体" panose="02010609060101010101" pitchFamily="49" charset="-122"/>
              </a:rPr>
              <a:t>1</a:t>
            </a:r>
            <a:r>
              <a:rPr kumimoji="0" lang="en-US" altLang="zh-CN" sz="2400" b="1" i="0" u="none" strike="noStrike" kern="0" cap="none" spc="0" normalizeH="0" baseline="0" noProof="0" dirty="0">
                <a:ln>
                  <a:noFill/>
                </a:ln>
                <a:solidFill>
                  <a:schemeClr val="hlink"/>
                </a:solidFill>
                <a:effectLst>
                  <a:outerShdw blurRad="38100" dist="38100" dir="2700000" algn="tl">
                    <a:srgbClr val="000000"/>
                  </a:outerShdw>
                </a:effectLst>
                <a:uLnTx/>
                <a:uFillTx/>
                <a:latin typeface="+mn-lt"/>
                <a:ea typeface="黑体" panose="02010609060101010101" pitchFamily="49" charset="-122"/>
              </a:rPr>
              <a:t> </a:t>
            </a:r>
            <a:r>
              <a:rPr kumimoji="0" lang="zh-CN" altLang="en-US" sz="2400" b="1" i="0" u="none" strike="noStrike" kern="0" cap="none" spc="0" normalizeH="0" baseline="0" noProof="0" dirty="0">
                <a:ln>
                  <a:noFill/>
                </a:ln>
                <a:solidFill>
                  <a:schemeClr val="hlink"/>
                </a:solidFill>
                <a:effectLst>
                  <a:outerShdw blurRad="38100" dist="38100" dir="2700000" algn="tl">
                    <a:srgbClr val="000000"/>
                  </a:outerShdw>
                </a:effectLst>
                <a:uLnTx/>
                <a:uFillTx/>
                <a:latin typeface="+mn-lt"/>
                <a:ea typeface="黑体" panose="02010609060101010101" pitchFamily="49" charset="-122"/>
              </a:rPr>
              <a:t>、</a:t>
            </a:r>
            <a:r>
              <a:rPr kumimoji="0" lang="en-US" altLang="zh-CN" sz="2400" b="1" i="0" u="none" strike="noStrike" kern="0" cap="none" spc="0" normalizeH="0" baseline="0" noProof="0" dirty="0">
                <a:ln>
                  <a:noFill/>
                </a:ln>
                <a:solidFill>
                  <a:schemeClr val="hlink"/>
                </a:solidFill>
                <a:effectLst>
                  <a:outerShdw blurRad="38100" dist="38100" dir="2700000" algn="tl">
                    <a:srgbClr val="000000"/>
                  </a:outerShdw>
                </a:effectLst>
                <a:uLnTx/>
                <a:uFillTx/>
                <a:latin typeface="+mn-lt"/>
                <a:ea typeface="黑体" panose="02010609060101010101" pitchFamily="49" charset="-122"/>
              </a:rPr>
              <a:t>a</a:t>
            </a:r>
            <a:r>
              <a:rPr kumimoji="0" lang="en-US" altLang="zh-CN" sz="2400" b="1" i="0" u="none" strike="noStrike" kern="0" cap="none" spc="0" normalizeH="0" baseline="-25000" noProof="0" dirty="0">
                <a:ln>
                  <a:noFill/>
                </a:ln>
                <a:solidFill>
                  <a:schemeClr val="hlink"/>
                </a:solidFill>
                <a:effectLst>
                  <a:outerShdw blurRad="38100" dist="38100" dir="2700000" algn="tl">
                    <a:srgbClr val="000000"/>
                  </a:outerShdw>
                </a:effectLst>
                <a:uLnTx/>
                <a:uFillTx/>
                <a:latin typeface="+mn-lt"/>
                <a:ea typeface="黑体" panose="02010609060101010101" pitchFamily="49" charset="-122"/>
              </a:rPr>
              <a:t>2</a:t>
            </a:r>
            <a:r>
              <a:rPr kumimoji="0" lang="zh-CN" altLang="en-US" sz="2400" b="1" i="0" u="none" strike="noStrike" kern="0" cap="none" spc="0" normalizeH="0" baseline="0" noProof="0" dirty="0">
                <a:ln>
                  <a:noFill/>
                </a:ln>
                <a:solidFill>
                  <a:schemeClr val="hlink"/>
                </a:solidFill>
                <a:effectLst>
                  <a:outerShdw blurRad="38100" dist="38100" dir="2700000" algn="tl">
                    <a:srgbClr val="000000"/>
                  </a:outerShdw>
                </a:effectLst>
                <a:uLnTx/>
                <a:uFillTx/>
                <a:latin typeface="+mn-lt"/>
                <a:ea typeface="黑体" panose="02010609060101010101" pitchFamily="49" charset="-122"/>
              </a:rPr>
              <a:t>排好序</a:t>
            </a:r>
            <a:br>
              <a:rPr kumimoji="0" lang="zh-CN" altLang="en-US" sz="2400" b="1" i="0" u="none" strike="noStrike" kern="0" cap="none" spc="0" normalizeH="0" baseline="0" noProof="0" dirty="0">
                <a:ln>
                  <a:noFill/>
                </a:ln>
                <a:solidFill>
                  <a:schemeClr val="hlink"/>
                </a:solidFill>
                <a:effectLst>
                  <a:outerShdw blurRad="38100" dist="38100" dir="2700000" algn="tl">
                    <a:srgbClr val="000000"/>
                  </a:outerShdw>
                </a:effectLst>
                <a:uLnTx/>
                <a:uFillTx/>
                <a:latin typeface="+mn-lt"/>
                <a:ea typeface="黑体" panose="02010609060101010101" pitchFamily="49" charset="-122"/>
              </a:rPr>
            </a:br>
            <a:r>
              <a:rPr kumimoji="0" lang="zh-CN" altLang="en-US" sz="2400" b="1" i="0" u="none" strike="noStrike" kern="0" cap="none" spc="0" normalizeH="0" baseline="0" noProof="0" dirty="0">
                <a:ln>
                  <a:noFill/>
                </a:ln>
                <a:solidFill>
                  <a:schemeClr val="tx1"/>
                </a:solidFill>
                <a:effectLst>
                  <a:outerShdw blurRad="38100" dist="38100" dir="2700000" algn="tl">
                    <a:srgbClr val="000000"/>
                  </a:outerShdw>
                </a:effectLst>
                <a:uLnTx/>
                <a:uFillTx/>
                <a:latin typeface="+mn-lt"/>
                <a:ea typeface="黑体" panose="02010609060101010101" pitchFamily="49" charset="-122"/>
              </a:rPr>
              <a:t>                 </a:t>
            </a:r>
            <a:r>
              <a:rPr kumimoji="0" lang="en-US" altLang="zh-CN" sz="2400" b="1" i="0" u="none" strike="noStrike" kern="0" cap="none" spc="0" normalizeH="0" baseline="0" noProof="0" dirty="0">
                <a:ln>
                  <a:noFill/>
                </a:ln>
                <a:solidFill>
                  <a:schemeClr val="tx1"/>
                </a:solidFill>
                <a:effectLst>
                  <a:outerShdw blurRad="38100" dist="38100" dir="2700000" algn="tl">
                    <a:srgbClr val="000000"/>
                  </a:outerShdw>
                </a:effectLst>
                <a:uLnTx/>
                <a:uFillTx/>
                <a:latin typeface="+mn-lt"/>
                <a:ea typeface="黑体" panose="02010609060101010101" pitchFamily="49" charset="-122"/>
              </a:rPr>
              <a:t>... ... ... ... ... ... ... ... ...</a:t>
            </a:r>
            <a:br>
              <a:rPr kumimoji="0" lang="en-US" altLang="zh-CN" sz="2400" b="1" i="0" u="none" strike="noStrike" kern="0" cap="none" spc="0" normalizeH="0" baseline="0" noProof="0" dirty="0">
                <a:ln>
                  <a:noFill/>
                </a:ln>
                <a:solidFill>
                  <a:schemeClr val="tx1"/>
                </a:solidFill>
                <a:effectLst>
                  <a:outerShdw blurRad="38100" dist="38100" dir="2700000" algn="tl">
                    <a:srgbClr val="000000"/>
                  </a:outerShdw>
                </a:effectLst>
                <a:uLnTx/>
                <a:uFillTx/>
                <a:latin typeface="+mn-lt"/>
                <a:ea typeface="黑体" panose="02010609060101010101" pitchFamily="49" charset="-122"/>
              </a:rPr>
            </a:br>
            <a:r>
              <a:rPr kumimoji="0" lang="en-US" altLang="zh-CN" sz="2400" b="1" i="0" u="none" strike="noStrike" kern="0" cap="none" spc="0" normalizeH="0" baseline="0" noProof="0" dirty="0">
                <a:ln>
                  <a:noFill/>
                </a:ln>
                <a:solidFill>
                  <a:schemeClr val="hlink"/>
                </a:solidFill>
                <a:effectLst>
                  <a:outerShdw blurRad="38100" dist="38100" dir="2700000" algn="tl">
                    <a:srgbClr val="000000"/>
                  </a:outerShdw>
                </a:effectLst>
                <a:uLnTx/>
                <a:uFillTx/>
                <a:latin typeface="+mn-lt"/>
                <a:ea typeface="黑体" panose="02010609060101010101" pitchFamily="49" charset="-122"/>
              </a:rPr>
              <a:t>a</a:t>
            </a:r>
            <a:r>
              <a:rPr kumimoji="0" lang="en-US" altLang="zh-CN" sz="2400" b="1" i="0" u="none" strike="noStrike" kern="0" cap="none" spc="0" normalizeH="0" baseline="-25000" noProof="0" dirty="0">
                <a:ln>
                  <a:noFill/>
                </a:ln>
                <a:solidFill>
                  <a:schemeClr val="hlink"/>
                </a:solidFill>
                <a:effectLst>
                  <a:outerShdw blurRad="38100" dist="38100" dir="2700000" algn="tl">
                    <a:srgbClr val="000000"/>
                  </a:outerShdw>
                </a:effectLst>
                <a:uLnTx/>
                <a:uFillTx/>
                <a:latin typeface="+mn-lt"/>
                <a:ea typeface="黑体" panose="02010609060101010101" pitchFamily="49" charset="-122"/>
              </a:rPr>
              <a:t>0</a:t>
            </a:r>
            <a:r>
              <a:rPr kumimoji="0" lang="zh-CN" altLang="en-US" sz="2400" b="1" i="0" u="none" strike="noStrike" kern="0" cap="none" spc="0" normalizeH="0" baseline="0" noProof="0" dirty="0">
                <a:ln>
                  <a:noFill/>
                </a:ln>
                <a:solidFill>
                  <a:schemeClr val="hlink"/>
                </a:solidFill>
                <a:effectLst>
                  <a:outerShdw blurRad="38100" dist="38100" dir="2700000" algn="tl">
                    <a:srgbClr val="000000"/>
                  </a:outerShdw>
                </a:effectLst>
                <a:uLnTx/>
                <a:uFillTx/>
                <a:latin typeface="+mn-lt"/>
                <a:ea typeface="黑体" panose="02010609060101010101" pitchFamily="49" charset="-122"/>
              </a:rPr>
              <a:t>、</a:t>
            </a:r>
            <a:r>
              <a:rPr kumimoji="0" lang="en-US" altLang="zh-CN" sz="2400" b="1" i="0" u="none" strike="noStrike" kern="0" cap="none" spc="0" normalizeH="0" baseline="0" noProof="0" dirty="0">
                <a:ln>
                  <a:noFill/>
                </a:ln>
                <a:solidFill>
                  <a:schemeClr val="hlink"/>
                </a:solidFill>
                <a:effectLst>
                  <a:outerShdw blurRad="38100" dist="38100" dir="2700000" algn="tl">
                    <a:srgbClr val="000000"/>
                  </a:outerShdw>
                </a:effectLst>
                <a:uLnTx/>
                <a:uFillTx/>
                <a:latin typeface="+mn-lt"/>
                <a:ea typeface="黑体" panose="02010609060101010101" pitchFamily="49" charset="-122"/>
              </a:rPr>
              <a:t>a</a:t>
            </a:r>
            <a:r>
              <a:rPr kumimoji="0" lang="en-US" altLang="zh-CN" sz="2400" b="1" i="0" u="none" strike="noStrike" kern="0" cap="none" spc="0" normalizeH="0" baseline="-25000" noProof="0" dirty="0">
                <a:ln>
                  <a:noFill/>
                </a:ln>
                <a:solidFill>
                  <a:schemeClr val="hlink"/>
                </a:solidFill>
                <a:effectLst>
                  <a:outerShdw blurRad="38100" dist="38100" dir="2700000" algn="tl">
                    <a:srgbClr val="000000"/>
                  </a:outerShdw>
                </a:effectLst>
                <a:uLnTx/>
                <a:uFillTx/>
                <a:latin typeface="+mn-lt"/>
                <a:ea typeface="黑体" panose="02010609060101010101" pitchFamily="49" charset="-122"/>
              </a:rPr>
              <a:t>1</a:t>
            </a:r>
            <a:r>
              <a:rPr kumimoji="0" lang="en-US" altLang="zh-CN" sz="2400" b="1" i="0" u="none" strike="noStrike" kern="0" cap="none" spc="0" normalizeH="0" baseline="0" noProof="0" dirty="0">
                <a:ln>
                  <a:noFill/>
                </a:ln>
                <a:solidFill>
                  <a:schemeClr val="hlink"/>
                </a:solidFill>
                <a:effectLst>
                  <a:outerShdw blurRad="38100" dist="38100" dir="2700000" algn="tl">
                    <a:srgbClr val="000000"/>
                  </a:outerShdw>
                </a:effectLst>
                <a:uLnTx/>
                <a:uFillTx/>
                <a:latin typeface="+mn-lt"/>
                <a:ea typeface="黑体" panose="02010609060101010101" pitchFamily="49" charset="-122"/>
              </a:rPr>
              <a:t> </a:t>
            </a:r>
            <a:r>
              <a:rPr kumimoji="0" lang="zh-CN" altLang="en-US" sz="2400" b="1" i="0" u="none" strike="noStrike" kern="0" cap="none" spc="0" normalizeH="0" baseline="0" noProof="0" dirty="0">
                <a:ln>
                  <a:noFill/>
                </a:ln>
                <a:solidFill>
                  <a:schemeClr val="hlink"/>
                </a:solidFill>
                <a:effectLst>
                  <a:outerShdw blurRad="38100" dist="38100" dir="2700000" algn="tl">
                    <a:srgbClr val="000000"/>
                  </a:outerShdw>
                </a:effectLst>
                <a:uLnTx/>
                <a:uFillTx/>
                <a:latin typeface="+mn-lt"/>
                <a:ea typeface="黑体" panose="02010609060101010101" pitchFamily="49" charset="-122"/>
              </a:rPr>
              <a:t>、</a:t>
            </a:r>
            <a:r>
              <a:rPr kumimoji="0" lang="en-US" altLang="zh-CN" sz="2400" b="1" i="0" u="none" strike="noStrike" kern="0" cap="none" spc="0" normalizeH="0" baseline="0" noProof="0" dirty="0">
                <a:ln>
                  <a:noFill/>
                </a:ln>
                <a:solidFill>
                  <a:schemeClr val="hlink"/>
                </a:solidFill>
                <a:effectLst>
                  <a:outerShdw blurRad="38100" dist="38100" dir="2700000" algn="tl">
                    <a:srgbClr val="000000"/>
                  </a:outerShdw>
                </a:effectLst>
                <a:uLnTx/>
                <a:uFillTx/>
                <a:latin typeface="+mn-lt"/>
                <a:ea typeface="黑体" panose="02010609060101010101" pitchFamily="49" charset="-122"/>
              </a:rPr>
              <a:t>a</a:t>
            </a:r>
            <a:r>
              <a:rPr kumimoji="0" lang="en-US" altLang="zh-CN" sz="2400" b="1" i="0" u="none" strike="noStrike" kern="0" cap="none" spc="0" normalizeH="0" baseline="-25000" noProof="0" dirty="0">
                <a:ln>
                  <a:noFill/>
                </a:ln>
                <a:solidFill>
                  <a:schemeClr val="hlink"/>
                </a:solidFill>
                <a:effectLst>
                  <a:outerShdw blurRad="38100" dist="38100" dir="2700000" algn="tl">
                    <a:srgbClr val="000000"/>
                  </a:outerShdw>
                </a:effectLst>
                <a:uLnTx/>
                <a:uFillTx/>
                <a:latin typeface="+mn-lt"/>
                <a:ea typeface="黑体" panose="02010609060101010101" pitchFamily="49" charset="-122"/>
              </a:rPr>
              <a:t>2</a:t>
            </a:r>
            <a:r>
              <a:rPr kumimoji="0" lang="zh-CN" altLang="en-US" sz="2400" b="1" i="0" u="none" strike="noStrike" kern="0" cap="none" spc="0" normalizeH="0" baseline="0" noProof="0" dirty="0">
                <a:ln>
                  <a:noFill/>
                </a:ln>
                <a:solidFill>
                  <a:schemeClr val="hlink"/>
                </a:solidFill>
                <a:effectLst>
                  <a:outerShdw blurRad="38100" dist="38100" dir="2700000" algn="tl">
                    <a:srgbClr val="000000"/>
                  </a:outerShdw>
                </a:effectLst>
                <a:uLnTx/>
                <a:uFillTx/>
                <a:latin typeface="+mn-lt"/>
                <a:ea typeface="黑体" panose="02010609060101010101" pitchFamily="49" charset="-122"/>
              </a:rPr>
              <a:t>、</a:t>
            </a:r>
            <a:r>
              <a:rPr kumimoji="0" lang="en-US" altLang="zh-CN" sz="2400" b="1" i="0" u="none" strike="noStrike" kern="0" cap="none" spc="0" normalizeH="0" baseline="0" noProof="0" dirty="0">
                <a:ln>
                  <a:noFill/>
                </a:ln>
                <a:solidFill>
                  <a:schemeClr val="hlink"/>
                </a:solidFill>
                <a:effectLst>
                  <a:outerShdw blurRad="38100" dist="38100" dir="2700000" algn="tl">
                    <a:srgbClr val="000000"/>
                  </a:outerShdw>
                </a:effectLst>
                <a:uLnTx/>
                <a:uFillTx/>
                <a:latin typeface="+mn-lt"/>
                <a:ea typeface="黑体" panose="02010609060101010101" pitchFamily="49" charset="-122"/>
              </a:rPr>
              <a:t>…</a:t>
            </a:r>
            <a:r>
              <a:rPr kumimoji="0" lang="zh-CN" altLang="en-US" sz="2400" b="1" i="0" u="none" strike="noStrike" kern="0" cap="none" spc="0" normalizeH="0" baseline="0" noProof="0" dirty="0">
                <a:ln>
                  <a:noFill/>
                </a:ln>
                <a:solidFill>
                  <a:schemeClr val="hlink"/>
                </a:solidFill>
                <a:effectLst>
                  <a:outerShdw blurRad="38100" dist="38100" dir="2700000" algn="tl">
                    <a:srgbClr val="000000"/>
                  </a:outerShdw>
                </a:effectLst>
                <a:uLnTx/>
                <a:uFillTx/>
                <a:latin typeface="+mn-lt"/>
                <a:ea typeface="黑体" panose="02010609060101010101" pitchFamily="49" charset="-122"/>
              </a:rPr>
              <a:t>、 </a:t>
            </a:r>
            <a:r>
              <a:rPr kumimoji="0" lang="en-US" altLang="zh-CN" sz="2400" b="1" i="0" u="none" strike="noStrike" kern="0" cap="none" spc="0" normalizeH="0" baseline="0" noProof="0" dirty="0">
                <a:ln>
                  <a:noFill/>
                </a:ln>
                <a:solidFill>
                  <a:schemeClr val="hlink"/>
                </a:solidFill>
                <a:effectLst>
                  <a:outerShdw blurRad="38100" dist="38100" dir="2700000" algn="tl">
                    <a:srgbClr val="000000"/>
                  </a:outerShdw>
                </a:effectLst>
                <a:uLnTx/>
                <a:uFillTx/>
                <a:latin typeface="+mn-lt"/>
                <a:ea typeface="黑体" panose="02010609060101010101" pitchFamily="49" charset="-122"/>
              </a:rPr>
              <a:t>a</a:t>
            </a:r>
            <a:r>
              <a:rPr kumimoji="0" lang="en-US" altLang="zh-CN" sz="2400" b="1" i="0" u="none" strike="noStrike" kern="0" cap="none" spc="0" normalizeH="0" baseline="-25000" noProof="0" dirty="0">
                <a:ln>
                  <a:noFill/>
                </a:ln>
                <a:solidFill>
                  <a:schemeClr val="hlink"/>
                </a:solidFill>
                <a:effectLst>
                  <a:outerShdw blurRad="38100" dist="38100" dir="2700000" algn="tl">
                    <a:srgbClr val="000000"/>
                  </a:outerShdw>
                </a:effectLst>
                <a:uLnTx/>
                <a:uFillTx/>
                <a:latin typeface="+mn-lt"/>
                <a:ea typeface="黑体" panose="02010609060101010101" pitchFamily="49" charset="-122"/>
              </a:rPr>
              <a:t>n-3</a:t>
            </a:r>
            <a:r>
              <a:rPr kumimoji="0" lang="zh-CN" altLang="en-US" sz="2400" b="1" i="0" u="none" strike="noStrike" kern="0" cap="none" spc="0" normalizeH="0" baseline="0" noProof="0" dirty="0">
                <a:ln>
                  <a:noFill/>
                </a:ln>
                <a:solidFill>
                  <a:schemeClr val="hlink"/>
                </a:solidFill>
                <a:effectLst>
                  <a:outerShdw blurRad="38100" dist="38100" dir="2700000" algn="tl">
                    <a:srgbClr val="000000"/>
                  </a:outerShdw>
                </a:effectLst>
                <a:uLnTx/>
                <a:uFillTx/>
                <a:latin typeface="+mn-lt"/>
                <a:ea typeface="黑体" panose="02010609060101010101" pitchFamily="49" charset="-122"/>
              </a:rPr>
              <a:t>排好序</a:t>
            </a:r>
            <a:endParaRPr kumimoji="0" lang="zh-CN" altLang="en-US" sz="2400" b="1" i="0" u="none" strike="noStrike" kern="0" cap="none" spc="0" normalizeH="0" baseline="0" noProof="0" dirty="0">
              <a:ln>
                <a:noFill/>
              </a:ln>
              <a:solidFill>
                <a:schemeClr val="hlink"/>
              </a:solidFill>
              <a:effectLst>
                <a:outerShdw blurRad="38100" dist="38100" dir="2700000" algn="tl">
                  <a:srgbClr val="000000"/>
                </a:outerShdw>
              </a:effectLst>
              <a:uLnTx/>
              <a:uFillTx/>
              <a:latin typeface="+mn-lt"/>
              <a:ea typeface="黑体" panose="02010609060101010101" pitchFamily="49" charset="-122"/>
            </a:endParaRPr>
          </a:p>
          <a:p>
            <a:pPr marL="742950" marR="0" lvl="1" indent="-285750" algn="l" defTabSz="914400" rtl="0" eaLnBrk="1" fontAlgn="base" latinLnBrk="0" hangingPunct="1">
              <a:lnSpc>
                <a:spcPct val="120000"/>
              </a:lnSpc>
              <a:spcBef>
                <a:spcPct val="15000"/>
              </a:spcBef>
              <a:spcAft>
                <a:spcPct val="15000"/>
              </a:spcAft>
              <a:buClr>
                <a:schemeClr val="tx1"/>
              </a:buClr>
              <a:buSzTx/>
              <a:buFontTx/>
              <a:buChar char="–"/>
              <a:defRPr/>
            </a:pPr>
            <a:r>
              <a:rPr kumimoji="0" lang="zh-CN" altLang="en-US" sz="2400" b="1" i="0" u="none" strike="noStrike" kern="0" cap="none" spc="0" normalizeH="0" baseline="0" noProof="0" dirty="0">
                <a:ln>
                  <a:noFill/>
                </a:ln>
                <a:solidFill>
                  <a:schemeClr val="tx1"/>
                </a:solidFill>
                <a:effectLst>
                  <a:outerShdw blurRad="38100" dist="38100" dir="2700000" algn="tl">
                    <a:srgbClr val="000000"/>
                  </a:outerShdw>
                </a:effectLst>
                <a:uLnTx/>
                <a:uFillTx/>
                <a:latin typeface="+mn-lt"/>
                <a:ea typeface="黑体" panose="02010609060101010101" pitchFamily="49" charset="-122"/>
              </a:rPr>
              <a:t>在</a:t>
            </a:r>
            <a:r>
              <a:rPr kumimoji="0" lang="en-US" altLang="zh-CN" sz="2400" b="1" i="0" u="none" strike="noStrike" kern="0" cap="none" spc="0" normalizeH="0" baseline="0" noProof="0" dirty="0">
                <a:ln>
                  <a:noFill/>
                </a:ln>
                <a:solidFill>
                  <a:schemeClr val="tx1"/>
                </a:solidFill>
                <a:effectLst>
                  <a:outerShdw blurRad="38100" dist="38100" dir="2700000" algn="tl">
                    <a:srgbClr val="000000"/>
                  </a:outerShdw>
                </a:effectLst>
                <a:uLnTx/>
                <a:uFillTx/>
                <a:latin typeface="+mn-lt"/>
                <a:ea typeface="黑体" panose="02010609060101010101" pitchFamily="49" charset="-122"/>
              </a:rPr>
              <a:t>a</a:t>
            </a:r>
            <a:r>
              <a:rPr kumimoji="0" lang="en-US" altLang="zh-CN" sz="2400" b="1" i="0" u="none" strike="noStrike" kern="0" cap="none" spc="0" normalizeH="0" baseline="-25000" noProof="0" dirty="0">
                <a:ln>
                  <a:noFill/>
                </a:ln>
                <a:solidFill>
                  <a:schemeClr val="tx1"/>
                </a:solidFill>
                <a:effectLst>
                  <a:outerShdw blurRad="38100" dist="38100" dir="2700000" algn="tl">
                    <a:srgbClr val="000000"/>
                  </a:outerShdw>
                </a:effectLst>
                <a:uLnTx/>
                <a:uFillTx/>
                <a:latin typeface="+mn-lt"/>
                <a:ea typeface="黑体" panose="02010609060101010101" pitchFamily="49" charset="-122"/>
              </a:rPr>
              <a:t>n-2</a:t>
            </a:r>
            <a:r>
              <a:rPr kumimoji="0" lang="en-US" altLang="zh-CN" sz="2400" b="1" i="0" u="none" strike="noStrike" kern="0" cap="none" spc="0" normalizeH="0" baseline="0" noProof="0" dirty="0">
                <a:ln>
                  <a:noFill/>
                </a:ln>
                <a:solidFill>
                  <a:schemeClr val="tx1"/>
                </a:solidFill>
                <a:effectLst>
                  <a:outerShdw blurRad="38100" dist="38100" dir="2700000" algn="tl">
                    <a:srgbClr val="000000"/>
                  </a:outerShdw>
                </a:effectLst>
                <a:uLnTx/>
                <a:uFillTx/>
                <a:latin typeface="+mn-lt"/>
                <a:ea typeface="黑体" panose="02010609060101010101" pitchFamily="49" charset="-122"/>
              </a:rPr>
              <a:t>~a</a:t>
            </a:r>
            <a:r>
              <a:rPr kumimoji="0" lang="en-US" altLang="zh-CN" sz="2400" b="1" i="0" u="none" strike="noStrike" kern="0" cap="none" spc="0" normalizeH="0" baseline="-25000" noProof="0" dirty="0">
                <a:ln>
                  <a:noFill/>
                </a:ln>
                <a:solidFill>
                  <a:schemeClr val="tx1"/>
                </a:solidFill>
                <a:effectLst>
                  <a:outerShdw blurRad="38100" dist="38100" dir="2700000" algn="tl">
                    <a:srgbClr val="000000"/>
                  </a:outerShdw>
                </a:effectLst>
                <a:uLnTx/>
                <a:uFillTx/>
                <a:latin typeface="+mn-lt"/>
                <a:ea typeface="黑体" panose="02010609060101010101" pitchFamily="49" charset="-122"/>
              </a:rPr>
              <a:t>n-1</a:t>
            </a:r>
            <a:r>
              <a:rPr kumimoji="0" lang="zh-CN" altLang="en-US" sz="2400" b="1" i="0" u="none" strike="noStrike" kern="0" cap="none" spc="0" normalizeH="0" baseline="0" noProof="0" dirty="0">
                <a:ln>
                  <a:noFill/>
                </a:ln>
                <a:solidFill>
                  <a:schemeClr val="tx1"/>
                </a:solidFill>
                <a:effectLst>
                  <a:outerShdw blurRad="38100" dist="38100" dir="2700000" algn="tl">
                    <a:srgbClr val="000000"/>
                  </a:outerShdw>
                </a:effectLst>
                <a:uLnTx/>
                <a:uFillTx/>
                <a:latin typeface="+mn-lt"/>
                <a:ea typeface="黑体" panose="02010609060101010101" pitchFamily="49" charset="-122"/>
              </a:rPr>
              <a:t>中选一个最小</a:t>
            </a:r>
            <a:r>
              <a:rPr kumimoji="0" lang="en-US" altLang="zh-CN" sz="2400" b="1" i="0" u="none" strike="noStrike" kern="0" cap="none" spc="0" normalizeH="0" baseline="0" noProof="0" dirty="0" err="1">
                <a:ln>
                  <a:noFill/>
                </a:ln>
                <a:solidFill>
                  <a:schemeClr val="tx1"/>
                </a:solidFill>
                <a:effectLst>
                  <a:outerShdw blurRad="38100" dist="38100" dir="2700000" algn="tl">
                    <a:srgbClr val="000000"/>
                  </a:outerShdw>
                </a:effectLst>
                <a:uLnTx/>
                <a:uFillTx/>
                <a:latin typeface="+mn-lt"/>
                <a:ea typeface="黑体" panose="02010609060101010101" pitchFamily="49" charset="-122"/>
              </a:rPr>
              <a:t>a</a:t>
            </a:r>
            <a:r>
              <a:rPr kumimoji="0" lang="en-US" altLang="zh-CN" sz="2400" b="1" i="0" u="none" strike="noStrike" kern="0" cap="none" spc="0" normalizeH="0" baseline="-25000" noProof="0" dirty="0" err="1">
                <a:ln>
                  <a:noFill/>
                </a:ln>
                <a:solidFill>
                  <a:schemeClr val="tx1"/>
                </a:solidFill>
                <a:effectLst>
                  <a:outerShdw blurRad="38100" dist="38100" dir="2700000" algn="tl">
                    <a:srgbClr val="000000"/>
                  </a:outerShdw>
                </a:effectLst>
                <a:uLnTx/>
                <a:uFillTx/>
                <a:latin typeface="+mn-lt"/>
                <a:ea typeface="黑体" panose="02010609060101010101" pitchFamily="49" charset="-122"/>
              </a:rPr>
              <a:t>j</a:t>
            </a:r>
            <a:r>
              <a:rPr kumimoji="0" lang="zh-CN" altLang="en-US" sz="2400" b="1" i="0" u="none" strike="noStrike" kern="0" cap="none" spc="0" normalizeH="0" baseline="0" noProof="0" dirty="0">
                <a:ln>
                  <a:noFill/>
                </a:ln>
                <a:solidFill>
                  <a:schemeClr val="tx1"/>
                </a:solidFill>
                <a:effectLst>
                  <a:outerShdw blurRad="38100" dist="38100" dir="2700000" algn="tl">
                    <a:srgbClr val="000000"/>
                  </a:outerShdw>
                </a:effectLst>
                <a:uLnTx/>
                <a:uFillTx/>
                <a:latin typeface="+mn-lt"/>
                <a:ea typeface="黑体" panose="02010609060101010101" pitchFamily="49" charset="-122"/>
              </a:rPr>
              <a:t>，</a:t>
            </a:r>
            <a:r>
              <a:rPr kumimoji="0" lang="en-US" altLang="zh-CN" sz="2400" b="1" i="0" u="none" strike="noStrike" kern="0" cap="none" spc="0" normalizeH="0" baseline="0" noProof="0" dirty="0">
                <a:ln>
                  <a:noFill/>
                </a:ln>
                <a:solidFill>
                  <a:schemeClr val="accent6">
                    <a:lumMod val="60000"/>
                    <a:lumOff val="40000"/>
                  </a:schemeClr>
                </a:solidFill>
                <a:effectLst>
                  <a:outerShdw blurRad="38100" dist="38100" dir="2700000" algn="tl">
                    <a:srgbClr val="000000"/>
                  </a:outerShdw>
                </a:effectLst>
                <a:uLnTx/>
                <a:uFillTx/>
                <a:latin typeface="+mn-lt"/>
                <a:ea typeface="黑体" panose="02010609060101010101" pitchFamily="49" charset="-122"/>
                <a:cs typeface="+mn-ea"/>
              </a:rPr>
              <a:t>把a</a:t>
            </a:r>
            <a:r>
              <a:rPr kumimoji="0" lang="en-US" altLang="zh-CN" sz="2400" b="1" i="0" u="none" strike="noStrike" kern="0" cap="none" spc="0" normalizeH="0" noProof="0" dirty="0">
                <a:ln>
                  <a:noFill/>
                </a:ln>
                <a:solidFill>
                  <a:schemeClr val="accent6">
                    <a:lumMod val="60000"/>
                    <a:lumOff val="40000"/>
                  </a:schemeClr>
                </a:solidFill>
                <a:effectLst>
                  <a:outerShdw blurRad="38100" dist="38100" dir="2700000" algn="tl">
                    <a:srgbClr val="000000"/>
                  </a:outerShdw>
                </a:effectLst>
                <a:uLnTx/>
                <a:uFillTx/>
                <a:latin typeface="+mn-lt"/>
                <a:ea typeface="黑体" panose="02010609060101010101" pitchFamily="49" charset="-122"/>
                <a:cs typeface="+mn-ea"/>
              </a:rPr>
              <a:t>j</a:t>
            </a:r>
            <a:r>
              <a:rPr kumimoji="0" lang="en-US" altLang="zh-CN" sz="2400" b="1" i="0" u="none" strike="noStrike" kern="0" cap="none" spc="0" normalizeH="0" baseline="0" noProof="0" dirty="0">
                <a:ln>
                  <a:noFill/>
                </a:ln>
                <a:solidFill>
                  <a:schemeClr val="accent6">
                    <a:lumMod val="60000"/>
                    <a:lumOff val="40000"/>
                  </a:schemeClr>
                </a:solidFill>
                <a:effectLst>
                  <a:outerShdw blurRad="38100" dist="38100" dir="2700000" algn="tl">
                    <a:srgbClr val="000000"/>
                  </a:outerShdw>
                </a:effectLst>
                <a:uLnTx/>
                <a:uFillTx/>
                <a:latin typeface="+mn-lt"/>
                <a:ea typeface="黑体" panose="02010609060101010101" pitchFamily="49" charset="-122"/>
                <a:cs typeface="+mn-ea"/>
              </a:rPr>
              <a:t>与a</a:t>
            </a:r>
            <a:r>
              <a:rPr kumimoji="0" lang="en-US" altLang="zh-CN" sz="2400" b="1" i="0" u="none" strike="noStrike" kern="0" cap="none" spc="0" normalizeH="0" noProof="0" dirty="0">
                <a:ln>
                  <a:noFill/>
                </a:ln>
                <a:solidFill>
                  <a:schemeClr val="accent6">
                    <a:lumMod val="60000"/>
                    <a:lumOff val="40000"/>
                  </a:schemeClr>
                </a:solidFill>
                <a:effectLst>
                  <a:outerShdw blurRad="38100" dist="38100" dir="2700000" algn="tl">
                    <a:srgbClr val="000000"/>
                  </a:outerShdw>
                </a:effectLst>
                <a:uLnTx/>
                <a:uFillTx/>
                <a:latin typeface="+mn-lt"/>
                <a:ea typeface="黑体" panose="02010609060101010101" pitchFamily="49" charset="-122"/>
                <a:cs typeface="+mn-ea"/>
              </a:rPr>
              <a:t>n-2</a:t>
            </a:r>
            <a:r>
              <a:rPr kumimoji="0" lang="en-US" altLang="zh-CN" sz="2400" b="1" i="0" u="none" strike="noStrike" kern="0" cap="none" spc="0" normalizeH="0" baseline="0" noProof="0" dirty="0">
                <a:ln>
                  <a:noFill/>
                </a:ln>
                <a:solidFill>
                  <a:schemeClr val="accent6">
                    <a:lumMod val="60000"/>
                    <a:lumOff val="40000"/>
                  </a:schemeClr>
                </a:solidFill>
                <a:effectLst>
                  <a:outerShdw blurRad="38100" dist="38100" dir="2700000" algn="tl">
                    <a:srgbClr val="000000"/>
                  </a:outerShdw>
                </a:effectLst>
                <a:uLnTx/>
                <a:uFillTx/>
                <a:latin typeface="+mn-lt"/>
                <a:ea typeface="黑体" panose="02010609060101010101" pitchFamily="49" charset="-122"/>
                <a:cs typeface="+mn-ea"/>
              </a:rPr>
              <a:t>交换</a:t>
            </a:r>
            <a:br>
              <a:rPr kumimoji="0" lang="en-US" altLang="zh-CN" sz="2400" b="1" i="0" u="none" strike="noStrike" kern="0" cap="none" spc="0" normalizeH="0" baseline="0" noProof="0" dirty="0">
                <a:ln>
                  <a:noFill/>
                </a:ln>
                <a:solidFill>
                  <a:schemeClr val="accent6">
                    <a:lumMod val="60000"/>
                    <a:lumOff val="40000"/>
                  </a:schemeClr>
                </a:solidFill>
                <a:effectLst>
                  <a:outerShdw blurRad="38100" dist="38100" dir="2700000" algn="tl">
                    <a:srgbClr val="000000"/>
                  </a:outerShdw>
                </a:effectLst>
                <a:uLnTx/>
                <a:uFillTx/>
                <a:latin typeface="+mn-lt"/>
                <a:ea typeface="黑体" panose="02010609060101010101" pitchFamily="49" charset="-122"/>
                <a:cs typeface="+mn-ea"/>
              </a:rPr>
            </a:br>
            <a:r>
              <a:rPr kumimoji="0" lang="en-US" altLang="zh-CN" sz="2400" b="1" i="0" u="none" strike="noStrike" kern="0" cap="none" spc="0" normalizeH="0" baseline="0" noProof="0" dirty="0">
                <a:ln>
                  <a:noFill/>
                </a:ln>
                <a:solidFill>
                  <a:schemeClr val="hlink"/>
                </a:solidFill>
                <a:effectLst>
                  <a:outerShdw blurRad="38100" dist="38100" dir="2700000" algn="tl">
                    <a:srgbClr val="000000"/>
                  </a:outerShdw>
                </a:effectLst>
                <a:uLnTx/>
                <a:uFillTx/>
                <a:latin typeface="+mn-lt"/>
                <a:ea typeface="黑体" panose="02010609060101010101" pitchFamily="49" charset="-122"/>
              </a:rPr>
              <a:t>a</a:t>
            </a:r>
            <a:r>
              <a:rPr kumimoji="0" lang="en-US" altLang="zh-CN" sz="2400" b="1" i="0" u="none" strike="noStrike" kern="0" cap="none" spc="0" normalizeH="0" baseline="-25000" noProof="0" dirty="0">
                <a:ln>
                  <a:noFill/>
                </a:ln>
                <a:solidFill>
                  <a:schemeClr val="hlink"/>
                </a:solidFill>
                <a:effectLst>
                  <a:outerShdw blurRad="38100" dist="38100" dir="2700000" algn="tl">
                    <a:srgbClr val="000000"/>
                  </a:outerShdw>
                </a:effectLst>
                <a:uLnTx/>
                <a:uFillTx/>
                <a:latin typeface="+mn-lt"/>
                <a:ea typeface="黑体" panose="02010609060101010101" pitchFamily="49" charset="-122"/>
              </a:rPr>
              <a:t>0</a:t>
            </a:r>
            <a:r>
              <a:rPr kumimoji="0" lang="zh-CN" altLang="en-US" sz="2400" b="1" i="0" u="none" strike="noStrike" kern="0" cap="none" spc="0" normalizeH="0" baseline="0" noProof="0" dirty="0">
                <a:ln>
                  <a:noFill/>
                </a:ln>
                <a:solidFill>
                  <a:schemeClr val="hlink"/>
                </a:solidFill>
                <a:effectLst>
                  <a:outerShdw blurRad="38100" dist="38100" dir="2700000" algn="tl">
                    <a:srgbClr val="000000"/>
                  </a:outerShdw>
                </a:effectLst>
                <a:uLnTx/>
                <a:uFillTx/>
                <a:latin typeface="+mn-lt"/>
                <a:ea typeface="黑体" panose="02010609060101010101" pitchFamily="49" charset="-122"/>
              </a:rPr>
              <a:t>、</a:t>
            </a:r>
            <a:r>
              <a:rPr kumimoji="0" lang="en-US" altLang="zh-CN" sz="2400" b="1" i="0" u="none" strike="noStrike" kern="0" cap="none" spc="0" normalizeH="0" baseline="0" noProof="0" dirty="0">
                <a:ln>
                  <a:noFill/>
                </a:ln>
                <a:solidFill>
                  <a:schemeClr val="hlink"/>
                </a:solidFill>
                <a:effectLst>
                  <a:outerShdw blurRad="38100" dist="38100" dir="2700000" algn="tl">
                    <a:srgbClr val="000000"/>
                  </a:outerShdw>
                </a:effectLst>
                <a:uLnTx/>
                <a:uFillTx/>
                <a:latin typeface="+mn-lt"/>
                <a:ea typeface="黑体" panose="02010609060101010101" pitchFamily="49" charset="-122"/>
              </a:rPr>
              <a:t>a</a:t>
            </a:r>
            <a:r>
              <a:rPr kumimoji="0" lang="en-US" altLang="zh-CN" sz="2400" b="1" i="0" u="none" strike="noStrike" kern="0" cap="none" spc="0" normalizeH="0" baseline="-25000" noProof="0" dirty="0">
                <a:ln>
                  <a:noFill/>
                </a:ln>
                <a:solidFill>
                  <a:schemeClr val="hlink"/>
                </a:solidFill>
                <a:effectLst>
                  <a:outerShdw blurRad="38100" dist="38100" dir="2700000" algn="tl">
                    <a:srgbClr val="000000"/>
                  </a:outerShdw>
                </a:effectLst>
                <a:uLnTx/>
                <a:uFillTx/>
                <a:latin typeface="+mn-lt"/>
                <a:ea typeface="黑体" panose="02010609060101010101" pitchFamily="49" charset="-122"/>
              </a:rPr>
              <a:t>1</a:t>
            </a:r>
            <a:r>
              <a:rPr kumimoji="0" lang="en-US" altLang="zh-CN" sz="2400" b="1" i="0" u="none" strike="noStrike" kern="0" cap="none" spc="0" normalizeH="0" baseline="0" noProof="0" dirty="0">
                <a:ln>
                  <a:noFill/>
                </a:ln>
                <a:solidFill>
                  <a:schemeClr val="hlink"/>
                </a:solidFill>
                <a:effectLst>
                  <a:outerShdw blurRad="38100" dist="38100" dir="2700000" algn="tl">
                    <a:srgbClr val="000000"/>
                  </a:outerShdw>
                </a:effectLst>
                <a:uLnTx/>
                <a:uFillTx/>
                <a:latin typeface="+mn-lt"/>
                <a:ea typeface="黑体" panose="02010609060101010101" pitchFamily="49" charset="-122"/>
              </a:rPr>
              <a:t> </a:t>
            </a:r>
            <a:r>
              <a:rPr kumimoji="0" lang="zh-CN" altLang="en-US" sz="2400" b="1" i="0" u="none" strike="noStrike" kern="0" cap="none" spc="0" normalizeH="0" baseline="0" noProof="0" dirty="0">
                <a:ln>
                  <a:noFill/>
                </a:ln>
                <a:solidFill>
                  <a:schemeClr val="hlink"/>
                </a:solidFill>
                <a:effectLst>
                  <a:outerShdw blurRad="38100" dist="38100" dir="2700000" algn="tl">
                    <a:srgbClr val="000000"/>
                  </a:outerShdw>
                </a:effectLst>
                <a:uLnTx/>
                <a:uFillTx/>
                <a:latin typeface="+mn-lt"/>
                <a:ea typeface="黑体" panose="02010609060101010101" pitchFamily="49" charset="-122"/>
              </a:rPr>
              <a:t>、</a:t>
            </a:r>
            <a:r>
              <a:rPr kumimoji="0" lang="en-US" altLang="zh-CN" sz="2400" b="1" i="0" u="none" strike="noStrike" kern="0" cap="none" spc="0" normalizeH="0" baseline="0" noProof="0" dirty="0">
                <a:ln>
                  <a:noFill/>
                </a:ln>
                <a:solidFill>
                  <a:schemeClr val="hlink"/>
                </a:solidFill>
                <a:effectLst>
                  <a:outerShdw blurRad="38100" dist="38100" dir="2700000" algn="tl">
                    <a:srgbClr val="000000"/>
                  </a:outerShdw>
                </a:effectLst>
                <a:uLnTx/>
                <a:uFillTx/>
                <a:latin typeface="+mn-lt"/>
                <a:ea typeface="黑体" panose="02010609060101010101" pitchFamily="49" charset="-122"/>
              </a:rPr>
              <a:t>a</a:t>
            </a:r>
            <a:r>
              <a:rPr kumimoji="0" lang="en-US" altLang="zh-CN" sz="2400" b="1" i="0" u="none" strike="noStrike" kern="0" cap="none" spc="0" normalizeH="0" baseline="-25000" noProof="0" dirty="0">
                <a:ln>
                  <a:noFill/>
                </a:ln>
                <a:solidFill>
                  <a:schemeClr val="hlink"/>
                </a:solidFill>
                <a:effectLst>
                  <a:outerShdw blurRad="38100" dist="38100" dir="2700000" algn="tl">
                    <a:srgbClr val="000000"/>
                  </a:outerShdw>
                </a:effectLst>
                <a:uLnTx/>
                <a:uFillTx/>
                <a:latin typeface="+mn-lt"/>
                <a:ea typeface="黑体" panose="02010609060101010101" pitchFamily="49" charset="-122"/>
              </a:rPr>
              <a:t>2</a:t>
            </a:r>
            <a:r>
              <a:rPr kumimoji="0" lang="zh-CN" altLang="en-US" sz="2400" b="1" i="0" u="none" strike="noStrike" kern="0" cap="none" spc="0" normalizeH="0" baseline="0" noProof="0" dirty="0">
                <a:ln>
                  <a:noFill/>
                </a:ln>
                <a:solidFill>
                  <a:schemeClr val="hlink"/>
                </a:solidFill>
                <a:effectLst>
                  <a:outerShdw blurRad="38100" dist="38100" dir="2700000" algn="tl">
                    <a:srgbClr val="000000"/>
                  </a:outerShdw>
                </a:effectLst>
                <a:uLnTx/>
                <a:uFillTx/>
                <a:latin typeface="+mn-lt"/>
                <a:ea typeface="黑体" panose="02010609060101010101" pitchFamily="49" charset="-122"/>
              </a:rPr>
              <a:t>、</a:t>
            </a:r>
            <a:r>
              <a:rPr kumimoji="0" lang="en-US" altLang="zh-CN" sz="2400" b="1" i="0" u="none" strike="noStrike" kern="0" cap="none" spc="0" normalizeH="0" baseline="0" noProof="0" dirty="0">
                <a:ln>
                  <a:noFill/>
                </a:ln>
                <a:solidFill>
                  <a:schemeClr val="hlink"/>
                </a:solidFill>
                <a:effectLst>
                  <a:outerShdw blurRad="38100" dist="38100" dir="2700000" algn="tl">
                    <a:srgbClr val="000000"/>
                  </a:outerShdw>
                </a:effectLst>
                <a:uLnTx/>
                <a:uFillTx/>
                <a:latin typeface="+mn-lt"/>
                <a:ea typeface="黑体" panose="02010609060101010101" pitchFamily="49" charset="-122"/>
              </a:rPr>
              <a:t>…</a:t>
            </a:r>
            <a:r>
              <a:rPr kumimoji="0" lang="zh-CN" altLang="en-US" sz="2400" b="1" i="0" u="none" strike="noStrike" kern="0" cap="none" spc="0" normalizeH="0" baseline="0" noProof="0" dirty="0">
                <a:ln>
                  <a:noFill/>
                </a:ln>
                <a:solidFill>
                  <a:schemeClr val="hlink"/>
                </a:solidFill>
                <a:effectLst>
                  <a:outerShdw blurRad="38100" dist="38100" dir="2700000" algn="tl">
                    <a:srgbClr val="000000"/>
                  </a:outerShdw>
                </a:effectLst>
                <a:uLnTx/>
                <a:uFillTx/>
                <a:latin typeface="+mn-lt"/>
                <a:ea typeface="黑体" panose="02010609060101010101" pitchFamily="49" charset="-122"/>
              </a:rPr>
              <a:t>、 </a:t>
            </a:r>
            <a:r>
              <a:rPr kumimoji="0" lang="en-US" altLang="zh-CN" sz="2400" b="1" i="0" u="none" strike="noStrike" kern="0" cap="none" spc="0" normalizeH="0" baseline="0" noProof="0" dirty="0">
                <a:ln>
                  <a:noFill/>
                </a:ln>
                <a:solidFill>
                  <a:schemeClr val="hlink"/>
                </a:solidFill>
                <a:effectLst>
                  <a:outerShdw blurRad="38100" dist="38100" dir="2700000" algn="tl">
                    <a:srgbClr val="000000"/>
                  </a:outerShdw>
                </a:effectLst>
                <a:uLnTx/>
                <a:uFillTx/>
                <a:latin typeface="+mn-lt"/>
                <a:ea typeface="黑体" panose="02010609060101010101" pitchFamily="49" charset="-122"/>
              </a:rPr>
              <a:t>a</a:t>
            </a:r>
            <a:r>
              <a:rPr kumimoji="0" lang="en-US" altLang="zh-CN" sz="2400" b="1" i="0" u="none" strike="noStrike" kern="0" cap="none" spc="0" normalizeH="0" baseline="-25000" noProof="0" dirty="0">
                <a:ln>
                  <a:noFill/>
                </a:ln>
                <a:solidFill>
                  <a:schemeClr val="hlink"/>
                </a:solidFill>
                <a:effectLst>
                  <a:outerShdw blurRad="38100" dist="38100" dir="2700000" algn="tl">
                    <a:srgbClr val="000000"/>
                  </a:outerShdw>
                </a:effectLst>
                <a:uLnTx/>
                <a:uFillTx/>
                <a:latin typeface="+mn-lt"/>
                <a:ea typeface="黑体" panose="02010609060101010101" pitchFamily="49" charset="-122"/>
              </a:rPr>
              <a:t>n-2</a:t>
            </a:r>
            <a:r>
              <a:rPr kumimoji="0" lang="zh-CN" altLang="en-US" sz="2400" b="1" i="0" u="none" strike="noStrike" kern="0" cap="none" spc="0" normalizeH="0" baseline="0" noProof="0" dirty="0">
                <a:ln>
                  <a:noFill/>
                </a:ln>
                <a:solidFill>
                  <a:schemeClr val="hlink"/>
                </a:solidFill>
                <a:effectLst>
                  <a:outerShdw blurRad="38100" dist="38100" dir="2700000" algn="tl">
                    <a:srgbClr val="000000"/>
                  </a:outerShdw>
                </a:effectLst>
                <a:uLnTx/>
                <a:uFillTx/>
                <a:latin typeface="+mn-lt"/>
                <a:ea typeface="黑体" panose="02010609060101010101" pitchFamily="49" charset="-122"/>
              </a:rPr>
              <a:t>排好序</a:t>
            </a:r>
            <a:r>
              <a:rPr kumimoji="0" lang="zh-CN" altLang="en-US" sz="2400" b="1" i="0" u="none" strike="noStrike" kern="0" cap="none" spc="0" normalizeH="0" baseline="0" noProof="0" dirty="0">
                <a:ln>
                  <a:noFill/>
                </a:ln>
                <a:solidFill>
                  <a:schemeClr val="tx1"/>
                </a:solidFill>
                <a:effectLst>
                  <a:outerShdw blurRad="38100" dist="38100" dir="2700000" algn="tl">
                    <a:srgbClr val="000000"/>
                  </a:outerShdw>
                </a:effectLst>
                <a:uLnTx/>
                <a:uFillTx/>
                <a:latin typeface="+mn-lt"/>
                <a:ea typeface="黑体" panose="02010609060101010101" pitchFamily="49" charset="-122"/>
              </a:rPr>
              <a:t> </a:t>
            </a:r>
            <a:endParaRPr kumimoji="0" lang="zh-CN" altLang="en-US" sz="2400" b="1" i="0" u="none" strike="noStrike" kern="0" cap="none" spc="0" normalizeH="0" baseline="0" noProof="0" dirty="0">
              <a:ln>
                <a:noFill/>
              </a:ln>
              <a:solidFill>
                <a:schemeClr val="tx1"/>
              </a:solidFill>
              <a:effectLst>
                <a:outerShdw blurRad="38100" dist="38100" dir="2700000" algn="tl">
                  <a:srgbClr val="000000"/>
                </a:outerShdw>
              </a:effectLst>
              <a:uLnTx/>
              <a:uFillTx/>
              <a:latin typeface="+mn-lt"/>
              <a:ea typeface="黑体" panose="02010609060101010101" pitchFamily="49" charset="-122"/>
            </a:endParaRPr>
          </a:p>
          <a:p>
            <a:pPr marL="742950" marR="0" lvl="1" indent="-285750" algn="l" defTabSz="914400" rtl="0" eaLnBrk="1" fontAlgn="base" latinLnBrk="0" hangingPunct="1">
              <a:lnSpc>
                <a:spcPct val="120000"/>
              </a:lnSpc>
              <a:spcBef>
                <a:spcPct val="15000"/>
              </a:spcBef>
              <a:spcAft>
                <a:spcPct val="15000"/>
              </a:spcAft>
              <a:buClr>
                <a:schemeClr val="tx1"/>
              </a:buClr>
              <a:buSzTx/>
              <a:buFontTx/>
              <a:buChar char="–"/>
              <a:defRPr/>
            </a:pPr>
            <a:r>
              <a:rPr kumimoji="0" lang="en-US" altLang="zh-CN" sz="2400" b="1" i="0" u="none" strike="noStrike" kern="0" cap="none" spc="0" normalizeH="0" baseline="0" noProof="0" dirty="0">
                <a:ln>
                  <a:noFill/>
                </a:ln>
                <a:solidFill>
                  <a:schemeClr val="hlink"/>
                </a:solidFill>
                <a:effectLst>
                  <a:outerShdw blurRad="38100" dist="38100" dir="2700000" algn="tl">
                    <a:srgbClr val="000000"/>
                  </a:outerShdw>
                </a:effectLst>
                <a:uLnTx/>
                <a:uFillTx/>
                <a:latin typeface="+mn-lt"/>
                <a:ea typeface="黑体" panose="02010609060101010101" pitchFamily="49" charset="-122"/>
              </a:rPr>
              <a:t>a</a:t>
            </a:r>
            <a:r>
              <a:rPr kumimoji="0" lang="en-US" altLang="zh-CN" sz="2400" b="1" i="0" u="none" strike="noStrike" kern="0" cap="none" spc="0" normalizeH="0" baseline="-25000" noProof="0" dirty="0">
                <a:ln>
                  <a:noFill/>
                </a:ln>
                <a:solidFill>
                  <a:schemeClr val="hlink"/>
                </a:solidFill>
                <a:effectLst>
                  <a:outerShdw blurRad="38100" dist="38100" dir="2700000" algn="tl">
                    <a:srgbClr val="000000"/>
                  </a:outerShdw>
                </a:effectLst>
                <a:uLnTx/>
                <a:uFillTx/>
                <a:latin typeface="+mn-lt"/>
                <a:ea typeface="黑体" panose="02010609060101010101" pitchFamily="49" charset="-122"/>
              </a:rPr>
              <a:t>0</a:t>
            </a:r>
            <a:r>
              <a:rPr kumimoji="0" lang="zh-CN" altLang="en-US" sz="2400" b="1" i="0" u="none" strike="noStrike" kern="0" cap="none" spc="0" normalizeH="0" baseline="0" noProof="0" dirty="0">
                <a:ln>
                  <a:noFill/>
                </a:ln>
                <a:solidFill>
                  <a:schemeClr val="hlink"/>
                </a:solidFill>
                <a:effectLst>
                  <a:outerShdw blurRad="38100" dist="38100" dir="2700000" algn="tl">
                    <a:srgbClr val="000000"/>
                  </a:outerShdw>
                </a:effectLst>
                <a:uLnTx/>
                <a:uFillTx/>
                <a:latin typeface="+mn-lt"/>
                <a:ea typeface="黑体" panose="02010609060101010101" pitchFamily="49" charset="-122"/>
              </a:rPr>
              <a:t>、</a:t>
            </a:r>
            <a:r>
              <a:rPr kumimoji="0" lang="en-US" altLang="zh-CN" sz="2400" b="1" i="0" u="none" strike="noStrike" kern="0" cap="none" spc="0" normalizeH="0" baseline="0" noProof="0" dirty="0">
                <a:ln>
                  <a:noFill/>
                </a:ln>
                <a:solidFill>
                  <a:schemeClr val="hlink"/>
                </a:solidFill>
                <a:effectLst>
                  <a:outerShdw blurRad="38100" dist="38100" dir="2700000" algn="tl">
                    <a:srgbClr val="000000"/>
                  </a:outerShdw>
                </a:effectLst>
                <a:uLnTx/>
                <a:uFillTx/>
                <a:latin typeface="+mn-lt"/>
                <a:ea typeface="黑体" panose="02010609060101010101" pitchFamily="49" charset="-122"/>
              </a:rPr>
              <a:t>a</a:t>
            </a:r>
            <a:r>
              <a:rPr kumimoji="0" lang="en-US" altLang="zh-CN" sz="2400" b="1" i="0" u="none" strike="noStrike" kern="0" cap="none" spc="0" normalizeH="0" baseline="-25000" noProof="0" dirty="0">
                <a:ln>
                  <a:noFill/>
                </a:ln>
                <a:solidFill>
                  <a:schemeClr val="hlink"/>
                </a:solidFill>
                <a:effectLst>
                  <a:outerShdw blurRad="38100" dist="38100" dir="2700000" algn="tl">
                    <a:srgbClr val="000000"/>
                  </a:outerShdw>
                </a:effectLst>
                <a:uLnTx/>
                <a:uFillTx/>
                <a:latin typeface="+mn-lt"/>
                <a:ea typeface="黑体" panose="02010609060101010101" pitchFamily="49" charset="-122"/>
              </a:rPr>
              <a:t>1</a:t>
            </a:r>
            <a:r>
              <a:rPr kumimoji="0" lang="en-US" altLang="zh-CN" sz="2400" b="1" i="0" u="none" strike="noStrike" kern="0" cap="none" spc="0" normalizeH="0" baseline="0" noProof="0" dirty="0">
                <a:ln>
                  <a:noFill/>
                </a:ln>
                <a:solidFill>
                  <a:schemeClr val="hlink"/>
                </a:solidFill>
                <a:effectLst>
                  <a:outerShdw blurRad="38100" dist="38100" dir="2700000" algn="tl">
                    <a:srgbClr val="000000"/>
                  </a:outerShdw>
                </a:effectLst>
                <a:uLnTx/>
                <a:uFillTx/>
                <a:latin typeface="+mn-lt"/>
                <a:ea typeface="黑体" panose="02010609060101010101" pitchFamily="49" charset="-122"/>
              </a:rPr>
              <a:t> </a:t>
            </a:r>
            <a:r>
              <a:rPr kumimoji="0" lang="zh-CN" altLang="en-US" sz="2400" b="1" i="0" u="none" strike="noStrike" kern="0" cap="none" spc="0" normalizeH="0" baseline="0" noProof="0" dirty="0">
                <a:ln>
                  <a:noFill/>
                </a:ln>
                <a:solidFill>
                  <a:schemeClr val="hlink"/>
                </a:solidFill>
                <a:effectLst>
                  <a:outerShdw blurRad="38100" dist="38100" dir="2700000" algn="tl">
                    <a:srgbClr val="000000"/>
                  </a:outerShdw>
                </a:effectLst>
                <a:uLnTx/>
                <a:uFillTx/>
                <a:latin typeface="+mn-lt"/>
                <a:ea typeface="黑体" panose="02010609060101010101" pitchFamily="49" charset="-122"/>
              </a:rPr>
              <a:t>、</a:t>
            </a:r>
            <a:r>
              <a:rPr kumimoji="0" lang="en-US" altLang="zh-CN" sz="2400" b="1" i="0" u="none" strike="noStrike" kern="0" cap="none" spc="0" normalizeH="0" baseline="0" noProof="0" dirty="0">
                <a:ln>
                  <a:noFill/>
                </a:ln>
                <a:solidFill>
                  <a:schemeClr val="hlink"/>
                </a:solidFill>
                <a:effectLst>
                  <a:outerShdw blurRad="38100" dist="38100" dir="2700000" algn="tl">
                    <a:srgbClr val="000000"/>
                  </a:outerShdw>
                </a:effectLst>
                <a:uLnTx/>
                <a:uFillTx/>
                <a:latin typeface="+mn-lt"/>
                <a:ea typeface="黑体" panose="02010609060101010101" pitchFamily="49" charset="-122"/>
              </a:rPr>
              <a:t>a</a:t>
            </a:r>
            <a:r>
              <a:rPr kumimoji="0" lang="en-US" altLang="zh-CN" sz="2400" b="1" i="0" u="none" strike="noStrike" kern="0" cap="none" spc="0" normalizeH="0" baseline="-25000" noProof="0" dirty="0">
                <a:ln>
                  <a:noFill/>
                </a:ln>
                <a:solidFill>
                  <a:schemeClr val="hlink"/>
                </a:solidFill>
                <a:effectLst>
                  <a:outerShdw blurRad="38100" dist="38100" dir="2700000" algn="tl">
                    <a:srgbClr val="000000"/>
                  </a:outerShdw>
                </a:effectLst>
                <a:uLnTx/>
                <a:uFillTx/>
                <a:latin typeface="+mn-lt"/>
                <a:ea typeface="黑体" panose="02010609060101010101" pitchFamily="49" charset="-122"/>
              </a:rPr>
              <a:t>2</a:t>
            </a:r>
            <a:r>
              <a:rPr kumimoji="0" lang="zh-CN" altLang="en-US" sz="2400" b="1" i="0" u="none" strike="noStrike" kern="0" cap="none" spc="0" normalizeH="0" baseline="0" noProof="0" dirty="0">
                <a:ln>
                  <a:noFill/>
                </a:ln>
                <a:solidFill>
                  <a:schemeClr val="hlink"/>
                </a:solidFill>
                <a:effectLst>
                  <a:outerShdw blurRad="38100" dist="38100" dir="2700000" algn="tl">
                    <a:srgbClr val="000000"/>
                  </a:outerShdw>
                </a:effectLst>
                <a:uLnTx/>
                <a:uFillTx/>
                <a:latin typeface="+mn-lt"/>
                <a:ea typeface="黑体" panose="02010609060101010101" pitchFamily="49" charset="-122"/>
              </a:rPr>
              <a:t>、</a:t>
            </a:r>
            <a:r>
              <a:rPr kumimoji="0" lang="en-US" altLang="zh-CN" sz="2400" b="1" i="0" u="none" strike="noStrike" kern="0" cap="none" spc="0" normalizeH="0" baseline="0" noProof="0" dirty="0">
                <a:ln>
                  <a:noFill/>
                </a:ln>
                <a:solidFill>
                  <a:schemeClr val="hlink"/>
                </a:solidFill>
                <a:effectLst>
                  <a:outerShdw blurRad="38100" dist="38100" dir="2700000" algn="tl">
                    <a:srgbClr val="000000"/>
                  </a:outerShdw>
                </a:effectLst>
                <a:uLnTx/>
                <a:uFillTx/>
                <a:latin typeface="+mn-lt"/>
                <a:ea typeface="黑体" panose="02010609060101010101" pitchFamily="49" charset="-122"/>
              </a:rPr>
              <a:t>…</a:t>
            </a:r>
            <a:r>
              <a:rPr kumimoji="0" lang="zh-CN" altLang="en-US" sz="2400" b="1" i="0" u="none" strike="noStrike" kern="0" cap="none" spc="0" normalizeH="0" baseline="0" noProof="0" dirty="0">
                <a:ln>
                  <a:noFill/>
                </a:ln>
                <a:solidFill>
                  <a:schemeClr val="hlink"/>
                </a:solidFill>
                <a:effectLst>
                  <a:outerShdw blurRad="38100" dist="38100" dir="2700000" algn="tl">
                    <a:srgbClr val="000000"/>
                  </a:outerShdw>
                </a:effectLst>
                <a:uLnTx/>
                <a:uFillTx/>
                <a:latin typeface="+mn-lt"/>
                <a:ea typeface="黑体" panose="02010609060101010101" pitchFamily="49" charset="-122"/>
              </a:rPr>
              <a:t>、 </a:t>
            </a:r>
            <a:r>
              <a:rPr kumimoji="0" lang="en-US" altLang="zh-CN" sz="2400" b="1" i="0" u="none" strike="noStrike" kern="0" cap="none" spc="0" normalizeH="0" baseline="0" noProof="0" dirty="0">
                <a:ln>
                  <a:noFill/>
                </a:ln>
                <a:solidFill>
                  <a:schemeClr val="hlink"/>
                </a:solidFill>
                <a:effectLst>
                  <a:outerShdw blurRad="38100" dist="38100" dir="2700000" algn="tl">
                    <a:srgbClr val="000000"/>
                  </a:outerShdw>
                </a:effectLst>
                <a:uLnTx/>
                <a:uFillTx/>
                <a:latin typeface="+mn-lt"/>
                <a:ea typeface="黑体" panose="02010609060101010101" pitchFamily="49" charset="-122"/>
              </a:rPr>
              <a:t>a</a:t>
            </a:r>
            <a:r>
              <a:rPr kumimoji="0" lang="en-US" altLang="zh-CN" sz="2400" b="1" i="0" u="none" strike="noStrike" kern="0" cap="none" spc="0" normalizeH="0" baseline="-25000" noProof="0" dirty="0">
                <a:ln>
                  <a:noFill/>
                </a:ln>
                <a:solidFill>
                  <a:schemeClr val="hlink"/>
                </a:solidFill>
                <a:effectLst>
                  <a:outerShdw blurRad="38100" dist="38100" dir="2700000" algn="tl">
                    <a:srgbClr val="000000"/>
                  </a:outerShdw>
                </a:effectLst>
                <a:uLnTx/>
                <a:uFillTx/>
                <a:latin typeface="+mn-lt"/>
                <a:ea typeface="黑体" panose="02010609060101010101" pitchFamily="49" charset="-122"/>
              </a:rPr>
              <a:t>n-2</a:t>
            </a:r>
            <a:r>
              <a:rPr kumimoji="0" lang="en-US" altLang="zh-CN" sz="2400" b="1" i="0" u="none" strike="noStrike" kern="0" cap="none" spc="0" normalizeH="0" baseline="0" noProof="0" dirty="0">
                <a:ln>
                  <a:noFill/>
                </a:ln>
                <a:solidFill>
                  <a:schemeClr val="tx1"/>
                </a:solidFill>
                <a:effectLst>
                  <a:outerShdw blurRad="38100" dist="38100" dir="2700000" algn="tl">
                    <a:srgbClr val="000000"/>
                  </a:outerShdw>
                </a:effectLst>
                <a:uLnTx/>
                <a:uFillTx/>
                <a:latin typeface="+mn-lt"/>
                <a:ea typeface="黑体" panose="02010609060101010101" pitchFamily="49" charset="-122"/>
              </a:rPr>
              <a:t> </a:t>
            </a:r>
            <a:r>
              <a:rPr kumimoji="0" lang="zh-CN" altLang="en-US" sz="2400" b="1" i="0" u="none" strike="noStrike" kern="0" cap="none" spc="0" normalizeH="0" baseline="0" noProof="0" dirty="0">
                <a:ln>
                  <a:noFill/>
                </a:ln>
                <a:solidFill>
                  <a:schemeClr val="tx1"/>
                </a:solidFill>
                <a:effectLst>
                  <a:outerShdw blurRad="38100" dist="38100" dir="2700000" algn="tl">
                    <a:srgbClr val="000000"/>
                  </a:outerShdw>
                </a:effectLst>
                <a:uLnTx/>
                <a:uFillTx/>
                <a:latin typeface="+mn-lt"/>
                <a:ea typeface="黑体" panose="02010609060101010101" pitchFamily="49" charset="-122"/>
              </a:rPr>
              <a:t>、</a:t>
            </a:r>
            <a:r>
              <a:rPr kumimoji="0" lang="en-US" altLang="zh-CN" sz="2400" b="1" i="0" u="none" strike="noStrike" kern="0" cap="none" spc="0" normalizeH="0" baseline="0" noProof="0" dirty="0">
                <a:ln>
                  <a:noFill/>
                </a:ln>
                <a:solidFill>
                  <a:schemeClr val="hlink"/>
                </a:solidFill>
                <a:effectLst>
                  <a:outerShdw blurRad="38100" dist="38100" dir="2700000" algn="tl">
                    <a:srgbClr val="000000"/>
                  </a:outerShdw>
                </a:effectLst>
                <a:uLnTx/>
                <a:uFillTx/>
                <a:latin typeface="+mn-lt"/>
                <a:ea typeface="黑体" panose="02010609060101010101" pitchFamily="49" charset="-122"/>
              </a:rPr>
              <a:t>a</a:t>
            </a:r>
            <a:r>
              <a:rPr kumimoji="0" lang="en-US" altLang="zh-CN" sz="2400" b="1" i="0" u="none" strike="noStrike" kern="0" cap="none" spc="0" normalizeH="0" baseline="-25000" noProof="0" dirty="0">
                <a:ln>
                  <a:noFill/>
                </a:ln>
                <a:solidFill>
                  <a:schemeClr val="hlink"/>
                </a:solidFill>
                <a:effectLst>
                  <a:outerShdw blurRad="38100" dist="38100" dir="2700000" algn="tl">
                    <a:srgbClr val="000000"/>
                  </a:outerShdw>
                </a:effectLst>
                <a:uLnTx/>
                <a:uFillTx/>
                <a:latin typeface="+mn-lt"/>
                <a:ea typeface="黑体" panose="02010609060101010101" pitchFamily="49" charset="-122"/>
              </a:rPr>
              <a:t>n-1</a:t>
            </a:r>
            <a:r>
              <a:rPr kumimoji="0" lang="en-US" altLang="zh-CN" sz="2400" b="1" i="0" u="none" strike="noStrike" kern="0" cap="none" spc="0" normalizeH="0" baseline="0" noProof="0" dirty="0">
                <a:ln>
                  <a:noFill/>
                </a:ln>
                <a:solidFill>
                  <a:schemeClr val="tx1"/>
                </a:solidFill>
                <a:effectLst>
                  <a:outerShdw blurRad="38100" dist="38100" dir="2700000" algn="tl">
                    <a:srgbClr val="000000"/>
                  </a:outerShdw>
                </a:effectLst>
                <a:uLnTx/>
                <a:uFillTx/>
                <a:latin typeface="+mn-lt"/>
                <a:ea typeface="黑体" panose="02010609060101010101" pitchFamily="49" charset="-122"/>
              </a:rPr>
              <a:t> </a:t>
            </a:r>
            <a:r>
              <a:rPr kumimoji="0" lang="zh-CN" altLang="en-US" sz="2400" b="1" i="0" u="none" strike="noStrike" kern="0" cap="none" spc="0" normalizeH="0" baseline="0" noProof="0" dirty="0">
                <a:ln>
                  <a:noFill/>
                </a:ln>
                <a:solidFill>
                  <a:schemeClr val="tx1"/>
                </a:solidFill>
                <a:effectLst>
                  <a:outerShdw blurRad="38100" dist="38100" dir="2700000" algn="tl">
                    <a:srgbClr val="000000"/>
                  </a:outerShdw>
                </a:effectLst>
                <a:uLnTx/>
                <a:uFillTx/>
                <a:latin typeface="+mn-lt"/>
                <a:ea typeface="黑体" panose="02010609060101010101" pitchFamily="49" charset="-122"/>
              </a:rPr>
              <a:t>自然排好序，</a:t>
            </a:r>
            <a:r>
              <a:rPr kumimoji="0" lang="en-US" altLang="zh-CN" sz="2400" b="1" i="0" u="none" strike="noStrike" kern="0" cap="none" spc="0" normalizeH="0" baseline="0" noProof="0" dirty="0">
                <a:ln>
                  <a:noFill/>
                </a:ln>
                <a:solidFill>
                  <a:schemeClr val="accent6">
                    <a:lumMod val="60000"/>
                    <a:lumOff val="40000"/>
                  </a:schemeClr>
                </a:solidFill>
                <a:effectLst>
                  <a:outerShdw blurRad="38100" dist="38100" dir="2700000" algn="tl">
                    <a:srgbClr val="000000"/>
                  </a:outerShdw>
                </a:effectLst>
                <a:uLnTx/>
                <a:uFillTx/>
                <a:latin typeface="+mn-lt"/>
                <a:ea typeface="黑体" panose="02010609060101010101" pitchFamily="49" charset="-122"/>
                <a:cs typeface="+mn-ea"/>
              </a:rPr>
              <a:t>排序结束</a:t>
            </a:r>
            <a:endParaRPr kumimoji="0" lang="en-US" altLang="zh-CN" sz="2400" b="1" i="0" u="none" strike="noStrike" kern="0" cap="none" spc="0" normalizeH="0" baseline="0" noProof="0" dirty="0">
              <a:ln>
                <a:noFill/>
              </a:ln>
              <a:solidFill>
                <a:schemeClr val="accent6">
                  <a:lumMod val="60000"/>
                  <a:lumOff val="40000"/>
                </a:schemeClr>
              </a:solidFill>
              <a:effectLst>
                <a:outerShdw blurRad="38100" dist="38100" dir="2700000" algn="tl">
                  <a:srgbClr val="000000"/>
                </a:outerShdw>
              </a:effectLst>
              <a:uLnTx/>
              <a:uFillTx/>
              <a:latin typeface="+mn-lt"/>
              <a:ea typeface="黑体" panose="02010609060101010101" pitchFamily="49" charset="-122"/>
              <a:cs typeface="+mn-ea"/>
            </a:endParaRPr>
          </a:p>
        </p:txBody>
      </p:sp>
      <p:sp>
        <p:nvSpPr>
          <p:cNvPr id="38916" name="AutoShape 5">
            <a:hlinkClick r:id="rId1" action="ppaction://hlinksldjump"/>
          </p:cNvPr>
          <p:cNvSpPr/>
          <p:nvPr/>
        </p:nvSpPr>
        <p:spPr>
          <a:xfrm>
            <a:off x="11574463" y="5916613"/>
            <a:ext cx="503237" cy="358775"/>
          </a:xfrm>
          <a:prstGeom prst="leftArrow">
            <a:avLst>
              <a:gd name="adj1" fmla="val 50000"/>
              <a:gd name="adj2" fmla="val 35066"/>
            </a:avLst>
          </a:prstGeom>
          <a:solidFill>
            <a:schemeClr val="accent1"/>
          </a:solidFill>
          <a:ln w="9525" cap="flat" cmpd="sng">
            <a:solidFill>
              <a:schemeClr val="accent1"/>
            </a:solidFill>
            <a:prstDash val="solid"/>
            <a:miter/>
            <a:headEnd type="none" w="med" len="med"/>
            <a:tailEnd type="none" w="med" len="med"/>
          </a:ln>
        </p:spPr>
        <p:txBody>
          <a:bodyPr wrap="none" anchor="ctr" anchorCtr="0"/>
          <a:lstStyle>
            <a:lvl1pPr marL="342900" indent="-3429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80000"/>
              <a:buFont typeface="Wingdings" panose="05000000000000000000" pitchFamily="2" charset="2"/>
              <a:buChar char="n"/>
              <a:defRPr sz="3200" b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defRPr>
            </a:lvl1pPr>
            <a:lvl2pPr marL="742950" indent="-28575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Char char="–"/>
              <a:defRPr sz="2800">
                <a:solidFill>
                  <a:schemeClr val="tx1"/>
                </a:solidFill>
                <a:effectLst/>
                <a:latin typeface="+mn-lt"/>
                <a:ea typeface="+mn-ea"/>
              </a:defRPr>
            </a:lvl2pPr>
            <a:lvl3pPr marL="11430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Font typeface="Wingdings" panose="05000000000000000000" pitchFamily="2" charset="2"/>
              <a:buChar char="§"/>
              <a:defRPr sz="2400">
                <a:solidFill>
                  <a:schemeClr val="tx1"/>
                </a:solidFill>
                <a:effectLst/>
                <a:latin typeface="+mn-lt"/>
                <a:ea typeface="+mn-ea"/>
              </a:defRPr>
            </a:lvl3pPr>
            <a:lvl4pPr marL="16002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–"/>
              <a:defRPr sz="2000">
                <a:solidFill>
                  <a:schemeClr val="tx1"/>
                </a:solidFill>
                <a:effectLst/>
                <a:latin typeface="+mn-lt"/>
                <a:ea typeface="+mn-ea"/>
              </a:defRPr>
            </a:lvl4pPr>
            <a:lvl5pPr marL="20574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effectLst/>
                <a:latin typeface="+mn-lt"/>
                <a:ea typeface="+mn-ea"/>
              </a:defRPr>
            </a:lvl5pPr>
          </a:lstStyle>
          <a:p>
            <a:pPr marL="0" lvl="0" indent="0" eaLnBrk="1" hangingPunct="1">
              <a:spcBef>
                <a:spcPct val="0"/>
              </a:spcBef>
              <a:buClrTx/>
              <a:buSzTx/>
              <a:buFontTx/>
              <a:buNone/>
            </a:pPr>
            <a:endParaRPr lang="zh-CN" altLang="en-US" sz="2000" b="1" dirty="0">
              <a:ea typeface="黑体" panose="02010609060101010101" pitchFamily="49" charset="-122"/>
            </a:endParaRPr>
          </a:p>
        </p:txBody>
      </p:sp>
    </p:spTree>
  </p:cSld>
  <p:clrMapOvr>
    <a:masterClrMapping/>
  </p:clrMapOvr>
  <p:transition>
    <p:random/>
  </p:transition>
</p:sld>
</file>

<file path=ppt/slides/slide4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34" name="灯片编号占位符 5"/>
          <p:cNvSpPr txBox="1">
            <a:spLocks noGrp="1"/>
          </p:cNvSpPr>
          <p:nvPr>
            <p:ph type="sldNum" sz="quarter" idx="4"/>
          </p:nvPr>
        </p:nvSpPr>
        <p:spPr bwMode="auto"/>
        <p:txBody>
          <a:bodyPr wrap="square" lIns="91440" tIns="45720" rIns="91440" bIns="45720" numCol="1" anchor="b" anchorCtr="0" compatLnSpc="1"/>
          <a:lstStyle>
            <a:lvl1pPr eaLnBrk="0" hangingPunct="0">
              <a:defRPr sz="2000" b="1">
                <a:solidFill>
                  <a:schemeClr val="tx1"/>
                </a:solidFill>
                <a:latin typeface="Tahoma" panose="020B0604030504040204" pitchFamily="34" charset="0"/>
                <a:ea typeface="黑体" panose="02010609060101010101" pitchFamily="49" charset="-122"/>
              </a:defRPr>
            </a:lvl1pPr>
            <a:lvl2pPr marL="742950" indent="-285750" eaLnBrk="0" hangingPunct="0">
              <a:defRPr sz="2000" b="1">
                <a:solidFill>
                  <a:schemeClr val="tx1"/>
                </a:solidFill>
                <a:latin typeface="Tahoma" panose="020B0604030504040204" pitchFamily="34" charset="0"/>
                <a:ea typeface="黑体" panose="02010609060101010101" pitchFamily="49" charset="-122"/>
              </a:defRPr>
            </a:lvl2pPr>
            <a:lvl3pPr marL="1143000" indent="-228600" eaLnBrk="0" hangingPunct="0">
              <a:defRPr sz="2000" b="1">
                <a:solidFill>
                  <a:schemeClr val="tx1"/>
                </a:solidFill>
                <a:latin typeface="Tahoma" panose="020B0604030504040204" pitchFamily="34" charset="0"/>
                <a:ea typeface="黑体" panose="02010609060101010101" pitchFamily="49" charset="-122"/>
              </a:defRPr>
            </a:lvl3pPr>
            <a:lvl4pPr marL="1600200" indent="-228600" eaLnBrk="0" hangingPunct="0">
              <a:defRPr sz="2000" b="1">
                <a:solidFill>
                  <a:schemeClr val="tx1"/>
                </a:solidFill>
                <a:latin typeface="Tahoma" panose="020B0604030504040204" pitchFamily="34" charset="0"/>
                <a:ea typeface="黑体" panose="02010609060101010101" pitchFamily="49" charset="-122"/>
              </a:defRPr>
            </a:lvl4pPr>
            <a:lvl5pPr marL="2057400" indent="-228600" eaLnBrk="0" hangingPunct="0">
              <a:defRPr sz="2000" b="1">
                <a:solidFill>
                  <a:schemeClr val="tx1"/>
                </a:solidFill>
                <a:latin typeface="Tahoma" panose="020B0604030504040204" pitchFamily="34" charset="0"/>
                <a:ea typeface="黑体" panose="02010609060101010101" pitchFamily="49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000" b="1">
                <a:solidFill>
                  <a:schemeClr val="tx1"/>
                </a:solidFill>
                <a:latin typeface="Tahoma" panose="020B0604030504040204" pitchFamily="34" charset="0"/>
                <a:ea typeface="黑体" panose="02010609060101010101" pitchFamily="49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000" b="1">
                <a:solidFill>
                  <a:schemeClr val="tx1"/>
                </a:solidFill>
                <a:latin typeface="Tahoma" panose="020B0604030504040204" pitchFamily="34" charset="0"/>
                <a:ea typeface="黑体" panose="02010609060101010101" pitchFamily="49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000" b="1">
                <a:solidFill>
                  <a:schemeClr val="tx1"/>
                </a:solidFill>
                <a:latin typeface="Tahoma" panose="020B0604030504040204" pitchFamily="34" charset="0"/>
                <a:ea typeface="黑体" panose="02010609060101010101" pitchFamily="49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000" b="1">
                <a:solidFill>
                  <a:schemeClr val="tx1"/>
                </a:solidFill>
                <a:latin typeface="Tahoma" panose="020B0604030504040204" pitchFamily="34" charset="0"/>
                <a:ea typeface="黑体" panose="02010609060101010101" pitchFamily="49" charset="-122"/>
              </a:defRPr>
            </a:lvl9pPr>
          </a:lstStyle>
          <a:p>
            <a:pPr marL="0" marR="0" lvl="0" indent="0" algn="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fld id="{8F31B6BD-8CA4-4C7D-BA31-F550B710931E}" type="slidenum">
              <a:rPr kumimoji="0" lang="en-US" altLang="zh-CN" sz="1200" b="0" i="0" u="none" strike="noStrike" kern="1200" cap="none" spc="0" normalizeH="0" baseline="0" noProof="0">
                <a:ln>
                  <a:noFill/>
                </a:ln>
                <a:solidFill>
                  <a:schemeClr val="tx1"/>
                </a:solidFill>
                <a:effectLst>
                  <a:outerShdw blurRad="38100" dist="38100" dir="2700000" algn="tl">
                    <a:srgbClr val="000000"/>
                  </a:outerShdw>
                </a:effectLst>
                <a:uLnTx/>
                <a:uFillTx/>
                <a:latin typeface="Tahoma" panose="020B0604030504040204" pitchFamily="34" charset="0"/>
                <a:ea typeface="宋体" panose="02010600030101010101" pitchFamily="2" charset="-122"/>
                <a:cs typeface="+mn-cs"/>
              </a:rPr>
            </a:fld>
            <a:endParaRPr kumimoji="0" lang="en-US" altLang="zh-CN" sz="1200" b="0" i="0" u="none" strike="noStrike" kern="1200" cap="none" spc="0" normalizeH="0" baseline="0" noProof="0">
              <a:ln>
                <a:noFill/>
              </a:ln>
              <a:solidFill>
                <a:schemeClr val="tx1"/>
              </a:solidFill>
              <a:effectLst>
                <a:outerShdw blurRad="38100" dist="38100" dir="2700000" algn="tl">
                  <a:srgbClr val="000000"/>
                </a:outerShdw>
              </a:effectLst>
              <a:uLnTx/>
              <a:uFillTx/>
              <a:latin typeface="Tahoma" panose="020B0604030504040204" pitchFamily="34" charset="0"/>
              <a:ea typeface="宋体" panose="02010600030101010101" pitchFamily="2" charset="-122"/>
              <a:cs typeface="+mn-cs"/>
            </a:endParaRPr>
          </a:p>
        </p:txBody>
      </p:sp>
      <p:sp>
        <p:nvSpPr>
          <p:cNvPr id="40963" name="AutoShape 33">
            <a:hlinkClick r:id="rId1" action="ppaction://hlinksldjump"/>
          </p:cNvPr>
          <p:cNvSpPr/>
          <p:nvPr/>
        </p:nvSpPr>
        <p:spPr>
          <a:xfrm>
            <a:off x="11582400" y="5889625"/>
            <a:ext cx="503238" cy="358775"/>
          </a:xfrm>
          <a:prstGeom prst="leftArrow">
            <a:avLst>
              <a:gd name="adj1" fmla="val 50000"/>
              <a:gd name="adj2" fmla="val 35066"/>
            </a:avLst>
          </a:prstGeom>
          <a:solidFill>
            <a:schemeClr val="accent1"/>
          </a:solidFill>
          <a:ln w="9525" cap="flat" cmpd="sng">
            <a:solidFill>
              <a:schemeClr val="accent1"/>
            </a:solidFill>
            <a:prstDash val="solid"/>
            <a:miter/>
            <a:headEnd type="none" w="med" len="med"/>
            <a:tailEnd type="none" w="med" len="med"/>
          </a:ln>
        </p:spPr>
        <p:txBody>
          <a:bodyPr wrap="none" anchor="ctr" anchorCtr="0"/>
          <a:lstStyle>
            <a:lvl1pPr marL="342900" indent="-3429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80000"/>
              <a:buFont typeface="Wingdings" panose="05000000000000000000" pitchFamily="2" charset="2"/>
              <a:buChar char="n"/>
              <a:defRPr sz="3200" b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defRPr>
            </a:lvl1pPr>
            <a:lvl2pPr marL="742950" indent="-28575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Char char="–"/>
              <a:defRPr sz="2800">
                <a:solidFill>
                  <a:schemeClr val="tx1"/>
                </a:solidFill>
                <a:effectLst/>
                <a:latin typeface="+mn-lt"/>
                <a:ea typeface="+mn-ea"/>
              </a:defRPr>
            </a:lvl2pPr>
            <a:lvl3pPr marL="11430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Font typeface="Wingdings" panose="05000000000000000000" pitchFamily="2" charset="2"/>
              <a:buChar char="§"/>
              <a:defRPr sz="2400">
                <a:solidFill>
                  <a:schemeClr val="tx1"/>
                </a:solidFill>
                <a:effectLst/>
                <a:latin typeface="+mn-lt"/>
                <a:ea typeface="+mn-ea"/>
              </a:defRPr>
            </a:lvl3pPr>
            <a:lvl4pPr marL="16002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–"/>
              <a:defRPr sz="2000">
                <a:solidFill>
                  <a:schemeClr val="tx1"/>
                </a:solidFill>
                <a:effectLst/>
                <a:latin typeface="+mn-lt"/>
                <a:ea typeface="+mn-ea"/>
              </a:defRPr>
            </a:lvl4pPr>
            <a:lvl5pPr marL="20574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effectLst/>
                <a:latin typeface="+mn-lt"/>
                <a:ea typeface="+mn-ea"/>
              </a:defRPr>
            </a:lvl5pPr>
          </a:lstStyle>
          <a:p>
            <a:pPr marL="0" lvl="0" indent="0" eaLnBrk="1" hangingPunct="1">
              <a:spcBef>
                <a:spcPct val="0"/>
              </a:spcBef>
              <a:buClrTx/>
              <a:buSzTx/>
              <a:buFontTx/>
              <a:buNone/>
            </a:pPr>
            <a:endParaRPr lang="zh-CN" altLang="en-US" sz="2000" b="1" dirty="0">
              <a:ea typeface="黑体" panose="02010609060101010101" pitchFamily="49" charset="-122"/>
            </a:endParaRPr>
          </a:p>
        </p:txBody>
      </p:sp>
      <p:sp>
        <p:nvSpPr>
          <p:cNvPr id="40964" name="Line 3"/>
          <p:cNvSpPr/>
          <p:nvPr/>
        </p:nvSpPr>
        <p:spPr>
          <a:xfrm>
            <a:off x="1763713" y="2035175"/>
            <a:ext cx="0" cy="1657350"/>
          </a:xfrm>
          <a:prstGeom prst="line">
            <a:avLst/>
          </a:prstGeom>
          <a:ln w="57150" cap="flat" cmpd="sng">
            <a:solidFill>
              <a:schemeClr val="tx1"/>
            </a:solidFill>
            <a:prstDash val="solid"/>
            <a:headEnd type="none" w="sm" len="sm"/>
            <a:tailEnd type="none" w="sm" len="sm"/>
          </a:ln>
        </p:spPr>
      </p:sp>
      <p:grpSp>
        <p:nvGrpSpPr>
          <p:cNvPr id="40965" name="Group 4"/>
          <p:cNvGrpSpPr/>
          <p:nvPr/>
        </p:nvGrpSpPr>
        <p:grpSpPr>
          <a:xfrm>
            <a:off x="1079500" y="1387475"/>
            <a:ext cx="1619250" cy="647700"/>
            <a:chOff x="295" y="1389"/>
            <a:chExt cx="1225" cy="363"/>
          </a:xfrm>
        </p:grpSpPr>
        <p:sp>
          <p:nvSpPr>
            <p:cNvPr id="40992" name="Rectangle 5"/>
            <p:cNvSpPr/>
            <p:nvPr/>
          </p:nvSpPr>
          <p:spPr>
            <a:xfrm>
              <a:off x="366" y="1434"/>
              <a:ext cx="1108" cy="272"/>
            </a:xfrm>
            <a:prstGeom prst="rect">
              <a:avLst/>
            </a:prstGeom>
            <a:noFill/>
            <a:ln w="57150">
              <a:noFill/>
            </a:ln>
          </p:spPr>
          <p:txBody>
            <a:bodyPr lIns="12700" tIns="12700" rIns="12700" bIns="12700"/>
            <a:lstStyle>
              <a:lvl1pPr marL="342900" indent="-342900" algn="l" rtl="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hlink"/>
                </a:buClr>
                <a:buSzPct val="80000"/>
                <a:buFont typeface="Wingdings" panose="05000000000000000000" pitchFamily="2" charset="2"/>
                <a:buChar char="n"/>
                <a:defRPr sz="3200" b="0">
                  <a:solidFill>
                    <a:schemeClr val="tx1"/>
                  </a:solidFill>
                  <a:effectLst/>
                  <a:latin typeface="+mn-lt"/>
                  <a:ea typeface="+mn-ea"/>
                  <a:cs typeface="+mn-cs"/>
                </a:defRPr>
              </a:lvl1pPr>
              <a:lvl2pPr marL="742950" indent="-285750" algn="l" rtl="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tx1"/>
                </a:buClr>
                <a:buChar char="–"/>
                <a:defRPr sz="2800">
                  <a:solidFill>
                    <a:schemeClr val="tx1"/>
                  </a:solidFill>
                  <a:effectLst/>
                  <a:latin typeface="+mn-lt"/>
                  <a:ea typeface="+mn-ea"/>
                </a:defRPr>
              </a:lvl2pPr>
              <a:lvl3pPr marL="11430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hlink"/>
                </a:buClr>
                <a:buFont typeface="Wingdings" panose="05000000000000000000" pitchFamily="2" charset="2"/>
                <a:buChar char="§"/>
                <a:defRPr sz="2400">
                  <a:solidFill>
                    <a:schemeClr val="tx1"/>
                  </a:solidFill>
                  <a:effectLst/>
                  <a:latin typeface="+mn-lt"/>
                  <a:ea typeface="+mn-ea"/>
                </a:defRPr>
              </a:lvl3pPr>
              <a:lvl4pPr marL="16002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–"/>
                <a:defRPr sz="2000">
                  <a:solidFill>
                    <a:schemeClr val="tx1"/>
                  </a:solidFill>
                  <a:effectLst/>
                  <a:latin typeface="+mn-lt"/>
                  <a:ea typeface="+mn-ea"/>
                </a:defRPr>
              </a:lvl4pPr>
              <a:lvl5pPr marL="20574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hlink"/>
                </a:buClr>
                <a:buFont typeface="Wingdings" panose="05000000000000000000" pitchFamily="2" charset="2"/>
                <a:buChar char="§"/>
                <a:defRPr sz="2000">
                  <a:solidFill>
                    <a:schemeClr val="tx1"/>
                  </a:solidFill>
                  <a:effectLst/>
                  <a:latin typeface="+mn-lt"/>
                  <a:ea typeface="+mn-ea"/>
                </a:defRPr>
              </a:lvl5pPr>
            </a:lstStyle>
            <a:p>
              <a:pPr marL="0" lvl="0" indent="0" algn="ctr" eaLnBrk="1" hangingPunct="1">
                <a:spcBef>
                  <a:spcPct val="0"/>
                </a:spcBef>
                <a:buClrTx/>
                <a:buSzTx/>
                <a:buFontTx/>
                <a:buNone/>
              </a:pPr>
              <a:r>
                <a:rPr lang="zh-CN" altLang="en-US" sz="2800" b="1" dirty="0">
                  <a:ea typeface="黑体" panose="02010609060101010101" pitchFamily="49" charset="-122"/>
                </a:rPr>
                <a:t>主元排序</a:t>
              </a:r>
              <a:endParaRPr lang="zh-CN" altLang="en-US" sz="2800" b="1" dirty="0">
                <a:ea typeface="黑体" panose="02010609060101010101" pitchFamily="49" charset="-122"/>
              </a:endParaRPr>
            </a:p>
          </p:txBody>
        </p:sp>
        <p:sp>
          <p:nvSpPr>
            <p:cNvPr id="40993" name="Oval 6"/>
            <p:cNvSpPr/>
            <p:nvPr/>
          </p:nvSpPr>
          <p:spPr>
            <a:xfrm>
              <a:off x="295" y="1389"/>
              <a:ext cx="1225" cy="363"/>
            </a:xfrm>
            <a:prstGeom prst="ellipse">
              <a:avLst/>
            </a:prstGeom>
            <a:noFill/>
            <a:ln w="57150" cap="flat" cmpd="sng">
              <a:solidFill>
                <a:schemeClr val="tx1"/>
              </a:solidFill>
              <a:prstDash val="solid"/>
              <a:headEnd type="none" w="med" len="med"/>
              <a:tailEnd type="none" w="med" len="med"/>
            </a:ln>
          </p:spPr>
          <p:txBody>
            <a:bodyPr/>
            <a:lstStyle>
              <a:lvl1pPr marL="342900" indent="-342900" algn="l" rtl="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hlink"/>
                </a:buClr>
                <a:buSzPct val="80000"/>
                <a:buFont typeface="Wingdings" panose="05000000000000000000" pitchFamily="2" charset="2"/>
                <a:buChar char="n"/>
                <a:defRPr sz="3200" b="0">
                  <a:solidFill>
                    <a:schemeClr val="tx1"/>
                  </a:solidFill>
                  <a:effectLst/>
                  <a:latin typeface="+mn-lt"/>
                  <a:ea typeface="+mn-ea"/>
                  <a:cs typeface="+mn-cs"/>
                </a:defRPr>
              </a:lvl1pPr>
              <a:lvl2pPr marL="742950" indent="-285750" algn="l" rtl="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tx1"/>
                </a:buClr>
                <a:buChar char="–"/>
                <a:defRPr sz="2800">
                  <a:solidFill>
                    <a:schemeClr val="tx1"/>
                  </a:solidFill>
                  <a:effectLst/>
                  <a:latin typeface="+mn-lt"/>
                  <a:ea typeface="+mn-ea"/>
                </a:defRPr>
              </a:lvl2pPr>
              <a:lvl3pPr marL="11430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hlink"/>
                </a:buClr>
                <a:buFont typeface="Wingdings" panose="05000000000000000000" pitchFamily="2" charset="2"/>
                <a:buChar char="§"/>
                <a:defRPr sz="2400">
                  <a:solidFill>
                    <a:schemeClr val="tx1"/>
                  </a:solidFill>
                  <a:effectLst/>
                  <a:latin typeface="+mn-lt"/>
                  <a:ea typeface="+mn-ea"/>
                </a:defRPr>
              </a:lvl3pPr>
              <a:lvl4pPr marL="16002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–"/>
                <a:defRPr sz="2000">
                  <a:solidFill>
                    <a:schemeClr val="tx1"/>
                  </a:solidFill>
                  <a:effectLst/>
                  <a:latin typeface="+mn-lt"/>
                  <a:ea typeface="+mn-ea"/>
                </a:defRPr>
              </a:lvl4pPr>
              <a:lvl5pPr marL="20574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hlink"/>
                </a:buClr>
                <a:buFont typeface="Wingdings" panose="05000000000000000000" pitchFamily="2" charset="2"/>
                <a:buChar char="§"/>
                <a:defRPr sz="2000">
                  <a:solidFill>
                    <a:schemeClr val="tx1"/>
                  </a:solidFill>
                  <a:effectLst/>
                  <a:latin typeface="+mn-lt"/>
                  <a:ea typeface="+mn-ea"/>
                </a:defRPr>
              </a:lvl5pPr>
            </a:lstStyle>
            <a:p>
              <a:pPr marL="0" lvl="0" indent="0" eaLnBrk="1" hangingPunct="1">
                <a:spcBef>
                  <a:spcPct val="0"/>
                </a:spcBef>
                <a:buClrTx/>
                <a:buSzTx/>
                <a:buFontTx/>
                <a:buNone/>
              </a:pPr>
              <a:endParaRPr lang="zh-CN" altLang="en-US" sz="2000" b="1" dirty="0">
                <a:ea typeface="黑体" panose="02010609060101010101" pitchFamily="49" charset="-122"/>
              </a:endParaRPr>
            </a:p>
          </p:txBody>
        </p:sp>
      </p:grpSp>
      <p:grpSp>
        <p:nvGrpSpPr>
          <p:cNvPr id="40966" name="Group 7"/>
          <p:cNvGrpSpPr/>
          <p:nvPr/>
        </p:nvGrpSpPr>
        <p:grpSpPr>
          <a:xfrm>
            <a:off x="1258888" y="3619500"/>
            <a:ext cx="1001712" cy="454025"/>
            <a:chOff x="249" y="3113"/>
            <a:chExt cx="771" cy="317"/>
          </a:xfrm>
        </p:grpSpPr>
        <p:sp>
          <p:nvSpPr>
            <p:cNvPr id="40990" name="Rectangle 8"/>
            <p:cNvSpPr/>
            <p:nvPr/>
          </p:nvSpPr>
          <p:spPr>
            <a:xfrm>
              <a:off x="385" y="3113"/>
              <a:ext cx="589" cy="272"/>
            </a:xfrm>
            <a:prstGeom prst="rect">
              <a:avLst/>
            </a:prstGeom>
            <a:noFill/>
            <a:ln w="57150">
              <a:noFill/>
            </a:ln>
          </p:spPr>
          <p:txBody>
            <a:bodyPr lIns="12700" tIns="12700" rIns="12700" bIns="12700"/>
            <a:lstStyle>
              <a:lvl1pPr marL="342900" indent="-342900" algn="l" rtl="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hlink"/>
                </a:buClr>
                <a:buSzPct val="80000"/>
                <a:buFont typeface="Wingdings" panose="05000000000000000000" pitchFamily="2" charset="2"/>
                <a:buChar char="n"/>
                <a:defRPr sz="3200" b="0">
                  <a:solidFill>
                    <a:schemeClr val="tx1"/>
                  </a:solidFill>
                  <a:effectLst/>
                  <a:latin typeface="+mn-lt"/>
                  <a:ea typeface="+mn-ea"/>
                  <a:cs typeface="+mn-cs"/>
                </a:defRPr>
              </a:lvl1pPr>
              <a:lvl2pPr marL="742950" indent="-285750" algn="l" rtl="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tx1"/>
                </a:buClr>
                <a:buChar char="–"/>
                <a:defRPr sz="2800">
                  <a:solidFill>
                    <a:schemeClr val="tx1"/>
                  </a:solidFill>
                  <a:effectLst/>
                  <a:latin typeface="+mn-lt"/>
                  <a:ea typeface="+mn-ea"/>
                </a:defRPr>
              </a:lvl2pPr>
              <a:lvl3pPr marL="11430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hlink"/>
                </a:buClr>
                <a:buFont typeface="Wingdings" panose="05000000000000000000" pitchFamily="2" charset="2"/>
                <a:buChar char="§"/>
                <a:defRPr sz="2400">
                  <a:solidFill>
                    <a:schemeClr val="tx1"/>
                  </a:solidFill>
                  <a:effectLst/>
                  <a:latin typeface="+mn-lt"/>
                  <a:ea typeface="+mn-ea"/>
                </a:defRPr>
              </a:lvl3pPr>
              <a:lvl4pPr marL="16002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–"/>
                <a:defRPr sz="2000">
                  <a:solidFill>
                    <a:schemeClr val="tx1"/>
                  </a:solidFill>
                  <a:effectLst/>
                  <a:latin typeface="+mn-lt"/>
                  <a:ea typeface="+mn-ea"/>
                </a:defRPr>
              </a:lvl4pPr>
              <a:lvl5pPr marL="20574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hlink"/>
                </a:buClr>
                <a:buFont typeface="Wingdings" panose="05000000000000000000" pitchFamily="2" charset="2"/>
                <a:buChar char="§"/>
                <a:defRPr sz="2000">
                  <a:solidFill>
                    <a:schemeClr val="tx1"/>
                  </a:solidFill>
                  <a:effectLst/>
                  <a:latin typeface="+mn-lt"/>
                  <a:ea typeface="+mn-ea"/>
                </a:defRPr>
              </a:lvl5pPr>
            </a:lstStyle>
            <a:p>
              <a:pPr marL="0" lvl="0" indent="0" algn="just" eaLnBrk="1" hangingPunct="1">
                <a:spcBef>
                  <a:spcPct val="0"/>
                </a:spcBef>
                <a:buClrTx/>
                <a:buSzTx/>
                <a:buFontTx/>
                <a:buNone/>
              </a:pPr>
              <a:r>
                <a:rPr lang="zh-CN" altLang="en-US" sz="2800" b="1" dirty="0">
                  <a:ea typeface="黑体" panose="02010609060101010101" pitchFamily="49" charset="-122"/>
                </a:rPr>
                <a:t>结束</a:t>
              </a:r>
              <a:endParaRPr lang="zh-CN" altLang="en-US" sz="2800" b="1" dirty="0">
                <a:ea typeface="黑体" panose="02010609060101010101" pitchFamily="49" charset="-122"/>
              </a:endParaRPr>
            </a:p>
          </p:txBody>
        </p:sp>
        <p:sp>
          <p:nvSpPr>
            <p:cNvPr id="40991" name="Oval 9"/>
            <p:cNvSpPr/>
            <p:nvPr/>
          </p:nvSpPr>
          <p:spPr>
            <a:xfrm>
              <a:off x="249" y="3158"/>
              <a:ext cx="771" cy="272"/>
            </a:xfrm>
            <a:prstGeom prst="ellipse">
              <a:avLst/>
            </a:prstGeom>
            <a:noFill/>
            <a:ln w="57150" cap="flat" cmpd="sng">
              <a:solidFill>
                <a:schemeClr val="tx1"/>
              </a:solidFill>
              <a:prstDash val="solid"/>
              <a:headEnd type="none" w="med" len="med"/>
              <a:tailEnd type="none" w="med" len="med"/>
            </a:ln>
          </p:spPr>
          <p:txBody>
            <a:bodyPr/>
            <a:lstStyle>
              <a:lvl1pPr marL="342900" indent="-342900" algn="l" rtl="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hlink"/>
                </a:buClr>
                <a:buSzPct val="80000"/>
                <a:buFont typeface="Wingdings" panose="05000000000000000000" pitchFamily="2" charset="2"/>
                <a:buChar char="n"/>
                <a:defRPr sz="3200" b="0">
                  <a:solidFill>
                    <a:schemeClr val="tx1"/>
                  </a:solidFill>
                  <a:effectLst/>
                  <a:latin typeface="+mn-lt"/>
                  <a:ea typeface="+mn-ea"/>
                  <a:cs typeface="+mn-cs"/>
                </a:defRPr>
              </a:lvl1pPr>
              <a:lvl2pPr marL="742950" indent="-285750" algn="l" rtl="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tx1"/>
                </a:buClr>
                <a:buChar char="–"/>
                <a:defRPr sz="2800">
                  <a:solidFill>
                    <a:schemeClr val="tx1"/>
                  </a:solidFill>
                  <a:effectLst/>
                  <a:latin typeface="+mn-lt"/>
                  <a:ea typeface="+mn-ea"/>
                </a:defRPr>
              </a:lvl2pPr>
              <a:lvl3pPr marL="11430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hlink"/>
                </a:buClr>
                <a:buFont typeface="Wingdings" panose="05000000000000000000" pitchFamily="2" charset="2"/>
                <a:buChar char="§"/>
                <a:defRPr sz="2400">
                  <a:solidFill>
                    <a:schemeClr val="tx1"/>
                  </a:solidFill>
                  <a:effectLst/>
                  <a:latin typeface="+mn-lt"/>
                  <a:ea typeface="+mn-ea"/>
                </a:defRPr>
              </a:lvl3pPr>
              <a:lvl4pPr marL="16002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–"/>
                <a:defRPr sz="2000">
                  <a:solidFill>
                    <a:schemeClr val="tx1"/>
                  </a:solidFill>
                  <a:effectLst/>
                  <a:latin typeface="+mn-lt"/>
                  <a:ea typeface="+mn-ea"/>
                </a:defRPr>
              </a:lvl4pPr>
              <a:lvl5pPr marL="20574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hlink"/>
                </a:buClr>
                <a:buFont typeface="Wingdings" panose="05000000000000000000" pitchFamily="2" charset="2"/>
                <a:buChar char="§"/>
                <a:defRPr sz="2000">
                  <a:solidFill>
                    <a:schemeClr val="tx1"/>
                  </a:solidFill>
                  <a:effectLst/>
                  <a:latin typeface="+mn-lt"/>
                  <a:ea typeface="+mn-ea"/>
                </a:defRPr>
              </a:lvl5pPr>
            </a:lstStyle>
            <a:p>
              <a:pPr marL="0" lvl="0" indent="0" eaLnBrk="1" hangingPunct="1">
                <a:spcBef>
                  <a:spcPct val="0"/>
                </a:spcBef>
                <a:buClrTx/>
                <a:buSzTx/>
                <a:buFontTx/>
                <a:buNone/>
              </a:pPr>
              <a:endParaRPr lang="zh-CN" altLang="en-US" sz="2000" b="1" dirty="0">
                <a:ea typeface="黑体" panose="02010609060101010101" pitchFamily="49" charset="-122"/>
              </a:endParaRPr>
            </a:p>
          </p:txBody>
        </p:sp>
      </p:grpSp>
      <p:sp>
        <p:nvSpPr>
          <p:cNvPr id="40967" name="Line 10"/>
          <p:cNvSpPr/>
          <p:nvPr/>
        </p:nvSpPr>
        <p:spPr>
          <a:xfrm>
            <a:off x="4427538" y="2973388"/>
            <a:ext cx="136525" cy="0"/>
          </a:xfrm>
          <a:prstGeom prst="line">
            <a:avLst/>
          </a:prstGeom>
          <a:ln w="57150" cap="flat" cmpd="sng">
            <a:solidFill>
              <a:schemeClr val="tx1"/>
            </a:solidFill>
            <a:prstDash val="solid"/>
            <a:headEnd type="none" w="sm" len="sm"/>
            <a:tailEnd type="none" w="sm" len="sm"/>
          </a:ln>
        </p:spPr>
      </p:sp>
      <p:sp>
        <p:nvSpPr>
          <p:cNvPr id="43" name="Rectangle 11"/>
          <p:cNvSpPr/>
          <p:nvPr/>
        </p:nvSpPr>
        <p:spPr>
          <a:xfrm>
            <a:off x="4572000" y="3403600"/>
            <a:ext cx="3168650" cy="503238"/>
          </a:xfrm>
          <a:prstGeom prst="rect">
            <a:avLst/>
          </a:prstGeom>
          <a:noFill/>
          <a:ln w="57150" cap="flat" cmpd="sng">
            <a:solidFill>
              <a:schemeClr val="tx1"/>
            </a:solidFill>
            <a:prstDash val="solid"/>
            <a:miter/>
            <a:headEnd type="none" w="med" len="med"/>
            <a:tailEnd type="none" w="med" len="med"/>
          </a:ln>
        </p:spPr>
        <p:txBody>
          <a:bodyPr lIns="12700" tIns="12700" rIns="12700" bIns="12700"/>
          <a:lstStyle>
            <a:lvl1pPr marL="342900" indent="-3429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80000"/>
              <a:buFont typeface="Wingdings" panose="05000000000000000000" pitchFamily="2" charset="2"/>
              <a:buChar char="n"/>
              <a:defRPr sz="3200" b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defRPr>
            </a:lvl1pPr>
            <a:lvl2pPr marL="742950" indent="-28575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Char char="–"/>
              <a:defRPr sz="2800">
                <a:solidFill>
                  <a:schemeClr val="tx1"/>
                </a:solidFill>
                <a:effectLst/>
                <a:latin typeface="+mn-lt"/>
                <a:ea typeface="+mn-ea"/>
              </a:defRPr>
            </a:lvl2pPr>
            <a:lvl3pPr marL="11430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Font typeface="Wingdings" panose="05000000000000000000" pitchFamily="2" charset="2"/>
              <a:buChar char="§"/>
              <a:defRPr sz="2400">
                <a:solidFill>
                  <a:schemeClr val="tx1"/>
                </a:solidFill>
                <a:effectLst/>
                <a:latin typeface="+mn-lt"/>
                <a:ea typeface="+mn-ea"/>
              </a:defRPr>
            </a:lvl3pPr>
            <a:lvl4pPr marL="16002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–"/>
              <a:defRPr sz="2000">
                <a:solidFill>
                  <a:schemeClr val="tx1"/>
                </a:solidFill>
                <a:effectLst/>
                <a:latin typeface="+mn-lt"/>
                <a:ea typeface="+mn-ea"/>
              </a:defRPr>
            </a:lvl4pPr>
            <a:lvl5pPr marL="20574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effectLst/>
                <a:latin typeface="+mn-lt"/>
                <a:ea typeface="+mn-ea"/>
              </a:defRPr>
            </a:lvl5pPr>
          </a:lstStyle>
          <a:p>
            <a:pPr marL="0" lvl="0" indent="0" algn="ctr" eaLnBrk="1" hangingPunct="1">
              <a:spcBef>
                <a:spcPct val="0"/>
              </a:spcBef>
              <a:buClrTx/>
              <a:buSzTx/>
              <a:buFontTx/>
              <a:buNone/>
            </a:pPr>
            <a:r>
              <a:rPr lang="zh-CN" altLang="en-US" sz="2800" b="1" dirty="0">
                <a:solidFill>
                  <a:schemeClr val="accent6">
                    <a:lumMod val="60000"/>
                    <a:lumOff val="40000"/>
                  </a:schemeClr>
                </a:solidFill>
                <a:ea typeface="黑体" panose="02010609060101010101" pitchFamily="49" charset="-122"/>
              </a:rPr>
              <a:t>交换 </a:t>
            </a:r>
            <a:r>
              <a:rPr lang="en-US" altLang="zh-CN" sz="2800" b="1" dirty="0">
                <a:solidFill>
                  <a:schemeClr val="accent6">
                    <a:lumMod val="60000"/>
                    <a:lumOff val="40000"/>
                  </a:schemeClr>
                </a:solidFill>
                <a:ea typeface="黑体" panose="02010609060101010101" pitchFamily="49" charset="-122"/>
              </a:rPr>
              <a:t>a</a:t>
            </a:r>
            <a:r>
              <a:rPr lang="en-US" altLang="zh-CN" sz="2800" b="1" baseline="-25000" dirty="0">
                <a:solidFill>
                  <a:schemeClr val="accent6">
                    <a:lumMod val="60000"/>
                    <a:lumOff val="40000"/>
                  </a:schemeClr>
                </a:solidFill>
                <a:ea typeface="黑体" panose="02010609060101010101" pitchFamily="49" charset="-122"/>
              </a:rPr>
              <a:t>i</a:t>
            </a:r>
            <a:r>
              <a:rPr lang="en-US" altLang="zh-CN" sz="2800" b="1" dirty="0">
                <a:solidFill>
                  <a:schemeClr val="accent6">
                    <a:lumMod val="60000"/>
                    <a:lumOff val="40000"/>
                  </a:schemeClr>
                </a:solidFill>
                <a:ea typeface="黑体" panose="02010609060101010101" pitchFamily="49" charset="-122"/>
              </a:rPr>
              <a:t> </a:t>
            </a:r>
            <a:r>
              <a:rPr lang="zh-CN" altLang="en-US" sz="2800" b="1" dirty="0">
                <a:solidFill>
                  <a:schemeClr val="accent6">
                    <a:lumMod val="60000"/>
                    <a:lumOff val="40000"/>
                  </a:schemeClr>
                </a:solidFill>
                <a:ea typeface="黑体" panose="02010609060101010101" pitchFamily="49" charset="-122"/>
              </a:rPr>
              <a:t>、</a:t>
            </a:r>
            <a:r>
              <a:rPr lang="en-US" altLang="zh-CN" sz="2800" b="1" dirty="0">
                <a:solidFill>
                  <a:schemeClr val="accent6">
                    <a:lumMod val="60000"/>
                    <a:lumOff val="40000"/>
                  </a:schemeClr>
                </a:solidFill>
                <a:ea typeface="黑体" panose="02010609060101010101" pitchFamily="49" charset="-122"/>
              </a:rPr>
              <a:t>a</a:t>
            </a:r>
            <a:r>
              <a:rPr lang="en-US" altLang="zh-CN" sz="2800" b="1" baseline="-25000" dirty="0">
                <a:solidFill>
                  <a:schemeClr val="accent6">
                    <a:lumMod val="60000"/>
                    <a:lumOff val="40000"/>
                  </a:schemeClr>
                </a:solidFill>
                <a:ea typeface="黑体" panose="02010609060101010101" pitchFamily="49" charset="-122"/>
              </a:rPr>
              <a:t>j</a:t>
            </a:r>
            <a:endParaRPr lang="en-US" altLang="zh-CN" sz="2800" b="1" baseline="-25000" dirty="0">
              <a:solidFill>
                <a:schemeClr val="accent6">
                  <a:lumMod val="60000"/>
                  <a:lumOff val="40000"/>
                </a:schemeClr>
              </a:solidFill>
              <a:ea typeface="黑体" panose="02010609060101010101" pitchFamily="49" charset="-122"/>
            </a:endParaRPr>
          </a:p>
        </p:txBody>
      </p:sp>
      <p:sp>
        <p:nvSpPr>
          <p:cNvPr id="44" name="Line 12"/>
          <p:cNvSpPr/>
          <p:nvPr/>
        </p:nvSpPr>
        <p:spPr>
          <a:xfrm>
            <a:off x="4572000" y="1892300"/>
            <a:ext cx="0" cy="2016125"/>
          </a:xfrm>
          <a:prstGeom prst="line">
            <a:avLst/>
          </a:prstGeom>
          <a:ln w="57150" cap="flat" cmpd="sng">
            <a:solidFill>
              <a:schemeClr val="tx1"/>
            </a:solidFill>
            <a:prstDash val="solid"/>
            <a:headEnd type="none" w="sm" len="sm"/>
            <a:tailEnd type="none" w="sm" len="sm"/>
          </a:ln>
        </p:spPr>
      </p:sp>
      <p:grpSp>
        <p:nvGrpSpPr>
          <p:cNvPr id="40970" name="Group 13"/>
          <p:cNvGrpSpPr/>
          <p:nvPr/>
        </p:nvGrpSpPr>
        <p:grpSpPr>
          <a:xfrm>
            <a:off x="1763713" y="2468563"/>
            <a:ext cx="2663825" cy="863600"/>
            <a:chOff x="567" y="1480"/>
            <a:chExt cx="1995" cy="276"/>
          </a:xfrm>
        </p:grpSpPr>
        <p:sp>
          <p:nvSpPr>
            <p:cNvPr id="40988" name="Rectangle 14"/>
            <p:cNvSpPr/>
            <p:nvPr/>
          </p:nvSpPr>
          <p:spPr>
            <a:xfrm>
              <a:off x="567" y="1480"/>
              <a:ext cx="1995" cy="276"/>
            </a:xfrm>
            <a:prstGeom prst="rect">
              <a:avLst/>
            </a:prstGeom>
            <a:noFill/>
            <a:ln w="57150" cap="flat" cmpd="sng">
              <a:solidFill>
                <a:schemeClr val="tx1"/>
              </a:solidFill>
              <a:prstDash val="solid"/>
              <a:miter/>
              <a:headEnd type="none" w="med" len="med"/>
              <a:tailEnd type="none" w="med" len="med"/>
            </a:ln>
          </p:spPr>
          <p:txBody>
            <a:bodyPr lIns="12700" tIns="12700" rIns="12700" bIns="12700"/>
            <a:lstStyle>
              <a:lvl1pPr marL="342900" indent="-342900" algn="l" rtl="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hlink"/>
                </a:buClr>
                <a:buSzPct val="80000"/>
                <a:buFont typeface="Wingdings" panose="05000000000000000000" pitchFamily="2" charset="2"/>
                <a:buChar char="n"/>
                <a:defRPr sz="3200" b="0">
                  <a:solidFill>
                    <a:schemeClr val="tx1"/>
                  </a:solidFill>
                  <a:effectLst/>
                  <a:latin typeface="+mn-lt"/>
                  <a:ea typeface="+mn-ea"/>
                  <a:cs typeface="+mn-cs"/>
                </a:defRPr>
              </a:lvl1pPr>
              <a:lvl2pPr marL="742950" indent="-285750" algn="l" rtl="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tx1"/>
                </a:buClr>
                <a:buChar char="–"/>
                <a:defRPr sz="2800">
                  <a:solidFill>
                    <a:schemeClr val="tx1"/>
                  </a:solidFill>
                  <a:effectLst/>
                  <a:latin typeface="+mn-lt"/>
                  <a:ea typeface="+mn-ea"/>
                </a:defRPr>
              </a:lvl2pPr>
              <a:lvl3pPr marL="11430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hlink"/>
                </a:buClr>
                <a:buFont typeface="Wingdings" panose="05000000000000000000" pitchFamily="2" charset="2"/>
                <a:buChar char="§"/>
                <a:defRPr sz="2400">
                  <a:solidFill>
                    <a:schemeClr val="tx1"/>
                  </a:solidFill>
                  <a:effectLst/>
                  <a:latin typeface="+mn-lt"/>
                  <a:ea typeface="+mn-ea"/>
                </a:defRPr>
              </a:lvl3pPr>
              <a:lvl4pPr marL="16002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–"/>
                <a:defRPr sz="2000">
                  <a:solidFill>
                    <a:schemeClr val="tx1"/>
                  </a:solidFill>
                  <a:effectLst/>
                  <a:latin typeface="+mn-lt"/>
                  <a:ea typeface="+mn-ea"/>
                </a:defRPr>
              </a:lvl4pPr>
              <a:lvl5pPr marL="20574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hlink"/>
                </a:buClr>
                <a:buFont typeface="Wingdings" panose="05000000000000000000" pitchFamily="2" charset="2"/>
                <a:buChar char="§"/>
                <a:defRPr sz="2000">
                  <a:solidFill>
                    <a:schemeClr val="tx1"/>
                  </a:solidFill>
                  <a:effectLst/>
                  <a:latin typeface="+mn-lt"/>
                  <a:ea typeface="+mn-ea"/>
                </a:defRPr>
              </a:lvl5pPr>
            </a:lstStyle>
            <a:p>
              <a:pPr marL="0" lvl="0" indent="0" eaLnBrk="1" hangingPunct="1">
                <a:spcBef>
                  <a:spcPct val="0"/>
                </a:spcBef>
                <a:buClrTx/>
                <a:buSzTx/>
                <a:buFontTx/>
                <a:buNone/>
              </a:pPr>
              <a:r>
                <a:rPr lang="en-US" altLang="zh-CN" sz="2400" b="1" dirty="0">
                  <a:ea typeface="黑体" panose="02010609060101010101" pitchFamily="49" charset="-122"/>
                </a:rPr>
                <a:t>  for (i=</a:t>
              </a:r>
              <a:r>
                <a:rPr lang="en-US" altLang="zh-CN" sz="2400" b="1" dirty="0">
                  <a:solidFill>
                    <a:schemeClr val="hlink"/>
                  </a:solidFill>
                  <a:ea typeface="黑体" panose="02010609060101010101" pitchFamily="49" charset="-122"/>
                </a:rPr>
                <a:t>0</a:t>
              </a:r>
              <a:r>
                <a:rPr lang="en-US" altLang="zh-CN" sz="2400" b="1" dirty="0">
                  <a:ea typeface="黑体" panose="02010609060101010101" pitchFamily="49" charset="-122"/>
                </a:rPr>
                <a:t>;i&lt;</a:t>
              </a:r>
              <a:r>
                <a:rPr lang="en-US" altLang="zh-CN" sz="2400" b="1" dirty="0">
                  <a:solidFill>
                    <a:schemeClr val="hlink"/>
                  </a:solidFill>
                  <a:ea typeface="黑体" panose="02010609060101010101" pitchFamily="49" charset="-122"/>
                </a:rPr>
                <a:t>n-1</a:t>
              </a:r>
              <a:r>
                <a:rPr lang="en-US" altLang="zh-CN" sz="2400" b="1" dirty="0">
                  <a:ea typeface="黑体" panose="02010609060101010101" pitchFamily="49" charset="-122"/>
                </a:rPr>
                <a:t>;      </a:t>
              </a:r>
              <a:endParaRPr lang="en-US" altLang="zh-CN" sz="2400" b="1" dirty="0">
                <a:ea typeface="黑体" panose="02010609060101010101" pitchFamily="49" charset="-122"/>
              </a:endParaRPr>
            </a:p>
            <a:p>
              <a:pPr marL="0" lvl="0" indent="0" eaLnBrk="1" hangingPunct="1">
                <a:spcBef>
                  <a:spcPct val="0"/>
                </a:spcBef>
                <a:buClrTx/>
                <a:buSzTx/>
                <a:buFontTx/>
                <a:buNone/>
              </a:pPr>
              <a:r>
                <a:rPr lang="en-US" altLang="zh-CN" sz="2400" b="1" dirty="0">
                  <a:ea typeface="黑体" panose="02010609060101010101" pitchFamily="49" charset="-122"/>
                </a:rPr>
                <a:t>         i++)  </a:t>
              </a:r>
              <a:endParaRPr lang="en-US" altLang="zh-CN" sz="2400" b="1" dirty="0">
                <a:ea typeface="黑体" panose="02010609060101010101" pitchFamily="49" charset="-122"/>
              </a:endParaRPr>
            </a:p>
          </p:txBody>
        </p:sp>
        <p:sp>
          <p:nvSpPr>
            <p:cNvPr id="40989" name="Line 15"/>
            <p:cNvSpPr/>
            <p:nvPr/>
          </p:nvSpPr>
          <p:spPr>
            <a:xfrm>
              <a:off x="657" y="1480"/>
              <a:ext cx="0" cy="272"/>
            </a:xfrm>
            <a:prstGeom prst="line">
              <a:avLst/>
            </a:prstGeom>
            <a:ln w="57150" cap="flat" cmpd="sng">
              <a:solidFill>
                <a:schemeClr val="tx1"/>
              </a:solidFill>
              <a:prstDash val="solid"/>
              <a:headEnd type="none" w="med" len="med"/>
              <a:tailEnd type="none" w="med" len="med"/>
            </a:ln>
          </p:spPr>
        </p:sp>
      </p:grpSp>
      <p:sp>
        <p:nvSpPr>
          <p:cNvPr id="48" name="Text Box 16"/>
          <p:cNvSpPr txBox="1"/>
          <p:nvPr/>
        </p:nvSpPr>
        <p:spPr>
          <a:xfrm>
            <a:off x="4572000" y="2684463"/>
            <a:ext cx="2663825" cy="576262"/>
          </a:xfrm>
          <a:prstGeom prst="rect">
            <a:avLst/>
          </a:prstGeom>
          <a:noFill/>
          <a:ln w="57150" cap="flat" cmpd="sng">
            <a:solidFill>
              <a:schemeClr val="tx1"/>
            </a:solidFill>
            <a:prstDash val="solid"/>
            <a:miter/>
            <a:headEnd type="none" w="med" len="med"/>
            <a:tailEnd type="none" w="med" len="med"/>
          </a:ln>
        </p:spPr>
        <p:txBody>
          <a:bodyPr>
            <a:spAutoFit/>
          </a:bodyPr>
          <a:lstStyle>
            <a:lvl1pPr marL="342900" indent="-3429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80000"/>
              <a:buFont typeface="Wingdings" panose="05000000000000000000" pitchFamily="2" charset="2"/>
              <a:buChar char="n"/>
              <a:defRPr sz="3200" b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defRPr>
            </a:lvl1pPr>
            <a:lvl2pPr marL="742950" indent="-28575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Char char="–"/>
              <a:defRPr sz="2800">
                <a:solidFill>
                  <a:schemeClr val="tx1"/>
                </a:solidFill>
                <a:effectLst/>
                <a:latin typeface="+mn-lt"/>
                <a:ea typeface="+mn-ea"/>
              </a:defRPr>
            </a:lvl2pPr>
            <a:lvl3pPr marL="11430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Font typeface="Wingdings" panose="05000000000000000000" pitchFamily="2" charset="2"/>
              <a:buChar char="§"/>
              <a:defRPr sz="2400">
                <a:solidFill>
                  <a:schemeClr val="tx1"/>
                </a:solidFill>
                <a:effectLst/>
                <a:latin typeface="+mn-lt"/>
                <a:ea typeface="+mn-ea"/>
              </a:defRPr>
            </a:lvl3pPr>
            <a:lvl4pPr marL="16002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–"/>
              <a:defRPr sz="2000">
                <a:solidFill>
                  <a:schemeClr val="tx1"/>
                </a:solidFill>
                <a:effectLst/>
                <a:latin typeface="+mn-lt"/>
                <a:ea typeface="+mn-ea"/>
              </a:defRPr>
            </a:lvl4pPr>
            <a:lvl5pPr marL="20574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effectLst/>
                <a:latin typeface="+mn-lt"/>
                <a:ea typeface="+mn-ea"/>
              </a:defRPr>
            </a:lvl5pPr>
          </a:lstStyle>
          <a:p>
            <a:pPr marL="0" lvl="0" indent="0" algn="ctr" eaLnBrk="1" hangingPunct="1">
              <a:spcBef>
                <a:spcPct val="50000"/>
              </a:spcBef>
              <a:buClrTx/>
              <a:buSzTx/>
              <a:buFontTx/>
              <a:buNone/>
            </a:pPr>
            <a:r>
              <a:rPr lang="zh-CN" altLang="en-US" sz="2800" b="1" dirty="0">
                <a:solidFill>
                  <a:schemeClr val="hlink"/>
                </a:solidFill>
                <a:ea typeface="黑体" panose="02010609060101010101" pitchFamily="49" charset="-122"/>
              </a:rPr>
              <a:t>排第</a:t>
            </a:r>
            <a:r>
              <a:rPr lang="en-US" altLang="zh-CN" sz="2800" b="1" dirty="0">
                <a:solidFill>
                  <a:schemeClr val="hlink"/>
                </a:solidFill>
                <a:ea typeface="黑体" panose="02010609060101010101" pitchFamily="49" charset="-122"/>
              </a:rPr>
              <a:t>i</a:t>
            </a:r>
            <a:r>
              <a:rPr lang="zh-CN" altLang="en-US" sz="2800" b="1" dirty="0">
                <a:solidFill>
                  <a:schemeClr val="hlink"/>
                </a:solidFill>
                <a:ea typeface="黑体" panose="02010609060101010101" pitchFamily="49" charset="-122"/>
              </a:rPr>
              <a:t>个元素</a:t>
            </a:r>
            <a:endParaRPr lang="zh-CN" altLang="en-US" sz="2800" b="1" dirty="0">
              <a:solidFill>
                <a:schemeClr val="hlink"/>
              </a:solidFill>
              <a:ea typeface="黑体" panose="02010609060101010101" pitchFamily="49" charset="-122"/>
            </a:endParaRPr>
          </a:p>
        </p:txBody>
      </p:sp>
      <p:sp>
        <p:nvSpPr>
          <p:cNvPr id="49" name="Text Box 17"/>
          <p:cNvSpPr txBox="1"/>
          <p:nvPr/>
        </p:nvSpPr>
        <p:spPr>
          <a:xfrm>
            <a:off x="4572000" y="1892300"/>
            <a:ext cx="5400675" cy="576263"/>
          </a:xfrm>
          <a:prstGeom prst="rect">
            <a:avLst/>
          </a:prstGeom>
          <a:noFill/>
          <a:ln w="57150" cap="flat" cmpd="sng">
            <a:solidFill>
              <a:schemeClr val="tx1"/>
            </a:solidFill>
            <a:prstDash val="solid"/>
            <a:miter/>
            <a:headEnd type="none" w="med" len="med"/>
            <a:tailEnd type="none" w="med" len="med"/>
          </a:ln>
        </p:spPr>
        <p:txBody>
          <a:bodyPr>
            <a:spAutoFit/>
          </a:bodyPr>
          <a:lstStyle>
            <a:lvl1pPr marL="342900" indent="-3429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80000"/>
              <a:buFont typeface="Wingdings" panose="05000000000000000000" pitchFamily="2" charset="2"/>
              <a:buChar char="n"/>
              <a:defRPr sz="3200" b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defRPr>
            </a:lvl1pPr>
            <a:lvl2pPr marL="742950" indent="-28575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Char char="–"/>
              <a:defRPr sz="2800">
                <a:solidFill>
                  <a:schemeClr val="tx1"/>
                </a:solidFill>
                <a:effectLst/>
                <a:latin typeface="+mn-lt"/>
                <a:ea typeface="+mn-ea"/>
              </a:defRPr>
            </a:lvl2pPr>
            <a:lvl3pPr marL="11430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Font typeface="Wingdings" panose="05000000000000000000" pitchFamily="2" charset="2"/>
              <a:buChar char="§"/>
              <a:defRPr sz="2400">
                <a:solidFill>
                  <a:schemeClr val="tx1"/>
                </a:solidFill>
                <a:effectLst/>
                <a:latin typeface="+mn-lt"/>
                <a:ea typeface="+mn-ea"/>
              </a:defRPr>
            </a:lvl3pPr>
            <a:lvl4pPr marL="16002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–"/>
              <a:defRPr sz="2000">
                <a:solidFill>
                  <a:schemeClr val="tx1"/>
                </a:solidFill>
                <a:effectLst/>
                <a:latin typeface="+mn-lt"/>
                <a:ea typeface="+mn-ea"/>
              </a:defRPr>
            </a:lvl4pPr>
            <a:lvl5pPr marL="20574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effectLst/>
                <a:latin typeface="+mn-lt"/>
                <a:ea typeface="+mn-ea"/>
              </a:defRPr>
            </a:lvl5pPr>
          </a:lstStyle>
          <a:p>
            <a:pPr marL="0" lvl="0" indent="0" algn="ctr" eaLnBrk="1" hangingPunct="1">
              <a:spcBef>
                <a:spcPct val="50000"/>
              </a:spcBef>
              <a:buClrTx/>
              <a:buSzTx/>
              <a:buFontTx/>
              <a:buNone/>
            </a:pPr>
            <a:r>
              <a:rPr lang="zh-CN" altLang="en-US" sz="2800" b="1" dirty="0">
                <a:solidFill>
                  <a:schemeClr val="hlink"/>
                </a:solidFill>
                <a:ea typeface="黑体" panose="02010609060101010101" pitchFamily="49" charset="-122"/>
              </a:rPr>
              <a:t>在</a:t>
            </a:r>
            <a:r>
              <a:rPr lang="en-US" altLang="zh-CN" sz="2800" b="1" dirty="0">
                <a:solidFill>
                  <a:schemeClr val="hlink"/>
                </a:solidFill>
                <a:ea typeface="黑体" panose="02010609060101010101" pitchFamily="49" charset="-122"/>
              </a:rPr>
              <a:t>a</a:t>
            </a:r>
            <a:r>
              <a:rPr lang="en-US" altLang="zh-CN" sz="2800" b="1" baseline="-25000" dirty="0">
                <a:solidFill>
                  <a:schemeClr val="hlink"/>
                </a:solidFill>
                <a:ea typeface="黑体" panose="02010609060101010101" pitchFamily="49" charset="-122"/>
              </a:rPr>
              <a:t>i</a:t>
            </a:r>
            <a:r>
              <a:rPr lang="en-US" altLang="zh-CN" sz="2800" b="1" dirty="0">
                <a:solidFill>
                  <a:schemeClr val="hlink"/>
                </a:solidFill>
                <a:ea typeface="黑体" panose="02010609060101010101" pitchFamily="49" charset="-122"/>
              </a:rPr>
              <a:t>~a</a:t>
            </a:r>
            <a:r>
              <a:rPr lang="en-US" altLang="zh-CN" sz="2800" b="1" baseline="-25000" dirty="0">
                <a:solidFill>
                  <a:schemeClr val="hlink"/>
                </a:solidFill>
                <a:ea typeface="黑体" panose="02010609060101010101" pitchFamily="49" charset="-122"/>
              </a:rPr>
              <a:t>n-1</a:t>
            </a:r>
            <a:r>
              <a:rPr lang="zh-CN" altLang="en-US" sz="2800" b="1" dirty="0">
                <a:solidFill>
                  <a:schemeClr val="hlink"/>
                </a:solidFill>
                <a:ea typeface="黑体" panose="02010609060101010101" pitchFamily="49" charset="-122"/>
              </a:rPr>
              <a:t>之间找最小元素</a:t>
            </a:r>
            <a:r>
              <a:rPr lang="en-US" altLang="zh-CN" sz="2800" b="1" dirty="0">
                <a:solidFill>
                  <a:schemeClr val="hlink"/>
                </a:solidFill>
                <a:ea typeface="黑体" panose="02010609060101010101" pitchFamily="49" charset="-122"/>
              </a:rPr>
              <a:t>a</a:t>
            </a:r>
            <a:r>
              <a:rPr lang="en-US" altLang="zh-CN" sz="2800" b="1" baseline="-25000" dirty="0">
                <a:solidFill>
                  <a:schemeClr val="hlink"/>
                </a:solidFill>
                <a:ea typeface="黑体" panose="02010609060101010101" pitchFamily="49" charset="-122"/>
              </a:rPr>
              <a:t>j</a:t>
            </a:r>
            <a:endParaRPr lang="en-US" altLang="zh-CN" sz="2800" b="1" baseline="-25000" dirty="0">
              <a:solidFill>
                <a:schemeClr val="hlink"/>
              </a:solidFill>
              <a:ea typeface="黑体" panose="02010609060101010101" pitchFamily="49" charset="-122"/>
            </a:endParaRPr>
          </a:p>
        </p:txBody>
      </p:sp>
      <p:grpSp>
        <p:nvGrpSpPr>
          <p:cNvPr id="50" name="Group 18"/>
          <p:cNvGrpSpPr/>
          <p:nvPr/>
        </p:nvGrpSpPr>
        <p:grpSpPr>
          <a:xfrm>
            <a:off x="4572713" y="1922780"/>
            <a:ext cx="7338617" cy="1290694"/>
            <a:chOff x="1475" y="2616"/>
            <a:chExt cx="4619" cy="769"/>
          </a:xfrm>
        </p:grpSpPr>
        <p:sp>
          <p:nvSpPr>
            <p:cNvPr id="40974" name="Rectangle 19"/>
            <p:cNvSpPr/>
            <p:nvPr/>
          </p:nvSpPr>
          <p:spPr>
            <a:xfrm>
              <a:off x="5414" y="2841"/>
              <a:ext cx="680" cy="304"/>
            </a:xfrm>
            <a:prstGeom prst="rect">
              <a:avLst/>
            </a:prstGeom>
            <a:noFill/>
            <a:ln w="57150" cap="flat" cmpd="sng">
              <a:solidFill>
                <a:schemeClr val="tx1"/>
              </a:solidFill>
              <a:prstDash val="solid"/>
              <a:miter/>
              <a:headEnd type="none" w="med" len="med"/>
              <a:tailEnd type="none" w="med" len="med"/>
            </a:ln>
          </p:spPr>
          <p:txBody>
            <a:bodyPr lIns="12700" tIns="12700" rIns="12700" bIns="12700"/>
            <a:lstStyle>
              <a:lvl1pPr marL="342900" indent="-342900" algn="l" rtl="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hlink"/>
                </a:buClr>
                <a:buSzPct val="80000"/>
                <a:buFont typeface="Wingdings" panose="05000000000000000000" pitchFamily="2" charset="2"/>
                <a:buChar char="n"/>
                <a:defRPr sz="3200" b="0">
                  <a:solidFill>
                    <a:schemeClr val="tx1"/>
                  </a:solidFill>
                  <a:effectLst/>
                  <a:latin typeface="+mn-lt"/>
                  <a:ea typeface="+mn-ea"/>
                  <a:cs typeface="+mn-cs"/>
                </a:defRPr>
              </a:lvl1pPr>
              <a:lvl2pPr marL="742950" indent="-285750" algn="l" rtl="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tx1"/>
                </a:buClr>
                <a:buChar char="–"/>
                <a:defRPr sz="2800">
                  <a:solidFill>
                    <a:schemeClr val="tx1"/>
                  </a:solidFill>
                  <a:effectLst/>
                  <a:latin typeface="+mn-lt"/>
                  <a:ea typeface="+mn-ea"/>
                </a:defRPr>
              </a:lvl2pPr>
              <a:lvl3pPr marL="11430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hlink"/>
                </a:buClr>
                <a:buFont typeface="Wingdings" panose="05000000000000000000" pitchFamily="2" charset="2"/>
                <a:buChar char="§"/>
                <a:defRPr sz="2400">
                  <a:solidFill>
                    <a:schemeClr val="tx1"/>
                  </a:solidFill>
                  <a:effectLst/>
                  <a:latin typeface="+mn-lt"/>
                  <a:ea typeface="+mn-ea"/>
                </a:defRPr>
              </a:lvl3pPr>
              <a:lvl4pPr marL="16002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–"/>
                <a:defRPr sz="2000">
                  <a:solidFill>
                    <a:schemeClr val="tx1"/>
                  </a:solidFill>
                  <a:effectLst/>
                  <a:latin typeface="+mn-lt"/>
                  <a:ea typeface="+mn-ea"/>
                </a:defRPr>
              </a:lvl4pPr>
              <a:lvl5pPr marL="20574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hlink"/>
                </a:buClr>
                <a:buFont typeface="Wingdings" panose="05000000000000000000" pitchFamily="2" charset="2"/>
                <a:buChar char="§"/>
                <a:defRPr sz="2000">
                  <a:solidFill>
                    <a:schemeClr val="tx1"/>
                  </a:solidFill>
                  <a:effectLst/>
                  <a:latin typeface="+mn-lt"/>
                  <a:ea typeface="+mn-ea"/>
                </a:defRPr>
              </a:lvl5pPr>
            </a:lstStyle>
            <a:p>
              <a:pPr marL="0" lvl="0" indent="0" algn="ctr" eaLnBrk="1" hangingPunct="1">
                <a:spcBef>
                  <a:spcPct val="0"/>
                </a:spcBef>
                <a:buClrTx/>
                <a:buSzTx/>
                <a:buFontTx/>
                <a:buNone/>
              </a:pPr>
              <a:r>
                <a:rPr lang="en-US" altLang="zh-CN" sz="2800" b="1" dirty="0">
                  <a:solidFill>
                    <a:schemeClr val="hlink"/>
                  </a:solidFill>
                  <a:ea typeface="黑体" panose="02010609060101010101" pitchFamily="49" charset="-122"/>
                </a:rPr>
                <a:t>j=k</a:t>
              </a:r>
              <a:endParaRPr lang="en-US" altLang="zh-CN" sz="2800" b="1" dirty="0">
                <a:solidFill>
                  <a:schemeClr val="hlink"/>
                </a:solidFill>
                <a:ea typeface="黑体" panose="02010609060101010101" pitchFamily="49" charset="-122"/>
              </a:endParaRPr>
            </a:p>
          </p:txBody>
        </p:sp>
        <p:sp>
          <p:nvSpPr>
            <p:cNvPr id="40975" name="Rectangle 20"/>
            <p:cNvSpPr/>
            <p:nvPr/>
          </p:nvSpPr>
          <p:spPr>
            <a:xfrm>
              <a:off x="1479" y="2616"/>
              <a:ext cx="771" cy="318"/>
            </a:xfrm>
            <a:prstGeom prst="rect">
              <a:avLst/>
            </a:prstGeom>
            <a:noFill/>
            <a:ln w="57150" cap="flat" cmpd="sng">
              <a:solidFill>
                <a:schemeClr val="tx1"/>
              </a:solidFill>
              <a:prstDash val="solid"/>
              <a:miter/>
              <a:headEnd type="none" w="med" len="med"/>
              <a:tailEnd type="none" w="med" len="med"/>
            </a:ln>
          </p:spPr>
          <p:txBody>
            <a:bodyPr lIns="12700" tIns="12700" rIns="12700" bIns="12700"/>
            <a:lstStyle>
              <a:lvl1pPr marL="342900" indent="-342900" algn="l" rtl="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hlink"/>
                </a:buClr>
                <a:buSzPct val="80000"/>
                <a:buFont typeface="Wingdings" panose="05000000000000000000" pitchFamily="2" charset="2"/>
                <a:buChar char="n"/>
                <a:defRPr sz="3200" b="0">
                  <a:solidFill>
                    <a:schemeClr val="tx1"/>
                  </a:solidFill>
                  <a:effectLst/>
                  <a:latin typeface="+mn-lt"/>
                  <a:ea typeface="+mn-ea"/>
                  <a:cs typeface="+mn-cs"/>
                </a:defRPr>
              </a:lvl1pPr>
              <a:lvl2pPr marL="742950" indent="-285750" algn="l" rtl="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tx1"/>
                </a:buClr>
                <a:buChar char="–"/>
                <a:defRPr sz="2800">
                  <a:solidFill>
                    <a:schemeClr val="tx1"/>
                  </a:solidFill>
                  <a:effectLst/>
                  <a:latin typeface="+mn-lt"/>
                  <a:ea typeface="+mn-ea"/>
                </a:defRPr>
              </a:lvl2pPr>
              <a:lvl3pPr marL="11430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hlink"/>
                </a:buClr>
                <a:buFont typeface="Wingdings" panose="05000000000000000000" pitchFamily="2" charset="2"/>
                <a:buChar char="§"/>
                <a:defRPr sz="2400">
                  <a:solidFill>
                    <a:schemeClr val="tx1"/>
                  </a:solidFill>
                  <a:effectLst/>
                  <a:latin typeface="+mn-lt"/>
                  <a:ea typeface="+mn-ea"/>
                </a:defRPr>
              </a:lvl3pPr>
              <a:lvl4pPr marL="16002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–"/>
                <a:defRPr sz="2000">
                  <a:solidFill>
                    <a:schemeClr val="tx1"/>
                  </a:solidFill>
                  <a:effectLst/>
                  <a:latin typeface="+mn-lt"/>
                  <a:ea typeface="+mn-ea"/>
                </a:defRPr>
              </a:lvl4pPr>
              <a:lvl5pPr marL="20574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hlink"/>
                </a:buClr>
                <a:buFont typeface="Wingdings" panose="05000000000000000000" pitchFamily="2" charset="2"/>
                <a:buChar char="§"/>
                <a:defRPr sz="2000">
                  <a:solidFill>
                    <a:schemeClr val="tx1"/>
                  </a:solidFill>
                  <a:effectLst/>
                  <a:latin typeface="+mn-lt"/>
                  <a:ea typeface="+mn-ea"/>
                </a:defRPr>
              </a:lvl5pPr>
            </a:lstStyle>
            <a:p>
              <a:pPr marL="0" lvl="0" indent="0" algn="ctr" eaLnBrk="1" hangingPunct="1">
                <a:spcBef>
                  <a:spcPct val="0"/>
                </a:spcBef>
                <a:buClrTx/>
                <a:buSzTx/>
                <a:buFontTx/>
                <a:buNone/>
              </a:pPr>
              <a:r>
                <a:rPr lang="en-US" altLang="zh-CN" sz="2800" b="1" dirty="0">
                  <a:solidFill>
                    <a:schemeClr val="hlink"/>
                  </a:solidFill>
                  <a:ea typeface="黑体" panose="02010609060101010101" pitchFamily="49" charset="-122"/>
                </a:rPr>
                <a:t>j=i</a:t>
              </a:r>
              <a:endParaRPr lang="en-US" altLang="zh-CN" sz="2800" b="1" dirty="0">
                <a:solidFill>
                  <a:schemeClr val="hlink"/>
                </a:solidFill>
                <a:ea typeface="黑体" panose="02010609060101010101" pitchFamily="49" charset="-122"/>
              </a:endParaRPr>
            </a:p>
          </p:txBody>
        </p:sp>
        <p:sp>
          <p:nvSpPr>
            <p:cNvPr id="40976" name="Line 21"/>
            <p:cNvSpPr/>
            <p:nvPr/>
          </p:nvSpPr>
          <p:spPr>
            <a:xfrm flipV="1">
              <a:off x="3952" y="3202"/>
              <a:ext cx="227" cy="2"/>
            </a:xfrm>
            <a:prstGeom prst="line">
              <a:avLst/>
            </a:prstGeom>
            <a:ln w="57150" cap="flat" cmpd="sng">
              <a:solidFill>
                <a:schemeClr val="tx1"/>
              </a:solidFill>
              <a:prstDash val="solid"/>
              <a:headEnd type="none" w="sm" len="sm"/>
              <a:tailEnd type="none" w="sm" len="sm"/>
            </a:ln>
          </p:spPr>
        </p:sp>
        <p:grpSp>
          <p:nvGrpSpPr>
            <p:cNvPr id="40977" name="Group 22"/>
            <p:cNvGrpSpPr/>
            <p:nvPr/>
          </p:nvGrpSpPr>
          <p:grpSpPr>
            <a:xfrm>
              <a:off x="1475" y="2931"/>
              <a:ext cx="2465" cy="423"/>
              <a:chOff x="1240" y="4473"/>
              <a:chExt cx="4457" cy="242"/>
            </a:xfrm>
          </p:grpSpPr>
          <p:sp>
            <p:nvSpPr>
              <p:cNvPr id="40986" name="Rectangle 23"/>
              <p:cNvSpPr/>
              <p:nvPr/>
            </p:nvSpPr>
            <p:spPr>
              <a:xfrm>
                <a:off x="1247" y="4527"/>
                <a:ext cx="4450" cy="188"/>
              </a:xfrm>
              <a:prstGeom prst="rect">
                <a:avLst/>
              </a:prstGeom>
              <a:noFill/>
              <a:ln w="57150" cap="flat" cmpd="sng">
                <a:solidFill>
                  <a:schemeClr val="tx1"/>
                </a:solidFill>
                <a:prstDash val="solid"/>
                <a:miter/>
                <a:headEnd type="none" w="med" len="med"/>
                <a:tailEnd type="none" w="med" len="med"/>
              </a:ln>
            </p:spPr>
            <p:txBody>
              <a:bodyPr lIns="12700" tIns="12700" rIns="12700" bIns="12700"/>
              <a:lstStyle>
                <a:lvl1pPr marL="342900" indent="-342900" algn="l" rtl="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hlink"/>
                  </a:buClr>
                  <a:buSzPct val="80000"/>
                  <a:buFont typeface="Wingdings" panose="05000000000000000000" pitchFamily="2" charset="2"/>
                  <a:buChar char="n"/>
                  <a:defRPr sz="3200" b="0">
                    <a:solidFill>
                      <a:schemeClr val="tx1"/>
                    </a:solidFill>
                    <a:effectLst/>
                    <a:latin typeface="+mn-lt"/>
                    <a:ea typeface="+mn-ea"/>
                    <a:cs typeface="+mn-cs"/>
                  </a:defRPr>
                </a:lvl1pPr>
                <a:lvl2pPr marL="742950" indent="-285750" algn="l" rtl="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tx1"/>
                  </a:buClr>
                  <a:buChar char="–"/>
                  <a:defRPr sz="2800">
                    <a:solidFill>
                      <a:schemeClr val="tx1"/>
                    </a:solidFill>
                    <a:effectLst/>
                    <a:latin typeface="+mn-lt"/>
                    <a:ea typeface="+mn-ea"/>
                  </a:defRPr>
                </a:lvl2pPr>
                <a:lvl3pPr marL="1143000" indent="-228600" algn="l" rtl="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hlink"/>
                  </a:buClr>
                  <a:buFont typeface="Wingdings" panose="05000000000000000000" pitchFamily="2" charset="2"/>
                  <a:buChar char="§"/>
                  <a:defRPr sz="2400">
                    <a:solidFill>
                      <a:schemeClr val="tx1"/>
                    </a:solidFill>
                    <a:effectLst/>
                    <a:latin typeface="+mn-lt"/>
                    <a:ea typeface="+mn-ea"/>
                  </a:defRPr>
                </a:lvl3pPr>
                <a:lvl4pPr marL="1600200" indent="-228600" algn="l" rtl="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–"/>
                  <a:defRPr sz="2000">
                    <a:solidFill>
                      <a:schemeClr val="tx1"/>
                    </a:solidFill>
                    <a:effectLst/>
                    <a:latin typeface="+mn-lt"/>
                    <a:ea typeface="+mn-ea"/>
                  </a:defRPr>
                </a:lvl4pPr>
                <a:lvl5pPr marL="2057400" indent="-228600" algn="l" rtl="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hlink"/>
                  </a:buClr>
                  <a:buFont typeface="Wingdings" panose="05000000000000000000" pitchFamily="2" charset="2"/>
                  <a:buChar char="§"/>
                  <a:defRPr sz="2000">
                    <a:solidFill>
                      <a:schemeClr val="tx1"/>
                    </a:solidFill>
                    <a:effectLst/>
                    <a:latin typeface="+mn-lt"/>
                    <a:ea typeface="+mn-ea"/>
                  </a:defRPr>
                </a:lvl5pPr>
              </a:lstStyle>
              <a:p>
                <a:pPr marL="0" lvl="0" indent="0" eaLnBrk="1" hangingPunct="1">
                  <a:spcBef>
                    <a:spcPct val="0"/>
                  </a:spcBef>
                  <a:buClrTx/>
                  <a:buSzTx/>
                  <a:buFontTx/>
                  <a:buNone/>
                </a:pPr>
                <a:r>
                  <a:rPr lang="en-US" altLang="zh-CN" sz="2400" b="1" dirty="0">
                    <a:ea typeface="黑体" panose="02010609060101010101" pitchFamily="49" charset="-122"/>
                  </a:rPr>
                  <a:t>  for(k=</a:t>
                </a:r>
                <a:r>
                  <a:rPr lang="en-US" altLang="zh-CN" sz="2400" b="1" dirty="0">
                    <a:solidFill>
                      <a:schemeClr val="hlink"/>
                    </a:solidFill>
                    <a:ea typeface="黑体" panose="02010609060101010101" pitchFamily="49" charset="-122"/>
                  </a:rPr>
                  <a:t>i+1</a:t>
                </a:r>
                <a:r>
                  <a:rPr lang="en-US" altLang="zh-CN" sz="2400" b="1" dirty="0">
                    <a:ea typeface="黑体" panose="02010609060101010101" pitchFamily="49" charset="-122"/>
                  </a:rPr>
                  <a:t>; k&lt;</a:t>
                </a:r>
                <a:r>
                  <a:rPr lang="en-US" altLang="zh-CN" sz="2400" b="1" dirty="0">
                    <a:solidFill>
                      <a:schemeClr val="hlink"/>
                    </a:solidFill>
                    <a:ea typeface="黑体" panose="02010609060101010101" pitchFamily="49" charset="-122"/>
                  </a:rPr>
                  <a:t>n</a:t>
                </a:r>
                <a:r>
                  <a:rPr lang="en-US" altLang="zh-CN" sz="2400" b="1" dirty="0">
                    <a:ea typeface="黑体" panose="02010609060101010101" pitchFamily="49" charset="-122"/>
                  </a:rPr>
                  <a:t>; k++)</a:t>
                </a:r>
                <a:endParaRPr lang="en-US" altLang="zh-CN" sz="2400" b="1" dirty="0">
                  <a:ea typeface="黑体" panose="02010609060101010101" pitchFamily="49" charset="-122"/>
                </a:endParaRPr>
              </a:p>
            </p:txBody>
          </p:sp>
          <p:sp>
            <p:nvSpPr>
              <p:cNvPr id="40987" name="Line 24"/>
              <p:cNvSpPr/>
              <p:nvPr/>
            </p:nvSpPr>
            <p:spPr>
              <a:xfrm>
                <a:off x="1240" y="4473"/>
                <a:ext cx="8" cy="233"/>
              </a:xfrm>
              <a:prstGeom prst="line">
                <a:avLst/>
              </a:prstGeom>
              <a:ln w="57150" cap="flat" cmpd="sng">
                <a:solidFill>
                  <a:schemeClr val="tx1"/>
                </a:solidFill>
                <a:prstDash val="solid"/>
                <a:headEnd type="none" w="med" len="med"/>
                <a:tailEnd type="none" w="med" len="med"/>
              </a:ln>
            </p:spPr>
          </p:sp>
        </p:grpSp>
        <p:grpSp>
          <p:nvGrpSpPr>
            <p:cNvPr id="40978" name="Group 25"/>
            <p:cNvGrpSpPr/>
            <p:nvPr/>
          </p:nvGrpSpPr>
          <p:grpSpPr>
            <a:xfrm>
              <a:off x="4209" y="3022"/>
              <a:ext cx="1223" cy="363"/>
              <a:chOff x="4072" y="300"/>
              <a:chExt cx="1223" cy="454"/>
            </a:xfrm>
          </p:grpSpPr>
          <p:sp>
            <p:nvSpPr>
              <p:cNvPr id="40979" name="Rectangle 26"/>
              <p:cNvSpPr/>
              <p:nvPr/>
            </p:nvSpPr>
            <p:spPr>
              <a:xfrm>
                <a:off x="4098" y="346"/>
                <a:ext cx="834" cy="363"/>
              </a:xfrm>
              <a:prstGeom prst="rect">
                <a:avLst/>
              </a:prstGeom>
              <a:noFill/>
              <a:ln w="57150">
                <a:noFill/>
              </a:ln>
            </p:spPr>
            <p:txBody>
              <a:bodyPr lIns="12700" tIns="12700" rIns="12700" bIns="12700"/>
              <a:lstStyle>
                <a:lvl1pPr marL="342900" indent="-342900" algn="l" rtl="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hlink"/>
                  </a:buClr>
                  <a:buSzPct val="80000"/>
                  <a:buFont typeface="Wingdings" panose="05000000000000000000" pitchFamily="2" charset="2"/>
                  <a:buChar char="n"/>
                  <a:defRPr sz="3200" b="0">
                    <a:solidFill>
                      <a:schemeClr val="tx1"/>
                    </a:solidFill>
                    <a:effectLst/>
                    <a:latin typeface="+mn-lt"/>
                    <a:ea typeface="+mn-ea"/>
                    <a:cs typeface="+mn-cs"/>
                  </a:defRPr>
                </a:lvl1pPr>
                <a:lvl2pPr marL="742950" indent="-285750" algn="l" rtl="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tx1"/>
                  </a:buClr>
                  <a:buChar char="–"/>
                  <a:defRPr sz="2800">
                    <a:solidFill>
                      <a:schemeClr val="tx1"/>
                    </a:solidFill>
                    <a:effectLst/>
                    <a:latin typeface="+mn-lt"/>
                    <a:ea typeface="+mn-ea"/>
                  </a:defRPr>
                </a:lvl2pPr>
                <a:lvl3pPr marL="1143000" indent="-228600" algn="l" rtl="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hlink"/>
                  </a:buClr>
                  <a:buFont typeface="Wingdings" panose="05000000000000000000" pitchFamily="2" charset="2"/>
                  <a:buChar char="§"/>
                  <a:defRPr sz="2400">
                    <a:solidFill>
                      <a:schemeClr val="tx1"/>
                    </a:solidFill>
                    <a:effectLst/>
                    <a:latin typeface="+mn-lt"/>
                    <a:ea typeface="+mn-ea"/>
                  </a:defRPr>
                </a:lvl3pPr>
                <a:lvl4pPr marL="1600200" indent="-228600" algn="l" rtl="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–"/>
                  <a:defRPr sz="2000">
                    <a:solidFill>
                      <a:schemeClr val="tx1"/>
                    </a:solidFill>
                    <a:effectLst/>
                    <a:latin typeface="+mn-lt"/>
                    <a:ea typeface="+mn-ea"/>
                  </a:defRPr>
                </a:lvl4pPr>
                <a:lvl5pPr marL="2057400" indent="-228600" algn="l" rtl="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hlink"/>
                  </a:buClr>
                  <a:buFont typeface="Wingdings" panose="05000000000000000000" pitchFamily="2" charset="2"/>
                  <a:buChar char="§"/>
                  <a:defRPr sz="2000">
                    <a:solidFill>
                      <a:schemeClr val="tx1"/>
                    </a:solidFill>
                    <a:effectLst/>
                    <a:latin typeface="+mn-lt"/>
                    <a:ea typeface="+mn-ea"/>
                  </a:defRPr>
                </a:lvl5pPr>
              </a:lstStyle>
              <a:p>
                <a:pPr marL="0" lvl="0" indent="0" algn="ctr" eaLnBrk="1" hangingPunct="1">
                  <a:spcBef>
                    <a:spcPct val="0"/>
                  </a:spcBef>
                  <a:buClrTx/>
                  <a:buSzTx/>
                  <a:buFontTx/>
                  <a:buNone/>
                </a:pPr>
                <a:r>
                  <a:rPr lang="en-US" altLang="zh-CN" sz="2800" b="1" dirty="0">
                    <a:ea typeface="黑体" panose="02010609060101010101" pitchFamily="49" charset="-122"/>
                  </a:rPr>
                  <a:t>a</a:t>
                </a:r>
                <a:r>
                  <a:rPr lang="en-US" altLang="zh-CN" sz="2800" b="1" baseline="-25000" dirty="0">
                    <a:ea typeface="黑体" panose="02010609060101010101" pitchFamily="49" charset="-122"/>
                  </a:rPr>
                  <a:t>k</a:t>
                </a:r>
                <a:r>
                  <a:rPr lang="en-US" altLang="zh-CN" sz="2800" b="1" dirty="0">
                    <a:ea typeface="黑体" panose="02010609060101010101" pitchFamily="49" charset="-122"/>
                  </a:rPr>
                  <a:t>&lt;a</a:t>
                </a:r>
                <a:r>
                  <a:rPr lang="en-US" altLang="zh-CN" sz="2800" b="1" baseline="-25000" dirty="0">
                    <a:ea typeface="黑体" panose="02010609060101010101" pitchFamily="49" charset="-122"/>
                  </a:rPr>
                  <a:t>j</a:t>
                </a:r>
                <a:endParaRPr lang="en-US" altLang="zh-CN" sz="2800" b="1" baseline="-25000" dirty="0">
                  <a:ea typeface="黑体" panose="02010609060101010101" pitchFamily="49" charset="-122"/>
                </a:endParaRPr>
              </a:p>
            </p:txBody>
          </p:sp>
          <p:grpSp>
            <p:nvGrpSpPr>
              <p:cNvPr id="40980" name="Group 27"/>
              <p:cNvGrpSpPr/>
              <p:nvPr/>
            </p:nvGrpSpPr>
            <p:grpSpPr>
              <a:xfrm>
                <a:off x="4072" y="300"/>
                <a:ext cx="1223" cy="454"/>
                <a:chOff x="4021" y="300"/>
                <a:chExt cx="1034" cy="454"/>
              </a:xfrm>
            </p:grpSpPr>
            <p:sp>
              <p:nvSpPr>
                <p:cNvPr id="40981" name="Line 28"/>
                <p:cNvSpPr/>
                <p:nvPr/>
              </p:nvSpPr>
              <p:spPr>
                <a:xfrm>
                  <a:off x="4021" y="300"/>
                  <a:ext cx="0" cy="454"/>
                </a:xfrm>
                <a:prstGeom prst="line">
                  <a:avLst/>
                </a:prstGeom>
                <a:ln w="57150" cap="flat" cmpd="sng">
                  <a:solidFill>
                    <a:schemeClr val="tx1"/>
                  </a:solidFill>
                  <a:prstDash val="solid"/>
                  <a:headEnd type="none" w="med" len="med"/>
                  <a:tailEnd type="none" w="med" len="med"/>
                </a:ln>
              </p:spPr>
            </p:sp>
            <p:sp>
              <p:nvSpPr>
                <p:cNvPr id="40982" name="Line 29"/>
                <p:cNvSpPr/>
                <p:nvPr/>
              </p:nvSpPr>
              <p:spPr>
                <a:xfrm>
                  <a:off x="4024" y="305"/>
                  <a:ext cx="998" cy="0"/>
                </a:xfrm>
                <a:prstGeom prst="line">
                  <a:avLst/>
                </a:prstGeom>
                <a:ln w="57150" cap="flat" cmpd="sng">
                  <a:solidFill>
                    <a:schemeClr val="tx1"/>
                  </a:solidFill>
                  <a:prstDash val="solid"/>
                  <a:headEnd type="none" w="med" len="med"/>
                  <a:tailEnd type="none" w="med" len="med"/>
                </a:ln>
              </p:spPr>
            </p:sp>
            <p:sp>
              <p:nvSpPr>
                <p:cNvPr id="40983" name="Line 30"/>
                <p:cNvSpPr/>
                <p:nvPr/>
              </p:nvSpPr>
              <p:spPr>
                <a:xfrm>
                  <a:off x="4024" y="754"/>
                  <a:ext cx="998" cy="0"/>
                </a:xfrm>
                <a:prstGeom prst="line">
                  <a:avLst/>
                </a:prstGeom>
                <a:ln w="57150" cap="flat" cmpd="sng">
                  <a:solidFill>
                    <a:schemeClr val="tx1"/>
                  </a:solidFill>
                  <a:prstDash val="solid"/>
                  <a:headEnd type="none" w="med" len="med"/>
                  <a:tailEnd type="none" w="med" len="med"/>
                </a:ln>
              </p:spPr>
            </p:sp>
            <p:sp>
              <p:nvSpPr>
                <p:cNvPr id="40984" name="Line 31"/>
                <p:cNvSpPr/>
                <p:nvPr/>
              </p:nvSpPr>
              <p:spPr>
                <a:xfrm flipH="1">
                  <a:off x="4828" y="300"/>
                  <a:ext cx="227" cy="227"/>
                </a:xfrm>
                <a:prstGeom prst="line">
                  <a:avLst/>
                </a:prstGeom>
                <a:ln w="57150" cap="flat" cmpd="sng">
                  <a:solidFill>
                    <a:schemeClr val="tx1"/>
                  </a:solidFill>
                  <a:prstDash val="solid"/>
                  <a:headEnd type="none" w="med" len="med"/>
                  <a:tailEnd type="none" w="med" len="med"/>
                </a:ln>
              </p:spPr>
            </p:sp>
            <p:sp>
              <p:nvSpPr>
                <p:cNvPr id="40985" name="Line 32"/>
                <p:cNvSpPr/>
                <p:nvPr/>
              </p:nvSpPr>
              <p:spPr>
                <a:xfrm>
                  <a:off x="4828" y="527"/>
                  <a:ext cx="227" cy="227"/>
                </a:xfrm>
                <a:prstGeom prst="line">
                  <a:avLst/>
                </a:prstGeom>
                <a:ln w="57150" cap="flat" cmpd="sng">
                  <a:solidFill>
                    <a:schemeClr val="tx1"/>
                  </a:solidFill>
                  <a:prstDash val="solid"/>
                  <a:headEnd type="none" w="med" len="med"/>
                  <a:tailEnd type="none" w="med" len="med"/>
                </a:ln>
              </p:spPr>
            </p:sp>
          </p:grpSp>
        </p:grpSp>
      </p:grpSp>
    </p:spTree>
  </p:cSld>
  <p:clrMapOvr>
    <a:masterClrMapping/>
  </p:clrMapOvr>
  <p:transition>
    <p:random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xit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" presetID="5" presetClass="entr" presetSubtype="1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checkerboard(across)">
                                      <p:cBhvr>
                                        <p:cTn id="9" dur="500"/>
                                        <p:tgtEl>
                                          <p:spTgt spid="4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0" presetID="5" presetClass="entr" presetSubtype="1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checkerboard(across)">
                                      <p:cBhvr>
                                        <p:cTn id="12" dur="500"/>
                                        <p:tgtEl>
                                          <p:spTgt spid="4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3" presetID="5" presetClass="entr" presetSubtype="1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checkerboard(across)">
                                      <p:cBhvr>
                                        <p:cTn id="15" dur="500"/>
                                        <p:tgtEl>
                                          <p:spTgt spid="4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6" fill="hold">
                      <p:stCondLst>
                        <p:cond delay="indefinite"/>
                      </p:stCondLst>
                      <p:childTnLst>
                        <p:par>
                          <p:cTn id="17" fill="hold">
                            <p:stCondLst>
                              <p:cond delay="0"/>
                            </p:stCondLst>
                            <p:childTnLst>
                              <p:par>
                                <p:cTn id="18" presetID="1" presetClass="exit" presetSubtype="0" fill="hold" grpId="1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0" presetID="5" presetClass="entr" presetSubtype="1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checkerboard(across)">
                                      <p:cBhvr>
                                        <p:cTn id="22" dur="500"/>
                                        <p:tgtEl>
                                          <p:spTgt spid="5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43" grpId="0" bldLvl="0" animBg="1"/>
      <p:bldP spid="48" grpId="0" animBg="1"/>
      <p:bldP spid="49" grpId="0" animBg="1"/>
      <p:bldP spid="49" grpId="1" animBg="1"/>
    </p:bldLst>
  </p:timing>
</p:sld>
</file>

<file path=ppt/slides/slide42.xml><?xml version="1.0" encoding="utf-8"?>
<p:sld xmlns:a="http://schemas.openxmlformats.org/drawingml/2006/main" xmlns:r="http://schemas.openxmlformats.org/officeDocument/2006/relationships" xmlns:p="http://schemas.openxmlformats.org/presentationml/2006/main" show="0">
  <p:cSld>
    <p:spTree>
      <p:nvGrpSpPr>
        <p:cNvPr id="1" name=""/>
        <p:cNvGrpSpPr/>
        <p:nvPr/>
      </p:nvGrpSpPr>
      <p:grpSpPr/>
      <p:sp>
        <p:nvSpPr>
          <p:cNvPr id="56" name="灯片编号占位符 5"/>
          <p:cNvSpPr txBox="1">
            <a:spLocks noGrp="1"/>
          </p:cNvSpPr>
          <p:nvPr>
            <p:ph type="sldNum" sz="quarter" idx="4"/>
          </p:nvPr>
        </p:nvSpPr>
        <p:spPr bwMode="auto"/>
        <p:txBody>
          <a:bodyPr wrap="square" lIns="91440" tIns="45720" rIns="91440" bIns="45720" numCol="1" anchor="b" anchorCtr="0" compatLnSpc="1"/>
          <a:lstStyle>
            <a:lvl1pPr eaLnBrk="0" hangingPunct="0">
              <a:defRPr sz="2000" b="1">
                <a:solidFill>
                  <a:schemeClr val="tx1"/>
                </a:solidFill>
                <a:latin typeface="Tahoma" panose="020B0604030504040204" pitchFamily="34" charset="0"/>
                <a:ea typeface="黑体" panose="02010609060101010101" pitchFamily="49" charset="-122"/>
              </a:defRPr>
            </a:lvl1pPr>
            <a:lvl2pPr marL="742950" indent="-285750" eaLnBrk="0" hangingPunct="0">
              <a:defRPr sz="2000" b="1">
                <a:solidFill>
                  <a:schemeClr val="tx1"/>
                </a:solidFill>
                <a:latin typeface="Tahoma" panose="020B0604030504040204" pitchFamily="34" charset="0"/>
                <a:ea typeface="黑体" panose="02010609060101010101" pitchFamily="49" charset="-122"/>
              </a:defRPr>
            </a:lvl2pPr>
            <a:lvl3pPr marL="1143000" indent="-228600" eaLnBrk="0" hangingPunct="0">
              <a:defRPr sz="2000" b="1">
                <a:solidFill>
                  <a:schemeClr val="tx1"/>
                </a:solidFill>
                <a:latin typeface="Tahoma" panose="020B0604030504040204" pitchFamily="34" charset="0"/>
                <a:ea typeface="黑体" panose="02010609060101010101" pitchFamily="49" charset="-122"/>
              </a:defRPr>
            </a:lvl3pPr>
            <a:lvl4pPr marL="1600200" indent="-228600" eaLnBrk="0" hangingPunct="0">
              <a:defRPr sz="2000" b="1">
                <a:solidFill>
                  <a:schemeClr val="tx1"/>
                </a:solidFill>
                <a:latin typeface="Tahoma" panose="020B0604030504040204" pitchFamily="34" charset="0"/>
                <a:ea typeface="黑体" panose="02010609060101010101" pitchFamily="49" charset="-122"/>
              </a:defRPr>
            </a:lvl4pPr>
            <a:lvl5pPr marL="2057400" indent="-228600" eaLnBrk="0" hangingPunct="0">
              <a:defRPr sz="2000" b="1">
                <a:solidFill>
                  <a:schemeClr val="tx1"/>
                </a:solidFill>
                <a:latin typeface="Tahoma" panose="020B0604030504040204" pitchFamily="34" charset="0"/>
                <a:ea typeface="黑体" panose="02010609060101010101" pitchFamily="49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000" b="1">
                <a:solidFill>
                  <a:schemeClr val="tx1"/>
                </a:solidFill>
                <a:latin typeface="Tahoma" panose="020B0604030504040204" pitchFamily="34" charset="0"/>
                <a:ea typeface="黑体" panose="02010609060101010101" pitchFamily="49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000" b="1">
                <a:solidFill>
                  <a:schemeClr val="tx1"/>
                </a:solidFill>
                <a:latin typeface="Tahoma" panose="020B0604030504040204" pitchFamily="34" charset="0"/>
                <a:ea typeface="黑体" panose="02010609060101010101" pitchFamily="49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000" b="1">
                <a:solidFill>
                  <a:schemeClr val="tx1"/>
                </a:solidFill>
                <a:latin typeface="Tahoma" panose="020B0604030504040204" pitchFamily="34" charset="0"/>
                <a:ea typeface="黑体" panose="02010609060101010101" pitchFamily="49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000" b="1">
                <a:solidFill>
                  <a:schemeClr val="tx1"/>
                </a:solidFill>
                <a:latin typeface="Tahoma" panose="020B0604030504040204" pitchFamily="34" charset="0"/>
                <a:ea typeface="黑体" panose="02010609060101010101" pitchFamily="49" charset="-122"/>
              </a:defRPr>
            </a:lvl9pPr>
          </a:lstStyle>
          <a:p>
            <a:pPr marL="0" marR="0" lvl="0" indent="0" algn="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fld id="{E4B7366B-3DDE-436E-9EB3-597F2EB9251B}" type="slidenum">
              <a:rPr kumimoji="0" lang="en-US" altLang="zh-CN" sz="1200" b="0" i="0" u="none" strike="noStrike" kern="1200" cap="none" spc="0" normalizeH="0" baseline="0" noProof="0">
                <a:ln>
                  <a:noFill/>
                </a:ln>
                <a:solidFill>
                  <a:schemeClr val="tx1"/>
                </a:solidFill>
                <a:effectLst>
                  <a:outerShdw blurRad="38100" dist="38100" dir="2700000" algn="tl">
                    <a:srgbClr val="000000"/>
                  </a:outerShdw>
                </a:effectLst>
                <a:uLnTx/>
                <a:uFillTx/>
                <a:latin typeface="Tahoma" panose="020B0604030504040204" pitchFamily="34" charset="0"/>
                <a:ea typeface="宋体" panose="02010600030101010101" pitchFamily="2" charset="-122"/>
                <a:cs typeface="+mn-cs"/>
              </a:rPr>
            </a:fld>
            <a:endParaRPr kumimoji="0" lang="en-US" altLang="zh-CN" sz="1200" b="0" i="0" u="none" strike="noStrike" kern="1200" cap="none" spc="0" normalizeH="0" baseline="0" noProof="0">
              <a:ln>
                <a:noFill/>
              </a:ln>
              <a:solidFill>
                <a:schemeClr val="tx1"/>
              </a:solidFill>
              <a:effectLst>
                <a:outerShdw blurRad="38100" dist="38100" dir="2700000" algn="tl">
                  <a:srgbClr val="000000"/>
                </a:outerShdw>
              </a:effectLst>
              <a:uLnTx/>
              <a:uFillTx/>
              <a:latin typeface="Tahoma" panose="020B0604030504040204" pitchFamily="34" charset="0"/>
              <a:ea typeface="宋体" panose="02010600030101010101" pitchFamily="2" charset="-122"/>
              <a:cs typeface="+mn-cs"/>
            </a:endParaRPr>
          </a:p>
        </p:txBody>
      </p:sp>
      <p:sp>
        <p:nvSpPr>
          <p:cNvPr id="43011" name="Line 3"/>
          <p:cNvSpPr/>
          <p:nvPr/>
        </p:nvSpPr>
        <p:spPr>
          <a:xfrm>
            <a:off x="2306638" y="1835150"/>
            <a:ext cx="0" cy="3387725"/>
          </a:xfrm>
          <a:prstGeom prst="line">
            <a:avLst/>
          </a:prstGeom>
          <a:ln w="38100" cap="flat" cmpd="sng">
            <a:solidFill>
              <a:schemeClr val="tx1"/>
            </a:solidFill>
            <a:prstDash val="solid"/>
            <a:headEnd type="none" w="sm" len="sm"/>
            <a:tailEnd type="none" w="sm" len="sm"/>
          </a:ln>
        </p:spPr>
      </p:sp>
      <p:grpSp>
        <p:nvGrpSpPr>
          <p:cNvPr id="43012" name="Group 4"/>
          <p:cNvGrpSpPr/>
          <p:nvPr/>
        </p:nvGrpSpPr>
        <p:grpSpPr>
          <a:xfrm>
            <a:off x="1739900" y="1412875"/>
            <a:ext cx="1138238" cy="411163"/>
            <a:chOff x="1227" y="9641"/>
            <a:chExt cx="512" cy="470"/>
          </a:xfrm>
        </p:grpSpPr>
        <p:sp>
          <p:nvSpPr>
            <p:cNvPr id="43062" name="Rectangle 5"/>
            <p:cNvSpPr/>
            <p:nvPr/>
          </p:nvSpPr>
          <p:spPr>
            <a:xfrm>
              <a:off x="1247" y="9661"/>
              <a:ext cx="466" cy="444"/>
            </a:xfrm>
            <a:prstGeom prst="rect">
              <a:avLst/>
            </a:prstGeom>
            <a:noFill/>
            <a:ln w="38100">
              <a:noFill/>
            </a:ln>
          </p:spPr>
          <p:txBody>
            <a:bodyPr lIns="12700" tIns="12700" rIns="12700" bIns="12700"/>
            <a:lstStyle>
              <a:lvl1pPr marL="342900" indent="-342900" algn="l" rtl="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hlink"/>
                </a:buClr>
                <a:buSzPct val="80000"/>
                <a:buFont typeface="Wingdings" panose="05000000000000000000" pitchFamily="2" charset="2"/>
                <a:buChar char="n"/>
                <a:defRPr sz="3200" b="0">
                  <a:solidFill>
                    <a:schemeClr val="tx1"/>
                  </a:solidFill>
                  <a:effectLst/>
                  <a:latin typeface="+mn-lt"/>
                  <a:ea typeface="+mn-ea"/>
                  <a:cs typeface="+mn-cs"/>
                </a:defRPr>
              </a:lvl1pPr>
              <a:lvl2pPr marL="742950" indent="-285750" algn="l" rtl="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tx1"/>
                </a:buClr>
                <a:buChar char="–"/>
                <a:defRPr sz="2800">
                  <a:solidFill>
                    <a:schemeClr val="tx1"/>
                  </a:solidFill>
                  <a:effectLst/>
                  <a:latin typeface="+mn-lt"/>
                  <a:ea typeface="+mn-ea"/>
                </a:defRPr>
              </a:lvl2pPr>
              <a:lvl3pPr marL="11430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hlink"/>
                </a:buClr>
                <a:buFont typeface="Wingdings" panose="05000000000000000000" pitchFamily="2" charset="2"/>
                <a:buChar char="§"/>
                <a:defRPr sz="2400">
                  <a:solidFill>
                    <a:schemeClr val="tx1"/>
                  </a:solidFill>
                  <a:effectLst/>
                  <a:latin typeface="+mn-lt"/>
                  <a:ea typeface="+mn-ea"/>
                </a:defRPr>
              </a:lvl3pPr>
              <a:lvl4pPr marL="16002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–"/>
                <a:defRPr sz="2000">
                  <a:solidFill>
                    <a:schemeClr val="tx1"/>
                  </a:solidFill>
                  <a:effectLst/>
                  <a:latin typeface="+mn-lt"/>
                  <a:ea typeface="+mn-ea"/>
                </a:defRPr>
              </a:lvl4pPr>
              <a:lvl5pPr marL="20574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hlink"/>
                </a:buClr>
                <a:buFont typeface="Wingdings" panose="05000000000000000000" pitchFamily="2" charset="2"/>
                <a:buChar char="§"/>
                <a:defRPr sz="2000">
                  <a:solidFill>
                    <a:schemeClr val="tx1"/>
                  </a:solidFill>
                  <a:effectLst/>
                  <a:latin typeface="+mn-lt"/>
                  <a:ea typeface="+mn-ea"/>
                </a:defRPr>
              </a:lvl5pPr>
            </a:lstStyle>
            <a:p>
              <a:pPr marL="0" lvl="0" indent="0" algn="ctr" eaLnBrk="1" hangingPunct="1">
                <a:spcBef>
                  <a:spcPct val="0"/>
                </a:spcBef>
                <a:buClrTx/>
                <a:buSzTx/>
                <a:buFontTx/>
                <a:buNone/>
              </a:pPr>
              <a:r>
                <a:rPr lang="zh-CN" altLang="en-US" sz="2000" b="1" dirty="0">
                  <a:ea typeface="黑体" panose="02010609060101010101" pitchFamily="49" charset="-122"/>
                </a:rPr>
                <a:t>开始</a:t>
              </a:r>
              <a:endParaRPr lang="zh-CN" altLang="en-US" sz="2000" b="1" dirty="0">
                <a:ea typeface="黑体" panose="02010609060101010101" pitchFamily="49" charset="-122"/>
              </a:endParaRPr>
            </a:p>
          </p:txBody>
        </p:sp>
        <p:sp>
          <p:nvSpPr>
            <p:cNvPr id="43063" name="Oval 6"/>
            <p:cNvSpPr/>
            <p:nvPr/>
          </p:nvSpPr>
          <p:spPr>
            <a:xfrm>
              <a:off x="1227" y="9641"/>
              <a:ext cx="512" cy="470"/>
            </a:xfrm>
            <a:prstGeom prst="ellipse">
              <a:avLst/>
            </a:prstGeom>
            <a:noFill/>
            <a:ln w="38100" cap="flat" cmpd="sng">
              <a:solidFill>
                <a:schemeClr val="tx1"/>
              </a:solidFill>
              <a:prstDash val="solid"/>
              <a:headEnd type="none" w="med" len="med"/>
              <a:tailEnd type="none" w="med" len="med"/>
            </a:ln>
          </p:spPr>
          <p:txBody>
            <a:bodyPr/>
            <a:lstStyle>
              <a:lvl1pPr marL="342900" indent="-342900" algn="l" rtl="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hlink"/>
                </a:buClr>
                <a:buSzPct val="80000"/>
                <a:buFont typeface="Wingdings" panose="05000000000000000000" pitchFamily="2" charset="2"/>
                <a:buChar char="n"/>
                <a:defRPr sz="3200" b="0">
                  <a:solidFill>
                    <a:schemeClr val="tx1"/>
                  </a:solidFill>
                  <a:effectLst/>
                  <a:latin typeface="+mn-lt"/>
                  <a:ea typeface="+mn-ea"/>
                  <a:cs typeface="+mn-cs"/>
                </a:defRPr>
              </a:lvl1pPr>
              <a:lvl2pPr marL="742950" indent="-285750" algn="l" rtl="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tx1"/>
                </a:buClr>
                <a:buChar char="–"/>
                <a:defRPr sz="2800">
                  <a:solidFill>
                    <a:schemeClr val="tx1"/>
                  </a:solidFill>
                  <a:effectLst/>
                  <a:latin typeface="+mn-lt"/>
                  <a:ea typeface="+mn-ea"/>
                </a:defRPr>
              </a:lvl2pPr>
              <a:lvl3pPr marL="11430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hlink"/>
                </a:buClr>
                <a:buFont typeface="Wingdings" panose="05000000000000000000" pitchFamily="2" charset="2"/>
                <a:buChar char="§"/>
                <a:defRPr sz="2400">
                  <a:solidFill>
                    <a:schemeClr val="tx1"/>
                  </a:solidFill>
                  <a:effectLst/>
                  <a:latin typeface="+mn-lt"/>
                  <a:ea typeface="+mn-ea"/>
                </a:defRPr>
              </a:lvl3pPr>
              <a:lvl4pPr marL="16002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–"/>
                <a:defRPr sz="2000">
                  <a:solidFill>
                    <a:schemeClr val="tx1"/>
                  </a:solidFill>
                  <a:effectLst/>
                  <a:latin typeface="+mn-lt"/>
                  <a:ea typeface="+mn-ea"/>
                </a:defRPr>
              </a:lvl4pPr>
              <a:lvl5pPr marL="20574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hlink"/>
                </a:buClr>
                <a:buFont typeface="Wingdings" panose="05000000000000000000" pitchFamily="2" charset="2"/>
                <a:buChar char="§"/>
                <a:defRPr sz="2000">
                  <a:solidFill>
                    <a:schemeClr val="tx1"/>
                  </a:solidFill>
                  <a:effectLst/>
                  <a:latin typeface="+mn-lt"/>
                  <a:ea typeface="+mn-ea"/>
                </a:defRPr>
              </a:lvl5pPr>
            </a:lstStyle>
            <a:p>
              <a:pPr marL="0" lvl="0" indent="0" eaLnBrk="1" hangingPunct="1">
                <a:spcBef>
                  <a:spcPct val="0"/>
                </a:spcBef>
                <a:buClrTx/>
                <a:buSzTx/>
                <a:buFontTx/>
                <a:buNone/>
              </a:pPr>
              <a:endParaRPr lang="zh-CN" altLang="en-US" sz="2000" b="1" dirty="0">
                <a:ea typeface="黑体" panose="02010609060101010101" pitchFamily="49" charset="-122"/>
              </a:endParaRPr>
            </a:p>
          </p:txBody>
        </p:sp>
      </p:grpSp>
      <p:grpSp>
        <p:nvGrpSpPr>
          <p:cNvPr id="43013" name="Group 7"/>
          <p:cNvGrpSpPr/>
          <p:nvPr/>
        </p:nvGrpSpPr>
        <p:grpSpPr>
          <a:xfrm>
            <a:off x="1762125" y="5253038"/>
            <a:ext cx="1090613" cy="374650"/>
            <a:chOff x="-1" y="0"/>
            <a:chExt cx="20001" cy="20000"/>
          </a:xfrm>
        </p:grpSpPr>
        <p:sp>
          <p:nvSpPr>
            <p:cNvPr id="43060" name="Rectangle 8"/>
            <p:cNvSpPr/>
            <p:nvPr/>
          </p:nvSpPr>
          <p:spPr>
            <a:xfrm>
              <a:off x="3883" y="2160"/>
              <a:ext cx="15007" cy="17840"/>
            </a:xfrm>
            <a:prstGeom prst="rect">
              <a:avLst/>
            </a:prstGeom>
            <a:noFill/>
            <a:ln w="38100">
              <a:noFill/>
            </a:ln>
          </p:spPr>
          <p:txBody>
            <a:bodyPr lIns="12700" tIns="12700" rIns="12700" bIns="12700"/>
            <a:lstStyle>
              <a:lvl1pPr marL="342900" indent="-342900" algn="l" rtl="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hlink"/>
                </a:buClr>
                <a:buSzPct val="80000"/>
                <a:buFont typeface="Wingdings" panose="05000000000000000000" pitchFamily="2" charset="2"/>
                <a:buChar char="n"/>
                <a:defRPr sz="3200" b="0">
                  <a:solidFill>
                    <a:schemeClr val="tx1"/>
                  </a:solidFill>
                  <a:effectLst/>
                  <a:latin typeface="+mn-lt"/>
                  <a:ea typeface="+mn-ea"/>
                  <a:cs typeface="+mn-cs"/>
                </a:defRPr>
              </a:lvl1pPr>
              <a:lvl2pPr marL="742950" indent="-285750" algn="l" rtl="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tx1"/>
                </a:buClr>
                <a:buChar char="–"/>
                <a:defRPr sz="2800">
                  <a:solidFill>
                    <a:schemeClr val="tx1"/>
                  </a:solidFill>
                  <a:effectLst/>
                  <a:latin typeface="+mn-lt"/>
                  <a:ea typeface="+mn-ea"/>
                </a:defRPr>
              </a:lvl2pPr>
              <a:lvl3pPr marL="11430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hlink"/>
                </a:buClr>
                <a:buFont typeface="Wingdings" panose="05000000000000000000" pitchFamily="2" charset="2"/>
                <a:buChar char="§"/>
                <a:defRPr sz="2400">
                  <a:solidFill>
                    <a:schemeClr val="tx1"/>
                  </a:solidFill>
                  <a:effectLst/>
                  <a:latin typeface="+mn-lt"/>
                  <a:ea typeface="+mn-ea"/>
                </a:defRPr>
              </a:lvl3pPr>
              <a:lvl4pPr marL="16002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–"/>
                <a:defRPr sz="2000">
                  <a:solidFill>
                    <a:schemeClr val="tx1"/>
                  </a:solidFill>
                  <a:effectLst/>
                  <a:latin typeface="+mn-lt"/>
                  <a:ea typeface="+mn-ea"/>
                </a:defRPr>
              </a:lvl4pPr>
              <a:lvl5pPr marL="20574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hlink"/>
                </a:buClr>
                <a:buFont typeface="Wingdings" panose="05000000000000000000" pitchFamily="2" charset="2"/>
                <a:buChar char="§"/>
                <a:defRPr sz="2000">
                  <a:solidFill>
                    <a:schemeClr val="tx1"/>
                  </a:solidFill>
                  <a:effectLst/>
                  <a:latin typeface="+mn-lt"/>
                  <a:ea typeface="+mn-ea"/>
                </a:defRPr>
              </a:lvl5pPr>
            </a:lstStyle>
            <a:p>
              <a:pPr marL="0" lvl="0" indent="0" algn="just" eaLnBrk="1" hangingPunct="1">
                <a:spcBef>
                  <a:spcPct val="0"/>
                </a:spcBef>
                <a:buClrTx/>
                <a:buSzTx/>
                <a:buFontTx/>
                <a:buNone/>
              </a:pPr>
              <a:r>
                <a:rPr lang="zh-CN" altLang="en-US" sz="2000" b="1" dirty="0">
                  <a:ea typeface="黑体" panose="02010609060101010101" pitchFamily="49" charset="-122"/>
                </a:rPr>
                <a:t>结束</a:t>
              </a:r>
              <a:endParaRPr lang="zh-CN" altLang="en-US" sz="2000" b="1" dirty="0">
                <a:ea typeface="黑体" panose="02010609060101010101" pitchFamily="49" charset="-122"/>
              </a:endParaRPr>
            </a:p>
          </p:txBody>
        </p:sp>
        <p:sp>
          <p:nvSpPr>
            <p:cNvPr id="43061" name="Oval 9"/>
            <p:cNvSpPr/>
            <p:nvPr/>
          </p:nvSpPr>
          <p:spPr>
            <a:xfrm>
              <a:off x="-1" y="0"/>
              <a:ext cx="20001" cy="18890"/>
            </a:xfrm>
            <a:prstGeom prst="ellipse">
              <a:avLst/>
            </a:prstGeom>
            <a:noFill/>
            <a:ln w="38100" cap="flat" cmpd="sng">
              <a:solidFill>
                <a:schemeClr val="tx1"/>
              </a:solidFill>
              <a:prstDash val="solid"/>
              <a:headEnd type="none" w="med" len="med"/>
              <a:tailEnd type="none" w="med" len="med"/>
            </a:ln>
          </p:spPr>
          <p:txBody>
            <a:bodyPr/>
            <a:lstStyle>
              <a:lvl1pPr marL="342900" indent="-342900" algn="l" rtl="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hlink"/>
                </a:buClr>
                <a:buSzPct val="80000"/>
                <a:buFont typeface="Wingdings" panose="05000000000000000000" pitchFamily="2" charset="2"/>
                <a:buChar char="n"/>
                <a:defRPr sz="3200" b="0">
                  <a:solidFill>
                    <a:schemeClr val="tx1"/>
                  </a:solidFill>
                  <a:effectLst/>
                  <a:latin typeface="+mn-lt"/>
                  <a:ea typeface="+mn-ea"/>
                  <a:cs typeface="+mn-cs"/>
                </a:defRPr>
              </a:lvl1pPr>
              <a:lvl2pPr marL="742950" indent="-285750" algn="l" rtl="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tx1"/>
                </a:buClr>
                <a:buChar char="–"/>
                <a:defRPr sz="2800">
                  <a:solidFill>
                    <a:schemeClr val="tx1"/>
                  </a:solidFill>
                  <a:effectLst/>
                  <a:latin typeface="+mn-lt"/>
                  <a:ea typeface="+mn-ea"/>
                </a:defRPr>
              </a:lvl2pPr>
              <a:lvl3pPr marL="11430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hlink"/>
                </a:buClr>
                <a:buFont typeface="Wingdings" panose="05000000000000000000" pitchFamily="2" charset="2"/>
                <a:buChar char="§"/>
                <a:defRPr sz="2400">
                  <a:solidFill>
                    <a:schemeClr val="tx1"/>
                  </a:solidFill>
                  <a:effectLst/>
                  <a:latin typeface="+mn-lt"/>
                  <a:ea typeface="+mn-ea"/>
                </a:defRPr>
              </a:lvl3pPr>
              <a:lvl4pPr marL="16002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–"/>
                <a:defRPr sz="2000">
                  <a:solidFill>
                    <a:schemeClr val="tx1"/>
                  </a:solidFill>
                  <a:effectLst/>
                  <a:latin typeface="+mn-lt"/>
                  <a:ea typeface="+mn-ea"/>
                </a:defRPr>
              </a:lvl4pPr>
              <a:lvl5pPr marL="20574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hlink"/>
                </a:buClr>
                <a:buFont typeface="Wingdings" panose="05000000000000000000" pitchFamily="2" charset="2"/>
                <a:buChar char="§"/>
                <a:defRPr sz="2000">
                  <a:solidFill>
                    <a:schemeClr val="tx1"/>
                  </a:solidFill>
                  <a:effectLst/>
                  <a:latin typeface="+mn-lt"/>
                  <a:ea typeface="+mn-ea"/>
                </a:defRPr>
              </a:lvl5pPr>
            </a:lstStyle>
            <a:p>
              <a:pPr marL="0" lvl="0" indent="0" eaLnBrk="1" hangingPunct="1">
                <a:spcBef>
                  <a:spcPct val="0"/>
                </a:spcBef>
                <a:buClrTx/>
                <a:buSzTx/>
                <a:buFontTx/>
                <a:buNone/>
              </a:pPr>
              <a:endParaRPr lang="zh-CN" altLang="en-US" sz="2000" b="1" dirty="0">
                <a:ea typeface="黑体" panose="02010609060101010101" pitchFamily="49" charset="-122"/>
              </a:endParaRPr>
            </a:p>
          </p:txBody>
        </p:sp>
      </p:grpSp>
      <p:grpSp>
        <p:nvGrpSpPr>
          <p:cNvPr id="4" name="Group 10"/>
          <p:cNvGrpSpPr/>
          <p:nvPr/>
        </p:nvGrpSpPr>
        <p:grpSpPr>
          <a:xfrm>
            <a:off x="2306638" y="2508250"/>
            <a:ext cx="8181975" cy="1522413"/>
            <a:chOff x="493" y="2034"/>
            <a:chExt cx="5154" cy="959"/>
          </a:xfrm>
        </p:grpSpPr>
        <p:grpSp>
          <p:nvGrpSpPr>
            <p:cNvPr id="43041" name="Group 11"/>
            <p:cNvGrpSpPr/>
            <p:nvPr/>
          </p:nvGrpSpPr>
          <p:grpSpPr>
            <a:xfrm>
              <a:off x="493" y="2391"/>
              <a:ext cx="1570" cy="238"/>
              <a:chOff x="0" y="0"/>
              <a:chExt cx="19991" cy="20000"/>
            </a:xfrm>
          </p:grpSpPr>
          <p:sp>
            <p:nvSpPr>
              <p:cNvPr id="43058" name="Rectangle 12"/>
              <p:cNvSpPr/>
              <p:nvPr/>
            </p:nvSpPr>
            <p:spPr>
              <a:xfrm>
                <a:off x="0" y="52"/>
                <a:ext cx="2348" cy="19948"/>
              </a:xfrm>
              <a:prstGeom prst="rect">
                <a:avLst/>
              </a:prstGeom>
              <a:noFill/>
              <a:ln w="38100" cap="flat" cmpd="sng">
                <a:solidFill>
                  <a:schemeClr val="tx1"/>
                </a:solidFill>
                <a:prstDash val="solid"/>
                <a:miter/>
                <a:headEnd type="none" w="med" len="med"/>
                <a:tailEnd type="none" w="med" len="med"/>
              </a:ln>
            </p:spPr>
            <p:txBody>
              <a:bodyPr/>
              <a:lstStyle>
                <a:lvl1pPr marL="342900" indent="-342900" algn="l" rtl="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hlink"/>
                  </a:buClr>
                  <a:buSzPct val="80000"/>
                  <a:buFont typeface="Wingdings" panose="05000000000000000000" pitchFamily="2" charset="2"/>
                  <a:buChar char="n"/>
                  <a:defRPr sz="3200" b="0">
                    <a:solidFill>
                      <a:schemeClr val="tx1"/>
                    </a:solidFill>
                    <a:effectLst/>
                    <a:latin typeface="+mn-lt"/>
                    <a:ea typeface="+mn-ea"/>
                    <a:cs typeface="+mn-cs"/>
                  </a:defRPr>
                </a:lvl1pPr>
                <a:lvl2pPr marL="742950" indent="-285750" algn="l" rtl="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tx1"/>
                  </a:buClr>
                  <a:buChar char="–"/>
                  <a:defRPr sz="2800">
                    <a:solidFill>
                      <a:schemeClr val="tx1"/>
                    </a:solidFill>
                    <a:effectLst/>
                    <a:latin typeface="+mn-lt"/>
                    <a:ea typeface="+mn-ea"/>
                  </a:defRPr>
                </a:lvl2pPr>
                <a:lvl3pPr marL="1143000" indent="-228600" algn="l" rtl="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hlink"/>
                  </a:buClr>
                  <a:buFont typeface="Wingdings" panose="05000000000000000000" pitchFamily="2" charset="2"/>
                  <a:buChar char="§"/>
                  <a:defRPr sz="2400">
                    <a:solidFill>
                      <a:schemeClr val="tx1"/>
                    </a:solidFill>
                    <a:effectLst/>
                    <a:latin typeface="+mn-lt"/>
                    <a:ea typeface="+mn-ea"/>
                  </a:defRPr>
                </a:lvl3pPr>
                <a:lvl4pPr marL="1600200" indent="-228600" algn="l" rtl="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–"/>
                  <a:defRPr sz="2000">
                    <a:solidFill>
                      <a:schemeClr val="tx1"/>
                    </a:solidFill>
                    <a:effectLst/>
                    <a:latin typeface="+mn-lt"/>
                    <a:ea typeface="+mn-ea"/>
                  </a:defRPr>
                </a:lvl4pPr>
                <a:lvl5pPr marL="2057400" indent="-228600" algn="l" rtl="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hlink"/>
                  </a:buClr>
                  <a:buFont typeface="Wingdings" panose="05000000000000000000" pitchFamily="2" charset="2"/>
                  <a:buChar char="§"/>
                  <a:defRPr sz="2000">
                    <a:solidFill>
                      <a:schemeClr val="tx1"/>
                    </a:solidFill>
                    <a:effectLst/>
                    <a:latin typeface="+mn-lt"/>
                    <a:ea typeface="+mn-ea"/>
                  </a:defRPr>
                </a:lvl5pPr>
              </a:lstStyle>
              <a:p>
                <a:pPr marL="0" lvl="0" indent="0" eaLnBrk="1" hangingPunct="1">
                  <a:spcBef>
                    <a:spcPct val="0"/>
                  </a:spcBef>
                  <a:buClrTx/>
                  <a:buSzTx/>
                  <a:buFontTx/>
                  <a:buNone/>
                </a:pPr>
                <a:endParaRPr lang="zh-CN" altLang="en-US" sz="2000" b="1" dirty="0">
                  <a:ea typeface="黑体" panose="02010609060101010101" pitchFamily="49" charset="-122"/>
                </a:endParaRPr>
              </a:p>
            </p:txBody>
          </p:sp>
          <p:sp>
            <p:nvSpPr>
              <p:cNvPr id="43059" name="Rectangle 13"/>
              <p:cNvSpPr/>
              <p:nvPr/>
            </p:nvSpPr>
            <p:spPr>
              <a:xfrm>
                <a:off x="2336" y="0"/>
                <a:ext cx="17655" cy="19948"/>
              </a:xfrm>
              <a:prstGeom prst="rect">
                <a:avLst/>
              </a:prstGeom>
              <a:noFill/>
              <a:ln w="38100" cap="flat" cmpd="sng">
                <a:solidFill>
                  <a:schemeClr val="tx1"/>
                </a:solidFill>
                <a:prstDash val="solid"/>
                <a:miter/>
                <a:headEnd type="none" w="sm" len="sm"/>
                <a:tailEnd type="none" w="sm" len="sm"/>
              </a:ln>
            </p:spPr>
            <p:txBody>
              <a:bodyPr/>
              <a:lstStyle>
                <a:lvl1pPr marL="342900" indent="-342900" algn="l" rtl="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hlink"/>
                  </a:buClr>
                  <a:buSzPct val="80000"/>
                  <a:buFont typeface="Wingdings" panose="05000000000000000000" pitchFamily="2" charset="2"/>
                  <a:buChar char="n"/>
                  <a:defRPr sz="3200" b="0">
                    <a:solidFill>
                      <a:schemeClr val="tx1"/>
                    </a:solidFill>
                    <a:effectLst/>
                    <a:latin typeface="+mn-lt"/>
                    <a:ea typeface="+mn-ea"/>
                    <a:cs typeface="+mn-cs"/>
                  </a:defRPr>
                </a:lvl1pPr>
                <a:lvl2pPr marL="742950" indent="-285750" algn="l" rtl="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tx1"/>
                  </a:buClr>
                  <a:buChar char="–"/>
                  <a:defRPr sz="2800">
                    <a:solidFill>
                      <a:schemeClr val="tx1"/>
                    </a:solidFill>
                    <a:effectLst/>
                    <a:latin typeface="+mn-lt"/>
                    <a:ea typeface="+mn-ea"/>
                  </a:defRPr>
                </a:lvl2pPr>
                <a:lvl3pPr marL="1143000" indent="-228600" algn="l" rtl="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hlink"/>
                  </a:buClr>
                  <a:buFont typeface="Wingdings" panose="05000000000000000000" pitchFamily="2" charset="2"/>
                  <a:buChar char="§"/>
                  <a:defRPr sz="2400">
                    <a:solidFill>
                      <a:schemeClr val="tx1"/>
                    </a:solidFill>
                    <a:effectLst/>
                    <a:latin typeface="+mn-lt"/>
                    <a:ea typeface="+mn-ea"/>
                  </a:defRPr>
                </a:lvl3pPr>
                <a:lvl4pPr marL="1600200" indent="-228600" algn="l" rtl="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–"/>
                  <a:defRPr sz="2000">
                    <a:solidFill>
                      <a:schemeClr val="tx1"/>
                    </a:solidFill>
                    <a:effectLst/>
                    <a:latin typeface="+mn-lt"/>
                    <a:ea typeface="+mn-ea"/>
                  </a:defRPr>
                </a:lvl4pPr>
                <a:lvl5pPr marL="2057400" indent="-228600" algn="l" rtl="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hlink"/>
                  </a:buClr>
                  <a:buFont typeface="Wingdings" panose="05000000000000000000" pitchFamily="2" charset="2"/>
                  <a:buChar char="§"/>
                  <a:defRPr sz="2000">
                    <a:solidFill>
                      <a:schemeClr val="tx1"/>
                    </a:solidFill>
                    <a:effectLst/>
                    <a:latin typeface="+mn-lt"/>
                    <a:ea typeface="+mn-ea"/>
                  </a:defRPr>
                </a:lvl5pPr>
              </a:lstStyle>
              <a:p>
                <a:pPr marL="0" lvl="0" indent="0" algn="ctr" eaLnBrk="1" hangingPunct="1">
                  <a:spcBef>
                    <a:spcPct val="0"/>
                  </a:spcBef>
                  <a:buClrTx/>
                  <a:buSzTx/>
                  <a:buFontTx/>
                  <a:buNone/>
                </a:pPr>
                <a:r>
                  <a:rPr lang="en-US" altLang="zh-CN" sz="1600" b="1" dirty="0">
                    <a:ea typeface="黑体" panose="02010609060101010101" pitchFamily="49" charset="-122"/>
                  </a:rPr>
                  <a:t>for (i=</a:t>
                </a:r>
                <a:r>
                  <a:rPr lang="en-US" altLang="zh-CN" sz="1600" b="1" dirty="0">
                    <a:solidFill>
                      <a:schemeClr val="hlink"/>
                    </a:solidFill>
                    <a:ea typeface="黑体" panose="02010609060101010101" pitchFamily="49" charset="-122"/>
                  </a:rPr>
                  <a:t>0</a:t>
                </a:r>
                <a:r>
                  <a:rPr lang="en-US" altLang="zh-CN" sz="1600" b="1" dirty="0">
                    <a:ea typeface="黑体" panose="02010609060101010101" pitchFamily="49" charset="-122"/>
                  </a:rPr>
                  <a:t>;</a:t>
                </a:r>
                <a:r>
                  <a:rPr lang="en-US" altLang="zh-CN" sz="1600" b="1" dirty="0">
                    <a:solidFill>
                      <a:schemeClr val="hlink"/>
                    </a:solidFill>
                    <a:ea typeface="黑体" panose="02010609060101010101" pitchFamily="49" charset="-122"/>
                  </a:rPr>
                  <a:t>i&lt;M-1;</a:t>
                </a:r>
                <a:r>
                  <a:rPr lang="en-US" altLang="zh-CN" sz="1600" b="1" dirty="0">
                    <a:ea typeface="黑体" panose="02010609060101010101" pitchFamily="49" charset="-122"/>
                  </a:rPr>
                  <a:t>i++)</a:t>
                </a:r>
                <a:endParaRPr lang="en-US" altLang="zh-CN" sz="1600" b="1" dirty="0">
                  <a:ea typeface="黑体" panose="02010609060101010101" pitchFamily="49" charset="-122"/>
                </a:endParaRPr>
              </a:p>
            </p:txBody>
          </p:sp>
        </p:grpSp>
        <p:sp>
          <p:nvSpPr>
            <p:cNvPr id="43042" name="Line 14"/>
            <p:cNvSpPr/>
            <p:nvPr/>
          </p:nvSpPr>
          <p:spPr>
            <a:xfrm>
              <a:off x="2053" y="2508"/>
              <a:ext cx="147" cy="1"/>
            </a:xfrm>
            <a:prstGeom prst="line">
              <a:avLst/>
            </a:prstGeom>
            <a:ln w="38100" cap="flat" cmpd="sng">
              <a:solidFill>
                <a:schemeClr val="tx1"/>
              </a:solidFill>
              <a:prstDash val="solid"/>
              <a:headEnd type="none" w="sm" len="sm"/>
              <a:tailEnd type="none" w="sm" len="sm"/>
            </a:ln>
          </p:spPr>
        </p:sp>
        <p:sp>
          <p:nvSpPr>
            <p:cNvPr id="43043" name="Rectangle 15"/>
            <p:cNvSpPr/>
            <p:nvPr/>
          </p:nvSpPr>
          <p:spPr>
            <a:xfrm>
              <a:off x="2208" y="2346"/>
              <a:ext cx="173" cy="255"/>
            </a:xfrm>
            <a:prstGeom prst="rect">
              <a:avLst/>
            </a:prstGeom>
            <a:noFill/>
            <a:ln w="38100" cap="flat" cmpd="sng">
              <a:solidFill>
                <a:schemeClr val="tx1"/>
              </a:solidFill>
              <a:prstDash val="solid"/>
              <a:miter/>
              <a:headEnd type="none" w="sm" len="sm"/>
              <a:tailEnd type="none" w="sm" len="sm"/>
            </a:ln>
          </p:spPr>
          <p:txBody>
            <a:bodyPr/>
            <a:lstStyle>
              <a:lvl1pPr marL="342900" indent="-342900" algn="l" rtl="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hlink"/>
                </a:buClr>
                <a:buSzPct val="80000"/>
                <a:buFont typeface="Wingdings" panose="05000000000000000000" pitchFamily="2" charset="2"/>
                <a:buChar char="n"/>
                <a:defRPr sz="3200" b="0">
                  <a:solidFill>
                    <a:schemeClr val="tx1"/>
                  </a:solidFill>
                  <a:effectLst/>
                  <a:latin typeface="+mn-lt"/>
                  <a:ea typeface="+mn-ea"/>
                  <a:cs typeface="+mn-cs"/>
                </a:defRPr>
              </a:lvl1pPr>
              <a:lvl2pPr marL="742950" indent="-285750" algn="l" rtl="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tx1"/>
                </a:buClr>
                <a:buChar char="–"/>
                <a:defRPr sz="2800">
                  <a:solidFill>
                    <a:schemeClr val="tx1"/>
                  </a:solidFill>
                  <a:effectLst/>
                  <a:latin typeface="+mn-lt"/>
                  <a:ea typeface="+mn-ea"/>
                </a:defRPr>
              </a:lvl2pPr>
              <a:lvl3pPr marL="11430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hlink"/>
                </a:buClr>
                <a:buFont typeface="Wingdings" panose="05000000000000000000" pitchFamily="2" charset="2"/>
                <a:buChar char="§"/>
                <a:defRPr sz="2400">
                  <a:solidFill>
                    <a:schemeClr val="tx1"/>
                  </a:solidFill>
                  <a:effectLst/>
                  <a:latin typeface="+mn-lt"/>
                  <a:ea typeface="+mn-ea"/>
                </a:defRPr>
              </a:lvl3pPr>
              <a:lvl4pPr marL="16002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–"/>
                <a:defRPr sz="2000">
                  <a:solidFill>
                    <a:schemeClr val="tx1"/>
                  </a:solidFill>
                  <a:effectLst/>
                  <a:latin typeface="+mn-lt"/>
                  <a:ea typeface="+mn-ea"/>
                </a:defRPr>
              </a:lvl4pPr>
              <a:lvl5pPr marL="20574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hlink"/>
                </a:buClr>
                <a:buFont typeface="Wingdings" panose="05000000000000000000" pitchFamily="2" charset="2"/>
                <a:buChar char="§"/>
                <a:defRPr sz="2000">
                  <a:solidFill>
                    <a:schemeClr val="tx1"/>
                  </a:solidFill>
                  <a:effectLst/>
                  <a:latin typeface="+mn-lt"/>
                  <a:ea typeface="+mn-ea"/>
                </a:defRPr>
              </a:lvl5pPr>
            </a:lstStyle>
            <a:p>
              <a:pPr marL="0" lvl="0" indent="0" eaLnBrk="1" hangingPunct="1">
                <a:spcBef>
                  <a:spcPct val="0"/>
                </a:spcBef>
                <a:buClrTx/>
                <a:buSzTx/>
                <a:buFontTx/>
                <a:buNone/>
              </a:pPr>
              <a:endParaRPr lang="zh-CN" altLang="en-US" sz="2000" b="1" dirty="0">
                <a:ea typeface="黑体" panose="02010609060101010101" pitchFamily="49" charset="-122"/>
              </a:endParaRPr>
            </a:p>
          </p:txBody>
        </p:sp>
        <p:sp>
          <p:nvSpPr>
            <p:cNvPr id="43044" name="Rectangle 16"/>
            <p:cNvSpPr/>
            <p:nvPr/>
          </p:nvSpPr>
          <p:spPr>
            <a:xfrm>
              <a:off x="2366" y="2346"/>
              <a:ext cx="1875" cy="255"/>
            </a:xfrm>
            <a:prstGeom prst="rect">
              <a:avLst/>
            </a:prstGeom>
            <a:noFill/>
            <a:ln w="38100" cap="flat" cmpd="sng">
              <a:solidFill>
                <a:schemeClr val="tx1"/>
              </a:solidFill>
              <a:prstDash val="solid"/>
              <a:miter/>
              <a:headEnd type="none" w="sm" len="sm"/>
              <a:tailEnd type="none" w="sm" len="sm"/>
            </a:ln>
          </p:spPr>
          <p:txBody>
            <a:bodyPr/>
            <a:lstStyle>
              <a:lvl1pPr marL="342900" indent="-342900" algn="l" rtl="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hlink"/>
                </a:buClr>
                <a:buSzPct val="80000"/>
                <a:buFont typeface="Wingdings" panose="05000000000000000000" pitchFamily="2" charset="2"/>
                <a:buChar char="n"/>
                <a:defRPr sz="3200" b="0">
                  <a:solidFill>
                    <a:schemeClr val="tx1"/>
                  </a:solidFill>
                  <a:effectLst/>
                  <a:latin typeface="+mn-lt"/>
                  <a:ea typeface="+mn-ea"/>
                  <a:cs typeface="+mn-cs"/>
                </a:defRPr>
              </a:lvl1pPr>
              <a:lvl2pPr marL="742950" indent="-285750" algn="l" rtl="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tx1"/>
                </a:buClr>
                <a:buChar char="–"/>
                <a:defRPr sz="2800">
                  <a:solidFill>
                    <a:schemeClr val="tx1"/>
                  </a:solidFill>
                  <a:effectLst/>
                  <a:latin typeface="+mn-lt"/>
                  <a:ea typeface="+mn-ea"/>
                </a:defRPr>
              </a:lvl2pPr>
              <a:lvl3pPr marL="11430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hlink"/>
                </a:buClr>
                <a:buFont typeface="Wingdings" panose="05000000000000000000" pitchFamily="2" charset="2"/>
                <a:buChar char="§"/>
                <a:defRPr sz="2400">
                  <a:solidFill>
                    <a:schemeClr val="tx1"/>
                  </a:solidFill>
                  <a:effectLst/>
                  <a:latin typeface="+mn-lt"/>
                  <a:ea typeface="+mn-ea"/>
                </a:defRPr>
              </a:lvl3pPr>
              <a:lvl4pPr marL="16002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–"/>
                <a:defRPr sz="2000">
                  <a:solidFill>
                    <a:schemeClr val="tx1"/>
                  </a:solidFill>
                  <a:effectLst/>
                  <a:latin typeface="+mn-lt"/>
                  <a:ea typeface="+mn-ea"/>
                </a:defRPr>
              </a:lvl4pPr>
              <a:lvl5pPr marL="20574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hlink"/>
                </a:buClr>
                <a:buFont typeface="Wingdings" panose="05000000000000000000" pitchFamily="2" charset="2"/>
                <a:buChar char="§"/>
                <a:defRPr sz="2000">
                  <a:solidFill>
                    <a:schemeClr val="tx1"/>
                  </a:solidFill>
                  <a:effectLst/>
                  <a:latin typeface="+mn-lt"/>
                  <a:ea typeface="+mn-ea"/>
                </a:defRPr>
              </a:lvl5pPr>
            </a:lstStyle>
            <a:p>
              <a:pPr marL="0" lvl="0" indent="0" algn="ctr" eaLnBrk="1" hangingPunct="1">
                <a:spcBef>
                  <a:spcPct val="0"/>
                </a:spcBef>
                <a:buClrTx/>
                <a:buSzTx/>
                <a:buFontTx/>
                <a:buNone/>
              </a:pPr>
              <a:r>
                <a:rPr lang="en-US" altLang="zh-CN" sz="1800" b="1" dirty="0">
                  <a:ea typeface="黑体" panose="02010609060101010101" pitchFamily="49" charset="-122"/>
                </a:rPr>
                <a:t>for(k=</a:t>
              </a:r>
              <a:r>
                <a:rPr lang="en-US" altLang="zh-CN" sz="1800" b="1" dirty="0">
                  <a:solidFill>
                    <a:schemeClr val="hlink"/>
                  </a:solidFill>
                  <a:ea typeface="黑体" panose="02010609060101010101" pitchFamily="49" charset="-122"/>
                </a:rPr>
                <a:t>i+1</a:t>
              </a:r>
              <a:r>
                <a:rPr lang="en-US" altLang="zh-CN" sz="1800" b="1" dirty="0">
                  <a:ea typeface="黑体" panose="02010609060101010101" pitchFamily="49" charset="-122"/>
                </a:rPr>
                <a:t>;k&lt;</a:t>
              </a:r>
              <a:r>
                <a:rPr lang="en-US" altLang="zh-CN" sz="1800" b="1" dirty="0">
                  <a:solidFill>
                    <a:srgbClr val="FFFF00"/>
                  </a:solidFill>
                  <a:ea typeface="黑体" panose="02010609060101010101" pitchFamily="49" charset="-122"/>
                </a:rPr>
                <a:t>M</a:t>
              </a:r>
              <a:r>
                <a:rPr lang="en-US" altLang="zh-CN" sz="1800" b="1" dirty="0">
                  <a:ea typeface="黑体" panose="02010609060101010101" pitchFamily="49" charset="-122"/>
                </a:rPr>
                <a:t>;k++)</a:t>
              </a:r>
              <a:endParaRPr lang="en-US" altLang="zh-CN" sz="1800" b="1" dirty="0">
                <a:ea typeface="黑体" panose="02010609060101010101" pitchFamily="49" charset="-122"/>
              </a:endParaRPr>
            </a:p>
          </p:txBody>
        </p:sp>
        <p:grpSp>
          <p:nvGrpSpPr>
            <p:cNvPr id="43045" name="Group 17"/>
            <p:cNvGrpSpPr/>
            <p:nvPr/>
          </p:nvGrpSpPr>
          <p:grpSpPr>
            <a:xfrm>
              <a:off x="2200" y="2034"/>
              <a:ext cx="2004" cy="959"/>
              <a:chOff x="2064" y="2034"/>
              <a:chExt cx="2004" cy="959"/>
            </a:xfrm>
          </p:grpSpPr>
          <p:sp>
            <p:nvSpPr>
              <p:cNvPr id="43055" name="Rectangle 18"/>
              <p:cNvSpPr/>
              <p:nvPr/>
            </p:nvSpPr>
            <p:spPr>
              <a:xfrm>
                <a:off x="2064" y="2034"/>
                <a:ext cx="839" cy="213"/>
              </a:xfrm>
              <a:prstGeom prst="rect">
                <a:avLst/>
              </a:prstGeom>
              <a:noFill/>
              <a:ln w="38100" cap="flat" cmpd="sng">
                <a:solidFill>
                  <a:schemeClr val="tx1"/>
                </a:solidFill>
                <a:prstDash val="solid"/>
                <a:miter/>
                <a:headEnd type="none" w="med" len="med"/>
                <a:tailEnd type="none" w="med" len="med"/>
              </a:ln>
            </p:spPr>
            <p:txBody>
              <a:bodyPr/>
              <a:lstStyle>
                <a:lvl1pPr marL="342900" indent="-342900" algn="l" rtl="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hlink"/>
                  </a:buClr>
                  <a:buSzPct val="80000"/>
                  <a:buFont typeface="Wingdings" panose="05000000000000000000" pitchFamily="2" charset="2"/>
                  <a:buChar char="n"/>
                  <a:defRPr sz="3200" b="0">
                    <a:solidFill>
                      <a:schemeClr val="tx1"/>
                    </a:solidFill>
                    <a:effectLst/>
                    <a:latin typeface="+mn-lt"/>
                    <a:ea typeface="+mn-ea"/>
                    <a:cs typeface="+mn-cs"/>
                  </a:defRPr>
                </a:lvl1pPr>
                <a:lvl2pPr marL="742950" indent="-285750" algn="l" rtl="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tx1"/>
                  </a:buClr>
                  <a:buChar char="–"/>
                  <a:defRPr sz="2800">
                    <a:solidFill>
                      <a:schemeClr val="tx1"/>
                    </a:solidFill>
                    <a:effectLst/>
                    <a:latin typeface="+mn-lt"/>
                    <a:ea typeface="+mn-ea"/>
                  </a:defRPr>
                </a:lvl2pPr>
                <a:lvl3pPr marL="1143000" indent="-228600" algn="l" rtl="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hlink"/>
                  </a:buClr>
                  <a:buFont typeface="Wingdings" panose="05000000000000000000" pitchFamily="2" charset="2"/>
                  <a:buChar char="§"/>
                  <a:defRPr sz="2400">
                    <a:solidFill>
                      <a:schemeClr val="tx1"/>
                    </a:solidFill>
                    <a:effectLst/>
                    <a:latin typeface="+mn-lt"/>
                    <a:ea typeface="+mn-ea"/>
                  </a:defRPr>
                </a:lvl3pPr>
                <a:lvl4pPr marL="1600200" indent="-228600" algn="l" rtl="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–"/>
                  <a:defRPr sz="2000">
                    <a:solidFill>
                      <a:schemeClr val="tx1"/>
                    </a:solidFill>
                    <a:effectLst/>
                    <a:latin typeface="+mn-lt"/>
                    <a:ea typeface="+mn-ea"/>
                  </a:defRPr>
                </a:lvl4pPr>
                <a:lvl5pPr marL="2057400" indent="-228600" algn="l" rtl="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hlink"/>
                  </a:buClr>
                  <a:buFont typeface="Wingdings" panose="05000000000000000000" pitchFamily="2" charset="2"/>
                  <a:buChar char="§"/>
                  <a:defRPr sz="2000">
                    <a:solidFill>
                      <a:schemeClr val="tx1"/>
                    </a:solidFill>
                    <a:effectLst/>
                    <a:latin typeface="+mn-lt"/>
                    <a:ea typeface="+mn-ea"/>
                  </a:defRPr>
                </a:lvl5pPr>
              </a:lstStyle>
              <a:p>
                <a:pPr marL="0" lvl="0" indent="0" algn="ctr" eaLnBrk="1" hangingPunct="1">
                  <a:spcBef>
                    <a:spcPct val="0"/>
                  </a:spcBef>
                  <a:buClrTx/>
                  <a:buSzTx/>
                  <a:buFontTx/>
                  <a:buNone/>
                </a:pPr>
                <a:r>
                  <a:rPr lang="en-US" altLang="zh-CN" sz="2000" b="1" dirty="0">
                    <a:solidFill>
                      <a:schemeClr val="accent6">
                        <a:lumMod val="60000"/>
                        <a:lumOff val="40000"/>
                      </a:schemeClr>
                    </a:solidFill>
                    <a:ea typeface="黑体" panose="02010609060101010101" pitchFamily="49" charset="-122"/>
                  </a:rPr>
                  <a:t>j=i</a:t>
                </a:r>
                <a:endParaRPr lang="en-US" altLang="zh-CN" sz="2000" b="1" dirty="0">
                  <a:solidFill>
                    <a:schemeClr val="accent6">
                      <a:lumMod val="60000"/>
                      <a:lumOff val="40000"/>
                    </a:schemeClr>
                  </a:solidFill>
                  <a:ea typeface="黑体" panose="02010609060101010101" pitchFamily="49" charset="-122"/>
                </a:endParaRPr>
              </a:p>
            </p:txBody>
          </p:sp>
          <p:sp>
            <p:nvSpPr>
              <p:cNvPr id="43056" name="Rectangle 19"/>
              <p:cNvSpPr/>
              <p:nvPr/>
            </p:nvSpPr>
            <p:spPr>
              <a:xfrm>
                <a:off x="2064" y="2714"/>
                <a:ext cx="2004" cy="279"/>
              </a:xfrm>
              <a:prstGeom prst="rect">
                <a:avLst/>
              </a:prstGeom>
              <a:noFill/>
              <a:ln w="38100" cap="flat" cmpd="sng">
                <a:solidFill>
                  <a:schemeClr val="tx1"/>
                </a:solidFill>
                <a:prstDash val="solid"/>
                <a:miter/>
                <a:headEnd type="none" w="med" len="med"/>
                <a:tailEnd type="none" w="med" len="med"/>
              </a:ln>
            </p:spPr>
            <p:txBody>
              <a:bodyPr/>
              <a:lstStyle>
                <a:lvl1pPr marL="342900" indent="-342900" algn="l" rtl="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hlink"/>
                  </a:buClr>
                  <a:buSzPct val="80000"/>
                  <a:buFont typeface="Wingdings" panose="05000000000000000000" pitchFamily="2" charset="2"/>
                  <a:buChar char="n"/>
                  <a:defRPr sz="3200" b="0">
                    <a:solidFill>
                      <a:schemeClr val="tx1"/>
                    </a:solidFill>
                    <a:effectLst/>
                    <a:latin typeface="+mn-lt"/>
                    <a:ea typeface="+mn-ea"/>
                    <a:cs typeface="+mn-cs"/>
                  </a:defRPr>
                </a:lvl1pPr>
                <a:lvl2pPr marL="742950" indent="-285750" algn="l" rtl="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tx1"/>
                  </a:buClr>
                  <a:buChar char="–"/>
                  <a:defRPr sz="2800">
                    <a:solidFill>
                      <a:schemeClr val="tx1"/>
                    </a:solidFill>
                    <a:effectLst/>
                    <a:latin typeface="+mn-lt"/>
                    <a:ea typeface="+mn-ea"/>
                  </a:defRPr>
                </a:lvl2pPr>
                <a:lvl3pPr marL="1143000" indent="-228600" algn="l" rtl="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hlink"/>
                  </a:buClr>
                  <a:buFont typeface="Wingdings" panose="05000000000000000000" pitchFamily="2" charset="2"/>
                  <a:buChar char="§"/>
                  <a:defRPr sz="2400">
                    <a:solidFill>
                      <a:schemeClr val="tx1"/>
                    </a:solidFill>
                    <a:effectLst/>
                    <a:latin typeface="+mn-lt"/>
                    <a:ea typeface="+mn-ea"/>
                  </a:defRPr>
                </a:lvl3pPr>
                <a:lvl4pPr marL="1600200" indent="-228600" algn="l" rtl="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–"/>
                  <a:defRPr sz="2000">
                    <a:solidFill>
                      <a:schemeClr val="tx1"/>
                    </a:solidFill>
                    <a:effectLst/>
                    <a:latin typeface="+mn-lt"/>
                    <a:ea typeface="+mn-ea"/>
                  </a:defRPr>
                </a:lvl4pPr>
                <a:lvl5pPr marL="2057400" indent="-228600" algn="l" rtl="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hlink"/>
                  </a:buClr>
                  <a:buFont typeface="Wingdings" panose="05000000000000000000" pitchFamily="2" charset="2"/>
                  <a:buChar char="§"/>
                  <a:defRPr sz="2000">
                    <a:solidFill>
                      <a:schemeClr val="tx1"/>
                    </a:solidFill>
                    <a:effectLst/>
                    <a:latin typeface="+mn-lt"/>
                    <a:ea typeface="+mn-ea"/>
                  </a:defRPr>
                </a:lvl5pPr>
              </a:lstStyle>
              <a:p>
                <a:pPr marL="0" lvl="0" algn="ctr" eaLnBrk="1" hangingPunct="1">
                  <a:buClrTx/>
                  <a:buSzTx/>
                  <a:buFontTx/>
                  <a:buNone/>
                </a:pPr>
                <a:r>
                  <a:rPr lang="en-US" altLang="zh-CN" sz="2000" b="1" dirty="0">
                    <a:solidFill>
                      <a:schemeClr val="accent6">
                        <a:lumMod val="60000"/>
                        <a:lumOff val="40000"/>
                      </a:schemeClr>
                    </a:solidFill>
                    <a:ea typeface="黑体" panose="02010609060101010101" pitchFamily="49" charset="-122"/>
                  </a:rPr>
                  <a:t>交换 a[i] 、a[j]</a:t>
                </a:r>
                <a:endParaRPr lang="en-US" altLang="zh-CN" sz="2000" b="1" dirty="0">
                  <a:solidFill>
                    <a:schemeClr val="accent6">
                      <a:lumMod val="60000"/>
                      <a:lumOff val="40000"/>
                    </a:schemeClr>
                  </a:solidFill>
                  <a:ea typeface="黑体" panose="02010609060101010101" pitchFamily="49" charset="-122"/>
                </a:endParaRPr>
              </a:p>
            </p:txBody>
          </p:sp>
          <p:sp>
            <p:nvSpPr>
              <p:cNvPr id="43057" name="Line 20"/>
              <p:cNvSpPr/>
              <p:nvPr/>
            </p:nvSpPr>
            <p:spPr>
              <a:xfrm>
                <a:off x="2064" y="2147"/>
                <a:ext cx="0" cy="666"/>
              </a:xfrm>
              <a:prstGeom prst="line">
                <a:avLst/>
              </a:prstGeom>
              <a:ln w="38100" cap="flat" cmpd="sng">
                <a:solidFill>
                  <a:schemeClr val="tx1"/>
                </a:solidFill>
                <a:prstDash val="solid"/>
                <a:headEnd type="none" w="sm" len="sm"/>
                <a:tailEnd type="none" w="sm" len="sm"/>
              </a:ln>
            </p:spPr>
          </p:sp>
        </p:grpSp>
        <p:sp>
          <p:nvSpPr>
            <p:cNvPr id="43046" name="Line 21"/>
            <p:cNvSpPr/>
            <p:nvPr/>
          </p:nvSpPr>
          <p:spPr>
            <a:xfrm>
              <a:off x="4222" y="2473"/>
              <a:ext cx="155" cy="1"/>
            </a:xfrm>
            <a:prstGeom prst="line">
              <a:avLst/>
            </a:prstGeom>
            <a:ln w="38100" cap="flat" cmpd="sng">
              <a:solidFill>
                <a:schemeClr val="tx1"/>
              </a:solidFill>
              <a:prstDash val="solid"/>
              <a:headEnd type="none" w="sm" len="sm"/>
              <a:tailEnd type="none" w="sm" len="sm"/>
            </a:ln>
          </p:spPr>
        </p:sp>
        <p:sp>
          <p:nvSpPr>
            <p:cNvPr id="43047" name="Rectangle 22"/>
            <p:cNvSpPr/>
            <p:nvPr/>
          </p:nvSpPr>
          <p:spPr>
            <a:xfrm>
              <a:off x="4404" y="2374"/>
              <a:ext cx="608" cy="241"/>
            </a:xfrm>
            <a:prstGeom prst="rect">
              <a:avLst/>
            </a:prstGeom>
            <a:noFill/>
            <a:ln w="38100">
              <a:noFill/>
            </a:ln>
          </p:spPr>
          <p:txBody>
            <a:bodyPr lIns="12700" tIns="12700" rIns="12700" bIns="12700"/>
            <a:lstStyle>
              <a:lvl1pPr marL="342900" indent="-342900" algn="l" rtl="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hlink"/>
                </a:buClr>
                <a:buSzPct val="80000"/>
                <a:buFont typeface="Wingdings" panose="05000000000000000000" pitchFamily="2" charset="2"/>
                <a:buChar char="n"/>
                <a:defRPr sz="3200" b="0">
                  <a:solidFill>
                    <a:schemeClr val="tx1"/>
                  </a:solidFill>
                  <a:effectLst/>
                  <a:latin typeface="+mn-lt"/>
                  <a:ea typeface="+mn-ea"/>
                  <a:cs typeface="+mn-cs"/>
                </a:defRPr>
              </a:lvl1pPr>
              <a:lvl2pPr marL="742950" indent="-285750" algn="l" rtl="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tx1"/>
                </a:buClr>
                <a:buChar char="–"/>
                <a:defRPr sz="2800">
                  <a:solidFill>
                    <a:schemeClr val="tx1"/>
                  </a:solidFill>
                  <a:effectLst/>
                  <a:latin typeface="+mn-lt"/>
                  <a:ea typeface="+mn-ea"/>
                </a:defRPr>
              </a:lvl2pPr>
              <a:lvl3pPr marL="11430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hlink"/>
                </a:buClr>
                <a:buFont typeface="Wingdings" panose="05000000000000000000" pitchFamily="2" charset="2"/>
                <a:buChar char="§"/>
                <a:defRPr sz="2400">
                  <a:solidFill>
                    <a:schemeClr val="tx1"/>
                  </a:solidFill>
                  <a:effectLst/>
                  <a:latin typeface="+mn-lt"/>
                  <a:ea typeface="+mn-ea"/>
                </a:defRPr>
              </a:lvl3pPr>
              <a:lvl4pPr marL="16002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–"/>
                <a:defRPr sz="2000">
                  <a:solidFill>
                    <a:schemeClr val="tx1"/>
                  </a:solidFill>
                  <a:effectLst/>
                  <a:latin typeface="+mn-lt"/>
                  <a:ea typeface="+mn-ea"/>
                </a:defRPr>
              </a:lvl4pPr>
              <a:lvl5pPr marL="20574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hlink"/>
                </a:buClr>
                <a:buFont typeface="Wingdings" panose="05000000000000000000" pitchFamily="2" charset="2"/>
                <a:buChar char="§"/>
                <a:defRPr sz="2000">
                  <a:solidFill>
                    <a:schemeClr val="tx1"/>
                  </a:solidFill>
                  <a:effectLst/>
                  <a:latin typeface="+mn-lt"/>
                  <a:ea typeface="+mn-ea"/>
                </a:defRPr>
              </a:lvl5pPr>
            </a:lstStyle>
            <a:p>
              <a:pPr marL="0" lvl="0" indent="0" algn="ctr" eaLnBrk="1" hangingPunct="1">
                <a:spcBef>
                  <a:spcPct val="0"/>
                </a:spcBef>
                <a:buClrTx/>
                <a:buSzTx/>
                <a:buFontTx/>
                <a:buNone/>
              </a:pPr>
              <a:r>
                <a:rPr lang="en-US" altLang="zh-CN" sz="1600" b="1" dirty="0">
                  <a:ea typeface="黑体" panose="02010609060101010101" pitchFamily="49" charset="-122"/>
                </a:rPr>
                <a:t>a[k]&lt;a[j]</a:t>
              </a:r>
              <a:endParaRPr lang="en-US" altLang="zh-CN" sz="1600" b="1" dirty="0">
                <a:ea typeface="黑体" panose="02010609060101010101" pitchFamily="49" charset="-122"/>
              </a:endParaRPr>
            </a:p>
          </p:txBody>
        </p:sp>
        <p:grpSp>
          <p:nvGrpSpPr>
            <p:cNvPr id="43048" name="Group 23"/>
            <p:cNvGrpSpPr/>
            <p:nvPr/>
          </p:nvGrpSpPr>
          <p:grpSpPr>
            <a:xfrm>
              <a:off x="4377" y="2195"/>
              <a:ext cx="1270" cy="420"/>
              <a:chOff x="5594" y="6903"/>
              <a:chExt cx="2510" cy="458"/>
            </a:xfrm>
          </p:grpSpPr>
          <p:sp>
            <p:nvSpPr>
              <p:cNvPr id="43049" name="Rectangle 24"/>
              <p:cNvSpPr/>
              <p:nvPr/>
            </p:nvSpPr>
            <p:spPr>
              <a:xfrm>
                <a:off x="7282" y="6903"/>
                <a:ext cx="822" cy="288"/>
              </a:xfrm>
              <a:prstGeom prst="rect">
                <a:avLst/>
              </a:prstGeom>
              <a:noFill/>
              <a:ln w="38100" cap="flat" cmpd="sng">
                <a:solidFill>
                  <a:schemeClr val="tx1"/>
                </a:solidFill>
                <a:prstDash val="solid"/>
                <a:miter/>
                <a:headEnd type="none" w="med" len="med"/>
                <a:tailEnd type="none" w="med" len="med"/>
              </a:ln>
            </p:spPr>
            <p:txBody>
              <a:bodyPr lIns="12700" tIns="12700" rIns="12700" bIns="12700"/>
              <a:lstStyle>
                <a:lvl1pPr marL="342900" indent="-342900" algn="l" rtl="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hlink"/>
                  </a:buClr>
                  <a:buSzPct val="80000"/>
                  <a:buFont typeface="Wingdings" panose="05000000000000000000" pitchFamily="2" charset="2"/>
                  <a:buChar char="n"/>
                  <a:defRPr sz="3200" b="0">
                    <a:solidFill>
                      <a:schemeClr val="tx1"/>
                    </a:solidFill>
                    <a:effectLst/>
                    <a:latin typeface="+mn-lt"/>
                    <a:ea typeface="+mn-ea"/>
                    <a:cs typeface="+mn-cs"/>
                  </a:defRPr>
                </a:lvl1pPr>
                <a:lvl2pPr marL="742950" indent="-285750" algn="l" rtl="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tx1"/>
                  </a:buClr>
                  <a:buChar char="–"/>
                  <a:defRPr sz="2800">
                    <a:solidFill>
                      <a:schemeClr val="tx1"/>
                    </a:solidFill>
                    <a:effectLst/>
                    <a:latin typeface="+mn-lt"/>
                    <a:ea typeface="+mn-ea"/>
                  </a:defRPr>
                </a:lvl2pPr>
                <a:lvl3pPr marL="1143000" indent="-228600" algn="l" rtl="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hlink"/>
                  </a:buClr>
                  <a:buFont typeface="Wingdings" panose="05000000000000000000" pitchFamily="2" charset="2"/>
                  <a:buChar char="§"/>
                  <a:defRPr sz="2400">
                    <a:solidFill>
                      <a:schemeClr val="tx1"/>
                    </a:solidFill>
                    <a:effectLst/>
                    <a:latin typeface="+mn-lt"/>
                    <a:ea typeface="+mn-ea"/>
                  </a:defRPr>
                </a:lvl3pPr>
                <a:lvl4pPr marL="1600200" indent="-228600" algn="l" rtl="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–"/>
                  <a:defRPr sz="2000">
                    <a:solidFill>
                      <a:schemeClr val="tx1"/>
                    </a:solidFill>
                    <a:effectLst/>
                    <a:latin typeface="+mn-lt"/>
                    <a:ea typeface="+mn-ea"/>
                  </a:defRPr>
                </a:lvl4pPr>
                <a:lvl5pPr marL="2057400" indent="-228600" algn="l" rtl="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hlink"/>
                  </a:buClr>
                  <a:buFont typeface="Wingdings" panose="05000000000000000000" pitchFamily="2" charset="2"/>
                  <a:buChar char="§"/>
                  <a:defRPr sz="2000">
                    <a:solidFill>
                      <a:schemeClr val="tx1"/>
                    </a:solidFill>
                    <a:effectLst/>
                    <a:latin typeface="+mn-lt"/>
                    <a:ea typeface="+mn-ea"/>
                  </a:defRPr>
                </a:lvl5pPr>
              </a:lstStyle>
              <a:p>
                <a:pPr marL="0" lvl="0" indent="0" algn="ctr" eaLnBrk="1" hangingPunct="1">
                  <a:spcBef>
                    <a:spcPct val="0"/>
                  </a:spcBef>
                  <a:buClrTx/>
                  <a:buSzTx/>
                  <a:buFontTx/>
                  <a:buNone/>
                </a:pPr>
                <a:r>
                  <a:rPr lang="en-US" altLang="zh-CN" sz="2000" b="1" dirty="0">
                    <a:solidFill>
                      <a:schemeClr val="accent6">
                        <a:lumMod val="60000"/>
                        <a:lumOff val="40000"/>
                      </a:schemeClr>
                    </a:solidFill>
                    <a:ea typeface="黑体" panose="02010609060101010101" pitchFamily="49" charset="-122"/>
                  </a:rPr>
                  <a:t>j=k</a:t>
                </a:r>
                <a:endParaRPr lang="en-US" altLang="zh-CN" sz="2000" b="1" dirty="0">
                  <a:solidFill>
                    <a:srgbClr val="FF0000"/>
                  </a:solidFill>
                  <a:ea typeface="黑体" panose="02010609060101010101" pitchFamily="49" charset="-122"/>
                </a:endParaRPr>
              </a:p>
            </p:txBody>
          </p:sp>
          <p:grpSp>
            <p:nvGrpSpPr>
              <p:cNvPr id="43050" name="Group 25"/>
              <p:cNvGrpSpPr/>
              <p:nvPr/>
            </p:nvGrpSpPr>
            <p:grpSpPr>
              <a:xfrm>
                <a:off x="5594" y="7057"/>
                <a:ext cx="1482" cy="301"/>
                <a:chOff x="5402" y="1783"/>
                <a:chExt cx="1076" cy="281"/>
              </a:xfrm>
            </p:grpSpPr>
            <p:sp>
              <p:nvSpPr>
                <p:cNvPr id="43053" name="Freeform 26"/>
                <p:cNvSpPr/>
                <p:nvPr/>
              </p:nvSpPr>
              <p:spPr>
                <a:xfrm>
                  <a:off x="5402" y="1783"/>
                  <a:ext cx="1076" cy="158"/>
                </a:xfrm>
                <a:custGeom>
                  <a:avLst/>
                  <a:gdLst>
                    <a:gd name="txL" fmla="*/ 0 w 20000"/>
                    <a:gd name="txT" fmla="*/ 0 h 20000"/>
                    <a:gd name="txR" fmla="*/ 20000 w 20000"/>
                    <a:gd name="txB" fmla="*/ 20000 h 20000"/>
                  </a:gdLst>
                  <a:ahLst/>
                  <a:cxnLst>
                    <a:cxn ang="0">
                      <a:pos x="0" y="0"/>
                    </a:cxn>
                    <a:cxn ang="0">
                      <a:pos x="0" y="0"/>
                    </a:cxn>
                    <a:cxn ang="0">
                      <a:pos x="0" y="0"/>
                    </a:cxn>
                  </a:cxnLst>
                  <a:rect l="txL" t="txT" r="txR" b="txB"/>
                  <a:pathLst>
                    <a:path w="20000" h="20000">
                      <a:moveTo>
                        <a:pt x="0" y="0"/>
                      </a:moveTo>
                      <a:lnTo>
                        <a:pt x="19987" y="0"/>
                      </a:lnTo>
                      <a:lnTo>
                        <a:pt x="15686" y="19910"/>
                      </a:lnTo>
                    </a:path>
                  </a:pathLst>
                </a:custGeom>
                <a:noFill/>
                <a:ln w="38100" cap="flat" cmpd="sng">
                  <a:solidFill>
                    <a:schemeClr val="tx1">
                      <a:alpha val="100000"/>
                    </a:schemeClr>
                  </a:solidFill>
                  <a:prstDash val="solid"/>
                  <a:round/>
                  <a:headEnd type="none" w="sm" len="sm"/>
                  <a:tailEnd type="none" w="sm" len="sm"/>
                </a:ln>
              </p:spPr>
              <p:txBody>
                <a:bodyPr/>
                <a:p>
                  <a:endParaRPr lang="zh-CN" altLang="en-US"/>
                </a:p>
              </p:txBody>
            </p:sp>
            <p:sp>
              <p:nvSpPr>
                <p:cNvPr id="43054" name="Freeform 27"/>
                <p:cNvSpPr/>
                <p:nvPr/>
              </p:nvSpPr>
              <p:spPr>
                <a:xfrm>
                  <a:off x="5402" y="1906"/>
                  <a:ext cx="1076" cy="158"/>
                </a:xfrm>
                <a:custGeom>
                  <a:avLst/>
                  <a:gdLst>
                    <a:gd name="txL" fmla="*/ 0 w 20000"/>
                    <a:gd name="txT" fmla="*/ 0 h 20000"/>
                    <a:gd name="txR" fmla="*/ 20000 w 20000"/>
                    <a:gd name="txB" fmla="*/ 20000 h 20000"/>
                  </a:gdLst>
                  <a:ahLst/>
                  <a:cxnLst>
                    <a:cxn ang="0">
                      <a:pos x="0" y="0"/>
                    </a:cxn>
                    <a:cxn ang="0">
                      <a:pos x="0" y="0"/>
                    </a:cxn>
                    <a:cxn ang="0">
                      <a:pos x="0" y="0"/>
                    </a:cxn>
                  </a:cxnLst>
                  <a:rect l="txL" t="txT" r="txR" b="txB"/>
                  <a:pathLst>
                    <a:path w="20000" h="20000">
                      <a:moveTo>
                        <a:pt x="0" y="19910"/>
                      </a:moveTo>
                      <a:lnTo>
                        <a:pt x="19987" y="19910"/>
                      </a:lnTo>
                      <a:lnTo>
                        <a:pt x="15686" y="0"/>
                      </a:lnTo>
                    </a:path>
                  </a:pathLst>
                </a:custGeom>
                <a:noFill/>
                <a:ln w="38100" cap="flat" cmpd="sng">
                  <a:solidFill>
                    <a:schemeClr val="tx1">
                      <a:alpha val="100000"/>
                    </a:schemeClr>
                  </a:solidFill>
                  <a:prstDash val="solid"/>
                  <a:round/>
                  <a:headEnd type="none" w="sm" len="sm"/>
                  <a:tailEnd type="none" w="sm" len="sm"/>
                </a:ln>
              </p:spPr>
              <p:txBody>
                <a:bodyPr/>
                <a:p>
                  <a:endParaRPr lang="zh-CN" altLang="en-US"/>
                </a:p>
              </p:txBody>
            </p:sp>
          </p:grpSp>
          <p:sp>
            <p:nvSpPr>
              <p:cNvPr id="43051" name="Line 28"/>
              <p:cNvSpPr/>
              <p:nvPr/>
            </p:nvSpPr>
            <p:spPr>
              <a:xfrm>
                <a:off x="5594" y="7051"/>
                <a:ext cx="2" cy="310"/>
              </a:xfrm>
              <a:prstGeom prst="line">
                <a:avLst/>
              </a:prstGeom>
              <a:ln w="38100" cap="flat" cmpd="sng">
                <a:solidFill>
                  <a:schemeClr val="tx1"/>
                </a:solidFill>
                <a:prstDash val="solid"/>
                <a:headEnd type="none" w="sm" len="sm"/>
                <a:tailEnd type="none" w="sm" len="sm"/>
              </a:ln>
            </p:spPr>
          </p:sp>
          <p:sp>
            <p:nvSpPr>
              <p:cNvPr id="43052" name="Line 29"/>
              <p:cNvSpPr/>
              <p:nvPr/>
            </p:nvSpPr>
            <p:spPr>
              <a:xfrm>
                <a:off x="6896" y="7053"/>
                <a:ext cx="420" cy="1"/>
              </a:xfrm>
              <a:prstGeom prst="line">
                <a:avLst/>
              </a:prstGeom>
              <a:ln w="38100" cap="flat" cmpd="sng">
                <a:solidFill>
                  <a:schemeClr val="tx1"/>
                </a:solidFill>
                <a:prstDash val="solid"/>
                <a:headEnd type="none" w="sm" len="sm"/>
                <a:tailEnd type="none" w="sm" len="sm"/>
              </a:ln>
            </p:spPr>
          </p:sp>
        </p:grpSp>
      </p:grpSp>
      <p:grpSp>
        <p:nvGrpSpPr>
          <p:cNvPr id="43015" name="Group 30"/>
          <p:cNvGrpSpPr/>
          <p:nvPr/>
        </p:nvGrpSpPr>
        <p:grpSpPr>
          <a:xfrm>
            <a:off x="2279650" y="1989138"/>
            <a:ext cx="4287838" cy="409575"/>
            <a:chOff x="496" y="1706"/>
            <a:chExt cx="2701" cy="258"/>
          </a:xfrm>
        </p:grpSpPr>
        <p:grpSp>
          <p:nvGrpSpPr>
            <p:cNvPr id="43035" name="Group 31"/>
            <p:cNvGrpSpPr/>
            <p:nvPr/>
          </p:nvGrpSpPr>
          <p:grpSpPr>
            <a:xfrm>
              <a:off x="496" y="1706"/>
              <a:ext cx="2021" cy="238"/>
              <a:chOff x="1801" y="7124"/>
              <a:chExt cx="1893" cy="260"/>
            </a:xfrm>
          </p:grpSpPr>
          <p:grpSp>
            <p:nvGrpSpPr>
              <p:cNvPr id="43037" name="Group 32"/>
              <p:cNvGrpSpPr/>
              <p:nvPr/>
            </p:nvGrpSpPr>
            <p:grpSpPr>
              <a:xfrm>
                <a:off x="1801" y="7124"/>
                <a:ext cx="1687" cy="260"/>
                <a:chOff x="0" y="0"/>
                <a:chExt cx="19991" cy="20000"/>
              </a:xfrm>
            </p:grpSpPr>
            <p:sp>
              <p:nvSpPr>
                <p:cNvPr id="43039" name="Rectangle 33"/>
                <p:cNvSpPr/>
                <p:nvPr/>
              </p:nvSpPr>
              <p:spPr>
                <a:xfrm>
                  <a:off x="0" y="52"/>
                  <a:ext cx="2348" cy="19948"/>
                </a:xfrm>
                <a:prstGeom prst="rect">
                  <a:avLst/>
                </a:prstGeom>
                <a:noFill/>
                <a:ln w="38100" cap="flat" cmpd="sng">
                  <a:solidFill>
                    <a:schemeClr val="tx1"/>
                  </a:solidFill>
                  <a:prstDash val="solid"/>
                  <a:miter/>
                  <a:headEnd type="none" w="med" len="med"/>
                  <a:tailEnd type="none" w="med" len="med"/>
                </a:ln>
              </p:spPr>
              <p:txBody>
                <a:bodyPr/>
                <a:lstStyle>
                  <a:lvl1pPr marL="342900" indent="-342900" algn="l" rtl="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lr>
                      <a:schemeClr val="hlink"/>
                    </a:buClr>
                    <a:buSzPct val="80000"/>
                    <a:buFont typeface="Wingdings" panose="05000000000000000000" pitchFamily="2" charset="2"/>
                    <a:buChar char="n"/>
                    <a:defRPr sz="3200" b="0">
                      <a:solidFill>
                        <a:schemeClr val="tx1"/>
                      </a:solidFill>
                      <a:effectLst/>
                      <a:latin typeface="+mn-lt"/>
                      <a:ea typeface="+mn-ea"/>
                      <a:cs typeface="+mn-cs"/>
                    </a:defRPr>
                  </a:lvl1pPr>
                  <a:lvl2pPr marL="742950" indent="-285750" algn="l" rtl="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lr>
                      <a:schemeClr val="tx1"/>
                    </a:buClr>
                    <a:buChar char="–"/>
                    <a:defRPr sz="2800">
                      <a:solidFill>
                        <a:schemeClr val="tx1"/>
                      </a:solidFill>
                      <a:effectLst/>
                      <a:latin typeface="+mn-lt"/>
                      <a:ea typeface="+mn-ea"/>
                    </a:defRPr>
                  </a:lvl2pPr>
                  <a:lvl3pPr marL="1143000" indent="-228600" algn="l" rtl="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lr>
                      <a:schemeClr val="hlink"/>
                    </a:buClr>
                    <a:buFont typeface="Wingdings" panose="05000000000000000000" pitchFamily="2" charset="2"/>
                    <a:buChar char="§"/>
                    <a:defRPr sz="2400">
                      <a:solidFill>
                        <a:schemeClr val="tx1"/>
                      </a:solidFill>
                      <a:effectLst/>
                      <a:latin typeface="+mn-lt"/>
                      <a:ea typeface="+mn-ea"/>
                    </a:defRPr>
                  </a:lvl3pPr>
                  <a:lvl4pPr marL="1600200" indent="-228600" algn="l" rtl="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har char="–"/>
                    <a:defRPr sz="2000">
                      <a:solidFill>
                        <a:schemeClr val="tx1"/>
                      </a:solidFill>
                      <a:effectLst/>
                      <a:latin typeface="+mn-lt"/>
                      <a:ea typeface="+mn-ea"/>
                    </a:defRPr>
                  </a:lvl4pPr>
                  <a:lvl5pPr marL="2057400" indent="-228600" algn="l" rtl="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lr>
                      <a:schemeClr val="hlink"/>
                    </a:buClr>
                    <a:buFont typeface="Wingdings" panose="05000000000000000000" pitchFamily="2" charset="2"/>
                    <a:buChar char="§"/>
                    <a:defRPr sz="2000">
                      <a:solidFill>
                        <a:schemeClr val="tx1"/>
                      </a:solidFill>
                      <a:effectLst/>
                      <a:latin typeface="+mn-lt"/>
                      <a:ea typeface="+mn-ea"/>
                    </a:defRPr>
                  </a:lvl5pPr>
                </a:lstStyle>
                <a:p>
                  <a:pPr marL="0" lvl="0" indent="0" eaLnBrk="1" hangingPunct="1">
                    <a:spcBef>
                      <a:spcPct val="0"/>
                    </a:spcBef>
                    <a:buClrTx/>
                    <a:buSzTx/>
                    <a:buFontTx/>
                    <a:buNone/>
                  </a:pPr>
                  <a:endParaRPr lang="zh-CN" altLang="en-US" sz="2000" b="1" dirty="0">
                    <a:ea typeface="黑体" panose="02010609060101010101" pitchFamily="49" charset="-122"/>
                  </a:endParaRPr>
                </a:p>
              </p:txBody>
            </p:sp>
            <p:sp>
              <p:nvSpPr>
                <p:cNvPr id="43040" name="Rectangle 34"/>
                <p:cNvSpPr/>
                <p:nvPr/>
              </p:nvSpPr>
              <p:spPr>
                <a:xfrm>
                  <a:off x="2336" y="0"/>
                  <a:ext cx="17655" cy="19948"/>
                </a:xfrm>
                <a:prstGeom prst="rect">
                  <a:avLst/>
                </a:prstGeom>
                <a:noFill/>
                <a:ln w="38100" cap="flat" cmpd="sng">
                  <a:solidFill>
                    <a:schemeClr val="tx1"/>
                  </a:solidFill>
                  <a:prstDash val="solid"/>
                  <a:miter/>
                  <a:headEnd type="none" w="med" len="med"/>
                  <a:tailEnd type="none" w="med" len="med"/>
                </a:ln>
              </p:spPr>
              <p:txBody>
                <a:bodyPr/>
                <a:lstStyle>
                  <a:lvl1pPr marL="342900" indent="-342900" algn="l" rtl="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lr>
                      <a:schemeClr val="hlink"/>
                    </a:buClr>
                    <a:buSzPct val="80000"/>
                    <a:buFont typeface="Wingdings" panose="05000000000000000000" pitchFamily="2" charset="2"/>
                    <a:buChar char="n"/>
                    <a:defRPr sz="3200" b="0">
                      <a:solidFill>
                        <a:schemeClr val="tx1"/>
                      </a:solidFill>
                      <a:effectLst/>
                      <a:latin typeface="+mn-lt"/>
                      <a:ea typeface="+mn-ea"/>
                      <a:cs typeface="+mn-cs"/>
                    </a:defRPr>
                  </a:lvl1pPr>
                  <a:lvl2pPr marL="742950" indent="-285750" algn="l" rtl="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lr>
                      <a:schemeClr val="tx1"/>
                    </a:buClr>
                    <a:buChar char="–"/>
                    <a:defRPr sz="2800">
                      <a:solidFill>
                        <a:schemeClr val="tx1"/>
                      </a:solidFill>
                      <a:effectLst/>
                      <a:latin typeface="+mn-lt"/>
                      <a:ea typeface="+mn-ea"/>
                    </a:defRPr>
                  </a:lvl2pPr>
                  <a:lvl3pPr marL="1143000" indent="-228600" algn="l" rtl="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lr>
                      <a:schemeClr val="hlink"/>
                    </a:buClr>
                    <a:buFont typeface="Wingdings" panose="05000000000000000000" pitchFamily="2" charset="2"/>
                    <a:buChar char="§"/>
                    <a:defRPr sz="2400">
                      <a:solidFill>
                        <a:schemeClr val="tx1"/>
                      </a:solidFill>
                      <a:effectLst/>
                      <a:latin typeface="+mn-lt"/>
                      <a:ea typeface="+mn-ea"/>
                    </a:defRPr>
                  </a:lvl3pPr>
                  <a:lvl4pPr marL="1600200" indent="-228600" algn="l" rtl="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har char="–"/>
                    <a:defRPr sz="2000">
                      <a:solidFill>
                        <a:schemeClr val="tx1"/>
                      </a:solidFill>
                      <a:effectLst/>
                      <a:latin typeface="+mn-lt"/>
                      <a:ea typeface="+mn-ea"/>
                    </a:defRPr>
                  </a:lvl4pPr>
                  <a:lvl5pPr marL="2057400" indent="-228600" algn="l" rtl="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lr>
                      <a:schemeClr val="hlink"/>
                    </a:buClr>
                    <a:buFont typeface="Wingdings" panose="05000000000000000000" pitchFamily="2" charset="2"/>
                    <a:buChar char="§"/>
                    <a:defRPr sz="2000">
                      <a:solidFill>
                        <a:schemeClr val="tx1"/>
                      </a:solidFill>
                      <a:effectLst/>
                      <a:latin typeface="+mn-lt"/>
                      <a:ea typeface="+mn-ea"/>
                    </a:defRPr>
                  </a:lvl5pPr>
                </a:lstStyle>
                <a:p>
                  <a:pPr marL="0" lvl="0" indent="0" algn="ctr" eaLnBrk="1" hangingPunct="1">
                    <a:spcBef>
                      <a:spcPct val="0"/>
                    </a:spcBef>
                    <a:buClrTx/>
                    <a:buSzTx/>
                    <a:buFontTx/>
                    <a:buNone/>
                  </a:pPr>
                  <a:r>
                    <a:rPr lang="en-US" altLang="zh-CN" sz="1800" b="1" dirty="0">
                      <a:ea typeface="黑体" panose="02010609060101010101" pitchFamily="49" charset="-122"/>
                    </a:rPr>
                    <a:t>for (i=0;</a:t>
                  </a:r>
                  <a:r>
                    <a:rPr lang="en-US" altLang="zh-CN" sz="1800" b="1" dirty="0">
                      <a:solidFill>
                        <a:schemeClr val="hlink"/>
                      </a:solidFill>
                      <a:ea typeface="黑体" panose="02010609060101010101" pitchFamily="49" charset="-122"/>
                    </a:rPr>
                    <a:t>i&lt;M;</a:t>
                  </a:r>
                  <a:r>
                    <a:rPr lang="en-US" altLang="zh-CN" sz="1800" b="1" dirty="0">
                      <a:ea typeface="黑体" panose="02010609060101010101" pitchFamily="49" charset="-122"/>
                    </a:rPr>
                    <a:t>i++)</a:t>
                  </a:r>
                  <a:endParaRPr lang="en-US" altLang="zh-CN" sz="1800" b="1" dirty="0">
                    <a:ea typeface="黑体" panose="02010609060101010101" pitchFamily="49" charset="-122"/>
                  </a:endParaRPr>
                </a:p>
              </p:txBody>
            </p:sp>
          </p:grpSp>
          <p:sp>
            <p:nvSpPr>
              <p:cNvPr id="43038" name="Line 35"/>
              <p:cNvSpPr/>
              <p:nvPr/>
            </p:nvSpPr>
            <p:spPr>
              <a:xfrm>
                <a:off x="3459" y="7252"/>
                <a:ext cx="235" cy="1"/>
              </a:xfrm>
              <a:prstGeom prst="line">
                <a:avLst/>
              </a:prstGeom>
              <a:ln w="38100" cap="flat" cmpd="sng">
                <a:solidFill>
                  <a:schemeClr val="tx1"/>
                </a:solidFill>
                <a:prstDash val="solid"/>
                <a:headEnd type="none" w="sm" len="sm"/>
                <a:tailEnd type="none" w="sm" len="sm"/>
              </a:ln>
            </p:spPr>
          </p:sp>
        </p:grpSp>
        <p:sp>
          <p:nvSpPr>
            <p:cNvPr id="43036" name="Text Box 36"/>
            <p:cNvSpPr txBox="1"/>
            <p:nvPr/>
          </p:nvSpPr>
          <p:spPr>
            <a:xfrm>
              <a:off x="2507" y="1706"/>
              <a:ext cx="690" cy="258"/>
            </a:xfrm>
            <a:prstGeom prst="rect">
              <a:avLst/>
            </a:prstGeom>
            <a:noFill/>
            <a:ln w="38100" cap="flat" cmpd="sng">
              <a:solidFill>
                <a:schemeClr val="tx1"/>
              </a:solidFill>
              <a:prstDash val="solid"/>
              <a:miter/>
              <a:headEnd type="none" w="med" len="med"/>
              <a:tailEnd type="none" w="med" len="med"/>
            </a:ln>
          </p:spPr>
          <p:txBody>
            <a:bodyPr/>
            <a:lstStyle>
              <a:lvl1pPr marL="342900" indent="-342900" algn="l" rtl="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hlink"/>
                </a:buClr>
                <a:buSzPct val="80000"/>
                <a:buFont typeface="Wingdings" panose="05000000000000000000" pitchFamily="2" charset="2"/>
                <a:buChar char="n"/>
                <a:defRPr sz="3200" b="0">
                  <a:solidFill>
                    <a:schemeClr val="tx1"/>
                  </a:solidFill>
                  <a:effectLst/>
                  <a:latin typeface="+mn-lt"/>
                  <a:ea typeface="+mn-ea"/>
                  <a:cs typeface="+mn-cs"/>
                </a:defRPr>
              </a:lvl1pPr>
              <a:lvl2pPr marL="742950" indent="-285750" algn="l" rtl="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tx1"/>
                </a:buClr>
                <a:buChar char="–"/>
                <a:defRPr sz="2800">
                  <a:solidFill>
                    <a:schemeClr val="tx1"/>
                  </a:solidFill>
                  <a:effectLst/>
                  <a:latin typeface="+mn-lt"/>
                  <a:ea typeface="+mn-ea"/>
                </a:defRPr>
              </a:lvl2pPr>
              <a:lvl3pPr marL="11430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hlink"/>
                </a:buClr>
                <a:buFont typeface="Wingdings" panose="05000000000000000000" pitchFamily="2" charset="2"/>
                <a:buChar char="§"/>
                <a:defRPr sz="2400">
                  <a:solidFill>
                    <a:schemeClr val="tx1"/>
                  </a:solidFill>
                  <a:effectLst/>
                  <a:latin typeface="+mn-lt"/>
                  <a:ea typeface="+mn-ea"/>
                </a:defRPr>
              </a:lvl3pPr>
              <a:lvl4pPr marL="16002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–"/>
                <a:defRPr sz="2000">
                  <a:solidFill>
                    <a:schemeClr val="tx1"/>
                  </a:solidFill>
                  <a:effectLst/>
                  <a:latin typeface="+mn-lt"/>
                  <a:ea typeface="+mn-ea"/>
                </a:defRPr>
              </a:lvl4pPr>
              <a:lvl5pPr marL="20574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hlink"/>
                </a:buClr>
                <a:buFont typeface="Wingdings" panose="05000000000000000000" pitchFamily="2" charset="2"/>
                <a:buChar char="§"/>
                <a:defRPr sz="2000">
                  <a:solidFill>
                    <a:schemeClr val="tx1"/>
                  </a:solidFill>
                  <a:effectLst/>
                  <a:latin typeface="+mn-lt"/>
                  <a:ea typeface="+mn-ea"/>
                </a:defRPr>
              </a:lvl5pPr>
            </a:lstStyle>
            <a:p>
              <a:pPr marL="0" lvl="0" indent="0" algn="ctr" eaLnBrk="1" hangingPunct="1">
                <a:spcBef>
                  <a:spcPct val="0"/>
                </a:spcBef>
                <a:buClrTx/>
                <a:buSzTx/>
                <a:buFontTx/>
                <a:buNone/>
              </a:pPr>
              <a:r>
                <a:rPr lang="zh-CN" altLang="en-US" sz="2000" b="1" dirty="0">
                  <a:ea typeface="黑体" panose="02010609060101010101" pitchFamily="49" charset="-122"/>
                </a:rPr>
                <a:t>输入</a:t>
              </a:r>
              <a:r>
                <a:rPr lang="en-US" altLang="zh-CN" sz="2000" b="1" dirty="0">
                  <a:ea typeface="黑体" panose="02010609060101010101" pitchFamily="49" charset="-122"/>
                </a:rPr>
                <a:t>a</a:t>
              </a:r>
              <a:r>
                <a:rPr lang="en-US" altLang="zh-CN" sz="2000" b="1" baseline="-25000" dirty="0">
                  <a:ea typeface="黑体" panose="02010609060101010101" pitchFamily="49" charset="-122"/>
                </a:rPr>
                <a:t>i</a:t>
              </a:r>
              <a:endParaRPr lang="en-US" altLang="zh-CN" sz="2000" b="1" dirty="0">
                <a:ea typeface="黑体" panose="02010609060101010101" pitchFamily="49" charset="-122"/>
              </a:endParaRPr>
            </a:p>
          </p:txBody>
        </p:sp>
      </p:grpSp>
      <p:grpSp>
        <p:nvGrpSpPr>
          <p:cNvPr id="43016" name="Group 37"/>
          <p:cNvGrpSpPr/>
          <p:nvPr/>
        </p:nvGrpSpPr>
        <p:grpSpPr>
          <a:xfrm>
            <a:off x="2319338" y="4121150"/>
            <a:ext cx="6513512" cy="1247775"/>
            <a:chOff x="501" y="3050"/>
            <a:chExt cx="4103" cy="786"/>
          </a:xfrm>
        </p:grpSpPr>
        <p:grpSp>
          <p:nvGrpSpPr>
            <p:cNvPr id="43019" name="Group 38"/>
            <p:cNvGrpSpPr/>
            <p:nvPr/>
          </p:nvGrpSpPr>
          <p:grpSpPr>
            <a:xfrm>
              <a:off x="501" y="3396"/>
              <a:ext cx="1835" cy="238"/>
              <a:chOff x="0" y="0"/>
              <a:chExt cx="19991" cy="20000"/>
            </a:xfrm>
          </p:grpSpPr>
          <p:sp>
            <p:nvSpPr>
              <p:cNvPr id="43033" name="Rectangle 39"/>
              <p:cNvSpPr/>
              <p:nvPr/>
            </p:nvSpPr>
            <p:spPr>
              <a:xfrm>
                <a:off x="0" y="52"/>
                <a:ext cx="2348" cy="19948"/>
              </a:xfrm>
              <a:prstGeom prst="rect">
                <a:avLst/>
              </a:prstGeom>
              <a:noFill/>
              <a:ln w="38100" cap="flat" cmpd="sng">
                <a:solidFill>
                  <a:schemeClr val="tx1"/>
                </a:solidFill>
                <a:prstDash val="solid"/>
                <a:miter/>
                <a:headEnd type="none" w="med" len="med"/>
                <a:tailEnd type="none" w="med" len="med"/>
              </a:ln>
            </p:spPr>
            <p:txBody>
              <a:bodyPr/>
              <a:lstStyle>
                <a:lvl1pPr marL="342900" indent="-342900" algn="l" rtl="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hlink"/>
                  </a:buClr>
                  <a:buSzPct val="80000"/>
                  <a:buFont typeface="Wingdings" panose="05000000000000000000" pitchFamily="2" charset="2"/>
                  <a:buChar char="n"/>
                  <a:defRPr sz="3200" b="0">
                    <a:solidFill>
                      <a:schemeClr val="tx1"/>
                    </a:solidFill>
                    <a:effectLst/>
                    <a:latin typeface="+mn-lt"/>
                    <a:ea typeface="+mn-ea"/>
                    <a:cs typeface="+mn-cs"/>
                  </a:defRPr>
                </a:lvl1pPr>
                <a:lvl2pPr marL="742950" indent="-285750" algn="l" rtl="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tx1"/>
                  </a:buClr>
                  <a:buChar char="–"/>
                  <a:defRPr sz="2800">
                    <a:solidFill>
                      <a:schemeClr val="tx1"/>
                    </a:solidFill>
                    <a:effectLst/>
                    <a:latin typeface="+mn-lt"/>
                    <a:ea typeface="+mn-ea"/>
                  </a:defRPr>
                </a:lvl2pPr>
                <a:lvl3pPr marL="1143000" indent="-228600" algn="l" rtl="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hlink"/>
                  </a:buClr>
                  <a:buFont typeface="Wingdings" panose="05000000000000000000" pitchFamily="2" charset="2"/>
                  <a:buChar char="§"/>
                  <a:defRPr sz="2400">
                    <a:solidFill>
                      <a:schemeClr val="tx1"/>
                    </a:solidFill>
                    <a:effectLst/>
                    <a:latin typeface="+mn-lt"/>
                    <a:ea typeface="+mn-ea"/>
                  </a:defRPr>
                </a:lvl3pPr>
                <a:lvl4pPr marL="1600200" indent="-228600" algn="l" rtl="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–"/>
                  <a:defRPr sz="2000">
                    <a:solidFill>
                      <a:schemeClr val="tx1"/>
                    </a:solidFill>
                    <a:effectLst/>
                    <a:latin typeface="+mn-lt"/>
                    <a:ea typeface="+mn-ea"/>
                  </a:defRPr>
                </a:lvl4pPr>
                <a:lvl5pPr marL="2057400" indent="-228600" algn="l" rtl="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hlink"/>
                  </a:buClr>
                  <a:buFont typeface="Wingdings" panose="05000000000000000000" pitchFamily="2" charset="2"/>
                  <a:buChar char="§"/>
                  <a:defRPr sz="2000">
                    <a:solidFill>
                      <a:schemeClr val="tx1"/>
                    </a:solidFill>
                    <a:effectLst/>
                    <a:latin typeface="+mn-lt"/>
                    <a:ea typeface="+mn-ea"/>
                  </a:defRPr>
                </a:lvl5pPr>
              </a:lstStyle>
              <a:p>
                <a:pPr marL="0" lvl="0" indent="0" eaLnBrk="1" hangingPunct="1">
                  <a:spcBef>
                    <a:spcPct val="0"/>
                  </a:spcBef>
                  <a:buClrTx/>
                  <a:buSzTx/>
                  <a:buFontTx/>
                  <a:buNone/>
                </a:pPr>
                <a:endParaRPr lang="zh-CN" altLang="en-US" sz="2000" b="1" dirty="0">
                  <a:ea typeface="黑体" panose="02010609060101010101" pitchFamily="49" charset="-122"/>
                </a:endParaRPr>
              </a:p>
            </p:txBody>
          </p:sp>
          <p:sp>
            <p:nvSpPr>
              <p:cNvPr id="43034" name="Rectangle 40"/>
              <p:cNvSpPr/>
              <p:nvPr/>
            </p:nvSpPr>
            <p:spPr>
              <a:xfrm>
                <a:off x="2336" y="0"/>
                <a:ext cx="17655" cy="19948"/>
              </a:xfrm>
              <a:prstGeom prst="rect">
                <a:avLst/>
              </a:prstGeom>
              <a:noFill/>
              <a:ln w="38100" cap="flat" cmpd="sng">
                <a:solidFill>
                  <a:schemeClr val="tx1"/>
                </a:solidFill>
                <a:prstDash val="solid"/>
                <a:miter/>
                <a:headEnd type="none" w="med" len="med"/>
                <a:tailEnd type="none" w="med" len="med"/>
              </a:ln>
            </p:spPr>
            <p:txBody>
              <a:bodyPr lIns="12700" tIns="12700" rIns="12700" bIns="12700"/>
              <a:lstStyle>
                <a:lvl1pPr marL="342900" indent="-342900" algn="l" rtl="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hlink"/>
                  </a:buClr>
                  <a:buSzPct val="80000"/>
                  <a:buFont typeface="Wingdings" panose="05000000000000000000" pitchFamily="2" charset="2"/>
                  <a:buChar char="n"/>
                  <a:defRPr sz="3200" b="0">
                    <a:solidFill>
                      <a:schemeClr val="tx1"/>
                    </a:solidFill>
                    <a:effectLst/>
                    <a:latin typeface="+mn-lt"/>
                    <a:ea typeface="+mn-ea"/>
                    <a:cs typeface="+mn-cs"/>
                  </a:defRPr>
                </a:lvl1pPr>
                <a:lvl2pPr marL="742950" indent="-285750" algn="l" rtl="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tx1"/>
                  </a:buClr>
                  <a:buChar char="–"/>
                  <a:defRPr sz="2800">
                    <a:solidFill>
                      <a:schemeClr val="tx1"/>
                    </a:solidFill>
                    <a:effectLst/>
                    <a:latin typeface="+mn-lt"/>
                    <a:ea typeface="+mn-ea"/>
                  </a:defRPr>
                </a:lvl2pPr>
                <a:lvl3pPr marL="1143000" indent="-228600" algn="l" rtl="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hlink"/>
                  </a:buClr>
                  <a:buFont typeface="Wingdings" panose="05000000000000000000" pitchFamily="2" charset="2"/>
                  <a:buChar char="§"/>
                  <a:defRPr sz="2400">
                    <a:solidFill>
                      <a:schemeClr val="tx1"/>
                    </a:solidFill>
                    <a:effectLst/>
                    <a:latin typeface="+mn-lt"/>
                    <a:ea typeface="+mn-ea"/>
                  </a:defRPr>
                </a:lvl3pPr>
                <a:lvl4pPr marL="1600200" indent="-228600" algn="l" rtl="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–"/>
                  <a:defRPr sz="2000">
                    <a:solidFill>
                      <a:schemeClr val="tx1"/>
                    </a:solidFill>
                    <a:effectLst/>
                    <a:latin typeface="+mn-lt"/>
                    <a:ea typeface="+mn-ea"/>
                  </a:defRPr>
                </a:lvl4pPr>
                <a:lvl5pPr marL="2057400" indent="-228600" algn="l" rtl="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hlink"/>
                  </a:buClr>
                  <a:buFont typeface="Wingdings" panose="05000000000000000000" pitchFamily="2" charset="2"/>
                  <a:buChar char="§"/>
                  <a:defRPr sz="2000">
                    <a:solidFill>
                      <a:schemeClr val="tx1"/>
                    </a:solidFill>
                    <a:effectLst/>
                    <a:latin typeface="+mn-lt"/>
                    <a:ea typeface="+mn-ea"/>
                  </a:defRPr>
                </a:lvl5pPr>
              </a:lstStyle>
              <a:p>
                <a:pPr marL="0" lvl="0" indent="0" algn="ctr" eaLnBrk="1" hangingPunct="1">
                  <a:spcBef>
                    <a:spcPct val="0"/>
                  </a:spcBef>
                  <a:buClrTx/>
                  <a:buSzTx/>
                  <a:buFontTx/>
                  <a:buNone/>
                </a:pPr>
                <a:r>
                  <a:rPr lang="en-US" altLang="zh-CN" sz="2000" b="1" dirty="0">
                    <a:ea typeface="黑体" panose="02010609060101010101" pitchFamily="49" charset="-122"/>
                  </a:rPr>
                  <a:t>for (i=0;</a:t>
                </a:r>
                <a:r>
                  <a:rPr lang="en-US" altLang="zh-CN" sz="2000" b="1" dirty="0">
                    <a:solidFill>
                      <a:schemeClr val="hlink"/>
                    </a:solidFill>
                    <a:ea typeface="黑体" panose="02010609060101010101" pitchFamily="49" charset="-122"/>
                  </a:rPr>
                  <a:t>i&lt;M;</a:t>
                </a:r>
                <a:r>
                  <a:rPr lang="en-US" altLang="zh-CN" sz="2000" b="1" dirty="0">
                    <a:ea typeface="黑体" panose="02010609060101010101" pitchFamily="49" charset="-122"/>
                  </a:rPr>
                  <a:t>i++)</a:t>
                </a:r>
                <a:endParaRPr lang="en-US" altLang="zh-CN" sz="2000" b="1" dirty="0">
                  <a:ea typeface="黑体" panose="02010609060101010101" pitchFamily="49" charset="-122"/>
                </a:endParaRPr>
              </a:p>
            </p:txBody>
          </p:sp>
        </p:grpSp>
        <p:sp>
          <p:nvSpPr>
            <p:cNvPr id="43020" name="Line 41"/>
            <p:cNvSpPr/>
            <p:nvPr/>
          </p:nvSpPr>
          <p:spPr>
            <a:xfrm>
              <a:off x="2370" y="3513"/>
              <a:ext cx="192" cy="1"/>
            </a:xfrm>
            <a:prstGeom prst="line">
              <a:avLst/>
            </a:prstGeom>
            <a:ln w="38100" cap="flat" cmpd="sng">
              <a:solidFill>
                <a:schemeClr val="tx1"/>
              </a:solidFill>
              <a:prstDash val="solid"/>
              <a:headEnd type="none" w="sm" len="sm"/>
              <a:tailEnd type="none" w="sm" len="sm"/>
            </a:ln>
          </p:spPr>
        </p:sp>
        <p:grpSp>
          <p:nvGrpSpPr>
            <p:cNvPr id="43021" name="Group 42"/>
            <p:cNvGrpSpPr/>
            <p:nvPr/>
          </p:nvGrpSpPr>
          <p:grpSpPr>
            <a:xfrm>
              <a:off x="2552" y="3050"/>
              <a:ext cx="2052" cy="786"/>
              <a:chOff x="3724" y="7836"/>
              <a:chExt cx="2510" cy="858"/>
            </a:xfrm>
          </p:grpSpPr>
          <p:sp>
            <p:nvSpPr>
              <p:cNvPr id="43022" name="Text Box 43"/>
              <p:cNvSpPr txBox="1"/>
              <p:nvPr/>
            </p:nvSpPr>
            <p:spPr>
              <a:xfrm>
                <a:off x="3724" y="8413"/>
                <a:ext cx="844" cy="281"/>
              </a:xfrm>
              <a:prstGeom prst="rect">
                <a:avLst/>
              </a:prstGeom>
              <a:noFill/>
              <a:ln w="38100" cap="flat" cmpd="sng">
                <a:solidFill>
                  <a:schemeClr val="tx1"/>
                </a:solidFill>
                <a:prstDash val="solid"/>
                <a:miter/>
                <a:headEnd type="none" w="med" len="med"/>
                <a:tailEnd type="none" w="med" len="med"/>
              </a:ln>
            </p:spPr>
            <p:txBody>
              <a:bodyPr/>
              <a:lstStyle>
                <a:lvl1pPr marL="342900" indent="-342900" algn="l" rtl="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hlink"/>
                  </a:buClr>
                  <a:buSzPct val="80000"/>
                  <a:buFont typeface="Wingdings" panose="05000000000000000000" pitchFamily="2" charset="2"/>
                  <a:buChar char="n"/>
                  <a:defRPr sz="3200" b="0">
                    <a:solidFill>
                      <a:schemeClr val="tx1"/>
                    </a:solidFill>
                    <a:effectLst/>
                    <a:latin typeface="+mn-lt"/>
                    <a:ea typeface="+mn-ea"/>
                    <a:cs typeface="+mn-cs"/>
                  </a:defRPr>
                </a:lvl1pPr>
                <a:lvl2pPr marL="742950" indent="-285750" algn="l" rtl="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tx1"/>
                  </a:buClr>
                  <a:buChar char="–"/>
                  <a:defRPr sz="2800">
                    <a:solidFill>
                      <a:schemeClr val="tx1"/>
                    </a:solidFill>
                    <a:effectLst/>
                    <a:latin typeface="+mn-lt"/>
                    <a:ea typeface="+mn-ea"/>
                  </a:defRPr>
                </a:lvl2pPr>
                <a:lvl3pPr marL="1143000" indent="-228600" algn="l" rtl="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hlink"/>
                  </a:buClr>
                  <a:buFont typeface="Wingdings" panose="05000000000000000000" pitchFamily="2" charset="2"/>
                  <a:buChar char="§"/>
                  <a:defRPr sz="2400">
                    <a:solidFill>
                      <a:schemeClr val="tx1"/>
                    </a:solidFill>
                    <a:effectLst/>
                    <a:latin typeface="+mn-lt"/>
                    <a:ea typeface="+mn-ea"/>
                  </a:defRPr>
                </a:lvl3pPr>
                <a:lvl4pPr marL="1600200" indent="-228600" algn="l" rtl="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–"/>
                  <a:defRPr sz="2000">
                    <a:solidFill>
                      <a:schemeClr val="tx1"/>
                    </a:solidFill>
                    <a:effectLst/>
                    <a:latin typeface="+mn-lt"/>
                    <a:ea typeface="+mn-ea"/>
                  </a:defRPr>
                </a:lvl4pPr>
                <a:lvl5pPr marL="2057400" indent="-228600" algn="l" rtl="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hlink"/>
                  </a:buClr>
                  <a:buFont typeface="Wingdings" panose="05000000000000000000" pitchFamily="2" charset="2"/>
                  <a:buChar char="§"/>
                  <a:defRPr sz="2000">
                    <a:solidFill>
                      <a:schemeClr val="tx1"/>
                    </a:solidFill>
                    <a:effectLst/>
                    <a:latin typeface="+mn-lt"/>
                    <a:ea typeface="+mn-ea"/>
                  </a:defRPr>
                </a:lvl5pPr>
              </a:lstStyle>
              <a:p>
                <a:pPr marL="0" lvl="0" indent="0" algn="ctr" eaLnBrk="1" hangingPunct="1">
                  <a:spcBef>
                    <a:spcPct val="0"/>
                  </a:spcBef>
                  <a:buClrTx/>
                  <a:buSzTx/>
                  <a:buFontTx/>
                  <a:buNone/>
                </a:pPr>
                <a:r>
                  <a:rPr lang="zh-CN" altLang="en-US" sz="2000" b="1" dirty="0">
                    <a:ea typeface="黑体" panose="02010609060101010101" pitchFamily="49" charset="-122"/>
                  </a:rPr>
                  <a:t>输出</a:t>
                </a:r>
                <a:r>
                  <a:rPr lang="en-US" altLang="zh-CN" sz="2000" b="1" dirty="0">
                    <a:ea typeface="黑体" panose="02010609060101010101" pitchFamily="49" charset="-122"/>
                  </a:rPr>
                  <a:t>a</a:t>
                </a:r>
                <a:r>
                  <a:rPr lang="en-US" altLang="zh-CN" sz="2000" b="1" baseline="-25000" dirty="0">
                    <a:ea typeface="黑体" panose="02010609060101010101" pitchFamily="49" charset="-122"/>
                  </a:rPr>
                  <a:t>i</a:t>
                </a:r>
                <a:endParaRPr lang="en-US" altLang="zh-CN" sz="2000" b="1" baseline="-25000" dirty="0">
                  <a:ea typeface="黑体" panose="02010609060101010101" pitchFamily="49" charset="-122"/>
                </a:endParaRPr>
              </a:p>
            </p:txBody>
          </p:sp>
          <p:grpSp>
            <p:nvGrpSpPr>
              <p:cNvPr id="43023" name="Group 44"/>
              <p:cNvGrpSpPr/>
              <p:nvPr/>
            </p:nvGrpSpPr>
            <p:grpSpPr>
              <a:xfrm>
                <a:off x="3724" y="7836"/>
                <a:ext cx="2510" cy="458"/>
                <a:chOff x="5834" y="7836"/>
                <a:chExt cx="2510" cy="458"/>
              </a:xfrm>
            </p:grpSpPr>
            <p:grpSp>
              <p:nvGrpSpPr>
                <p:cNvPr id="43025" name="Group 45"/>
                <p:cNvGrpSpPr/>
                <p:nvPr/>
              </p:nvGrpSpPr>
              <p:grpSpPr>
                <a:xfrm>
                  <a:off x="5834" y="7836"/>
                  <a:ext cx="2510" cy="458"/>
                  <a:chOff x="5594" y="6903"/>
                  <a:chExt cx="2510" cy="458"/>
                </a:xfrm>
              </p:grpSpPr>
              <p:sp>
                <p:nvSpPr>
                  <p:cNvPr id="43027" name="Rectangle 46"/>
                  <p:cNvSpPr/>
                  <p:nvPr/>
                </p:nvSpPr>
                <p:spPr>
                  <a:xfrm>
                    <a:off x="7282" y="6903"/>
                    <a:ext cx="822" cy="288"/>
                  </a:xfrm>
                  <a:prstGeom prst="rect">
                    <a:avLst/>
                  </a:prstGeom>
                  <a:noFill/>
                  <a:ln w="38100" cap="flat" cmpd="sng">
                    <a:solidFill>
                      <a:schemeClr val="tx1"/>
                    </a:solidFill>
                    <a:prstDash val="solid"/>
                    <a:miter/>
                    <a:headEnd type="none" w="med" len="med"/>
                    <a:tailEnd type="none" w="med" len="med"/>
                  </a:ln>
                </p:spPr>
                <p:txBody>
                  <a:bodyPr/>
                  <a:lstStyle>
                    <a:lvl1pPr marL="342900" indent="-342900" algn="l" rtl="0" eaLnBrk="0" fontAlgn="base" hangingPunct="0">
                      <a:spcBef>
                        <a:spcPct val="20000"/>
                      </a:spcBef>
                      <a:spcAft>
                        <a:spcPct val="0"/>
                      </a:spcAft>
                      <a:buClr>
                        <a:schemeClr val="hlink"/>
                      </a:buClr>
                      <a:buSzPct val="80000"/>
                      <a:buFont typeface="Wingdings" panose="05000000000000000000" pitchFamily="2" charset="2"/>
                      <a:buChar char="n"/>
                      <a:defRPr sz="3200" b="0">
                        <a:solidFill>
                          <a:schemeClr val="tx1"/>
                        </a:solidFill>
                        <a:effectLst/>
                        <a:latin typeface="+mn-lt"/>
                        <a:ea typeface="+mn-ea"/>
                        <a:cs typeface="+mn-cs"/>
                      </a:defRPr>
                    </a:lvl1pPr>
                    <a:lvl2pPr marL="742950" indent="-285750" algn="l" rtl="0" eaLnBrk="0" fontAlgn="base" hangingPunct="0">
                      <a:spcBef>
                        <a:spcPct val="20000"/>
                      </a:spcBef>
                      <a:spcAft>
                        <a:spcPct val="0"/>
                      </a:spcAft>
                      <a:buClr>
                        <a:schemeClr val="tx1"/>
                      </a:buClr>
                      <a:buChar char="–"/>
                      <a:defRPr sz="2800">
                        <a:solidFill>
                          <a:schemeClr val="tx1"/>
                        </a:solidFill>
                        <a:effectLst/>
                        <a:latin typeface="+mn-lt"/>
                        <a:ea typeface="+mn-ea"/>
                      </a:defRPr>
                    </a:lvl2pPr>
                    <a:lvl3pPr marL="1143000" indent="-228600" algn="l" rtl="0" eaLnBrk="0" fontAlgn="base" hangingPunct="0">
                      <a:spcBef>
                        <a:spcPct val="20000"/>
                      </a:spcBef>
                      <a:spcAft>
                        <a:spcPct val="0"/>
                      </a:spcAft>
                      <a:buClr>
                        <a:schemeClr val="hlink"/>
                      </a:buClr>
                      <a:buFont typeface="Wingdings" panose="05000000000000000000" pitchFamily="2" charset="2"/>
                      <a:buChar char="§"/>
                      <a:defRPr sz="2400">
                        <a:solidFill>
                          <a:schemeClr val="tx1"/>
                        </a:solidFill>
                        <a:effectLst/>
                        <a:latin typeface="+mn-lt"/>
                        <a:ea typeface="+mn-ea"/>
                      </a:defRPr>
                    </a:lvl3pPr>
                    <a:lvl4pPr marL="1600200" indent="-228600" algn="l" rtl="0" eaLnBrk="0" fontAlgn="base" hangingPunct="0">
                      <a:spcBef>
                        <a:spcPct val="20000"/>
                      </a:spcBef>
                      <a:spcAft>
                        <a:spcPct val="0"/>
                      </a:spcAft>
                      <a:buChar char="–"/>
                      <a:defRPr sz="2000">
                        <a:solidFill>
                          <a:schemeClr val="tx1"/>
                        </a:solidFill>
                        <a:effectLst/>
                        <a:latin typeface="+mn-lt"/>
                        <a:ea typeface="+mn-ea"/>
                      </a:defRPr>
                    </a:lvl4pPr>
                    <a:lvl5pPr marL="2057400" indent="-228600" algn="l" rtl="0" eaLnBrk="0" fontAlgn="base" hangingPunct="0">
                      <a:spcBef>
                        <a:spcPct val="20000"/>
                      </a:spcBef>
                      <a:spcAft>
                        <a:spcPct val="0"/>
                      </a:spcAft>
                      <a:buClr>
                        <a:schemeClr val="hlink"/>
                      </a:buClr>
                      <a:buFont typeface="Wingdings" panose="05000000000000000000" pitchFamily="2" charset="2"/>
                      <a:buChar char="§"/>
                      <a:defRPr sz="2000">
                        <a:solidFill>
                          <a:schemeClr val="tx1"/>
                        </a:solidFill>
                        <a:effectLst/>
                        <a:latin typeface="+mn-lt"/>
                        <a:ea typeface="+mn-ea"/>
                      </a:defRPr>
                    </a:lvl5pPr>
                  </a:lstStyle>
                  <a:p>
                    <a:pPr marL="0" lvl="0" indent="0" algn="ctr" eaLnBrk="1" hangingPunct="1">
                      <a:spcBef>
                        <a:spcPct val="0"/>
                      </a:spcBef>
                      <a:buClrTx/>
                      <a:buSzTx/>
                      <a:buFontTx/>
                      <a:buNone/>
                    </a:pPr>
                    <a:r>
                      <a:rPr lang="zh-CN" altLang="en-US" sz="2000" b="1" dirty="0">
                        <a:ea typeface="黑体" panose="02010609060101010101" pitchFamily="49" charset="-122"/>
                      </a:rPr>
                      <a:t>换行</a:t>
                    </a:r>
                    <a:endParaRPr lang="zh-CN" altLang="en-US" sz="2000" b="1" dirty="0">
                      <a:ea typeface="黑体" panose="02010609060101010101" pitchFamily="49" charset="-122"/>
                    </a:endParaRPr>
                  </a:p>
                </p:txBody>
              </p:sp>
              <p:grpSp>
                <p:nvGrpSpPr>
                  <p:cNvPr id="43028" name="Group 47"/>
                  <p:cNvGrpSpPr/>
                  <p:nvPr/>
                </p:nvGrpSpPr>
                <p:grpSpPr>
                  <a:xfrm>
                    <a:off x="5594" y="7057"/>
                    <a:ext cx="1482" cy="301"/>
                    <a:chOff x="5402" y="1783"/>
                    <a:chExt cx="1076" cy="281"/>
                  </a:xfrm>
                </p:grpSpPr>
                <p:sp>
                  <p:nvSpPr>
                    <p:cNvPr id="43031" name="Freeform 48"/>
                    <p:cNvSpPr/>
                    <p:nvPr/>
                  </p:nvSpPr>
                  <p:spPr>
                    <a:xfrm>
                      <a:off x="5402" y="1783"/>
                      <a:ext cx="1076" cy="158"/>
                    </a:xfrm>
                    <a:custGeom>
                      <a:avLst/>
                      <a:gdLst>
                        <a:gd name="txL" fmla="*/ 0 w 20000"/>
                        <a:gd name="txT" fmla="*/ 0 h 20000"/>
                        <a:gd name="txR" fmla="*/ 20000 w 20000"/>
                        <a:gd name="txB" fmla="*/ 20000 h 20000"/>
                      </a:gdLst>
                      <a:ahLst/>
                      <a:cxnLst>
                        <a:cxn ang="0">
                          <a:pos x="0" y="0"/>
                        </a:cxn>
                        <a:cxn ang="0">
                          <a:pos x="0" y="0"/>
                        </a:cxn>
                        <a:cxn ang="0">
                          <a:pos x="0" y="0"/>
                        </a:cxn>
                      </a:cxnLst>
                      <a:rect l="txL" t="txT" r="txR" b="txB"/>
                      <a:pathLst>
                        <a:path w="20000" h="20000">
                          <a:moveTo>
                            <a:pt x="0" y="0"/>
                          </a:moveTo>
                          <a:lnTo>
                            <a:pt x="19987" y="0"/>
                          </a:lnTo>
                          <a:lnTo>
                            <a:pt x="15686" y="19910"/>
                          </a:lnTo>
                        </a:path>
                      </a:pathLst>
                    </a:custGeom>
                    <a:noFill/>
                    <a:ln w="38100" cap="flat" cmpd="sng">
                      <a:solidFill>
                        <a:schemeClr val="tx1">
                          <a:alpha val="100000"/>
                        </a:schemeClr>
                      </a:solidFill>
                      <a:prstDash val="solid"/>
                      <a:round/>
                      <a:headEnd type="none" w="sm" len="sm"/>
                      <a:tailEnd type="none" w="sm" len="sm"/>
                    </a:ln>
                  </p:spPr>
                  <p:txBody>
                    <a:bodyPr/>
                    <a:p>
                      <a:endParaRPr lang="zh-CN" altLang="en-US"/>
                    </a:p>
                  </p:txBody>
                </p:sp>
                <p:sp>
                  <p:nvSpPr>
                    <p:cNvPr id="43032" name="Freeform 49"/>
                    <p:cNvSpPr/>
                    <p:nvPr/>
                  </p:nvSpPr>
                  <p:spPr>
                    <a:xfrm>
                      <a:off x="5402" y="1906"/>
                      <a:ext cx="1076" cy="158"/>
                    </a:xfrm>
                    <a:custGeom>
                      <a:avLst/>
                      <a:gdLst>
                        <a:gd name="txL" fmla="*/ 0 w 20000"/>
                        <a:gd name="txT" fmla="*/ 0 h 20000"/>
                        <a:gd name="txR" fmla="*/ 20000 w 20000"/>
                        <a:gd name="txB" fmla="*/ 20000 h 20000"/>
                      </a:gdLst>
                      <a:ahLst/>
                      <a:cxnLst>
                        <a:cxn ang="0">
                          <a:pos x="0" y="0"/>
                        </a:cxn>
                        <a:cxn ang="0">
                          <a:pos x="0" y="0"/>
                        </a:cxn>
                        <a:cxn ang="0">
                          <a:pos x="0" y="0"/>
                        </a:cxn>
                      </a:cxnLst>
                      <a:rect l="txL" t="txT" r="txR" b="txB"/>
                      <a:pathLst>
                        <a:path w="20000" h="20000">
                          <a:moveTo>
                            <a:pt x="0" y="19910"/>
                          </a:moveTo>
                          <a:lnTo>
                            <a:pt x="19987" y="19910"/>
                          </a:lnTo>
                          <a:lnTo>
                            <a:pt x="15686" y="0"/>
                          </a:lnTo>
                        </a:path>
                      </a:pathLst>
                    </a:custGeom>
                    <a:noFill/>
                    <a:ln w="38100" cap="flat" cmpd="sng">
                      <a:solidFill>
                        <a:schemeClr val="tx1">
                          <a:alpha val="100000"/>
                        </a:schemeClr>
                      </a:solidFill>
                      <a:prstDash val="solid"/>
                      <a:round/>
                      <a:headEnd type="none" w="sm" len="sm"/>
                      <a:tailEnd type="none" w="sm" len="sm"/>
                    </a:ln>
                  </p:spPr>
                  <p:txBody>
                    <a:bodyPr/>
                    <a:p>
                      <a:endParaRPr lang="zh-CN" altLang="en-US"/>
                    </a:p>
                  </p:txBody>
                </p:sp>
              </p:grpSp>
              <p:sp>
                <p:nvSpPr>
                  <p:cNvPr id="43029" name="Line 50"/>
                  <p:cNvSpPr/>
                  <p:nvPr/>
                </p:nvSpPr>
                <p:spPr>
                  <a:xfrm>
                    <a:off x="5594" y="7051"/>
                    <a:ext cx="2" cy="310"/>
                  </a:xfrm>
                  <a:prstGeom prst="line">
                    <a:avLst/>
                  </a:prstGeom>
                  <a:ln w="38100" cap="flat" cmpd="sng">
                    <a:solidFill>
                      <a:schemeClr val="tx1"/>
                    </a:solidFill>
                    <a:prstDash val="solid"/>
                    <a:headEnd type="none" w="sm" len="sm"/>
                    <a:tailEnd type="none" w="sm" len="sm"/>
                  </a:ln>
                </p:spPr>
              </p:sp>
              <p:sp>
                <p:nvSpPr>
                  <p:cNvPr id="43030" name="Line 51"/>
                  <p:cNvSpPr/>
                  <p:nvPr/>
                </p:nvSpPr>
                <p:spPr>
                  <a:xfrm>
                    <a:off x="6896" y="7053"/>
                    <a:ext cx="420" cy="1"/>
                  </a:xfrm>
                  <a:prstGeom prst="line">
                    <a:avLst/>
                  </a:prstGeom>
                  <a:ln w="38100" cap="flat" cmpd="sng">
                    <a:solidFill>
                      <a:schemeClr val="tx1"/>
                    </a:solidFill>
                    <a:prstDash val="solid"/>
                    <a:headEnd type="none" w="sm" len="sm"/>
                    <a:tailEnd type="none" w="sm" len="sm"/>
                  </a:ln>
                </p:spPr>
              </p:sp>
            </p:grpSp>
            <p:sp>
              <p:nvSpPr>
                <p:cNvPr id="43026" name="Rectangle 52"/>
                <p:cNvSpPr/>
                <p:nvPr/>
              </p:nvSpPr>
              <p:spPr>
                <a:xfrm>
                  <a:off x="5844" y="7994"/>
                  <a:ext cx="1261" cy="263"/>
                </a:xfrm>
                <a:prstGeom prst="rect">
                  <a:avLst/>
                </a:prstGeom>
                <a:noFill/>
                <a:ln w="38100">
                  <a:noFill/>
                </a:ln>
              </p:spPr>
              <p:txBody>
                <a:bodyPr/>
                <a:lstStyle>
                  <a:lvl1pPr marL="342900" indent="-342900" algn="l" rtl="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lr>
                      <a:schemeClr val="hlink"/>
                    </a:buClr>
                    <a:buSzPct val="80000"/>
                    <a:buFont typeface="Wingdings" panose="05000000000000000000" pitchFamily="2" charset="2"/>
                    <a:buChar char="n"/>
                    <a:defRPr sz="3200" b="0">
                      <a:solidFill>
                        <a:schemeClr val="tx1"/>
                      </a:solidFill>
                      <a:effectLst/>
                      <a:latin typeface="+mn-lt"/>
                      <a:ea typeface="+mn-ea"/>
                      <a:cs typeface="+mn-cs"/>
                    </a:defRPr>
                  </a:lvl1pPr>
                  <a:lvl2pPr marL="742950" indent="-285750" algn="l" rtl="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lr>
                      <a:schemeClr val="tx1"/>
                    </a:buClr>
                    <a:buChar char="–"/>
                    <a:defRPr sz="2800">
                      <a:solidFill>
                        <a:schemeClr val="tx1"/>
                      </a:solidFill>
                      <a:effectLst/>
                      <a:latin typeface="+mn-lt"/>
                      <a:ea typeface="+mn-ea"/>
                    </a:defRPr>
                  </a:lvl2pPr>
                  <a:lvl3pPr marL="1143000" indent="-228600" algn="l" rtl="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lr>
                      <a:schemeClr val="hlink"/>
                    </a:buClr>
                    <a:buFont typeface="Wingdings" panose="05000000000000000000" pitchFamily="2" charset="2"/>
                    <a:buChar char="§"/>
                    <a:defRPr sz="2400">
                      <a:solidFill>
                        <a:schemeClr val="tx1"/>
                      </a:solidFill>
                      <a:effectLst/>
                      <a:latin typeface="+mn-lt"/>
                      <a:ea typeface="+mn-ea"/>
                    </a:defRPr>
                  </a:lvl3pPr>
                  <a:lvl4pPr marL="1600200" indent="-228600" algn="l" rtl="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har char="–"/>
                    <a:defRPr sz="2000">
                      <a:solidFill>
                        <a:schemeClr val="tx1"/>
                      </a:solidFill>
                      <a:effectLst/>
                      <a:latin typeface="+mn-lt"/>
                      <a:ea typeface="+mn-ea"/>
                    </a:defRPr>
                  </a:lvl4pPr>
                  <a:lvl5pPr marL="2057400" indent="-228600" algn="l" rtl="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lr>
                      <a:schemeClr val="hlink"/>
                    </a:buClr>
                    <a:buFont typeface="Wingdings" panose="05000000000000000000" pitchFamily="2" charset="2"/>
                    <a:buChar char="§"/>
                    <a:defRPr sz="2000">
                      <a:solidFill>
                        <a:schemeClr val="tx1"/>
                      </a:solidFill>
                      <a:effectLst/>
                      <a:latin typeface="+mn-lt"/>
                      <a:ea typeface="+mn-ea"/>
                    </a:defRPr>
                  </a:lvl5pPr>
                </a:lstStyle>
                <a:p>
                  <a:pPr marL="0" lvl="0" indent="0" algn="ctr" eaLnBrk="1" hangingPunct="1">
                    <a:spcBef>
                      <a:spcPct val="0"/>
                    </a:spcBef>
                    <a:buClrTx/>
                    <a:buSzTx/>
                    <a:buFontTx/>
                    <a:buNone/>
                  </a:pPr>
                  <a:r>
                    <a:rPr lang="en-US" altLang="zh-CN" sz="2000" b="1" dirty="0">
                      <a:ea typeface="黑体" panose="02010609060101010101" pitchFamily="49" charset="-122"/>
                    </a:rPr>
                    <a:t>i%5 == 0</a:t>
                  </a:r>
                  <a:endParaRPr lang="en-US" altLang="zh-CN" sz="2000" b="1" dirty="0">
                    <a:ea typeface="黑体" panose="02010609060101010101" pitchFamily="49" charset="-122"/>
                  </a:endParaRPr>
                </a:p>
              </p:txBody>
            </p:sp>
          </p:grpSp>
          <p:sp>
            <p:nvSpPr>
              <p:cNvPr id="43024" name="Line 53"/>
              <p:cNvSpPr/>
              <p:nvPr/>
            </p:nvSpPr>
            <p:spPr>
              <a:xfrm>
                <a:off x="3724" y="8194"/>
                <a:ext cx="0" cy="320"/>
              </a:xfrm>
              <a:prstGeom prst="line">
                <a:avLst/>
              </a:prstGeom>
              <a:ln w="38100" cap="flat" cmpd="sng">
                <a:solidFill>
                  <a:schemeClr val="tx1"/>
                </a:solidFill>
                <a:prstDash val="solid"/>
                <a:headEnd type="none" w="med" len="med"/>
                <a:tailEnd type="none" w="med" len="med"/>
              </a:ln>
            </p:spPr>
          </p:sp>
        </p:grpSp>
      </p:grpSp>
      <p:sp>
        <p:nvSpPr>
          <p:cNvPr id="1407030" name="Text Box 54"/>
          <p:cNvSpPr txBox="1"/>
          <p:nvPr/>
        </p:nvSpPr>
        <p:spPr>
          <a:xfrm>
            <a:off x="2279650" y="3068638"/>
            <a:ext cx="1728788" cy="496887"/>
          </a:xfrm>
          <a:prstGeom prst="rect">
            <a:avLst/>
          </a:prstGeom>
          <a:noFill/>
          <a:ln w="38100" cap="flat" cmpd="sng">
            <a:solidFill>
              <a:schemeClr val="tx1"/>
            </a:solidFill>
            <a:prstDash val="solid"/>
            <a:miter/>
            <a:headEnd type="none" w="med" len="med"/>
            <a:tailEnd type="none" w="med" len="med"/>
          </a:ln>
        </p:spPr>
        <p:txBody>
          <a:bodyPr/>
          <a:lstStyle>
            <a:lvl1pPr marL="342900" indent="-3429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80000"/>
              <a:buFont typeface="Wingdings" panose="05000000000000000000" pitchFamily="2" charset="2"/>
              <a:buChar char="n"/>
              <a:defRPr sz="3200" b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defRPr>
            </a:lvl1pPr>
            <a:lvl2pPr marL="742950" indent="-28575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Char char="–"/>
              <a:defRPr sz="2800">
                <a:solidFill>
                  <a:schemeClr val="tx1"/>
                </a:solidFill>
                <a:effectLst/>
                <a:latin typeface="+mn-lt"/>
                <a:ea typeface="+mn-ea"/>
              </a:defRPr>
            </a:lvl2pPr>
            <a:lvl3pPr marL="11430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Font typeface="Wingdings" panose="05000000000000000000" pitchFamily="2" charset="2"/>
              <a:buChar char="§"/>
              <a:defRPr sz="2400">
                <a:solidFill>
                  <a:schemeClr val="tx1"/>
                </a:solidFill>
                <a:effectLst/>
                <a:latin typeface="+mn-lt"/>
                <a:ea typeface="+mn-ea"/>
              </a:defRPr>
            </a:lvl3pPr>
            <a:lvl4pPr marL="16002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–"/>
              <a:defRPr sz="2000">
                <a:solidFill>
                  <a:schemeClr val="tx1"/>
                </a:solidFill>
                <a:effectLst/>
                <a:latin typeface="+mn-lt"/>
                <a:ea typeface="+mn-ea"/>
              </a:defRPr>
            </a:lvl4pPr>
            <a:lvl5pPr marL="20574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effectLst/>
                <a:latin typeface="+mn-lt"/>
                <a:ea typeface="+mn-ea"/>
              </a:defRPr>
            </a:lvl5pPr>
          </a:lstStyle>
          <a:p>
            <a:pPr marL="0" lvl="0" indent="0" algn="ctr" eaLnBrk="1" hangingPunct="1">
              <a:spcBef>
                <a:spcPct val="0"/>
              </a:spcBef>
              <a:buClrTx/>
              <a:buSzTx/>
              <a:buFontTx/>
              <a:buNone/>
            </a:pPr>
            <a:r>
              <a:rPr lang="zh-CN" altLang="en-US" sz="2000" b="1" dirty="0">
                <a:ea typeface="黑体" panose="02010609060101010101" pitchFamily="49" charset="-122"/>
              </a:rPr>
              <a:t>排序</a:t>
            </a:r>
            <a:endParaRPr lang="zh-CN" altLang="en-US" sz="2000" b="1" dirty="0">
              <a:ea typeface="黑体" panose="02010609060101010101" pitchFamily="49" charset="-122"/>
            </a:endParaRPr>
          </a:p>
        </p:txBody>
      </p:sp>
      <p:sp>
        <p:nvSpPr>
          <p:cNvPr id="43018" name="AutoShape 55">
            <a:hlinkClick r:id="rId1" action="ppaction://hlinksldjump"/>
          </p:cNvPr>
          <p:cNvSpPr/>
          <p:nvPr/>
        </p:nvSpPr>
        <p:spPr>
          <a:xfrm>
            <a:off x="11582400" y="5921375"/>
            <a:ext cx="503238" cy="358775"/>
          </a:xfrm>
          <a:prstGeom prst="leftArrow">
            <a:avLst>
              <a:gd name="adj1" fmla="val 50000"/>
              <a:gd name="adj2" fmla="val 35066"/>
            </a:avLst>
          </a:prstGeom>
          <a:solidFill>
            <a:schemeClr val="accent1"/>
          </a:solidFill>
          <a:ln w="9525" cap="flat" cmpd="sng">
            <a:solidFill>
              <a:schemeClr val="accent1"/>
            </a:solidFill>
            <a:prstDash val="solid"/>
            <a:miter/>
            <a:headEnd type="none" w="med" len="med"/>
            <a:tailEnd type="none" w="med" len="med"/>
          </a:ln>
        </p:spPr>
        <p:txBody>
          <a:bodyPr wrap="none" anchor="ctr" anchorCtr="0"/>
          <a:lstStyle>
            <a:lvl1pPr marL="342900" indent="-3429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80000"/>
              <a:buFont typeface="Wingdings" panose="05000000000000000000" pitchFamily="2" charset="2"/>
              <a:buChar char="n"/>
              <a:defRPr sz="3200" b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defRPr>
            </a:lvl1pPr>
            <a:lvl2pPr marL="742950" indent="-28575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Char char="–"/>
              <a:defRPr sz="2800">
                <a:solidFill>
                  <a:schemeClr val="tx1"/>
                </a:solidFill>
                <a:effectLst/>
                <a:latin typeface="+mn-lt"/>
                <a:ea typeface="+mn-ea"/>
              </a:defRPr>
            </a:lvl2pPr>
            <a:lvl3pPr marL="11430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Font typeface="Wingdings" panose="05000000000000000000" pitchFamily="2" charset="2"/>
              <a:buChar char="§"/>
              <a:defRPr sz="2400">
                <a:solidFill>
                  <a:schemeClr val="tx1"/>
                </a:solidFill>
                <a:effectLst/>
                <a:latin typeface="+mn-lt"/>
                <a:ea typeface="+mn-ea"/>
              </a:defRPr>
            </a:lvl3pPr>
            <a:lvl4pPr marL="16002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–"/>
              <a:defRPr sz="2000">
                <a:solidFill>
                  <a:schemeClr val="tx1"/>
                </a:solidFill>
                <a:effectLst/>
                <a:latin typeface="+mn-lt"/>
                <a:ea typeface="+mn-ea"/>
              </a:defRPr>
            </a:lvl4pPr>
            <a:lvl5pPr marL="20574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effectLst/>
                <a:latin typeface="+mn-lt"/>
                <a:ea typeface="+mn-ea"/>
              </a:defRPr>
            </a:lvl5pPr>
          </a:lstStyle>
          <a:p>
            <a:pPr marL="0" lvl="0" indent="0" eaLnBrk="1" hangingPunct="1">
              <a:spcBef>
                <a:spcPct val="0"/>
              </a:spcBef>
              <a:buClrTx/>
              <a:buSzTx/>
              <a:buFontTx/>
              <a:buNone/>
            </a:pPr>
            <a:endParaRPr lang="zh-CN" altLang="en-US" sz="2000" b="1" dirty="0">
              <a:ea typeface="黑体" panose="02010609060101010101" pitchFamily="49" charset="-122"/>
            </a:endParaRPr>
          </a:p>
        </p:txBody>
      </p:sp>
    </p:spTree>
  </p:cSld>
  <p:clrMapOvr>
    <a:masterClrMapping/>
  </p:clrMapOvr>
  <p:transition>
    <p:random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xit" presetSubtype="2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anim calcmode="lin" valueType="num">
                                      <p:cBhvr additive="base">
                                        <p:cTn id="6" dur="500"/>
                                        <p:tgtEl>
                                          <p:spTgt spid="1407030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ppt_x"/>
                                          </p:val>
                                        </p:tav>
                                        <p:tav tm="100000">
                                          <p:val>
                                            <p:strVal val="1+ppt_w/2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7" dur="500"/>
                                        <p:tgtEl>
                                          <p:spTgt spid="1407030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ppt_y"/>
                                          </p:val>
                                        </p:tav>
                                        <p:tav tm="100000">
                                          <p:val>
                                            <p:strVal val="ppt_y"/>
                                          </p:val>
                                        </p:tav>
                                      </p:tavLst>
                                    </p:anim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140703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" fill="hold">
                      <p:stCondLst>
                        <p:cond delay="indefinite"/>
                      </p:stCondLst>
                      <p:childTnLst>
                        <p:par>
                          <p:cTn id="10" fill="hold">
                            <p:stCondLst>
                              <p:cond delay="0"/>
                            </p:stCondLst>
                            <p:childTnLst>
                              <p:par>
                                <p:cTn id="11" presetID="2" presetClass="entr" presetSubtype="2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3" dur="5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4" dur="5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407030" grpId="0" animBg="1"/>
    </p:bldLst>
  </p:timing>
</p:sld>
</file>

<file path=ppt/slides/slide4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87044" name="Rectangle 3"/>
          <p:cNvSpPr/>
          <p:nvPr/>
        </p:nvSpPr>
        <p:spPr>
          <a:xfrm>
            <a:off x="192088" y="54610"/>
            <a:ext cx="9144000" cy="6221730"/>
          </a:xfrm>
          <a:prstGeom prst="rect">
            <a:avLst/>
          </a:prstGeom>
          <a:noFill/>
          <a:ln w="9525">
            <a:noFill/>
          </a:ln>
        </p:spPr>
        <p:txBody>
          <a:bodyPr anchor="ctr" anchorCtr="0">
            <a:spAutoFit/>
          </a:bodyPr>
          <a:lstStyle>
            <a:lvl1pPr marL="342900" indent="-3429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80000"/>
              <a:buFont typeface="Wingdings" panose="05000000000000000000" pitchFamily="2" charset="2"/>
              <a:buChar char="n"/>
              <a:defRPr sz="3200" b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defRPr>
            </a:lvl1pPr>
            <a:lvl2pPr marL="742950" indent="-28575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Char char="–"/>
              <a:defRPr sz="2800">
                <a:solidFill>
                  <a:schemeClr val="tx1"/>
                </a:solidFill>
                <a:effectLst/>
                <a:latin typeface="+mn-lt"/>
                <a:ea typeface="+mn-ea"/>
              </a:defRPr>
            </a:lvl2pPr>
            <a:lvl3pPr marL="11430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Font typeface="Wingdings" panose="05000000000000000000" pitchFamily="2" charset="2"/>
              <a:buChar char="§"/>
              <a:defRPr sz="2400">
                <a:solidFill>
                  <a:schemeClr val="tx1"/>
                </a:solidFill>
                <a:effectLst/>
                <a:latin typeface="+mn-lt"/>
                <a:ea typeface="+mn-ea"/>
              </a:defRPr>
            </a:lvl3pPr>
            <a:lvl4pPr marL="16002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–"/>
              <a:defRPr sz="2000">
                <a:solidFill>
                  <a:schemeClr val="tx1"/>
                </a:solidFill>
                <a:effectLst/>
                <a:latin typeface="+mn-lt"/>
                <a:ea typeface="+mn-ea"/>
              </a:defRPr>
            </a:lvl4pPr>
            <a:lvl5pPr marL="20574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effectLst/>
                <a:latin typeface="+mn-lt"/>
                <a:ea typeface="+mn-ea"/>
              </a:defRPr>
            </a:lvl5pPr>
          </a:lstStyle>
          <a:p>
            <a:pPr marL="0" lvl="0" indent="184150" eaLnBrk="1" hangingPunct="1">
              <a:spcBef>
                <a:spcPct val="0"/>
              </a:spcBef>
              <a:buClrTx/>
              <a:buSzTx/>
              <a:buFontTx/>
              <a:buNone/>
            </a:pPr>
            <a:r>
              <a:rPr lang="en-US" altLang="zh-CN" sz="2400" b="1" dirty="0">
                <a:ea typeface="黑体" panose="02010609060101010101" pitchFamily="49" charset="-122"/>
              </a:rPr>
              <a:t>#include &lt;stdio.h&gt;</a:t>
            </a:r>
            <a:endParaRPr lang="en-US" altLang="zh-CN" sz="2400" b="1" dirty="0">
              <a:ea typeface="黑体" panose="02010609060101010101" pitchFamily="49" charset="-122"/>
            </a:endParaRPr>
          </a:p>
          <a:p>
            <a:pPr marL="0" lvl="0" indent="184150" eaLnBrk="1" hangingPunct="1">
              <a:spcBef>
                <a:spcPct val="0"/>
              </a:spcBef>
              <a:buClrTx/>
              <a:buSzTx/>
              <a:buFontTx/>
              <a:buNone/>
            </a:pPr>
            <a:r>
              <a:rPr lang="en-US" altLang="zh-CN" sz="2400" b="1" dirty="0">
                <a:ea typeface="黑体" panose="02010609060101010101" pitchFamily="49" charset="-122"/>
              </a:rPr>
              <a:t>#define M 50</a:t>
            </a:r>
            <a:endParaRPr lang="en-US" altLang="zh-CN" sz="2400" b="1" dirty="0">
              <a:ea typeface="黑体" panose="02010609060101010101" pitchFamily="49" charset="-122"/>
            </a:endParaRPr>
          </a:p>
          <a:p>
            <a:pPr marL="0" lvl="0" indent="184150" eaLnBrk="1" hangingPunct="1">
              <a:spcBef>
                <a:spcPct val="0"/>
              </a:spcBef>
              <a:buClrTx/>
              <a:buSzTx/>
              <a:buFontTx/>
              <a:buNone/>
            </a:pPr>
            <a:r>
              <a:rPr lang="en-US" altLang="zh-CN" sz="2400" b="1" dirty="0">
                <a:ea typeface="黑体" panose="02010609060101010101" pitchFamily="49" charset="-122"/>
              </a:rPr>
              <a:t>int main () </a:t>
            </a:r>
            <a:r>
              <a:rPr lang="en-US" altLang="zh-CN" sz="2400" b="1" dirty="0">
                <a:solidFill>
                  <a:schemeClr val="tx1"/>
                </a:solidFill>
                <a:ea typeface="黑体" panose="02010609060101010101" pitchFamily="49" charset="-122"/>
              </a:rPr>
              <a:t>{</a:t>
            </a:r>
            <a:endParaRPr lang="en-US" altLang="zh-CN" sz="2400" b="1" dirty="0">
              <a:solidFill>
                <a:schemeClr val="tx1"/>
              </a:solidFill>
              <a:ea typeface="黑体" panose="02010609060101010101" pitchFamily="49" charset="-122"/>
            </a:endParaRPr>
          </a:p>
          <a:p>
            <a:pPr marL="0" lvl="0" indent="184150" eaLnBrk="1" hangingPunct="1">
              <a:spcBef>
                <a:spcPct val="0"/>
              </a:spcBef>
              <a:buClrTx/>
              <a:buSzTx/>
              <a:buNone/>
            </a:pPr>
            <a:r>
              <a:rPr lang="en-US" altLang="zh-CN" sz="2400" b="1" dirty="0">
                <a:ea typeface="黑体" panose="02010609060101010101" pitchFamily="49" charset="-122"/>
              </a:rPr>
              <a:t>	int i,j,k,r ,</a:t>
            </a:r>
            <a:r>
              <a:rPr lang="en-US" altLang="zh-CN" sz="2400" b="1" dirty="0">
                <a:solidFill>
                  <a:schemeClr val="hlink"/>
                </a:solidFill>
                <a:ea typeface="黑体" panose="02010609060101010101" pitchFamily="49" charset="-122"/>
              </a:rPr>
              <a:t>a[M]</a:t>
            </a:r>
            <a:r>
              <a:rPr lang="en-US" altLang="zh-CN" sz="2400" b="1" dirty="0">
                <a:ea typeface="黑体" panose="02010609060101010101" pitchFamily="49" charset="-122"/>
              </a:rPr>
              <a:t>;            		</a:t>
            </a:r>
            <a:r>
              <a:rPr lang="en-US" altLang="zh-CN" sz="2400" b="1" dirty="0">
                <a:solidFill>
                  <a:schemeClr val="tx1">
                    <a:lumMod val="50000"/>
                  </a:schemeClr>
                </a:solidFill>
                <a:ea typeface="黑体" panose="02010609060101010101" pitchFamily="49" charset="-122"/>
              </a:rPr>
              <a:t>//数组从0开始编下标 </a:t>
            </a:r>
            <a:endParaRPr lang="en-US" altLang="zh-CN" sz="2400" b="1" dirty="0">
              <a:solidFill>
                <a:schemeClr val="tx1">
                  <a:lumMod val="75000"/>
                </a:schemeClr>
              </a:solidFill>
              <a:ea typeface="黑体" panose="02010609060101010101" pitchFamily="49" charset="-122"/>
            </a:endParaRPr>
          </a:p>
          <a:p>
            <a:pPr marL="0" lvl="0" indent="184150" eaLnBrk="1" hangingPunct="1">
              <a:spcBef>
                <a:spcPct val="0"/>
              </a:spcBef>
              <a:buClrTx/>
              <a:buSzTx/>
              <a:buFontTx/>
              <a:buNone/>
            </a:pPr>
            <a:r>
              <a:rPr lang="en-US" altLang="zh-CN" sz="2400" b="1" dirty="0">
                <a:ea typeface="黑体" panose="02010609060101010101" pitchFamily="49" charset="-122"/>
              </a:rPr>
              <a:t>        printf(“Please input achievement:\n”);</a:t>
            </a:r>
            <a:endParaRPr lang="en-US" altLang="zh-CN" sz="2400" b="1" dirty="0">
              <a:ea typeface="黑体" panose="02010609060101010101" pitchFamily="49" charset="-122"/>
            </a:endParaRPr>
          </a:p>
          <a:p>
            <a:pPr marL="0" lvl="0" indent="184150" algn="l" eaLnBrk="1" hangingPunct="1">
              <a:buClrTx/>
              <a:buSzTx/>
              <a:buNone/>
            </a:pPr>
            <a:r>
              <a:rPr lang="en-US" altLang="zh-CN" sz="2400" b="1" dirty="0">
                <a:ea typeface="黑体" panose="02010609060101010101" pitchFamily="49" charset="-122"/>
              </a:rPr>
              <a:t>	</a:t>
            </a:r>
            <a:r>
              <a:rPr lang="zh-CN" altLang="en-US" sz="2400" b="1" dirty="0">
                <a:ea typeface="黑体" panose="02010609060101010101" pitchFamily="49" charset="-122"/>
              </a:rPr>
              <a:t>        </a:t>
            </a:r>
            <a:r>
              <a:rPr lang="en-US" altLang="zh-CN" sz="2400" b="1" dirty="0">
                <a:ea typeface="黑体" panose="02010609060101010101" pitchFamily="49" charset="-122"/>
              </a:rPr>
              <a:t>for ( i=0 ; i&lt;M ; i++ ) 	</a:t>
            </a:r>
            <a:r>
              <a:rPr lang="en-US" altLang="zh-CN" sz="2400" b="1" dirty="0">
                <a:solidFill>
                  <a:schemeClr val="tx1">
                    <a:lumMod val="50000"/>
                  </a:schemeClr>
                </a:solidFill>
                <a:ea typeface="黑体" panose="02010609060101010101" pitchFamily="49" charset="-122"/>
              </a:rPr>
              <a:t>//输入</a:t>
            </a:r>
            <a:endParaRPr lang="en-US" altLang="zh-CN" sz="2400" b="1" dirty="0">
              <a:solidFill>
                <a:schemeClr val="tx1">
                  <a:lumMod val="50000"/>
                </a:schemeClr>
              </a:solidFill>
              <a:ea typeface="黑体" panose="02010609060101010101" pitchFamily="49" charset="-122"/>
            </a:endParaRPr>
          </a:p>
          <a:p>
            <a:pPr marL="0" lvl="0" indent="184150" eaLnBrk="1" hangingPunct="1">
              <a:spcBef>
                <a:spcPct val="0"/>
              </a:spcBef>
              <a:buClrTx/>
              <a:buSzTx/>
              <a:buFontTx/>
              <a:buNone/>
            </a:pPr>
            <a:r>
              <a:rPr lang="en-US" altLang="zh-CN" sz="2400" b="1" dirty="0">
                <a:ea typeface="黑体" panose="02010609060101010101" pitchFamily="49" charset="-122"/>
              </a:rPr>
              <a:t>	        	scanf(“%d”,&amp;a[i]);</a:t>
            </a:r>
            <a:endParaRPr lang="en-US" altLang="zh-CN" sz="2400" b="1" dirty="0">
              <a:ea typeface="黑体" panose="02010609060101010101" pitchFamily="49" charset="-122"/>
            </a:endParaRPr>
          </a:p>
          <a:p>
            <a:pPr marL="0" lvl="0" indent="184150" eaLnBrk="1" hangingPunct="1">
              <a:spcBef>
                <a:spcPct val="0"/>
              </a:spcBef>
              <a:buClrTx/>
              <a:buSzTx/>
              <a:buFontTx/>
              <a:buNone/>
            </a:pPr>
            <a:r>
              <a:rPr lang="en-US" altLang="zh-CN" sz="2400" b="1" dirty="0">
                <a:ea typeface="黑体" panose="02010609060101010101" pitchFamily="49" charset="-122"/>
              </a:rPr>
              <a:t>        for ( </a:t>
            </a:r>
            <a:r>
              <a:rPr lang="en-US" altLang="zh-CN" sz="2400" b="1" dirty="0">
                <a:solidFill>
                  <a:srgbClr val="FFFF00"/>
                </a:solidFill>
                <a:ea typeface="黑体" panose="02010609060101010101" pitchFamily="49" charset="-122"/>
              </a:rPr>
              <a:t>i=0</a:t>
            </a:r>
            <a:r>
              <a:rPr lang="en-US" altLang="zh-CN" sz="2400" b="1" dirty="0">
                <a:ea typeface="黑体" panose="02010609060101010101" pitchFamily="49" charset="-122"/>
              </a:rPr>
              <a:t> ; </a:t>
            </a:r>
            <a:r>
              <a:rPr lang="en-US" altLang="zh-CN" sz="2400" b="1" dirty="0">
                <a:solidFill>
                  <a:srgbClr val="FFFF00"/>
                </a:solidFill>
                <a:ea typeface="黑体" panose="02010609060101010101" pitchFamily="49" charset="-122"/>
              </a:rPr>
              <a:t>i&lt;M-1</a:t>
            </a:r>
            <a:r>
              <a:rPr lang="en-US" altLang="zh-CN" sz="2400" b="1" dirty="0">
                <a:ea typeface="黑体" panose="02010609060101010101" pitchFamily="49" charset="-122"/>
              </a:rPr>
              <a:t> ; i++ ) {	</a:t>
            </a:r>
            <a:r>
              <a:rPr lang="en-US" altLang="zh-CN" sz="2400" b="1" dirty="0">
                <a:solidFill>
                  <a:schemeClr val="tx1">
                    <a:lumMod val="50000"/>
                  </a:schemeClr>
                </a:solidFill>
                <a:ea typeface="黑体" panose="02010609060101010101" pitchFamily="49" charset="-122"/>
              </a:rPr>
              <a:t>// 要排序的</a:t>
            </a:r>
            <a:r>
              <a:rPr lang="en-US" altLang="zh-CN" sz="2400" b="1" dirty="0">
                <a:solidFill>
                  <a:schemeClr val="accent6">
                    <a:lumMod val="60000"/>
                    <a:lumOff val="40000"/>
                  </a:schemeClr>
                </a:solidFill>
                <a:ea typeface="黑体" panose="02010609060101010101" pitchFamily="49" charset="-122"/>
              </a:rPr>
              <a:t>位置</a:t>
            </a:r>
            <a:endParaRPr lang="zh-CN" altLang="en-US" sz="2400" b="1" dirty="0">
              <a:solidFill>
                <a:srgbClr val="FF0000"/>
              </a:solidFill>
              <a:ea typeface="黑体" panose="02010609060101010101" pitchFamily="49" charset="-122"/>
            </a:endParaRPr>
          </a:p>
          <a:p>
            <a:pPr marL="0" lvl="0" indent="184150" algn="l" eaLnBrk="1" hangingPunct="1">
              <a:buClrTx/>
              <a:buSzTx/>
              <a:buNone/>
            </a:pPr>
            <a:r>
              <a:rPr lang="zh-CN" altLang="en-US" sz="2400" b="1" dirty="0">
                <a:solidFill>
                  <a:schemeClr val="hlink"/>
                </a:solidFill>
                <a:ea typeface="黑体" panose="02010609060101010101" pitchFamily="49" charset="-122"/>
              </a:rPr>
              <a:t>             </a:t>
            </a:r>
            <a:r>
              <a:rPr lang="en-US" altLang="zh-CN" sz="2400" b="1" dirty="0">
                <a:solidFill>
                  <a:schemeClr val="accent6">
                    <a:lumMod val="60000"/>
                    <a:lumOff val="40000"/>
                  </a:schemeClr>
                </a:solidFill>
                <a:ea typeface="黑体" panose="02010609060101010101" pitchFamily="49" charset="-122"/>
              </a:rPr>
              <a:t>j=i ;</a:t>
            </a:r>
            <a:r>
              <a:rPr lang="en-US" altLang="zh-CN" sz="2400" b="1" dirty="0">
                <a:solidFill>
                  <a:schemeClr val="hlink"/>
                </a:solidFill>
                <a:ea typeface="黑体" panose="02010609060101010101" pitchFamily="49" charset="-122"/>
              </a:rPr>
              <a:t>	</a:t>
            </a:r>
            <a:r>
              <a:rPr lang="en-US" altLang="zh-CN" sz="2400" b="1" dirty="0">
                <a:ea typeface="黑体" panose="02010609060101010101" pitchFamily="49" charset="-122"/>
              </a:rPr>
              <a:t>			</a:t>
            </a:r>
            <a:r>
              <a:rPr lang="en-US" altLang="zh-CN" sz="2400" b="1" dirty="0">
                <a:solidFill>
                  <a:schemeClr val="tx1">
                    <a:lumMod val="50000"/>
                  </a:schemeClr>
                </a:solidFill>
                <a:ea typeface="黑体" panose="02010609060101010101" pitchFamily="49" charset="-122"/>
              </a:rPr>
              <a:t>// 假定a[j]是最小元素</a:t>
            </a:r>
            <a:endParaRPr lang="en-US" altLang="zh-CN" sz="2400" b="1" dirty="0">
              <a:solidFill>
                <a:schemeClr val="tx1">
                  <a:lumMod val="50000"/>
                </a:schemeClr>
              </a:solidFill>
              <a:ea typeface="黑体" panose="02010609060101010101" pitchFamily="49" charset="-122"/>
            </a:endParaRPr>
          </a:p>
          <a:p>
            <a:pPr marL="0" lvl="0" indent="184150" algn="l" eaLnBrk="1" hangingPunct="1">
              <a:buClrTx/>
              <a:buSzTx/>
              <a:buNone/>
            </a:pPr>
            <a:r>
              <a:rPr lang="en-US" altLang="zh-CN" sz="2400" b="1" dirty="0">
                <a:ea typeface="黑体" panose="02010609060101010101" pitchFamily="49" charset="-122"/>
              </a:rPr>
              <a:t>             for ( k=i+1 ; k&lt;M ; k++ )  </a:t>
            </a:r>
            <a:r>
              <a:rPr lang="en-US" altLang="zh-CN" sz="2400" b="1" dirty="0">
                <a:solidFill>
                  <a:schemeClr val="tx1">
                    <a:lumMod val="50000"/>
                  </a:schemeClr>
                </a:solidFill>
                <a:ea typeface="黑体" panose="02010609060101010101" pitchFamily="49" charset="-122"/>
              </a:rPr>
              <a:t>// 扫描后续元素</a:t>
            </a:r>
            <a:endParaRPr lang="en-US" altLang="zh-CN" sz="2400" b="1" dirty="0">
              <a:solidFill>
                <a:schemeClr val="tx1">
                  <a:lumMod val="50000"/>
                </a:schemeClr>
              </a:solidFill>
              <a:ea typeface="黑体" panose="02010609060101010101" pitchFamily="49" charset="-122"/>
            </a:endParaRPr>
          </a:p>
          <a:p>
            <a:pPr marL="0" lvl="0" indent="184150" eaLnBrk="1" hangingPunct="1">
              <a:spcBef>
                <a:spcPct val="0"/>
              </a:spcBef>
              <a:buClrTx/>
              <a:buSzTx/>
              <a:buFontTx/>
              <a:buNone/>
            </a:pPr>
            <a:r>
              <a:rPr lang="en-US" altLang="zh-CN" sz="2400" b="1" dirty="0">
                <a:ea typeface="黑体" panose="02010609060101010101" pitchFamily="49" charset="-122"/>
              </a:rPr>
              <a:t>                 if ( a[k] &lt; a[j] )</a:t>
            </a:r>
            <a:endParaRPr lang="en-US" altLang="zh-CN" sz="2400" b="1" dirty="0">
              <a:ea typeface="黑体" panose="02010609060101010101" pitchFamily="49" charset="-122"/>
            </a:endParaRPr>
          </a:p>
          <a:p>
            <a:pPr marL="0" lvl="0" indent="184150" eaLnBrk="1" hangingPunct="1">
              <a:spcBef>
                <a:spcPct val="0"/>
              </a:spcBef>
              <a:buClrTx/>
              <a:buSzTx/>
              <a:buFontTx/>
              <a:buNone/>
            </a:pPr>
            <a:r>
              <a:rPr lang="en-US" altLang="zh-CN" sz="2400" b="1" dirty="0">
                <a:ea typeface="黑体" panose="02010609060101010101" pitchFamily="49" charset="-122"/>
              </a:rPr>
              <a:t>                       </a:t>
            </a:r>
            <a:r>
              <a:rPr lang="en-US" altLang="zh-CN" sz="2400" b="1" dirty="0">
                <a:solidFill>
                  <a:schemeClr val="accent6">
                    <a:lumMod val="60000"/>
                    <a:lumOff val="40000"/>
                  </a:schemeClr>
                </a:solidFill>
                <a:ea typeface="黑体" panose="02010609060101010101" pitchFamily="49" charset="-122"/>
              </a:rPr>
              <a:t>j=k ;</a:t>
            </a:r>
            <a:endParaRPr lang="pt-BR" altLang="zh-CN" sz="2400" b="1" dirty="0">
              <a:solidFill>
                <a:srgbClr val="FF0000"/>
              </a:solidFill>
              <a:ea typeface="黑体" panose="02010609060101010101" pitchFamily="49" charset="-122"/>
            </a:endParaRPr>
          </a:p>
          <a:p>
            <a:pPr marL="0" lvl="0" indent="184150" eaLnBrk="1" hangingPunct="1">
              <a:spcBef>
                <a:spcPct val="0"/>
              </a:spcBef>
              <a:buClrTx/>
              <a:buSzTx/>
              <a:buFontTx/>
              <a:buNone/>
            </a:pPr>
            <a:r>
              <a:rPr lang="pt-BR" altLang="zh-CN" sz="2400" b="1" dirty="0">
                <a:solidFill>
                  <a:schemeClr val="accent2">
                    <a:lumMod val="20000"/>
                    <a:lumOff val="80000"/>
                  </a:schemeClr>
                </a:solidFill>
                <a:ea typeface="黑体" panose="02010609060101010101" pitchFamily="49" charset="-122"/>
              </a:rPr>
              <a:t>             r = a[i] ;				</a:t>
            </a:r>
            <a:endParaRPr lang="zh-CN" altLang="pt-BR" sz="2400" b="1" dirty="0">
              <a:solidFill>
                <a:schemeClr val="accent2">
                  <a:lumMod val="20000"/>
                  <a:lumOff val="80000"/>
                </a:schemeClr>
              </a:solidFill>
              <a:ea typeface="黑体" panose="02010609060101010101" pitchFamily="49" charset="-122"/>
            </a:endParaRPr>
          </a:p>
          <a:p>
            <a:pPr marL="0" lvl="0" indent="184150" eaLnBrk="1" hangingPunct="1">
              <a:spcBef>
                <a:spcPct val="0"/>
              </a:spcBef>
              <a:buClrTx/>
              <a:buSzTx/>
              <a:buFontTx/>
              <a:buNone/>
            </a:pPr>
            <a:r>
              <a:rPr lang="zh-CN" altLang="pt-BR" sz="2400" b="1" dirty="0">
                <a:solidFill>
                  <a:schemeClr val="accent2">
                    <a:lumMod val="20000"/>
                    <a:lumOff val="80000"/>
                  </a:schemeClr>
                </a:solidFill>
                <a:ea typeface="黑体" panose="02010609060101010101" pitchFamily="49" charset="-122"/>
              </a:rPr>
              <a:t>             </a:t>
            </a:r>
            <a:r>
              <a:rPr lang="pt-BR" altLang="zh-CN" sz="2400" b="1" dirty="0">
                <a:solidFill>
                  <a:schemeClr val="accent2">
                    <a:lumMod val="20000"/>
                    <a:lumOff val="80000"/>
                  </a:schemeClr>
                </a:solidFill>
                <a:ea typeface="黑体" panose="02010609060101010101" pitchFamily="49" charset="-122"/>
              </a:rPr>
              <a:t>a[i] = a[j] ;</a:t>
            </a:r>
            <a:endParaRPr lang="pt-BR" altLang="zh-CN" sz="2400" b="1" dirty="0">
              <a:solidFill>
                <a:schemeClr val="accent2">
                  <a:lumMod val="20000"/>
                  <a:lumOff val="80000"/>
                </a:schemeClr>
              </a:solidFill>
              <a:ea typeface="黑体" panose="02010609060101010101" pitchFamily="49" charset="-122"/>
            </a:endParaRPr>
          </a:p>
          <a:p>
            <a:pPr marL="0" lvl="0" indent="184150" eaLnBrk="1" hangingPunct="1">
              <a:spcBef>
                <a:spcPct val="0"/>
              </a:spcBef>
              <a:buClrTx/>
              <a:buSzTx/>
              <a:buFontTx/>
              <a:buNone/>
            </a:pPr>
            <a:r>
              <a:rPr lang="pt-BR" altLang="zh-CN" sz="2400" b="1" dirty="0">
                <a:solidFill>
                  <a:schemeClr val="accent2">
                    <a:lumMod val="20000"/>
                    <a:lumOff val="80000"/>
                  </a:schemeClr>
                </a:solidFill>
                <a:ea typeface="黑体" panose="02010609060101010101" pitchFamily="49" charset="-122"/>
              </a:rPr>
              <a:t>             a[j] = r ;</a:t>
            </a:r>
            <a:endParaRPr lang="pt-BR" altLang="zh-CN" sz="2400" b="1" dirty="0">
              <a:solidFill>
                <a:schemeClr val="accent2">
                  <a:lumMod val="20000"/>
                  <a:lumOff val="80000"/>
                </a:schemeClr>
              </a:solidFill>
              <a:ea typeface="黑体" panose="02010609060101010101" pitchFamily="49" charset="-122"/>
            </a:endParaRPr>
          </a:p>
          <a:p>
            <a:pPr marL="0" lvl="0" indent="184150" eaLnBrk="1" hangingPunct="1">
              <a:spcBef>
                <a:spcPct val="0"/>
              </a:spcBef>
              <a:buClrTx/>
              <a:buSzTx/>
              <a:buFontTx/>
              <a:buNone/>
            </a:pPr>
            <a:r>
              <a:rPr lang="pt-BR" altLang="zh-CN" sz="2400" b="1" dirty="0">
                <a:ea typeface="黑体" panose="02010609060101010101" pitchFamily="49" charset="-122"/>
              </a:rPr>
              <a:t>        }        </a:t>
            </a:r>
            <a:endParaRPr lang="en-US" altLang="zh-CN" sz="2400" b="1" dirty="0">
              <a:ea typeface="黑体" panose="02010609060101010101" pitchFamily="49" charset="-122"/>
            </a:endParaRPr>
          </a:p>
        </p:txBody>
      </p:sp>
      <p:sp>
        <p:nvSpPr>
          <p:cNvPr id="47107" name="矩形 1"/>
          <p:cNvSpPr/>
          <p:nvPr/>
        </p:nvSpPr>
        <p:spPr>
          <a:xfrm>
            <a:off x="2424430" y="4344988"/>
            <a:ext cx="912495" cy="398780"/>
          </a:xfrm>
          <a:prstGeom prst="rect">
            <a:avLst/>
          </a:prstGeom>
          <a:noFill/>
          <a:ln w="25400" cap="flat" cmpd="sng">
            <a:solidFill>
              <a:schemeClr val="tx1"/>
            </a:solidFill>
            <a:prstDash val="lgDash"/>
            <a:round/>
            <a:headEnd type="none" w="med" len="med"/>
            <a:tailEnd type="none" w="med" len="med"/>
          </a:ln>
        </p:spPr>
        <p:txBody>
          <a:bodyPr wrap="square" anchor="ctr" anchorCtr="0">
            <a:spAutoFit/>
          </a:bodyPr>
          <a:lstStyle>
            <a:lvl1pPr marL="342900" indent="-3429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80000"/>
              <a:buFont typeface="Wingdings" panose="05000000000000000000" pitchFamily="2" charset="2"/>
              <a:buChar char="n"/>
              <a:defRPr sz="3200" b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defRPr>
            </a:lvl1pPr>
            <a:lvl2pPr marL="742950" indent="-28575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Char char="–"/>
              <a:defRPr sz="2800">
                <a:solidFill>
                  <a:schemeClr val="tx1"/>
                </a:solidFill>
                <a:effectLst/>
                <a:latin typeface="+mn-lt"/>
                <a:ea typeface="+mn-ea"/>
              </a:defRPr>
            </a:lvl2pPr>
            <a:lvl3pPr marL="11430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Font typeface="Wingdings" panose="05000000000000000000" pitchFamily="2" charset="2"/>
              <a:buChar char="§"/>
              <a:defRPr sz="2400">
                <a:solidFill>
                  <a:schemeClr val="tx1"/>
                </a:solidFill>
                <a:effectLst/>
                <a:latin typeface="+mn-lt"/>
                <a:ea typeface="+mn-ea"/>
              </a:defRPr>
            </a:lvl3pPr>
            <a:lvl4pPr marL="16002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–"/>
              <a:defRPr sz="2000">
                <a:solidFill>
                  <a:schemeClr val="tx1"/>
                </a:solidFill>
                <a:effectLst/>
                <a:latin typeface="+mn-lt"/>
                <a:ea typeface="+mn-ea"/>
              </a:defRPr>
            </a:lvl4pPr>
            <a:lvl5pPr marL="20574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effectLst/>
                <a:latin typeface="+mn-lt"/>
                <a:ea typeface="+mn-ea"/>
              </a:defRPr>
            </a:lvl5pPr>
          </a:lstStyle>
          <a:p>
            <a:pPr marL="0" lvl="0" indent="333375" eaLnBrk="1" hangingPunct="1">
              <a:spcBef>
                <a:spcPct val="0"/>
              </a:spcBef>
              <a:buClrTx/>
              <a:buSzTx/>
              <a:buFontTx/>
              <a:buNone/>
            </a:pPr>
            <a:endParaRPr lang="zh-CN" altLang="en-US" sz="2000" b="1" dirty="0">
              <a:ea typeface="黑体" panose="02010609060101010101" pitchFamily="49" charset="-122"/>
            </a:endParaRPr>
          </a:p>
        </p:txBody>
      </p:sp>
      <p:sp>
        <p:nvSpPr>
          <p:cNvPr id="7" name="灯片编号占位符 3"/>
          <p:cNvSpPr txBox="1">
            <a:spLocks noGrp="1"/>
          </p:cNvSpPr>
          <p:nvPr>
            <p:ph type="sldNum" sz="quarter" idx="4"/>
          </p:nvPr>
        </p:nvSpPr>
        <p:spPr bwMode="auto">
          <a:xfrm>
            <a:off x="7997825" y="6413500"/>
            <a:ext cx="2133600" cy="457200"/>
          </a:xfrm>
        </p:spPr>
        <p:txBody>
          <a:bodyPr wrap="square" lIns="91440" tIns="45720" rIns="91440" bIns="45720" numCol="1" anchor="b" anchorCtr="0" compatLnSpc="1"/>
          <a:lstStyle>
            <a:lvl1pPr eaLnBrk="0" hangingPunct="0">
              <a:defRPr sz="2000" b="1">
                <a:solidFill>
                  <a:schemeClr val="tx1"/>
                </a:solidFill>
                <a:latin typeface="Tahoma" panose="020B0604030504040204" pitchFamily="34" charset="0"/>
                <a:ea typeface="黑体" panose="02010609060101010101" pitchFamily="49" charset="-122"/>
              </a:defRPr>
            </a:lvl1pPr>
            <a:lvl2pPr marL="742950" indent="-285750" eaLnBrk="0" hangingPunct="0">
              <a:defRPr sz="2000" b="1">
                <a:solidFill>
                  <a:schemeClr val="tx1"/>
                </a:solidFill>
                <a:latin typeface="Tahoma" panose="020B0604030504040204" pitchFamily="34" charset="0"/>
                <a:ea typeface="黑体" panose="02010609060101010101" pitchFamily="49" charset="-122"/>
              </a:defRPr>
            </a:lvl2pPr>
            <a:lvl3pPr marL="1143000" indent="-228600" eaLnBrk="0" hangingPunct="0">
              <a:defRPr sz="2000" b="1">
                <a:solidFill>
                  <a:schemeClr val="tx1"/>
                </a:solidFill>
                <a:latin typeface="Tahoma" panose="020B0604030504040204" pitchFamily="34" charset="0"/>
                <a:ea typeface="黑体" panose="02010609060101010101" pitchFamily="49" charset="-122"/>
              </a:defRPr>
            </a:lvl3pPr>
            <a:lvl4pPr marL="1600200" indent="-228600" eaLnBrk="0" hangingPunct="0">
              <a:defRPr sz="2000" b="1">
                <a:solidFill>
                  <a:schemeClr val="tx1"/>
                </a:solidFill>
                <a:latin typeface="Tahoma" panose="020B0604030504040204" pitchFamily="34" charset="0"/>
                <a:ea typeface="黑体" panose="02010609060101010101" pitchFamily="49" charset="-122"/>
              </a:defRPr>
            </a:lvl4pPr>
            <a:lvl5pPr marL="2057400" indent="-228600" eaLnBrk="0" hangingPunct="0">
              <a:defRPr sz="2000" b="1">
                <a:solidFill>
                  <a:schemeClr val="tx1"/>
                </a:solidFill>
                <a:latin typeface="Tahoma" panose="020B0604030504040204" pitchFamily="34" charset="0"/>
                <a:ea typeface="黑体" panose="02010609060101010101" pitchFamily="49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000" b="1">
                <a:solidFill>
                  <a:schemeClr val="tx1"/>
                </a:solidFill>
                <a:latin typeface="Tahoma" panose="020B0604030504040204" pitchFamily="34" charset="0"/>
                <a:ea typeface="黑体" panose="02010609060101010101" pitchFamily="49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000" b="1">
                <a:solidFill>
                  <a:schemeClr val="tx1"/>
                </a:solidFill>
                <a:latin typeface="Tahoma" panose="020B0604030504040204" pitchFamily="34" charset="0"/>
                <a:ea typeface="黑体" panose="02010609060101010101" pitchFamily="49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000" b="1">
                <a:solidFill>
                  <a:schemeClr val="tx1"/>
                </a:solidFill>
                <a:latin typeface="Tahoma" panose="020B0604030504040204" pitchFamily="34" charset="0"/>
                <a:ea typeface="黑体" panose="02010609060101010101" pitchFamily="49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000" b="1">
                <a:solidFill>
                  <a:schemeClr val="tx1"/>
                </a:solidFill>
                <a:latin typeface="Tahoma" panose="020B0604030504040204" pitchFamily="34" charset="0"/>
                <a:ea typeface="黑体" panose="02010609060101010101" pitchFamily="49" charset="-122"/>
              </a:defRPr>
            </a:lvl9pPr>
          </a:lstStyle>
          <a:p>
            <a:pPr marL="0" marR="0" lvl="0" indent="0" algn="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fld id="{278FBA2D-720A-4B38-9356-4311D37089F0}" type="slidenum">
              <a:rPr kumimoji="0" lang="en-US" altLang="zh-CN" sz="1200" b="0" i="0" u="none" strike="noStrike" kern="1200" cap="none" spc="0" normalizeH="0" baseline="0" noProof="0">
                <a:ln>
                  <a:noFill/>
                </a:ln>
                <a:solidFill>
                  <a:schemeClr val="tx1"/>
                </a:solidFill>
                <a:effectLst>
                  <a:outerShdw blurRad="38100" dist="38100" dir="2700000" algn="tl">
                    <a:srgbClr val="000000"/>
                  </a:outerShdw>
                </a:effectLst>
                <a:uLnTx/>
                <a:uFillTx/>
                <a:latin typeface="Tahoma" panose="020B0604030504040204" pitchFamily="34" charset="0"/>
                <a:ea typeface="宋体" panose="02010600030101010101" pitchFamily="2" charset="-122"/>
                <a:cs typeface="+mn-cs"/>
              </a:rPr>
            </a:fld>
            <a:endParaRPr kumimoji="0" lang="en-US" altLang="zh-CN" sz="1200" b="0" i="0" u="none" strike="noStrike" kern="1200" cap="none" spc="0" normalizeH="0" baseline="0" noProof="0">
              <a:ln>
                <a:noFill/>
              </a:ln>
              <a:solidFill>
                <a:schemeClr val="tx1"/>
              </a:solidFill>
              <a:effectLst>
                <a:outerShdw blurRad="38100" dist="38100" dir="2700000" algn="tl">
                  <a:srgbClr val="000000"/>
                </a:outerShdw>
              </a:effectLst>
              <a:uLnTx/>
              <a:uFillTx/>
              <a:latin typeface="Tahoma" panose="020B0604030504040204" pitchFamily="34" charset="0"/>
              <a:ea typeface="宋体" panose="02010600030101010101" pitchFamily="2" charset="-122"/>
              <a:cs typeface="+mn-cs"/>
            </a:endParaRPr>
          </a:p>
        </p:txBody>
      </p:sp>
      <p:sp>
        <p:nvSpPr>
          <p:cNvPr id="45061" name="Text Box 5"/>
          <p:cNvSpPr txBox="1"/>
          <p:nvPr/>
        </p:nvSpPr>
        <p:spPr>
          <a:xfrm>
            <a:off x="2424113" y="6165850"/>
            <a:ext cx="3024187" cy="479425"/>
          </a:xfrm>
          <a:prstGeom prst="rect">
            <a:avLst/>
          </a:prstGeom>
          <a:noFill/>
          <a:ln w="9525">
            <a:noFill/>
          </a:ln>
        </p:spPr>
        <p:txBody>
          <a:bodyPr>
            <a:spAutoFit/>
          </a:bodyPr>
          <a:lstStyle>
            <a:lvl1pPr marL="342900" indent="-3429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80000"/>
              <a:buFont typeface="Wingdings" panose="05000000000000000000" pitchFamily="2" charset="2"/>
              <a:buChar char="n"/>
              <a:defRPr sz="3200" b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defRPr>
            </a:lvl1pPr>
            <a:lvl2pPr marL="742950" indent="-28575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Char char="–"/>
              <a:defRPr sz="2800">
                <a:solidFill>
                  <a:schemeClr val="tx1"/>
                </a:solidFill>
                <a:effectLst/>
                <a:latin typeface="+mn-lt"/>
                <a:ea typeface="+mn-ea"/>
              </a:defRPr>
            </a:lvl2pPr>
            <a:lvl3pPr marL="11430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Font typeface="Wingdings" panose="05000000000000000000" pitchFamily="2" charset="2"/>
              <a:buChar char="§"/>
              <a:defRPr sz="2400">
                <a:solidFill>
                  <a:schemeClr val="tx1"/>
                </a:solidFill>
                <a:effectLst/>
                <a:latin typeface="+mn-lt"/>
                <a:ea typeface="+mn-ea"/>
              </a:defRPr>
            </a:lvl3pPr>
            <a:lvl4pPr marL="16002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–"/>
              <a:defRPr sz="2000">
                <a:solidFill>
                  <a:schemeClr val="tx1"/>
                </a:solidFill>
                <a:effectLst/>
                <a:latin typeface="+mn-lt"/>
                <a:ea typeface="+mn-ea"/>
              </a:defRPr>
            </a:lvl4pPr>
            <a:lvl5pPr marL="20574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effectLst/>
                <a:latin typeface="+mn-lt"/>
                <a:ea typeface="+mn-ea"/>
              </a:defRPr>
            </a:lvl5pPr>
          </a:lstStyle>
          <a:p>
            <a:pPr marL="742950" lvl="0" indent="-285750" eaLnBrk="1" hangingPunct="1">
              <a:lnSpc>
                <a:spcPct val="90000"/>
              </a:lnSpc>
              <a:spcBef>
                <a:spcPct val="50000"/>
              </a:spcBef>
              <a:buClr>
                <a:schemeClr val="tx1"/>
              </a:buClr>
              <a:buSzTx/>
              <a:buNone/>
            </a:pPr>
            <a:r>
              <a:rPr lang="zh-CN" altLang="en-US" sz="2800" b="1" dirty="0">
                <a:solidFill>
                  <a:schemeClr val="hlink"/>
                </a:solidFill>
                <a:latin typeface="Arial" panose="020B0604020202020204" pitchFamily="34" charset="0"/>
              </a:rPr>
              <a:t>未完，接下页</a:t>
            </a:r>
            <a:endParaRPr lang="zh-CN" altLang="en-US" sz="2800" b="1" dirty="0">
              <a:solidFill>
                <a:schemeClr val="hlink"/>
              </a:solidFill>
              <a:latin typeface="Arial" panose="020B0604020202020204" pitchFamily="34" charset="0"/>
            </a:endParaRPr>
          </a:p>
        </p:txBody>
      </p:sp>
      <p:sp>
        <p:nvSpPr>
          <p:cNvPr id="45062" name="AutoShape 6">
            <a:hlinkClick r:id="rId1" action="ppaction://hlinksldjump"/>
          </p:cNvPr>
          <p:cNvSpPr/>
          <p:nvPr/>
        </p:nvSpPr>
        <p:spPr>
          <a:xfrm>
            <a:off x="11553825" y="6013450"/>
            <a:ext cx="503238" cy="358775"/>
          </a:xfrm>
          <a:prstGeom prst="leftArrow">
            <a:avLst>
              <a:gd name="adj1" fmla="val 50000"/>
              <a:gd name="adj2" fmla="val 35066"/>
            </a:avLst>
          </a:prstGeom>
          <a:solidFill>
            <a:schemeClr val="accent1"/>
          </a:solidFill>
          <a:ln w="9525" cap="flat" cmpd="sng">
            <a:solidFill>
              <a:schemeClr val="accent1"/>
            </a:solidFill>
            <a:prstDash val="solid"/>
            <a:miter/>
            <a:headEnd type="none" w="med" len="med"/>
            <a:tailEnd type="none" w="med" len="med"/>
          </a:ln>
        </p:spPr>
        <p:txBody>
          <a:bodyPr wrap="none" anchor="ctr" anchorCtr="0"/>
          <a:lstStyle>
            <a:lvl1pPr marL="342900" indent="-3429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80000"/>
              <a:buFont typeface="Wingdings" panose="05000000000000000000" pitchFamily="2" charset="2"/>
              <a:buChar char="n"/>
              <a:defRPr sz="3200" b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defRPr>
            </a:lvl1pPr>
            <a:lvl2pPr marL="742950" indent="-28575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Char char="–"/>
              <a:defRPr sz="2800">
                <a:solidFill>
                  <a:schemeClr val="tx1"/>
                </a:solidFill>
                <a:effectLst/>
                <a:latin typeface="+mn-lt"/>
                <a:ea typeface="+mn-ea"/>
              </a:defRPr>
            </a:lvl2pPr>
            <a:lvl3pPr marL="11430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Font typeface="Wingdings" panose="05000000000000000000" pitchFamily="2" charset="2"/>
              <a:buChar char="§"/>
              <a:defRPr sz="2400">
                <a:solidFill>
                  <a:schemeClr val="tx1"/>
                </a:solidFill>
                <a:effectLst/>
                <a:latin typeface="+mn-lt"/>
                <a:ea typeface="+mn-ea"/>
              </a:defRPr>
            </a:lvl3pPr>
            <a:lvl4pPr marL="16002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–"/>
              <a:defRPr sz="2000">
                <a:solidFill>
                  <a:schemeClr val="tx1"/>
                </a:solidFill>
                <a:effectLst/>
                <a:latin typeface="+mn-lt"/>
                <a:ea typeface="+mn-ea"/>
              </a:defRPr>
            </a:lvl4pPr>
            <a:lvl5pPr marL="20574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effectLst/>
                <a:latin typeface="+mn-lt"/>
                <a:ea typeface="+mn-ea"/>
              </a:defRPr>
            </a:lvl5pPr>
          </a:lstStyle>
          <a:p>
            <a:pPr marL="0" lvl="0" indent="0" eaLnBrk="1" hangingPunct="1">
              <a:spcBef>
                <a:spcPct val="0"/>
              </a:spcBef>
              <a:buClrTx/>
              <a:buSzTx/>
              <a:buFontTx/>
              <a:buNone/>
            </a:pPr>
            <a:endParaRPr lang="zh-CN" altLang="en-US" sz="2000" b="1" dirty="0">
              <a:ea typeface="黑体" panose="02010609060101010101" pitchFamily="49" charset="-122"/>
            </a:endParaRPr>
          </a:p>
        </p:txBody>
      </p:sp>
      <p:sp>
        <p:nvSpPr>
          <p:cNvPr id="6" name="Line 8"/>
          <p:cNvSpPr/>
          <p:nvPr/>
        </p:nvSpPr>
        <p:spPr>
          <a:xfrm flipV="1">
            <a:off x="8474075" y="5726113"/>
            <a:ext cx="0" cy="503237"/>
          </a:xfrm>
          <a:prstGeom prst="line">
            <a:avLst/>
          </a:prstGeom>
          <a:ln w="57150" cap="flat" cmpd="sng">
            <a:solidFill>
              <a:schemeClr val="tx1"/>
            </a:solidFill>
            <a:prstDash val="solid"/>
            <a:headEnd type="none" w="med" len="med"/>
            <a:tailEnd type="stealth" w="lg" len="lg"/>
          </a:ln>
        </p:spPr>
      </p:sp>
      <p:grpSp>
        <p:nvGrpSpPr>
          <p:cNvPr id="2" name="组合 7"/>
          <p:cNvGrpSpPr/>
          <p:nvPr/>
        </p:nvGrpSpPr>
        <p:grpSpPr>
          <a:xfrm>
            <a:off x="6240463" y="4843463"/>
            <a:ext cx="3168650" cy="1079500"/>
            <a:chOff x="2411685" y="44624"/>
            <a:chExt cx="3168428" cy="1079500"/>
          </a:xfrm>
        </p:grpSpPr>
        <p:sp>
          <p:nvSpPr>
            <p:cNvPr id="45083" name="Text Box 4"/>
            <p:cNvSpPr txBox="1"/>
            <p:nvPr/>
          </p:nvSpPr>
          <p:spPr>
            <a:xfrm>
              <a:off x="2411685" y="260524"/>
              <a:ext cx="792163" cy="646331"/>
            </a:xfrm>
            <a:prstGeom prst="rect">
              <a:avLst/>
            </a:prstGeom>
            <a:noFill/>
            <a:ln w="57150" cap="flat" cmpd="sng">
              <a:solidFill>
                <a:schemeClr val="tx1"/>
              </a:solidFill>
              <a:prstDash val="solid"/>
              <a:miter/>
              <a:headEnd type="none" w="med" len="med"/>
              <a:tailEnd type="none" w="med" len="med"/>
            </a:ln>
          </p:spPr>
          <p:txBody>
            <a:bodyPr>
              <a:spAutoFit/>
            </a:bodyPr>
            <a:lstStyle>
              <a:lvl1pPr marL="342900" indent="-342900" algn="l" rtl="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hlink"/>
                </a:buClr>
                <a:buSzPct val="80000"/>
                <a:buFont typeface="Wingdings" panose="05000000000000000000" pitchFamily="2" charset="2"/>
                <a:buChar char="n"/>
                <a:defRPr sz="3200" b="0">
                  <a:solidFill>
                    <a:schemeClr val="tx1"/>
                  </a:solidFill>
                  <a:effectLst/>
                  <a:latin typeface="+mn-lt"/>
                  <a:ea typeface="+mn-ea"/>
                  <a:cs typeface="+mn-cs"/>
                </a:defRPr>
              </a:lvl1pPr>
              <a:lvl2pPr marL="742950" indent="-285750" algn="l" rtl="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tx1"/>
                </a:buClr>
                <a:buChar char="–"/>
                <a:defRPr sz="2800">
                  <a:solidFill>
                    <a:schemeClr val="tx1"/>
                  </a:solidFill>
                  <a:effectLst/>
                  <a:latin typeface="+mn-lt"/>
                  <a:ea typeface="+mn-ea"/>
                </a:defRPr>
              </a:lvl2pPr>
              <a:lvl3pPr marL="11430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hlink"/>
                </a:buClr>
                <a:buFont typeface="Wingdings" panose="05000000000000000000" pitchFamily="2" charset="2"/>
                <a:buChar char="§"/>
                <a:defRPr sz="2400">
                  <a:solidFill>
                    <a:schemeClr val="tx1"/>
                  </a:solidFill>
                  <a:effectLst/>
                  <a:latin typeface="+mn-lt"/>
                  <a:ea typeface="+mn-ea"/>
                </a:defRPr>
              </a:lvl3pPr>
              <a:lvl4pPr marL="16002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–"/>
                <a:defRPr sz="2000">
                  <a:solidFill>
                    <a:schemeClr val="tx1"/>
                  </a:solidFill>
                  <a:effectLst/>
                  <a:latin typeface="+mn-lt"/>
                  <a:ea typeface="+mn-ea"/>
                </a:defRPr>
              </a:lvl4pPr>
              <a:lvl5pPr marL="20574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hlink"/>
                </a:buClr>
                <a:buFont typeface="Wingdings" panose="05000000000000000000" pitchFamily="2" charset="2"/>
                <a:buChar char="§"/>
                <a:defRPr sz="2000">
                  <a:solidFill>
                    <a:schemeClr val="tx1"/>
                  </a:solidFill>
                  <a:effectLst/>
                  <a:latin typeface="+mn-lt"/>
                  <a:ea typeface="+mn-ea"/>
                </a:defRPr>
              </a:lvl5pPr>
            </a:lstStyle>
            <a:p>
              <a:pPr marL="0" lvl="0" indent="0" algn="ctr" eaLnBrk="1" hangingPunct="1">
                <a:spcBef>
                  <a:spcPct val="50000"/>
                </a:spcBef>
                <a:buClrTx/>
                <a:buSzTx/>
                <a:buFontTx/>
                <a:buNone/>
              </a:pPr>
              <a:r>
                <a:rPr lang="en-US" altLang="zh-CN" sz="3600" dirty="0"/>
                <a:t>3</a:t>
              </a:r>
              <a:endParaRPr lang="en-US" altLang="zh-CN" sz="3600" dirty="0"/>
            </a:p>
          </p:txBody>
        </p:sp>
        <p:sp>
          <p:nvSpPr>
            <p:cNvPr id="45084" name="Text Box 5"/>
            <p:cNvSpPr txBox="1"/>
            <p:nvPr/>
          </p:nvSpPr>
          <p:spPr>
            <a:xfrm>
              <a:off x="3203625" y="260524"/>
              <a:ext cx="792163" cy="646331"/>
            </a:xfrm>
            <a:prstGeom prst="rect">
              <a:avLst/>
            </a:prstGeom>
            <a:noFill/>
            <a:ln w="57150" cap="flat" cmpd="sng">
              <a:solidFill>
                <a:schemeClr val="tx1"/>
              </a:solidFill>
              <a:prstDash val="solid"/>
              <a:miter/>
              <a:headEnd type="none" w="med" len="med"/>
              <a:tailEnd type="none" w="med" len="med"/>
            </a:ln>
          </p:spPr>
          <p:txBody>
            <a:bodyPr>
              <a:spAutoFit/>
            </a:bodyPr>
            <a:lstStyle>
              <a:lvl1pPr marL="342900" indent="-342900" algn="l" rtl="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hlink"/>
                </a:buClr>
                <a:buSzPct val="80000"/>
                <a:buFont typeface="Wingdings" panose="05000000000000000000" pitchFamily="2" charset="2"/>
                <a:buChar char="n"/>
                <a:defRPr sz="3200" b="0">
                  <a:solidFill>
                    <a:schemeClr val="tx1"/>
                  </a:solidFill>
                  <a:effectLst/>
                  <a:latin typeface="+mn-lt"/>
                  <a:ea typeface="+mn-ea"/>
                  <a:cs typeface="+mn-cs"/>
                </a:defRPr>
              </a:lvl1pPr>
              <a:lvl2pPr marL="742950" indent="-285750" algn="l" rtl="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tx1"/>
                </a:buClr>
                <a:buChar char="–"/>
                <a:defRPr sz="2800">
                  <a:solidFill>
                    <a:schemeClr val="tx1"/>
                  </a:solidFill>
                  <a:effectLst/>
                  <a:latin typeface="+mn-lt"/>
                  <a:ea typeface="+mn-ea"/>
                </a:defRPr>
              </a:lvl2pPr>
              <a:lvl3pPr marL="11430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hlink"/>
                </a:buClr>
                <a:buFont typeface="Wingdings" panose="05000000000000000000" pitchFamily="2" charset="2"/>
                <a:buChar char="§"/>
                <a:defRPr sz="2400">
                  <a:solidFill>
                    <a:schemeClr val="tx1"/>
                  </a:solidFill>
                  <a:effectLst/>
                  <a:latin typeface="+mn-lt"/>
                  <a:ea typeface="+mn-ea"/>
                </a:defRPr>
              </a:lvl3pPr>
              <a:lvl4pPr marL="16002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–"/>
                <a:defRPr sz="2000">
                  <a:solidFill>
                    <a:schemeClr val="tx1"/>
                  </a:solidFill>
                  <a:effectLst/>
                  <a:latin typeface="+mn-lt"/>
                  <a:ea typeface="+mn-ea"/>
                </a:defRPr>
              </a:lvl4pPr>
              <a:lvl5pPr marL="20574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hlink"/>
                </a:buClr>
                <a:buFont typeface="Wingdings" panose="05000000000000000000" pitchFamily="2" charset="2"/>
                <a:buChar char="§"/>
                <a:defRPr sz="2000">
                  <a:solidFill>
                    <a:schemeClr val="tx1"/>
                  </a:solidFill>
                  <a:effectLst/>
                  <a:latin typeface="+mn-lt"/>
                  <a:ea typeface="+mn-ea"/>
                </a:defRPr>
              </a:lvl5pPr>
            </a:lstStyle>
            <a:p>
              <a:pPr marL="0" lvl="0" indent="0" algn="ctr" eaLnBrk="1" hangingPunct="1">
                <a:spcBef>
                  <a:spcPct val="50000"/>
                </a:spcBef>
                <a:buClrTx/>
                <a:buSzTx/>
                <a:buFontTx/>
                <a:buNone/>
              </a:pPr>
              <a:r>
                <a:rPr lang="en-US" altLang="zh-CN" sz="3600" dirty="0"/>
                <a:t>2</a:t>
              </a:r>
              <a:endParaRPr lang="en-US" altLang="zh-CN" sz="3600" dirty="0"/>
            </a:p>
          </p:txBody>
        </p:sp>
        <p:sp>
          <p:nvSpPr>
            <p:cNvPr id="45085" name="Text Box 6"/>
            <p:cNvSpPr txBox="1"/>
            <p:nvPr/>
          </p:nvSpPr>
          <p:spPr>
            <a:xfrm>
              <a:off x="3995787" y="260524"/>
              <a:ext cx="792163" cy="646331"/>
            </a:xfrm>
            <a:prstGeom prst="rect">
              <a:avLst/>
            </a:prstGeom>
            <a:noFill/>
            <a:ln w="57150" cap="flat" cmpd="sng">
              <a:solidFill>
                <a:schemeClr val="tx1"/>
              </a:solidFill>
              <a:prstDash val="solid"/>
              <a:miter/>
              <a:headEnd type="none" w="med" len="med"/>
              <a:tailEnd type="none" w="med" len="med"/>
            </a:ln>
          </p:spPr>
          <p:txBody>
            <a:bodyPr>
              <a:spAutoFit/>
            </a:bodyPr>
            <a:lstStyle>
              <a:lvl1pPr marL="342900" indent="-342900" algn="l" rtl="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hlink"/>
                </a:buClr>
                <a:buSzPct val="80000"/>
                <a:buFont typeface="Wingdings" panose="05000000000000000000" pitchFamily="2" charset="2"/>
                <a:buChar char="n"/>
                <a:defRPr sz="3200" b="0">
                  <a:solidFill>
                    <a:schemeClr val="tx1"/>
                  </a:solidFill>
                  <a:effectLst/>
                  <a:latin typeface="+mn-lt"/>
                  <a:ea typeface="+mn-ea"/>
                  <a:cs typeface="+mn-cs"/>
                </a:defRPr>
              </a:lvl1pPr>
              <a:lvl2pPr marL="742950" indent="-285750" algn="l" rtl="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tx1"/>
                </a:buClr>
                <a:buChar char="–"/>
                <a:defRPr sz="2800">
                  <a:solidFill>
                    <a:schemeClr val="tx1"/>
                  </a:solidFill>
                  <a:effectLst/>
                  <a:latin typeface="+mn-lt"/>
                  <a:ea typeface="+mn-ea"/>
                </a:defRPr>
              </a:lvl2pPr>
              <a:lvl3pPr marL="11430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hlink"/>
                </a:buClr>
                <a:buFont typeface="Wingdings" panose="05000000000000000000" pitchFamily="2" charset="2"/>
                <a:buChar char="§"/>
                <a:defRPr sz="2400">
                  <a:solidFill>
                    <a:schemeClr val="tx1"/>
                  </a:solidFill>
                  <a:effectLst/>
                  <a:latin typeface="+mn-lt"/>
                  <a:ea typeface="+mn-ea"/>
                </a:defRPr>
              </a:lvl3pPr>
              <a:lvl4pPr marL="16002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–"/>
                <a:defRPr sz="2000">
                  <a:solidFill>
                    <a:schemeClr val="tx1"/>
                  </a:solidFill>
                  <a:effectLst/>
                  <a:latin typeface="+mn-lt"/>
                  <a:ea typeface="+mn-ea"/>
                </a:defRPr>
              </a:lvl4pPr>
              <a:lvl5pPr marL="20574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hlink"/>
                </a:buClr>
                <a:buFont typeface="Wingdings" panose="05000000000000000000" pitchFamily="2" charset="2"/>
                <a:buChar char="§"/>
                <a:defRPr sz="2000">
                  <a:solidFill>
                    <a:schemeClr val="tx1"/>
                  </a:solidFill>
                  <a:effectLst/>
                  <a:latin typeface="+mn-lt"/>
                  <a:ea typeface="+mn-ea"/>
                </a:defRPr>
              </a:lvl5pPr>
            </a:lstStyle>
            <a:p>
              <a:pPr marL="0" lvl="0" indent="0" algn="ctr" eaLnBrk="1" hangingPunct="1">
                <a:spcBef>
                  <a:spcPct val="50000"/>
                </a:spcBef>
                <a:buClrTx/>
                <a:buSzTx/>
                <a:buFontTx/>
                <a:buNone/>
              </a:pPr>
              <a:r>
                <a:rPr lang="en-US" altLang="zh-CN" sz="3600" dirty="0"/>
                <a:t>11</a:t>
              </a:r>
              <a:endParaRPr lang="en-US" altLang="zh-CN" sz="3600" dirty="0"/>
            </a:p>
          </p:txBody>
        </p:sp>
        <p:sp>
          <p:nvSpPr>
            <p:cNvPr id="45086" name="Text Box 7"/>
            <p:cNvSpPr txBox="1"/>
            <p:nvPr/>
          </p:nvSpPr>
          <p:spPr>
            <a:xfrm>
              <a:off x="4787950" y="260524"/>
              <a:ext cx="792163" cy="646331"/>
            </a:xfrm>
            <a:prstGeom prst="rect">
              <a:avLst/>
            </a:prstGeom>
            <a:noFill/>
            <a:ln w="57150" cap="flat" cmpd="sng">
              <a:solidFill>
                <a:schemeClr val="tx1"/>
              </a:solidFill>
              <a:prstDash val="solid"/>
              <a:miter/>
              <a:headEnd type="none" w="med" len="med"/>
              <a:tailEnd type="none" w="med" len="med"/>
            </a:ln>
          </p:spPr>
          <p:txBody>
            <a:bodyPr>
              <a:spAutoFit/>
            </a:bodyPr>
            <a:lstStyle>
              <a:lvl1pPr marL="342900" indent="-342900" algn="l" rtl="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hlink"/>
                </a:buClr>
                <a:buSzPct val="80000"/>
                <a:buFont typeface="Wingdings" panose="05000000000000000000" pitchFamily="2" charset="2"/>
                <a:buChar char="n"/>
                <a:defRPr sz="3200" b="0">
                  <a:solidFill>
                    <a:schemeClr val="tx1"/>
                  </a:solidFill>
                  <a:effectLst/>
                  <a:latin typeface="+mn-lt"/>
                  <a:ea typeface="+mn-ea"/>
                  <a:cs typeface="+mn-cs"/>
                </a:defRPr>
              </a:lvl1pPr>
              <a:lvl2pPr marL="742950" indent="-285750" algn="l" rtl="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tx1"/>
                </a:buClr>
                <a:buChar char="–"/>
                <a:defRPr sz="2800">
                  <a:solidFill>
                    <a:schemeClr val="tx1"/>
                  </a:solidFill>
                  <a:effectLst/>
                  <a:latin typeface="+mn-lt"/>
                  <a:ea typeface="+mn-ea"/>
                </a:defRPr>
              </a:lvl2pPr>
              <a:lvl3pPr marL="11430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hlink"/>
                </a:buClr>
                <a:buFont typeface="Wingdings" panose="05000000000000000000" pitchFamily="2" charset="2"/>
                <a:buChar char="§"/>
                <a:defRPr sz="2400">
                  <a:solidFill>
                    <a:schemeClr val="tx1"/>
                  </a:solidFill>
                  <a:effectLst/>
                  <a:latin typeface="+mn-lt"/>
                  <a:ea typeface="+mn-ea"/>
                </a:defRPr>
              </a:lvl3pPr>
              <a:lvl4pPr marL="16002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–"/>
                <a:defRPr sz="2000">
                  <a:solidFill>
                    <a:schemeClr val="tx1"/>
                  </a:solidFill>
                  <a:effectLst/>
                  <a:latin typeface="+mn-lt"/>
                  <a:ea typeface="+mn-ea"/>
                </a:defRPr>
              </a:lvl4pPr>
              <a:lvl5pPr marL="20574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hlink"/>
                </a:buClr>
                <a:buFont typeface="Wingdings" panose="05000000000000000000" pitchFamily="2" charset="2"/>
                <a:buChar char="§"/>
                <a:defRPr sz="2000">
                  <a:solidFill>
                    <a:schemeClr val="tx1"/>
                  </a:solidFill>
                  <a:effectLst/>
                  <a:latin typeface="+mn-lt"/>
                  <a:ea typeface="+mn-ea"/>
                </a:defRPr>
              </a:lvl5pPr>
            </a:lstStyle>
            <a:p>
              <a:pPr marL="0" lvl="0" indent="0" algn="ctr" eaLnBrk="1" hangingPunct="1">
                <a:spcBef>
                  <a:spcPct val="50000"/>
                </a:spcBef>
                <a:buClrTx/>
                <a:buSzTx/>
                <a:buFontTx/>
                <a:buNone/>
              </a:pPr>
              <a:r>
                <a:rPr lang="en-US" altLang="zh-CN" sz="3600" dirty="0"/>
                <a:t>6</a:t>
              </a:r>
              <a:endParaRPr lang="en-US" altLang="zh-CN" sz="3600" dirty="0"/>
            </a:p>
          </p:txBody>
        </p:sp>
        <p:sp>
          <p:nvSpPr>
            <p:cNvPr id="45087" name="Line 9"/>
            <p:cNvSpPr/>
            <p:nvPr/>
          </p:nvSpPr>
          <p:spPr>
            <a:xfrm flipH="1">
              <a:off x="2413050" y="44624"/>
              <a:ext cx="0" cy="1079500"/>
            </a:xfrm>
            <a:prstGeom prst="line">
              <a:avLst/>
            </a:prstGeom>
            <a:ln w="57150" cap="flat" cmpd="sng">
              <a:solidFill>
                <a:schemeClr val="hlink"/>
              </a:solidFill>
              <a:prstDash val="solid"/>
              <a:headEnd type="none" w="med" len="med"/>
              <a:tailEnd type="none" w="med" len="med"/>
            </a:ln>
          </p:spPr>
        </p:sp>
      </p:grpSp>
      <p:sp>
        <p:nvSpPr>
          <p:cNvPr id="14" name="Line 8"/>
          <p:cNvSpPr/>
          <p:nvPr/>
        </p:nvSpPr>
        <p:spPr>
          <a:xfrm flipV="1">
            <a:off x="7608888" y="5734050"/>
            <a:ext cx="0" cy="503238"/>
          </a:xfrm>
          <a:prstGeom prst="line">
            <a:avLst/>
          </a:prstGeom>
          <a:ln w="57150" cap="flat" cmpd="sng">
            <a:solidFill>
              <a:schemeClr val="tx1"/>
            </a:solidFill>
            <a:prstDash val="solid"/>
            <a:headEnd type="none" w="med" len="med"/>
            <a:tailEnd type="stealth" w="lg" len="lg"/>
          </a:ln>
        </p:spPr>
      </p:sp>
      <p:sp>
        <p:nvSpPr>
          <p:cNvPr id="15" name="Line 8"/>
          <p:cNvSpPr/>
          <p:nvPr/>
        </p:nvSpPr>
        <p:spPr>
          <a:xfrm flipV="1">
            <a:off x="6745288" y="5708650"/>
            <a:ext cx="0" cy="503238"/>
          </a:xfrm>
          <a:prstGeom prst="line">
            <a:avLst/>
          </a:prstGeom>
          <a:ln w="57150" cap="flat" cmpd="sng">
            <a:solidFill>
              <a:schemeClr val="accent6">
                <a:lumMod val="60000"/>
                <a:lumOff val="40000"/>
              </a:schemeClr>
            </a:solidFill>
            <a:prstDash val="solid"/>
            <a:headEnd type="none" w="med" len="med"/>
            <a:tailEnd type="stealth" w="lg" len="lg"/>
          </a:ln>
        </p:spPr>
      </p:sp>
      <p:sp>
        <p:nvSpPr>
          <p:cNvPr id="16" name="Line 8"/>
          <p:cNvSpPr/>
          <p:nvPr/>
        </p:nvSpPr>
        <p:spPr>
          <a:xfrm flipV="1">
            <a:off x="7427913" y="5722938"/>
            <a:ext cx="0" cy="503237"/>
          </a:xfrm>
          <a:prstGeom prst="line">
            <a:avLst/>
          </a:prstGeom>
          <a:ln w="57150" cap="flat" cmpd="sng">
            <a:solidFill>
              <a:schemeClr val="accent6">
                <a:lumMod val="60000"/>
                <a:lumOff val="40000"/>
              </a:schemeClr>
            </a:solidFill>
            <a:prstDash val="solid"/>
            <a:headEnd type="none" w="med" len="med"/>
            <a:tailEnd type="stealth" w="lg" len="lg"/>
          </a:ln>
        </p:spPr>
      </p:sp>
      <p:sp>
        <p:nvSpPr>
          <p:cNvPr id="17" name="Line 8"/>
          <p:cNvSpPr/>
          <p:nvPr/>
        </p:nvSpPr>
        <p:spPr>
          <a:xfrm flipV="1">
            <a:off x="8113713" y="5726113"/>
            <a:ext cx="0" cy="503237"/>
          </a:xfrm>
          <a:prstGeom prst="line">
            <a:avLst/>
          </a:prstGeom>
          <a:ln w="57150" cap="flat" cmpd="sng">
            <a:solidFill>
              <a:schemeClr val="accent6">
                <a:lumMod val="60000"/>
                <a:lumOff val="40000"/>
              </a:schemeClr>
            </a:solidFill>
            <a:prstDash val="solid"/>
            <a:headEnd type="none" w="med" len="med"/>
            <a:tailEnd type="stealth" w="lg" len="lg"/>
          </a:ln>
        </p:spPr>
      </p:sp>
      <p:sp>
        <p:nvSpPr>
          <p:cNvPr id="18" name="Line 8"/>
          <p:cNvSpPr/>
          <p:nvPr/>
        </p:nvSpPr>
        <p:spPr>
          <a:xfrm flipV="1">
            <a:off x="9121775" y="5702300"/>
            <a:ext cx="0" cy="503238"/>
          </a:xfrm>
          <a:prstGeom prst="line">
            <a:avLst/>
          </a:prstGeom>
          <a:ln w="57150" cap="flat" cmpd="sng">
            <a:solidFill>
              <a:schemeClr val="tx1"/>
            </a:solidFill>
            <a:prstDash val="solid"/>
            <a:headEnd type="none" w="med" len="med"/>
            <a:tailEnd type="stealth" w="lg" len="lg"/>
          </a:ln>
        </p:spPr>
      </p:sp>
      <p:sp>
        <p:nvSpPr>
          <p:cNvPr id="19" name="Text Box 4"/>
          <p:cNvSpPr txBox="1"/>
          <p:nvPr/>
        </p:nvSpPr>
        <p:spPr>
          <a:xfrm>
            <a:off x="7048500" y="5081588"/>
            <a:ext cx="776288" cy="644525"/>
          </a:xfrm>
          <a:prstGeom prst="rect">
            <a:avLst/>
          </a:prstGeom>
          <a:solidFill>
            <a:schemeClr val="accent1"/>
          </a:solidFill>
          <a:ln w="57150" cap="flat" cmpd="sng">
            <a:solidFill>
              <a:schemeClr val="tx1"/>
            </a:solidFill>
            <a:prstDash val="solid"/>
            <a:miter/>
            <a:headEnd type="none" w="med" len="med"/>
            <a:tailEnd type="none" w="med" len="med"/>
          </a:ln>
        </p:spPr>
        <p:txBody>
          <a:bodyPr>
            <a:spAutoFit/>
          </a:bodyPr>
          <a:lstStyle>
            <a:lvl1pPr marL="342900" indent="-3429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80000"/>
              <a:buFont typeface="Wingdings" panose="05000000000000000000" pitchFamily="2" charset="2"/>
              <a:buChar char="n"/>
              <a:defRPr sz="3200" b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defRPr>
            </a:lvl1pPr>
            <a:lvl2pPr marL="742950" indent="-28575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Char char="–"/>
              <a:defRPr sz="2800">
                <a:solidFill>
                  <a:schemeClr val="tx1"/>
                </a:solidFill>
                <a:effectLst/>
                <a:latin typeface="+mn-lt"/>
                <a:ea typeface="+mn-ea"/>
              </a:defRPr>
            </a:lvl2pPr>
            <a:lvl3pPr marL="11430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Font typeface="Wingdings" panose="05000000000000000000" pitchFamily="2" charset="2"/>
              <a:buChar char="§"/>
              <a:defRPr sz="2400">
                <a:solidFill>
                  <a:schemeClr val="tx1"/>
                </a:solidFill>
                <a:effectLst/>
                <a:latin typeface="+mn-lt"/>
                <a:ea typeface="+mn-ea"/>
              </a:defRPr>
            </a:lvl3pPr>
            <a:lvl4pPr marL="16002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–"/>
              <a:defRPr sz="2000">
                <a:solidFill>
                  <a:schemeClr val="tx1"/>
                </a:solidFill>
                <a:effectLst/>
                <a:latin typeface="+mn-lt"/>
                <a:ea typeface="+mn-ea"/>
              </a:defRPr>
            </a:lvl4pPr>
            <a:lvl5pPr marL="20574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effectLst/>
                <a:latin typeface="+mn-lt"/>
                <a:ea typeface="+mn-ea"/>
              </a:defRPr>
            </a:lvl5pPr>
          </a:lstStyle>
          <a:p>
            <a:pPr marL="0" lvl="0" indent="0" algn="ctr" eaLnBrk="1" hangingPunct="1">
              <a:spcBef>
                <a:spcPct val="50000"/>
              </a:spcBef>
              <a:buClrTx/>
              <a:buSzTx/>
              <a:buFontTx/>
              <a:buNone/>
            </a:pPr>
            <a:r>
              <a:rPr lang="en-US" altLang="zh-CN" sz="3600" dirty="0"/>
              <a:t>3</a:t>
            </a:r>
            <a:endParaRPr lang="en-US" altLang="zh-CN" sz="3600" dirty="0"/>
          </a:p>
        </p:txBody>
      </p:sp>
      <p:sp>
        <p:nvSpPr>
          <p:cNvPr id="20" name="Text Box 4"/>
          <p:cNvSpPr txBox="1"/>
          <p:nvPr/>
        </p:nvSpPr>
        <p:spPr>
          <a:xfrm>
            <a:off x="6251575" y="5051425"/>
            <a:ext cx="792163" cy="646113"/>
          </a:xfrm>
          <a:prstGeom prst="rect">
            <a:avLst/>
          </a:prstGeom>
          <a:solidFill>
            <a:schemeClr val="accent1"/>
          </a:solidFill>
          <a:ln w="57150" cap="flat" cmpd="sng">
            <a:solidFill>
              <a:schemeClr val="tx1"/>
            </a:solidFill>
            <a:prstDash val="solid"/>
            <a:miter/>
            <a:headEnd type="none" w="med" len="med"/>
            <a:tailEnd type="none" w="med" len="med"/>
          </a:ln>
        </p:spPr>
        <p:txBody>
          <a:bodyPr>
            <a:spAutoFit/>
          </a:bodyPr>
          <a:lstStyle>
            <a:lvl1pPr marL="342900" indent="-3429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80000"/>
              <a:buFont typeface="Wingdings" panose="05000000000000000000" pitchFamily="2" charset="2"/>
              <a:buChar char="n"/>
              <a:defRPr sz="3200" b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defRPr>
            </a:lvl1pPr>
            <a:lvl2pPr marL="742950" indent="-28575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Char char="–"/>
              <a:defRPr sz="2800">
                <a:solidFill>
                  <a:schemeClr val="tx1"/>
                </a:solidFill>
                <a:effectLst/>
                <a:latin typeface="+mn-lt"/>
                <a:ea typeface="+mn-ea"/>
              </a:defRPr>
            </a:lvl2pPr>
            <a:lvl3pPr marL="11430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Font typeface="Wingdings" panose="05000000000000000000" pitchFamily="2" charset="2"/>
              <a:buChar char="§"/>
              <a:defRPr sz="2400">
                <a:solidFill>
                  <a:schemeClr val="tx1"/>
                </a:solidFill>
                <a:effectLst/>
                <a:latin typeface="+mn-lt"/>
                <a:ea typeface="+mn-ea"/>
              </a:defRPr>
            </a:lvl3pPr>
            <a:lvl4pPr marL="16002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–"/>
              <a:defRPr sz="2000">
                <a:solidFill>
                  <a:schemeClr val="tx1"/>
                </a:solidFill>
                <a:effectLst/>
                <a:latin typeface="+mn-lt"/>
                <a:ea typeface="+mn-ea"/>
              </a:defRPr>
            </a:lvl4pPr>
            <a:lvl5pPr marL="20574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effectLst/>
                <a:latin typeface="+mn-lt"/>
                <a:ea typeface="+mn-ea"/>
              </a:defRPr>
            </a:lvl5pPr>
          </a:lstStyle>
          <a:p>
            <a:pPr marL="0" lvl="0" indent="0" algn="ctr" eaLnBrk="1" hangingPunct="1">
              <a:spcBef>
                <a:spcPct val="50000"/>
              </a:spcBef>
              <a:buClrTx/>
              <a:buSzTx/>
              <a:buFontTx/>
              <a:buNone/>
            </a:pPr>
            <a:r>
              <a:rPr lang="en-US" altLang="zh-CN" sz="3600" dirty="0">
                <a:solidFill>
                  <a:srgbClr val="FF0000"/>
                </a:solidFill>
              </a:rPr>
              <a:t>2</a:t>
            </a:r>
            <a:endParaRPr lang="en-US" altLang="zh-CN" sz="3600" dirty="0">
              <a:solidFill>
                <a:srgbClr val="FF0000"/>
              </a:solidFill>
            </a:endParaRPr>
          </a:p>
        </p:txBody>
      </p:sp>
      <p:sp>
        <p:nvSpPr>
          <p:cNvPr id="21" name="Line 8"/>
          <p:cNvSpPr/>
          <p:nvPr/>
        </p:nvSpPr>
        <p:spPr>
          <a:xfrm flipV="1">
            <a:off x="9786938" y="5727700"/>
            <a:ext cx="0" cy="503238"/>
          </a:xfrm>
          <a:prstGeom prst="line">
            <a:avLst/>
          </a:prstGeom>
          <a:ln w="57150" cap="flat" cmpd="sng">
            <a:solidFill>
              <a:schemeClr val="tx1"/>
            </a:solidFill>
            <a:prstDash val="solid"/>
            <a:headEnd type="none" w="med" len="med"/>
            <a:tailEnd type="stealth" w="lg" len="lg"/>
          </a:ln>
        </p:spPr>
      </p:sp>
      <p:sp>
        <p:nvSpPr>
          <p:cNvPr id="22" name="Text Box 4"/>
          <p:cNvSpPr txBox="1"/>
          <p:nvPr/>
        </p:nvSpPr>
        <p:spPr>
          <a:xfrm>
            <a:off x="8669338" y="5056188"/>
            <a:ext cx="792162" cy="646112"/>
          </a:xfrm>
          <a:prstGeom prst="rect">
            <a:avLst/>
          </a:prstGeom>
          <a:solidFill>
            <a:schemeClr val="accent1"/>
          </a:solidFill>
          <a:ln w="57150" cap="flat" cmpd="sng">
            <a:solidFill>
              <a:schemeClr val="tx1"/>
            </a:solidFill>
            <a:prstDash val="solid"/>
            <a:miter/>
            <a:headEnd type="none" w="med" len="med"/>
            <a:tailEnd type="none" w="med" len="med"/>
          </a:ln>
        </p:spPr>
        <p:txBody>
          <a:bodyPr>
            <a:spAutoFit/>
          </a:bodyPr>
          <a:lstStyle>
            <a:lvl1pPr marL="342900" indent="-3429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80000"/>
              <a:buFont typeface="Wingdings" panose="05000000000000000000" pitchFamily="2" charset="2"/>
              <a:buChar char="n"/>
              <a:defRPr sz="3200" b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defRPr>
            </a:lvl1pPr>
            <a:lvl2pPr marL="742950" indent="-28575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Char char="–"/>
              <a:defRPr sz="2800">
                <a:solidFill>
                  <a:schemeClr val="tx1"/>
                </a:solidFill>
                <a:effectLst/>
                <a:latin typeface="+mn-lt"/>
                <a:ea typeface="+mn-ea"/>
              </a:defRPr>
            </a:lvl2pPr>
            <a:lvl3pPr marL="11430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Font typeface="Wingdings" panose="05000000000000000000" pitchFamily="2" charset="2"/>
              <a:buChar char="§"/>
              <a:defRPr sz="2400">
                <a:solidFill>
                  <a:schemeClr val="tx1"/>
                </a:solidFill>
                <a:effectLst/>
                <a:latin typeface="+mn-lt"/>
                <a:ea typeface="+mn-ea"/>
              </a:defRPr>
            </a:lvl3pPr>
            <a:lvl4pPr marL="16002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–"/>
              <a:defRPr sz="2000">
                <a:solidFill>
                  <a:schemeClr val="tx1"/>
                </a:solidFill>
                <a:effectLst/>
                <a:latin typeface="+mn-lt"/>
                <a:ea typeface="+mn-ea"/>
              </a:defRPr>
            </a:lvl4pPr>
            <a:lvl5pPr marL="20574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effectLst/>
                <a:latin typeface="+mn-lt"/>
                <a:ea typeface="+mn-ea"/>
              </a:defRPr>
            </a:lvl5pPr>
          </a:lstStyle>
          <a:p>
            <a:pPr marL="0" lvl="0" indent="0" algn="ctr" eaLnBrk="1" hangingPunct="1">
              <a:spcBef>
                <a:spcPct val="50000"/>
              </a:spcBef>
              <a:buClrTx/>
              <a:buSzTx/>
              <a:buFontTx/>
              <a:buNone/>
            </a:pPr>
            <a:r>
              <a:rPr lang="en-US" altLang="zh-CN" sz="3600" dirty="0">
                <a:solidFill>
                  <a:srgbClr val="FF0000"/>
                </a:solidFill>
              </a:rPr>
              <a:t>11</a:t>
            </a:r>
            <a:endParaRPr lang="en-US" altLang="zh-CN" sz="3600" dirty="0">
              <a:solidFill>
                <a:srgbClr val="FF0000"/>
              </a:solidFill>
            </a:endParaRPr>
          </a:p>
        </p:txBody>
      </p:sp>
      <p:sp>
        <p:nvSpPr>
          <p:cNvPr id="23" name="Text Box 4"/>
          <p:cNvSpPr txBox="1"/>
          <p:nvPr/>
        </p:nvSpPr>
        <p:spPr>
          <a:xfrm>
            <a:off x="7048500" y="5056188"/>
            <a:ext cx="792163" cy="646112"/>
          </a:xfrm>
          <a:prstGeom prst="rect">
            <a:avLst/>
          </a:prstGeom>
          <a:solidFill>
            <a:schemeClr val="accent1"/>
          </a:solidFill>
          <a:ln w="57150" cap="flat" cmpd="sng">
            <a:solidFill>
              <a:schemeClr val="tx1"/>
            </a:solidFill>
            <a:prstDash val="solid"/>
            <a:miter/>
            <a:headEnd type="none" w="med" len="med"/>
            <a:tailEnd type="none" w="med" len="med"/>
          </a:ln>
        </p:spPr>
        <p:txBody>
          <a:bodyPr>
            <a:spAutoFit/>
          </a:bodyPr>
          <a:lstStyle>
            <a:lvl1pPr marL="342900" indent="-3429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80000"/>
              <a:buFont typeface="Wingdings" panose="05000000000000000000" pitchFamily="2" charset="2"/>
              <a:buChar char="n"/>
              <a:defRPr sz="3200" b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defRPr>
            </a:lvl1pPr>
            <a:lvl2pPr marL="742950" indent="-28575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Char char="–"/>
              <a:defRPr sz="2800">
                <a:solidFill>
                  <a:schemeClr val="tx1"/>
                </a:solidFill>
                <a:effectLst/>
                <a:latin typeface="+mn-lt"/>
                <a:ea typeface="+mn-ea"/>
              </a:defRPr>
            </a:lvl2pPr>
            <a:lvl3pPr marL="11430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Font typeface="Wingdings" panose="05000000000000000000" pitchFamily="2" charset="2"/>
              <a:buChar char="§"/>
              <a:defRPr sz="2400">
                <a:solidFill>
                  <a:schemeClr val="tx1"/>
                </a:solidFill>
                <a:effectLst/>
                <a:latin typeface="+mn-lt"/>
                <a:ea typeface="+mn-ea"/>
              </a:defRPr>
            </a:lvl3pPr>
            <a:lvl4pPr marL="16002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–"/>
              <a:defRPr sz="2000">
                <a:solidFill>
                  <a:schemeClr val="tx1"/>
                </a:solidFill>
                <a:effectLst/>
                <a:latin typeface="+mn-lt"/>
                <a:ea typeface="+mn-ea"/>
              </a:defRPr>
            </a:lvl4pPr>
            <a:lvl5pPr marL="20574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effectLst/>
                <a:latin typeface="+mn-lt"/>
                <a:ea typeface="+mn-ea"/>
              </a:defRPr>
            </a:lvl5pPr>
          </a:lstStyle>
          <a:p>
            <a:pPr marL="0" lvl="0" indent="0" algn="ctr" eaLnBrk="1" hangingPunct="1">
              <a:spcBef>
                <a:spcPct val="50000"/>
              </a:spcBef>
              <a:buClrTx/>
              <a:buSzTx/>
              <a:buFontTx/>
              <a:buNone/>
            </a:pPr>
            <a:r>
              <a:rPr lang="en-US" altLang="zh-CN" sz="3600" dirty="0">
                <a:solidFill>
                  <a:srgbClr val="FF0000"/>
                </a:solidFill>
              </a:rPr>
              <a:t>3</a:t>
            </a:r>
            <a:endParaRPr lang="en-US" altLang="zh-CN" sz="3600" dirty="0">
              <a:solidFill>
                <a:srgbClr val="FF0000"/>
              </a:solidFill>
            </a:endParaRPr>
          </a:p>
        </p:txBody>
      </p:sp>
      <p:sp>
        <p:nvSpPr>
          <p:cNvPr id="24" name="Line 8"/>
          <p:cNvSpPr/>
          <p:nvPr/>
        </p:nvSpPr>
        <p:spPr>
          <a:xfrm flipV="1">
            <a:off x="8832850" y="5689600"/>
            <a:ext cx="0" cy="503238"/>
          </a:xfrm>
          <a:prstGeom prst="line">
            <a:avLst/>
          </a:prstGeom>
          <a:ln w="57150" cap="flat" cmpd="sng">
            <a:solidFill>
              <a:schemeClr val="accent6">
                <a:lumMod val="60000"/>
                <a:lumOff val="40000"/>
              </a:schemeClr>
            </a:solidFill>
            <a:prstDash val="solid"/>
            <a:headEnd type="none" w="med" len="med"/>
            <a:tailEnd type="stealth" w="lg" len="lg"/>
          </a:ln>
        </p:spPr>
      </p:sp>
      <p:sp>
        <p:nvSpPr>
          <p:cNvPr id="25" name="Text Box 4"/>
          <p:cNvSpPr txBox="1"/>
          <p:nvPr/>
        </p:nvSpPr>
        <p:spPr>
          <a:xfrm>
            <a:off x="7877175" y="5081588"/>
            <a:ext cx="792163" cy="646112"/>
          </a:xfrm>
          <a:prstGeom prst="rect">
            <a:avLst/>
          </a:prstGeom>
          <a:solidFill>
            <a:schemeClr val="accent1"/>
          </a:solidFill>
          <a:ln w="57150" cap="flat" cmpd="sng">
            <a:solidFill>
              <a:schemeClr val="tx1"/>
            </a:solidFill>
            <a:prstDash val="solid"/>
            <a:miter/>
            <a:headEnd type="none" w="med" len="med"/>
            <a:tailEnd type="none" w="med" len="med"/>
          </a:ln>
        </p:spPr>
        <p:txBody>
          <a:bodyPr>
            <a:spAutoFit/>
          </a:bodyPr>
          <a:lstStyle>
            <a:lvl1pPr marL="342900" indent="-3429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80000"/>
              <a:buFont typeface="Wingdings" panose="05000000000000000000" pitchFamily="2" charset="2"/>
              <a:buChar char="n"/>
              <a:defRPr sz="3200" b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defRPr>
            </a:lvl1pPr>
            <a:lvl2pPr marL="742950" indent="-28575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Char char="–"/>
              <a:defRPr sz="2800">
                <a:solidFill>
                  <a:schemeClr val="tx1"/>
                </a:solidFill>
                <a:effectLst/>
                <a:latin typeface="+mn-lt"/>
                <a:ea typeface="+mn-ea"/>
              </a:defRPr>
            </a:lvl2pPr>
            <a:lvl3pPr marL="11430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Font typeface="Wingdings" panose="05000000000000000000" pitchFamily="2" charset="2"/>
              <a:buChar char="§"/>
              <a:defRPr sz="2400">
                <a:solidFill>
                  <a:schemeClr val="tx1"/>
                </a:solidFill>
                <a:effectLst/>
                <a:latin typeface="+mn-lt"/>
                <a:ea typeface="+mn-ea"/>
              </a:defRPr>
            </a:lvl3pPr>
            <a:lvl4pPr marL="16002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–"/>
              <a:defRPr sz="2000">
                <a:solidFill>
                  <a:schemeClr val="tx1"/>
                </a:solidFill>
                <a:effectLst/>
                <a:latin typeface="+mn-lt"/>
                <a:ea typeface="+mn-ea"/>
              </a:defRPr>
            </a:lvl4pPr>
            <a:lvl5pPr marL="20574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effectLst/>
                <a:latin typeface="+mn-lt"/>
                <a:ea typeface="+mn-ea"/>
              </a:defRPr>
            </a:lvl5pPr>
          </a:lstStyle>
          <a:p>
            <a:pPr marL="0" lvl="0" indent="0" algn="ctr" eaLnBrk="1" hangingPunct="1">
              <a:spcBef>
                <a:spcPct val="50000"/>
              </a:spcBef>
              <a:buClrTx/>
              <a:buSzTx/>
              <a:buFontTx/>
              <a:buNone/>
            </a:pPr>
            <a:r>
              <a:rPr lang="en-US" altLang="zh-CN" sz="3600" dirty="0">
                <a:solidFill>
                  <a:srgbClr val="FF0000"/>
                </a:solidFill>
              </a:rPr>
              <a:t>6</a:t>
            </a:r>
            <a:endParaRPr lang="en-US" altLang="zh-CN" sz="3600" dirty="0">
              <a:solidFill>
                <a:srgbClr val="FF0000"/>
              </a:solidFill>
            </a:endParaRPr>
          </a:p>
        </p:txBody>
      </p:sp>
      <p:sp>
        <p:nvSpPr>
          <p:cNvPr id="26" name="下箭头 25"/>
          <p:cNvSpPr/>
          <p:nvPr/>
        </p:nvSpPr>
        <p:spPr>
          <a:xfrm>
            <a:off x="6529388" y="4572000"/>
            <a:ext cx="192087" cy="446088"/>
          </a:xfrm>
          <a:prstGeom prst="downArrow">
            <a:avLst>
              <a:gd name="adj1" fmla="val 50000"/>
              <a:gd name="adj2" fmla="val 49994"/>
            </a:avLst>
          </a:prstGeom>
          <a:solidFill>
            <a:srgbClr val="FFFF00"/>
          </a:solidFill>
          <a:ln w="9525">
            <a:noFill/>
          </a:ln>
        </p:spPr>
        <p:txBody>
          <a:bodyPr anchor="ctr" anchorCtr="0">
            <a:spAutoFit/>
          </a:bodyPr>
          <a:lstStyle>
            <a:lvl1pPr marL="342900" indent="-3429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80000"/>
              <a:buFont typeface="Wingdings" panose="05000000000000000000" pitchFamily="2" charset="2"/>
              <a:buChar char="n"/>
              <a:defRPr sz="3200" b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defRPr>
            </a:lvl1pPr>
            <a:lvl2pPr marL="742950" indent="-28575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Char char="–"/>
              <a:defRPr sz="2800">
                <a:solidFill>
                  <a:schemeClr val="tx1"/>
                </a:solidFill>
                <a:effectLst/>
                <a:latin typeface="+mn-lt"/>
                <a:ea typeface="+mn-ea"/>
              </a:defRPr>
            </a:lvl2pPr>
            <a:lvl3pPr marL="11430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Font typeface="Wingdings" panose="05000000000000000000" pitchFamily="2" charset="2"/>
              <a:buChar char="§"/>
              <a:defRPr sz="2400">
                <a:solidFill>
                  <a:schemeClr val="tx1"/>
                </a:solidFill>
                <a:effectLst/>
                <a:latin typeface="+mn-lt"/>
                <a:ea typeface="+mn-ea"/>
              </a:defRPr>
            </a:lvl3pPr>
            <a:lvl4pPr marL="16002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–"/>
              <a:defRPr sz="2000">
                <a:solidFill>
                  <a:schemeClr val="tx1"/>
                </a:solidFill>
                <a:effectLst/>
                <a:latin typeface="+mn-lt"/>
                <a:ea typeface="+mn-ea"/>
              </a:defRPr>
            </a:lvl4pPr>
            <a:lvl5pPr marL="20574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effectLst/>
                <a:latin typeface="+mn-lt"/>
                <a:ea typeface="+mn-ea"/>
              </a:defRPr>
            </a:lvl5pPr>
          </a:lstStyle>
          <a:p>
            <a:pPr marL="0" lvl="0" indent="333375" eaLnBrk="1" hangingPunct="1">
              <a:spcBef>
                <a:spcPct val="0"/>
              </a:spcBef>
              <a:buClrTx/>
              <a:buSzTx/>
              <a:buFontTx/>
              <a:buNone/>
            </a:pPr>
            <a:endParaRPr lang="zh-CN" altLang="en-US" sz="2000" b="1" dirty="0">
              <a:ea typeface="黑体" panose="02010609060101010101" pitchFamily="49" charset="-122"/>
            </a:endParaRPr>
          </a:p>
        </p:txBody>
      </p:sp>
      <p:sp>
        <p:nvSpPr>
          <p:cNvPr id="27" name="下箭头 26"/>
          <p:cNvSpPr/>
          <p:nvPr/>
        </p:nvSpPr>
        <p:spPr>
          <a:xfrm>
            <a:off x="7353300" y="4591050"/>
            <a:ext cx="193675" cy="447675"/>
          </a:xfrm>
          <a:prstGeom prst="downArrow">
            <a:avLst>
              <a:gd name="adj1" fmla="val 50000"/>
              <a:gd name="adj2" fmla="val 49942"/>
            </a:avLst>
          </a:prstGeom>
          <a:solidFill>
            <a:srgbClr val="FFFF00"/>
          </a:solidFill>
          <a:ln w="9525">
            <a:noFill/>
          </a:ln>
        </p:spPr>
        <p:txBody>
          <a:bodyPr anchor="ctr" anchorCtr="0">
            <a:spAutoFit/>
          </a:bodyPr>
          <a:lstStyle>
            <a:lvl1pPr marL="342900" indent="-3429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80000"/>
              <a:buFont typeface="Wingdings" panose="05000000000000000000" pitchFamily="2" charset="2"/>
              <a:buChar char="n"/>
              <a:defRPr sz="3200" b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defRPr>
            </a:lvl1pPr>
            <a:lvl2pPr marL="742950" indent="-28575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Char char="–"/>
              <a:defRPr sz="2800">
                <a:solidFill>
                  <a:schemeClr val="tx1"/>
                </a:solidFill>
                <a:effectLst/>
                <a:latin typeface="+mn-lt"/>
                <a:ea typeface="+mn-ea"/>
              </a:defRPr>
            </a:lvl2pPr>
            <a:lvl3pPr marL="11430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Font typeface="Wingdings" panose="05000000000000000000" pitchFamily="2" charset="2"/>
              <a:buChar char="§"/>
              <a:defRPr sz="2400">
                <a:solidFill>
                  <a:schemeClr val="tx1"/>
                </a:solidFill>
                <a:effectLst/>
                <a:latin typeface="+mn-lt"/>
                <a:ea typeface="+mn-ea"/>
              </a:defRPr>
            </a:lvl3pPr>
            <a:lvl4pPr marL="16002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–"/>
              <a:defRPr sz="2000">
                <a:solidFill>
                  <a:schemeClr val="tx1"/>
                </a:solidFill>
                <a:effectLst/>
                <a:latin typeface="+mn-lt"/>
                <a:ea typeface="+mn-ea"/>
              </a:defRPr>
            </a:lvl4pPr>
            <a:lvl5pPr marL="20574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effectLst/>
                <a:latin typeface="+mn-lt"/>
                <a:ea typeface="+mn-ea"/>
              </a:defRPr>
            </a:lvl5pPr>
          </a:lstStyle>
          <a:p>
            <a:pPr marL="0" lvl="0" indent="333375" eaLnBrk="1" hangingPunct="1">
              <a:spcBef>
                <a:spcPct val="0"/>
              </a:spcBef>
              <a:buClrTx/>
              <a:buSzTx/>
              <a:buFontTx/>
              <a:buNone/>
            </a:pPr>
            <a:endParaRPr lang="zh-CN" altLang="en-US" sz="2000" b="1" dirty="0">
              <a:ea typeface="黑体" panose="02010609060101010101" pitchFamily="49" charset="-122"/>
            </a:endParaRPr>
          </a:p>
        </p:txBody>
      </p:sp>
      <p:sp>
        <p:nvSpPr>
          <p:cNvPr id="28" name="下箭头 27"/>
          <p:cNvSpPr/>
          <p:nvPr/>
        </p:nvSpPr>
        <p:spPr>
          <a:xfrm>
            <a:off x="8177213" y="4591050"/>
            <a:ext cx="193675" cy="447675"/>
          </a:xfrm>
          <a:prstGeom prst="downArrow">
            <a:avLst>
              <a:gd name="adj1" fmla="val 50000"/>
              <a:gd name="adj2" fmla="val 49942"/>
            </a:avLst>
          </a:prstGeom>
          <a:solidFill>
            <a:srgbClr val="FFFF00"/>
          </a:solidFill>
          <a:ln w="9525">
            <a:noFill/>
          </a:ln>
        </p:spPr>
        <p:txBody>
          <a:bodyPr anchor="ctr" anchorCtr="0">
            <a:spAutoFit/>
          </a:bodyPr>
          <a:lstStyle>
            <a:lvl1pPr marL="342900" indent="-3429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80000"/>
              <a:buFont typeface="Wingdings" panose="05000000000000000000" pitchFamily="2" charset="2"/>
              <a:buChar char="n"/>
              <a:defRPr sz="3200" b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defRPr>
            </a:lvl1pPr>
            <a:lvl2pPr marL="742950" indent="-28575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Char char="–"/>
              <a:defRPr sz="2800">
                <a:solidFill>
                  <a:schemeClr val="tx1"/>
                </a:solidFill>
                <a:effectLst/>
                <a:latin typeface="+mn-lt"/>
                <a:ea typeface="+mn-ea"/>
              </a:defRPr>
            </a:lvl2pPr>
            <a:lvl3pPr marL="11430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Font typeface="Wingdings" panose="05000000000000000000" pitchFamily="2" charset="2"/>
              <a:buChar char="§"/>
              <a:defRPr sz="2400">
                <a:solidFill>
                  <a:schemeClr val="tx1"/>
                </a:solidFill>
                <a:effectLst/>
                <a:latin typeface="+mn-lt"/>
                <a:ea typeface="+mn-ea"/>
              </a:defRPr>
            </a:lvl3pPr>
            <a:lvl4pPr marL="16002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–"/>
              <a:defRPr sz="2000">
                <a:solidFill>
                  <a:schemeClr val="tx1"/>
                </a:solidFill>
                <a:effectLst/>
                <a:latin typeface="+mn-lt"/>
                <a:ea typeface="+mn-ea"/>
              </a:defRPr>
            </a:lvl4pPr>
            <a:lvl5pPr marL="20574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effectLst/>
                <a:latin typeface="+mn-lt"/>
                <a:ea typeface="+mn-ea"/>
              </a:defRPr>
            </a:lvl5pPr>
          </a:lstStyle>
          <a:p>
            <a:pPr marL="0" lvl="0" indent="333375" eaLnBrk="1" hangingPunct="1">
              <a:spcBef>
                <a:spcPct val="0"/>
              </a:spcBef>
              <a:buClrTx/>
              <a:buSzTx/>
              <a:buFontTx/>
              <a:buNone/>
            </a:pPr>
            <a:endParaRPr lang="zh-CN" altLang="en-US" sz="2000" b="1" dirty="0">
              <a:ea typeface="黑体" panose="02010609060101010101" pitchFamily="49" charset="-122"/>
            </a:endParaRPr>
          </a:p>
        </p:txBody>
      </p:sp>
      <p:sp>
        <p:nvSpPr>
          <p:cNvPr id="29" name="TextBox 28"/>
          <p:cNvSpPr txBox="1"/>
          <p:nvPr/>
        </p:nvSpPr>
        <p:spPr>
          <a:xfrm>
            <a:off x="6313488" y="4605338"/>
            <a:ext cx="482600" cy="407987"/>
          </a:xfrm>
          <a:prstGeom prst="rect">
            <a:avLst/>
          </a:prstGeom>
          <a:noFill/>
          <a:ln w="9525">
            <a:noFill/>
          </a:ln>
        </p:spPr>
        <p:txBody>
          <a:bodyPr>
            <a:spAutoFit/>
          </a:bodyPr>
          <a:lstStyle>
            <a:lvl1pPr marL="342900" indent="-3429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80000"/>
              <a:buFont typeface="Wingdings" panose="05000000000000000000" pitchFamily="2" charset="2"/>
              <a:buChar char="n"/>
              <a:defRPr sz="3200" b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defRPr>
            </a:lvl1pPr>
            <a:lvl2pPr marL="742950" indent="-28575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Char char="–"/>
              <a:defRPr sz="2800">
                <a:solidFill>
                  <a:schemeClr val="tx1"/>
                </a:solidFill>
                <a:effectLst/>
                <a:latin typeface="+mn-lt"/>
                <a:ea typeface="+mn-ea"/>
              </a:defRPr>
            </a:lvl2pPr>
            <a:lvl3pPr marL="11430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Font typeface="Wingdings" panose="05000000000000000000" pitchFamily="2" charset="2"/>
              <a:buChar char="§"/>
              <a:defRPr sz="2400">
                <a:solidFill>
                  <a:schemeClr val="tx1"/>
                </a:solidFill>
                <a:effectLst/>
                <a:latin typeface="+mn-lt"/>
                <a:ea typeface="+mn-ea"/>
              </a:defRPr>
            </a:lvl3pPr>
            <a:lvl4pPr marL="16002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–"/>
              <a:defRPr sz="2000">
                <a:solidFill>
                  <a:schemeClr val="tx1"/>
                </a:solidFill>
                <a:effectLst/>
                <a:latin typeface="+mn-lt"/>
                <a:ea typeface="+mn-ea"/>
              </a:defRPr>
            </a:lvl4pPr>
            <a:lvl5pPr marL="20574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effectLst/>
                <a:latin typeface="+mn-lt"/>
                <a:ea typeface="+mn-ea"/>
              </a:defRPr>
            </a:lvl5pPr>
          </a:lstStyle>
          <a:p>
            <a:pPr marL="0" lvl="0" indent="0" eaLnBrk="1" hangingPunct="1">
              <a:spcBef>
                <a:spcPct val="0"/>
              </a:spcBef>
              <a:buClrTx/>
              <a:buSzTx/>
              <a:buFontTx/>
              <a:buNone/>
            </a:pPr>
            <a:r>
              <a:rPr lang="en-US" altLang="zh-CN" sz="2000" b="1" dirty="0">
                <a:solidFill>
                  <a:srgbClr val="FFFF00"/>
                </a:solidFill>
                <a:ea typeface="黑体" panose="02010609060101010101" pitchFamily="49" charset="-122"/>
              </a:rPr>
              <a:t>i:</a:t>
            </a:r>
            <a:endParaRPr lang="zh-CN" altLang="en-US" sz="2000" b="1" dirty="0">
              <a:solidFill>
                <a:srgbClr val="FFFF00"/>
              </a:solidFill>
              <a:ea typeface="黑体" panose="02010609060101010101" pitchFamily="49" charset="-122"/>
            </a:endParaRPr>
          </a:p>
        </p:txBody>
      </p:sp>
      <p:sp>
        <p:nvSpPr>
          <p:cNvPr id="30" name="TextBox 29"/>
          <p:cNvSpPr txBox="1"/>
          <p:nvPr/>
        </p:nvSpPr>
        <p:spPr>
          <a:xfrm>
            <a:off x="6234430" y="5757863"/>
            <a:ext cx="482600" cy="407987"/>
          </a:xfrm>
          <a:prstGeom prst="rect">
            <a:avLst/>
          </a:prstGeom>
          <a:noFill/>
          <a:ln w="9525">
            <a:noFill/>
          </a:ln>
        </p:spPr>
        <p:txBody>
          <a:bodyPr>
            <a:spAutoFit/>
          </a:bodyPr>
          <a:lstStyle>
            <a:lvl1pPr marL="342900" indent="-3429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80000"/>
              <a:buFont typeface="Wingdings" panose="05000000000000000000" pitchFamily="2" charset="2"/>
              <a:buChar char="n"/>
              <a:defRPr sz="3200" b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defRPr>
            </a:lvl1pPr>
            <a:lvl2pPr marL="742950" indent="-28575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Char char="–"/>
              <a:defRPr sz="2800">
                <a:solidFill>
                  <a:schemeClr val="tx1"/>
                </a:solidFill>
                <a:effectLst/>
                <a:latin typeface="+mn-lt"/>
                <a:ea typeface="+mn-ea"/>
              </a:defRPr>
            </a:lvl2pPr>
            <a:lvl3pPr marL="11430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Font typeface="Wingdings" panose="05000000000000000000" pitchFamily="2" charset="2"/>
              <a:buChar char="§"/>
              <a:defRPr sz="2400">
                <a:solidFill>
                  <a:schemeClr val="tx1"/>
                </a:solidFill>
                <a:effectLst/>
                <a:latin typeface="+mn-lt"/>
                <a:ea typeface="+mn-ea"/>
              </a:defRPr>
            </a:lvl3pPr>
            <a:lvl4pPr marL="16002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–"/>
              <a:defRPr sz="2000">
                <a:solidFill>
                  <a:schemeClr val="tx1"/>
                </a:solidFill>
                <a:effectLst/>
                <a:latin typeface="+mn-lt"/>
                <a:ea typeface="+mn-ea"/>
              </a:defRPr>
            </a:lvl4pPr>
            <a:lvl5pPr marL="20574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effectLst/>
                <a:latin typeface="+mn-lt"/>
                <a:ea typeface="+mn-ea"/>
              </a:defRPr>
            </a:lvl5pPr>
          </a:lstStyle>
          <a:p>
            <a:pPr marL="0" lvl="0" indent="0" eaLnBrk="1" hangingPunct="1">
              <a:spcBef>
                <a:spcPct val="0"/>
              </a:spcBef>
              <a:buClrTx/>
              <a:buSzTx/>
              <a:buFontTx/>
              <a:buNone/>
            </a:pPr>
            <a:r>
              <a:rPr lang="en-US" altLang="zh-CN" sz="2000" b="1" dirty="0">
                <a:solidFill>
                  <a:schemeClr val="accent6">
                    <a:lumMod val="60000"/>
                    <a:lumOff val="40000"/>
                  </a:schemeClr>
                </a:solidFill>
                <a:ea typeface="黑体" panose="02010609060101010101" pitchFamily="49" charset="-122"/>
              </a:rPr>
              <a:t>j:</a:t>
            </a:r>
            <a:endParaRPr lang="en-US" altLang="zh-CN" sz="2000" b="1" dirty="0">
              <a:solidFill>
                <a:schemeClr val="accent6">
                  <a:lumMod val="60000"/>
                  <a:lumOff val="40000"/>
                </a:schemeClr>
              </a:solidFill>
              <a:ea typeface="黑体" panose="02010609060101010101" pitchFamily="49" charset="-122"/>
            </a:endParaRPr>
          </a:p>
        </p:txBody>
      </p:sp>
      <p:sp>
        <p:nvSpPr>
          <p:cNvPr id="31" name="TextBox 30"/>
          <p:cNvSpPr txBox="1"/>
          <p:nvPr/>
        </p:nvSpPr>
        <p:spPr>
          <a:xfrm>
            <a:off x="6334125" y="6092825"/>
            <a:ext cx="482600" cy="407988"/>
          </a:xfrm>
          <a:prstGeom prst="rect">
            <a:avLst/>
          </a:prstGeom>
          <a:noFill/>
          <a:ln w="9525">
            <a:noFill/>
          </a:ln>
        </p:spPr>
        <p:txBody>
          <a:bodyPr>
            <a:spAutoFit/>
          </a:bodyPr>
          <a:lstStyle>
            <a:lvl1pPr marL="342900" indent="-3429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80000"/>
              <a:buFont typeface="Wingdings" panose="05000000000000000000" pitchFamily="2" charset="2"/>
              <a:buChar char="n"/>
              <a:defRPr sz="3200" b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defRPr>
            </a:lvl1pPr>
            <a:lvl2pPr marL="742950" indent="-28575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Char char="–"/>
              <a:defRPr sz="2800">
                <a:solidFill>
                  <a:schemeClr val="tx1"/>
                </a:solidFill>
                <a:effectLst/>
                <a:latin typeface="+mn-lt"/>
                <a:ea typeface="+mn-ea"/>
              </a:defRPr>
            </a:lvl2pPr>
            <a:lvl3pPr marL="11430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Font typeface="Wingdings" panose="05000000000000000000" pitchFamily="2" charset="2"/>
              <a:buChar char="§"/>
              <a:defRPr sz="2400">
                <a:solidFill>
                  <a:schemeClr val="tx1"/>
                </a:solidFill>
                <a:effectLst/>
                <a:latin typeface="+mn-lt"/>
                <a:ea typeface="+mn-ea"/>
              </a:defRPr>
            </a:lvl3pPr>
            <a:lvl4pPr marL="16002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–"/>
              <a:defRPr sz="2000">
                <a:solidFill>
                  <a:schemeClr val="tx1"/>
                </a:solidFill>
                <a:effectLst/>
                <a:latin typeface="+mn-lt"/>
                <a:ea typeface="+mn-ea"/>
              </a:defRPr>
            </a:lvl4pPr>
            <a:lvl5pPr marL="20574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effectLst/>
                <a:latin typeface="+mn-lt"/>
                <a:ea typeface="+mn-ea"/>
              </a:defRPr>
            </a:lvl5pPr>
          </a:lstStyle>
          <a:p>
            <a:pPr marL="0" lvl="0" indent="0" eaLnBrk="1" hangingPunct="1">
              <a:spcBef>
                <a:spcPct val="0"/>
              </a:spcBef>
              <a:buClrTx/>
              <a:buSzTx/>
              <a:buFontTx/>
              <a:buNone/>
            </a:pPr>
            <a:r>
              <a:rPr lang="en-US" altLang="zh-CN" sz="2000" b="1" dirty="0">
                <a:ea typeface="黑体" panose="02010609060101010101" pitchFamily="49" charset="-122"/>
              </a:rPr>
              <a:t>k:</a:t>
            </a:r>
            <a:endParaRPr lang="zh-CN" altLang="en-US" sz="2000" b="1" dirty="0">
              <a:ea typeface="黑体" panose="02010609060101010101" pitchFamily="49" charset="-122"/>
            </a:endParaRPr>
          </a:p>
        </p:txBody>
      </p:sp>
    </p:spTree>
  </p:cSld>
  <p:clrMapOvr>
    <a:masterClrMapping/>
  </p:clrMapOvr>
  <p:transition spd="slow"/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1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7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3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5" fill="hold">
                      <p:stCondLst>
                        <p:cond delay="indefinite"/>
                      </p:stCondLst>
                      <p:childTnLst>
                        <p:par>
                          <p:cTn id="26" fill="hold">
                            <p:stCondLst>
                              <p:cond delay="0"/>
                            </p:stCondLst>
                            <p:childTnLst>
                              <p:par>
                                <p:cTn id="27" presetID="1" presetClass="exit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9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1" fill="hold">
                      <p:stCondLst>
                        <p:cond delay="indefinite"/>
                      </p:stCondLst>
                      <p:childTnLst>
                        <p:par>
                          <p:cTn id="32" fill="hold">
                            <p:stCondLst>
                              <p:cond delay="0"/>
                            </p:stCondLst>
                            <p:childTnLst>
                              <p:par>
                                <p:cTn id="33" presetID="1" presetClass="exit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5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7" fill="hold">
                      <p:stCondLst>
                        <p:cond delay="indefinite"/>
                      </p:stCondLst>
                      <p:childTnLst>
                        <p:par>
                          <p:cTn id="38" fill="hold">
                            <p:stCondLst>
                              <p:cond delay="0"/>
                            </p:stCondLst>
                            <p:childTnLst>
                              <p:par>
                                <p:cTn id="39" presetID="1" presetClass="exit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41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3" fill="hold">
                      <p:stCondLst>
                        <p:cond delay="indefinite"/>
                      </p:stCondLst>
                      <p:childTnLst>
                        <p:par>
                          <p:cTn id="44" fill="hold">
                            <p:stCondLst>
                              <p:cond delay="0"/>
                            </p:stCondLst>
                            <p:childTnLst>
                              <p:par>
                                <p:cTn id="45" presetID="1" presetClass="exit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47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9" fill="hold">
                      <p:stCondLst>
                        <p:cond delay="indefinite"/>
                      </p:stCondLst>
                      <p:childTnLst>
                        <p:par>
                          <p:cTn id="50" fill="hold">
                            <p:stCondLst>
                              <p:cond delay="0"/>
                            </p:stCondLst>
                            <p:childTnLst>
                              <p:par>
                                <p:cTn id="51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3" fill="hold">
                      <p:stCondLst>
                        <p:cond delay="indefinite"/>
                      </p:stCondLst>
                      <p:childTnLst>
                        <p:par>
                          <p:cTn id="54" fill="hold">
                            <p:stCondLst>
                              <p:cond delay="0"/>
                            </p:stCondLst>
                            <p:childTnLst>
                              <p:par>
                                <p:cTn id="5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7" fill="hold">
                      <p:stCondLst>
                        <p:cond delay="indefinite"/>
                      </p:stCondLst>
                      <p:childTnLst>
                        <p:par>
                          <p:cTn id="58" fill="hold">
                            <p:stCondLst>
                              <p:cond delay="0"/>
                            </p:stCondLst>
                            <p:childTnLst>
                              <p:par>
                                <p:cTn id="59" presetID="1" presetClass="exit" presetSubtype="0" fill="hold" grpId="1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61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3" fill="hold">
                      <p:stCondLst>
                        <p:cond delay="indefinite"/>
                      </p:stCondLst>
                      <p:childTnLst>
                        <p:par>
                          <p:cTn id="64" fill="hold">
                            <p:stCondLst>
                              <p:cond delay="0"/>
                            </p:stCondLst>
                            <p:childTnLst>
                              <p:par>
                                <p:cTn id="65" presetID="16" presetClass="entr" presetSubtype="21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arn(inVertical)">
                                      <p:cBhvr>
                                        <p:cTn id="67" dur="50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8" fill="hold">
                      <p:stCondLst>
                        <p:cond delay="indefinite"/>
                      </p:stCondLst>
                      <p:childTnLst>
                        <p:par>
                          <p:cTn id="69" fill="hold">
                            <p:stCondLst>
                              <p:cond delay="0"/>
                            </p:stCondLst>
                            <p:childTnLst>
                              <p:par>
                                <p:cTn id="70" presetID="1" presetClass="exit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2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4" fill="hold">
                      <p:stCondLst>
                        <p:cond delay="indefinite"/>
                      </p:stCondLst>
                      <p:childTnLst>
                        <p:par>
                          <p:cTn id="75" fill="hold">
                            <p:stCondLst>
                              <p:cond delay="0"/>
                            </p:stCondLst>
                            <p:childTnLst>
                              <p:par>
                                <p:cTn id="76" presetID="1" presetClass="exit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8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0" fill="hold">
                      <p:stCondLst>
                        <p:cond delay="indefinite"/>
                      </p:stCondLst>
                      <p:childTnLst>
                        <p:par>
                          <p:cTn id="81" fill="hold">
                            <p:stCondLst>
                              <p:cond delay="0"/>
                            </p:stCondLst>
                            <p:childTnLst>
                              <p:par>
                                <p:cTn id="82" presetID="1" presetClass="exit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84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6" fill="hold">
                      <p:stCondLst>
                        <p:cond delay="indefinite"/>
                      </p:stCondLst>
                      <p:childTnLst>
                        <p:par>
                          <p:cTn id="87" fill="hold">
                            <p:stCondLst>
                              <p:cond delay="0"/>
                            </p:stCondLst>
                            <p:childTnLst>
                              <p:par>
                                <p:cTn id="88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0" fill="hold">
                      <p:stCondLst>
                        <p:cond delay="indefinite"/>
                      </p:stCondLst>
                      <p:childTnLst>
                        <p:par>
                          <p:cTn id="91" fill="hold">
                            <p:stCondLst>
                              <p:cond delay="0"/>
                            </p:stCondLst>
                            <p:childTnLst>
                              <p:par>
                                <p:cTn id="92" presetID="1" presetClass="exit" presetSubtype="0" fill="hold" grpId="1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94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6" fill="hold">
                      <p:stCondLst>
                        <p:cond delay="indefinite"/>
                      </p:stCondLst>
                      <p:childTnLst>
                        <p:par>
                          <p:cTn id="97" fill="hold">
                            <p:stCondLst>
                              <p:cond delay="0"/>
                            </p:stCondLst>
                            <p:childTnLst>
                              <p:par>
                                <p:cTn id="98" presetID="1" presetClass="exit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00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02" fill="hold">
                      <p:stCondLst>
                        <p:cond delay="indefinite"/>
                      </p:stCondLst>
                      <p:childTnLst>
                        <p:par>
                          <p:cTn id="103" fill="hold">
                            <p:stCondLst>
                              <p:cond delay="0"/>
                            </p:stCondLst>
                            <p:childTnLst>
                              <p:par>
                                <p:cTn id="104" presetID="1" presetClass="exit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06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08" fill="hold">
                      <p:stCondLst>
                        <p:cond delay="indefinite"/>
                      </p:stCondLst>
                      <p:childTnLst>
                        <p:par>
                          <p:cTn id="109" fill="hold">
                            <p:stCondLst>
                              <p:cond delay="0"/>
                            </p:stCondLst>
                            <p:childTnLst>
                              <p:par>
                                <p:cTn id="110" presetID="1" presetClass="exit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12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4" fill="hold">
                      <p:stCondLst>
                        <p:cond delay="indefinite"/>
                      </p:stCondLst>
                      <p:childTnLst>
                        <p:par>
                          <p:cTn id="115" fill="hold">
                            <p:stCondLst>
                              <p:cond delay="0"/>
                            </p:stCondLst>
                            <p:childTnLst>
                              <p:par>
                                <p:cTn id="116" presetID="1" presetClass="exit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18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20" fill="hold">
                      <p:stCondLst>
                        <p:cond delay="indefinite"/>
                      </p:stCondLst>
                      <p:childTnLst>
                        <p:par>
                          <p:cTn id="121" fill="hold">
                            <p:stCondLst>
                              <p:cond delay="0"/>
                            </p:stCondLst>
                            <p:childTnLst>
                              <p:par>
                                <p:cTn id="122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24" fill="hold">
                      <p:stCondLst>
                        <p:cond delay="indefinite"/>
                      </p:stCondLst>
                      <p:childTnLst>
                        <p:par>
                          <p:cTn id="125" fill="hold">
                            <p:stCondLst>
                              <p:cond delay="0"/>
                            </p:stCondLst>
                            <p:childTnLst>
                              <p:par>
                                <p:cTn id="126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28" fill="hold">
                      <p:stCondLst>
                        <p:cond delay="indefinite"/>
                      </p:stCondLst>
                      <p:childTnLst>
                        <p:par>
                          <p:cTn id="129" fill="hold">
                            <p:stCondLst>
                              <p:cond delay="0"/>
                            </p:stCondLst>
                            <p:childTnLst>
                              <p:par>
                                <p:cTn id="130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7044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32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3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7044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34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3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7044">
                                            <p:txEl>
                                              <p:pRg st="9" end="9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36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3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7044">
                                            <p:txEl>
                                              <p:pRg st="10" end="1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38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3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7044">
                                            <p:txEl>
                                              <p:pRg st="11" end="1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40" fill="hold">
                      <p:stCondLst>
                        <p:cond delay="indefinite"/>
                      </p:stCondLst>
                      <p:childTnLst>
                        <p:par>
                          <p:cTn id="141" fill="hold">
                            <p:stCondLst>
                              <p:cond delay="0"/>
                            </p:stCondLst>
                            <p:childTnLst>
                              <p:par>
                                <p:cTn id="142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7044">
                                            <p:txEl>
                                              <p:pRg st="12" end="1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44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7044">
                                            <p:txEl>
                                              <p:pRg st="13" end="1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46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7044">
                                            <p:txEl>
                                              <p:pRg st="14" end="1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48" fill="hold">
                      <p:stCondLst>
                        <p:cond delay="indefinite"/>
                      </p:stCondLst>
                      <p:childTnLst>
                        <p:par>
                          <p:cTn id="149" fill="hold">
                            <p:stCondLst>
                              <p:cond delay="0"/>
                            </p:stCondLst>
                            <p:childTnLst>
                              <p:par>
                                <p:cTn id="150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5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710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9" grpId="0" animBg="1"/>
      <p:bldP spid="20" grpId="0" animBg="1"/>
      <p:bldP spid="22" grpId="0" animBg="1"/>
      <p:bldP spid="23" grpId="0" animBg="1"/>
      <p:bldP spid="25" grpId="0" animBg="1"/>
      <p:bldP spid="26" grpId="0" animBg="1"/>
      <p:bldP spid="26" grpId="1" animBg="1"/>
      <p:bldP spid="27" grpId="0" animBg="1"/>
      <p:bldP spid="27" grpId="1" animBg="1"/>
      <p:bldP spid="28" grpId="0" animBg="1"/>
      <p:bldP spid="29" grpId="0"/>
      <p:bldP spid="30" grpId="0"/>
      <p:bldP spid="31" grpId="0"/>
      <p:bldP spid="47107" grpId="0" bldLvl="0" animBg="1"/>
      <p:bldP spid="47107" grpId="1" animBg="1"/>
    </p:bldLst>
  </p:timing>
</p:sld>
</file>

<file path=ppt/slides/slide4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6" name="灯片编号占位符 3"/>
          <p:cNvSpPr txBox="1">
            <a:spLocks noGrp="1"/>
          </p:cNvSpPr>
          <p:nvPr>
            <p:ph type="sldNum" sz="quarter" idx="4"/>
          </p:nvPr>
        </p:nvSpPr>
        <p:spPr bwMode="auto"/>
        <p:txBody>
          <a:bodyPr wrap="square" lIns="91440" tIns="45720" rIns="91440" bIns="45720" numCol="1" anchor="b" anchorCtr="0" compatLnSpc="1"/>
          <a:lstStyle>
            <a:lvl1pPr eaLnBrk="0" hangingPunct="0">
              <a:defRPr sz="2000" b="1">
                <a:solidFill>
                  <a:schemeClr val="tx1"/>
                </a:solidFill>
                <a:latin typeface="Tahoma" panose="020B0604030504040204" pitchFamily="34" charset="0"/>
                <a:ea typeface="黑体" panose="02010609060101010101" pitchFamily="49" charset="-122"/>
              </a:defRPr>
            </a:lvl1pPr>
            <a:lvl2pPr marL="742950" indent="-285750" eaLnBrk="0" hangingPunct="0">
              <a:defRPr sz="2000" b="1">
                <a:solidFill>
                  <a:schemeClr val="tx1"/>
                </a:solidFill>
                <a:latin typeface="Tahoma" panose="020B0604030504040204" pitchFamily="34" charset="0"/>
                <a:ea typeface="黑体" panose="02010609060101010101" pitchFamily="49" charset="-122"/>
              </a:defRPr>
            </a:lvl2pPr>
            <a:lvl3pPr marL="1143000" indent="-228600" eaLnBrk="0" hangingPunct="0">
              <a:defRPr sz="2000" b="1">
                <a:solidFill>
                  <a:schemeClr val="tx1"/>
                </a:solidFill>
                <a:latin typeface="Tahoma" panose="020B0604030504040204" pitchFamily="34" charset="0"/>
                <a:ea typeface="黑体" panose="02010609060101010101" pitchFamily="49" charset="-122"/>
              </a:defRPr>
            </a:lvl3pPr>
            <a:lvl4pPr marL="1600200" indent="-228600" eaLnBrk="0" hangingPunct="0">
              <a:defRPr sz="2000" b="1">
                <a:solidFill>
                  <a:schemeClr val="tx1"/>
                </a:solidFill>
                <a:latin typeface="Tahoma" panose="020B0604030504040204" pitchFamily="34" charset="0"/>
                <a:ea typeface="黑体" panose="02010609060101010101" pitchFamily="49" charset="-122"/>
              </a:defRPr>
            </a:lvl4pPr>
            <a:lvl5pPr marL="2057400" indent="-228600" eaLnBrk="0" hangingPunct="0">
              <a:defRPr sz="2000" b="1">
                <a:solidFill>
                  <a:schemeClr val="tx1"/>
                </a:solidFill>
                <a:latin typeface="Tahoma" panose="020B0604030504040204" pitchFamily="34" charset="0"/>
                <a:ea typeface="黑体" panose="02010609060101010101" pitchFamily="49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000" b="1">
                <a:solidFill>
                  <a:schemeClr val="tx1"/>
                </a:solidFill>
                <a:latin typeface="Tahoma" panose="020B0604030504040204" pitchFamily="34" charset="0"/>
                <a:ea typeface="黑体" panose="02010609060101010101" pitchFamily="49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000" b="1">
                <a:solidFill>
                  <a:schemeClr val="tx1"/>
                </a:solidFill>
                <a:latin typeface="Tahoma" panose="020B0604030504040204" pitchFamily="34" charset="0"/>
                <a:ea typeface="黑体" panose="02010609060101010101" pitchFamily="49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000" b="1">
                <a:solidFill>
                  <a:schemeClr val="tx1"/>
                </a:solidFill>
                <a:latin typeface="Tahoma" panose="020B0604030504040204" pitchFamily="34" charset="0"/>
                <a:ea typeface="黑体" panose="02010609060101010101" pitchFamily="49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000" b="1">
                <a:solidFill>
                  <a:schemeClr val="tx1"/>
                </a:solidFill>
                <a:latin typeface="Tahoma" panose="020B0604030504040204" pitchFamily="34" charset="0"/>
                <a:ea typeface="黑体" panose="02010609060101010101" pitchFamily="49" charset="-122"/>
              </a:defRPr>
            </a:lvl9pPr>
          </a:lstStyle>
          <a:p>
            <a:pPr marL="0" marR="0" lvl="0" indent="0" algn="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fld id="{D827B103-95A3-498A-AD57-CF336E5F4DFB}" type="slidenum">
              <a:rPr kumimoji="0" lang="en-US" altLang="zh-CN" sz="1200" b="0" i="0" u="none" strike="noStrike" kern="1200" cap="none" spc="0" normalizeH="0" baseline="0" noProof="0">
                <a:ln>
                  <a:noFill/>
                </a:ln>
                <a:solidFill>
                  <a:schemeClr val="tx1"/>
                </a:solidFill>
                <a:effectLst>
                  <a:outerShdw blurRad="38100" dist="38100" dir="2700000" algn="tl">
                    <a:srgbClr val="000000"/>
                  </a:outerShdw>
                </a:effectLst>
                <a:uLnTx/>
                <a:uFillTx/>
                <a:latin typeface="Tahoma" panose="020B0604030504040204" pitchFamily="34" charset="0"/>
                <a:ea typeface="宋体" panose="02010600030101010101" pitchFamily="2" charset="-122"/>
                <a:cs typeface="+mn-cs"/>
              </a:rPr>
            </a:fld>
            <a:endParaRPr kumimoji="0" lang="en-US" altLang="zh-CN" sz="1200" b="0" i="0" u="none" strike="noStrike" kern="1200" cap="none" spc="0" normalizeH="0" baseline="0" noProof="0">
              <a:ln>
                <a:noFill/>
              </a:ln>
              <a:solidFill>
                <a:schemeClr val="tx1"/>
              </a:solidFill>
              <a:effectLst>
                <a:outerShdw blurRad="38100" dist="38100" dir="2700000" algn="tl">
                  <a:srgbClr val="000000"/>
                </a:outerShdw>
              </a:effectLst>
              <a:uLnTx/>
              <a:uFillTx/>
              <a:latin typeface="Tahoma" panose="020B0604030504040204" pitchFamily="34" charset="0"/>
              <a:ea typeface="宋体" panose="02010600030101010101" pitchFamily="2" charset="-122"/>
              <a:cs typeface="+mn-cs"/>
            </a:endParaRPr>
          </a:p>
        </p:txBody>
      </p:sp>
      <p:sp>
        <p:nvSpPr>
          <p:cNvPr id="46083" name="Rectangle 3"/>
          <p:cNvSpPr/>
          <p:nvPr/>
        </p:nvSpPr>
        <p:spPr>
          <a:xfrm>
            <a:off x="685800" y="180975"/>
            <a:ext cx="6732588" cy="3476625"/>
          </a:xfrm>
          <a:prstGeom prst="rect">
            <a:avLst/>
          </a:prstGeom>
          <a:noFill/>
          <a:ln w="9525">
            <a:noFill/>
          </a:ln>
        </p:spPr>
        <p:txBody>
          <a:bodyPr anchor="ctr" anchorCtr="0">
            <a:spAutoFit/>
          </a:bodyPr>
          <a:lstStyle>
            <a:lvl1pPr marL="342900" indent="-3429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80000"/>
              <a:buFont typeface="Wingdings" panose="05000000000000000000" pitchFamily="2" charset="2"/>
              <a:buChar char="n"/>
              <a:defRPr sz="3200" b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defRPr>
            </a:lvl1pPr>
            <a:lvl2pPr marL="742950" indent="-28575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Char char="–"/>
              <a:defRPr sz="2800">
                <a:solidFill>
                  <a:schemeClr val="tx1"/>
                </a:solidFill>
                <a:effectLst/>
                <a:latin typeface="+mn-lt"/>
                <a:ea typeface="+mn-ea"/>
              </a:defRPr>
            </a:lvl2pPr>
            <a:lvl3pPr marL="11430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Font typeface="Wingdings" panose="05000000000000000000" pitchFamily="2" charset="2"/>
              <a:buChar char="§"/>
              <a:defRPr sz="2400">
                <a:solidFill>
                  <a:schemeClr val="tx1"/>
                </a:solidFill>
                <a:effectLst/>
                <a:latin typeface="+mn-lt"/>
                <a:ea typeface="+mn-ea"/>
              </a:defRPr>
            </a:lvl3pPr>
            <a:lvl4pPr marL="16002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–"/>
              <a:defRPr sz="2000">
                <a:solidFill>
                  <a:schemeClr val="tx1"/>
                </a:solidFill>
                <a:effectLst/>
                <a:latin typeface="+mn-lt"/>
                <a:ea typeface="+mn-ea"/>
              </a:defRPr>
            </a:lvl4pPr>
            <a:lvl5pPr marL="20574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effectLst/>
                <a:latin typeface="+mn-lt"/>
                <a:ea typeface="+mn-ea"/>
              </a:defRPr>
            </a:lvl5pPr>
          </a:lstStyle>
          <a:p>
            <a:pPr marL="0" lvl="0" indent="184150" eaLnBrk="1" hangingPunct="1">
              <a:spcBef>
                <a:spcPct val="0"/>
              </a:spcBef>
              <a:buClrTx/>
              <a:buSzTx/>
              <a:buFontTx/>
              <a:buNone/>
            </a:pPr>
            <a:r>
              <a:rPr lang="pt-BR" altLang="zh-CN" sz="2800" b="1" dirty="0">
                <a:ea typeface="黑体" panose="02010609060101010101" pitchFamily="49" charset="-122"/>
              </a:rPr>
              <a:t>printf(“\nAnswer:\n”);</a:t>
            </a:r>
            <a:r>
              <a:rPr lang="pt-BR" altLang="zh-CN" sz="1000" b="1" dirty="0">
                <a:ea typeface="黑体" panose="02010609060101010101" pitchFamily="49" charset="-122"/>
              </a:rPr>
              <a:t>	  // </a:t>
            </a:r>
            <a:r>
              <a:rPr lang="zh-CN" altLang="pt-BR" sz="1000" b="1" dirty="0">
                <a:ea typeface="黑体" panose="02010609060101010101" pitchFamily="49" charset="-122"/>
              </a:rPr>
              <a:t>输出</a:t>
            </a:r>
            <a:endParaRPr lang="zh-CN" altLang="pt-BR" sz="1000" b="1" dirty="0">
              <a:ea typeface="黑体" panose="02010609060101010101" pitchFamily="49" charset="-122"/>
            </a:endParaRPr>
          </a:p>
          <a:p>
            <a:pPr marL="0" lvl="0" indent="184150" eaLnBrk="1" hangingPunct="1">
              <a:spcBef>
                <a:spcPct val="0"/>
              </a:spcBef>
              <a:buClrTx/>
              <a:buSzTx/>
              <a:buFontTx/>
              <a:buNone/>
            </a:pPr>
            <a:r>
              <a:rPr lang="zh-CN" altLang="pt-BR" sz="2800" b="1" dirty="0">
                <a:ea typeface="黑体" panose="02010609060101010101" pitchFamily="49" charset="-122"/>
              </a:rPr>
              <a:t>        </a:t>
            </a:r>
            <a:r>
              <a:rPr lang="pt-BR" altLang="zh-CN" sz="2800" b="1" dirty="0">
                <a:solidFill>
                  <a:srgbClr val="FFFF66"/>
                </a:solidFill>
                <a:ea typeface="黑体" panose="02010609060101010101" pitchFamily="49" charset="-122"/>
              </a:rPr>
              <a:t>for ( i=0 ; i&lt;M ; i++ ){</a:t>
            </a:r>
            <a:endParaRPr lang="pt-BR" altLang="zh-CN" sz="2800" b="1" dirty="0">
              <a:solidFill>
                <a:srgbClr val="FFFF66"/>
              </a:solidFill>
              <a:ea typeface="黑体" panose="02010609060101010101" pitchFamily="49" charset="-122"/>
            </a:endParaRPr>
          </a:p>
          <a:p>
            <a:pPr marL="0" lvl="0" indent="184150" eaLnBrk="1" hangingPunct="1">
              <a:spcBef>
                <a:spcPct val="0"/>
              </a:spcBef>
              <a:buClrTx/>
              <a:buSzTx/>
              <a:buFontTx/>
              <a:buNone/>
            </a:pPr>
            <a:r>
              <a:rPr lang="pt-BR" altLang="zh-CN" sz="2800" b="1" dirty="0">
                <a:ea typeface="黑体" panose="02010609060101010101" pitchFamily="49" charset="-122"/>
              </a:rPr>
              <a:t>		if ( i%</a:t>
            </a:r>
            <a:r>
              <a:rPr lang="en-US" altLang="zh-CN" sz="2800" b="1" dirty="0">
                <a:ea typeface="黑体" panose="02010609060101010101" pitchFamily="49" charset="-122"/>
              </a:rPr>
              <a:t>5</a:t>
            </a:r>
            <a:r>
              <a:rPr lang="pt-BR" altLang="zh-CN" sz="2800" b="1" dirty="0">
                <a:ea typeface="黑体" panose="02010609060101010101" pitchFamily="49" charset="-122"/>
              </a:rPr>
              <a:t> == 0)</a:t>
            </a:r>
            <a:endParaRPr lang="pt-BR" altLang="zh-CN" sz="2800" b="1" dirty="0">
              <a:ea typeface="黑体" panose="02010609060101010101" pitchFamily="49" charset="-122"/>
            </a:endParaRPr>
          </a:p>
          <a:p>
            <a:pPr marL="0" lvl="0" indent="184150" eaLnBrk="1" hangingPunct="1">
              <a:spcBef>
                <a:spcPct val="0"/>
              </a:spcBef>
              <a:buClrTx/>
              <a:buSzTx/>
              <a:buFontTx/>
              <a:buNone/>
            </a:pPr>
            <a:r>
              <a:rPr lang="pt-BR" altLang="zh-CN" sz="2800" b="1" dirty="0">
                <a:ea typeface="黑体" panose="02010609060101010101" pitchFamily="49" charset="-122"/>
              </a:rPr>
              <a:t>			printf(“\n”); </a:t>
            </a:r>
            <a:endParaRPr lang="pt-BR" altLang="zh-CN" sz="2800" b="1" dirty="0">
              <a:ea typeface="黑体" panose="02010609060101010101" pitchFamily="49" charset="-122"/>
            </a:endParaRPr>
          </a:p>
          <a:p>
            <a:pPr marL="0" lvl="0" indent="184150" eaLnBrk="1" hangingPunct="1">
              <a:spcBef>
                <a:spcPct val="0"/>
              </a:spcBef>
              <a:buClrTx/>
              <a:buSzTx/>
              <a:buFontTx/>
              <a:buNone/>
            </a:pPr>
            <a:r>
              <a:rPr lang="pt-BR" altLang="zh-CN" sz="2800" b="1" dirty="0">
                <a:ea typeface="黑体" panose="02010609060101010101" pitchFamily="49" charset="-122"/>
              </a:rPr>
              <a:t>		</a:t>
            </a:r>
            <a:r>
              <a:rPr lang="pt-BR" altLang="zh-CN" sz="2800" b="1" dirty="0">
                <a:solidFill>
                  <a:srgbClr val="FFFF66"/>
                </a:solidFill>
                <a:ea typeface="黑体" panose="02010609060101010101" pitchFamily="49" charset="-122"/>
              </a:rPr>
              <a:t>printf(“%6d”,a[i] );</a:t>
            </a:r>
            <a:endParaRPr lang="pt-BR" altLang="zh-CN" sz="2800" b="1" dirty="0">
              <a:solidFill>
                <a:srgbClr val="FFFF66"/>
              </a:solidFill>
              <a:ea typeface="黑体" panose="02010609060101010101" pitchFamily="49" charset="-122"/>
            </a:endParaRPr>
          </a:p>
          <a:p>
            <a:pPr marL="0" lvl="0" indent="184150" eaLnBrk="1" hangingPunct="1">
              <a:spcBef>
                <a:spcPct val="0"/>
              </a:spcBef>
              <a:buClrTx/>
              <a:buSzTx/>
              <a:buFontTx/>
              <a:buNone/>
            </a:pPr>
            <a:r>
              <a:rPr lang="pt-BR" altLang="zh-CN" sz="2800" b="1" dirty="0">
                <a:solidFill>
                  <a:srgbClr val="FFFF66"/>
                </a:solidFill>
                <a:ea typeface="黑体" panose="02010609060101010101" pitchFamily="49" charset="-122"/>
              </a:rPr>
              <a:t>        </a:t>
            </a:r>
            <a:r>
              <a:rPr lang="en-US" altLang="zh-CN" sz="2800" b="1" dirty="0">
                <a:solidFill>
                  <a:srgbClr val="FFFF66"/>
                </a:solidFill>
                <a:ea typeface="黑体" panose="02010609060101010101" pitchFamily="49" charset="-122"/>
              </a:rPr>
              <a:t>}</a:t>
            </a:r>
            <a:endParaRPr lang="en-US" altLang="zh-CN" sz="2800" b="1" dirty="0">
              <a:solidFill>
                <a:srgbClr val="FFFF66"/>
              </a:solidFill>
              <a:ea typeface="黑体" panose="02010609060101010101" pitchFamily="49" charset="-122"/>
            </a:endParaRPr>
          </a:p>
          <a:p>
            <a:pPr marL="0" lvl="0" indent="184150" eaLnBrk="1" hangingPunct="1">
              <a:spcBef>
                <a:spcPct val="0"/>
              </a:spcBef>
              <a:buClrTx/>
              <a:buSzTx/>
              <a:buFontTx/>
              <a:buNone/>
            </a:pPr>
            <a:r>
              <a:rPr lang="en-US" altLang="zh-CN" sz="2800" b="1" dirty="0">
                <a:ea typeface="黑体" panose="02010609060101010101" pitchFamily="49" charset="-122"/>
              </a:rPr>
              <a:t>        printf(“\n”); </a:t>
            </a:r>
            <a:endParaRPr lang="en-US" altLang="zh-CN" sz="2800" b="1" dirty="0">
              <a:ea typeface="黑体" panose="02010609060101010101" pitchFamily="49" charset="-122"/>
            </a:endParaRPr>
          </a:p>
          <a:p>
            <a:pPr marL="0" lvl="0" indent="184150" eaLnBrk="1" hangingPunct="1">
              <a:spcBef>
                <a:spcPct val="0"/>
              </a:spcBef>
              <a:buClrTx/>
              <a:buSzTx/>
              <a:buFontTx/>
              <a:buNone/>
            </a:pPr>
            <a:r>
              <a:rPr lang="en-US" altLang="zh-CN" sz="2400" b="1" dirty="0">
                <a:solidFill>
                  <a:schemeClr val="accent6">
                    <a:lumMod val="60000"/>
                    <a:lumOff val="40000"/>
                  </a:schemeClr>
                </a:solidFill>
                <a:ea typeface="黑体" panose="02010609060101010101" pitchFamily="49" charset="-122"/>
              </a:rPr>
              <a:t>}</a:t>
            </a:r>
            <a:endParaRPr lang="en-US" altLang="zh-CN" sz="2400" b="1" dirty="0">
              <a:solidFill>
                <a:schemeClr val="accent6">
                  <a:lumMod val="60000"/>
                  <a:lumOff val="40000"/>
                </a:schemeClr>
              </a:solidFill>
              <a:ea typeface="黑体" panose="02010609060101010101" pitchFamily="49" charset="-122"/>
            </a:endParaRPr>
          </a:p>
        </p:txBody>
      </p:sp>
      <p:sp>
        <p:nvSpPr>
          <p:cNvPr id="46085" name="AutoShape 5">
            <a:hlinkClick r:id="rId1" action="ppaction://hlinksldjump"/>
          </p:cNvPr>
          <p:cNvSpPr/>
          <p:nvPr/>
        </p:nvSpPr>
        <p:spPr>
          <a:xfrm>
            <a:off x="11582400" y="5961063"/>
            <a:ext cx="503238" cy="358775"/>
          </a:xfrm>
          <a:prstGeom prst="leftArrow">
            <a:avLst>
              <a:gd name="adj1" fmla="val 50000"/>
              <a:gd name="adj2" fmla="val 35066"/>
            </a:avLst>
          </a:prstGeom>
          <a:solidFill>
            <a:schemeClr val="accent1"/>
          </a:solidFill>
          <a:ln w="9525" cap="flat" cmpd="sng">
            <a:solidFill>
              <a:schemeClr val="accent1"/>
            </a:solidFill>
            <a:prstDash val="solid"/>
            <a:miter/>
            <a:headEnd type="none" w="med" len="med"/>
            <a:tailEnd type="none" w="med" len="med"/>
          </a:ln>
        </p:spPr>
        <p:txBody>
          <a:bodyPr wrap="none" anchor="ctr" anchorCtr="0"/>
          <a:lstStyle>
            <a:lvl1pPr marL="342900" indent="-3429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80000"/>
              <a:buFont typeface="Wingdings" panose="05000000000000000000" pitchFamily="2" charset="2"/>
              <a:buChar char="n"/>
              <a:defRPr sz="3200" b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defRPr>
            </a:lvl1pPr>
            <a:lvl2pPr marL="742950" indent="-28575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Char char="–"/>
              <a:defRPr sz="2800">
                <a:solidFill>
                  <a:schemeClr val="tx1"/>
                </a:solidFill>
                <a:effectLst/>
                <a:latin typeface="+mn-lt"/>
                <a:ea typeface="+mn-ea"/>
              </a:defRPr>
            </a:lvl2pPr>
            <a:lvl3pPr marL="11430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Font typeface="Wingdings" panose="05000000000000000000" pitchFamily="2" charset="2"/>
              <a:buChar char="§"/>
              <a:defRPr sz="2400">
                <a:solidFill>
                  <a:schemeClr val="tx1"/>
                </a:solidFill>
                <a:effectLst/>
                <a:latin typeface="+mn-lt"/>
                <a:ea typeface="+mn-ea"/>
              </a:defRPr>
            </a:lvl3pPr>
            <a:lvl4pPr marL="16002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–"/>
              <a:defRPr sz="2000">
                <a:solidFill>
                  <a:schemeClr val="tx1"/>
                </a:solidFill>
                <a:effectLst/>
                <a:latin typeface="+mn-lt"/>
                <a:ea typeface="+mn-ea"/>
              </a:defRPr>
            </a:lvl4pPr>
            <a:lvl5pPr marL="20574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effectLst/>
                <a:latin typeface="+mn-lt"/>
                <a:ea typeface="+mn-ea"/>
              </a:defRPr>
            </a:lvl5pPr>
          </a:lstStyle>
          <a:p>
            <a:pPr marL="0" lvl="0" indent="0" eaLnBrk="1" hangingPunct="1">
              <a:spcBef>
                <a:spcPct val="0"/>
              </a:spcBef>
              <a:buClrTx/>
              <a:buSzTx/>
              <a:buFontTx/>
              <a:buNone/>
            </a:pPr>
            <a:endParaRPr lang="zh-CN" altLang="en-US" sz="2000" b="1" dirty="0">
              <a:ea typeface="黑体" panose="02010609060101010101" pitchFamily="49" charset="-122"/>
            </a:endParaRPr>
          </a:p>
        </p:txBody>
      </p:sp>
      <p:sp>
        <p:nvSpPr>
          <p:cNvPr id="7" name="TextBox 6"/>
          <p:cNvSpPr txBox="1"/>
          <p:nvPr/>
        </p:nvSpPr>
        <p:spPr>
          <a:xfrm>
            <a:off x="228600" y="4432300"/>
            <a:ext cx="10972800" cy="521970"/>
          </a:xfrm>
          <a:prstGeom prst="rect">
            <a:avLst/>
          </a:prstGeom>
          <a:noFill/>
          <a:ln w="12700" cap="flat" cmpd="sng">
            <a:noFill/>
            <a:prstDash val="solid"/>
            <a:miter/>
            <a:headEnd type="none" w="med" len="med"/>
            <a:tailEnd type="none" w="med" len="med"/>
          </a:ln>
        </p:spPr>
        <p:txBody>
          <a:bodyPr>
            <a:spAutoFit/>
          </a:bodyPr>
          <a:lstStyle>
            <a:lvl1pPr marL="342900" indent="-3429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80000"/>
              <a:buFont typeface="Wingdings" panose="05000000000000000000" pitchFamily="2" charset="2"/>
              <a:buChar char="n"/>
              <a:defRPr sz="3200" b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defRPr>
            </a:lvl1pPr>
            <a:lvl2pPr marL="742950" indent="-28575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Char char="–"/>
              <a:defRPr sz="2800">
                <a:solidFill>
                  <a:schemeClr val="tx1"/>
                </a:solidFill>
                <a:effectLst/>
                <a:latin typeface="+mn-lt"/>
                <a:ea typeface="+mn-ea"/>
              </a:defRPr>
            </a:lvl2pPr>
            <a:lvl3pPr marL="11430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Font typeface="Wingdings" panose="05000000000000000000" pitchFamily="2" charset="2"/>
              <a:buChar char="§"/>
              <a:defRPr sz="2400">
                <a:solidFill>
                  <a:schemeClr val="tx1"/>
                </a:solidFill>
                <a:effectLst/>
                <a:latin typeface="+mn-lt"/>
                <a:ea typeface="+mn-ea"/>
              </a:defRPr>
            </a:lvl3pPr>
            <a:lvl4pPr marL="16002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–"/>
              <a:defRPr sz="2000">
                <a:solidFill>
                  <a:schemeClr val="tx1"/>
                </a:solidFill>
                <a:effectLst/>
                <a:latin typeface="+mn-lt"/>
                <a:ea typeface="+mn-ea"/>
              </a:defRPr>
            </a:lvl4pPr>
            <a:lvl5pPr marL="20574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effectLst/>
                <a:latin typeface="+mn-lt"/>
                <a:ea typeface="+mn-ea"/>
              </a:defRPr>
            </a:lvl5pPr>
          </a:lstStyle>
          <a:p>
            <a:pPr marL="0" lvl="0" indent="0" eaLnBrk="1" hangingPunct="1">
              <a:spcBef>
                <a:spcPct val="0"/>
              </a:spcBef>
              <a:buClrTx/>
              <a:buSzTx/>
              <a:buFontTx/>
              <a:buNone/>
            </a:pPr>
            <a:r>
              <a:rPr lang="en-US" altLang="zh-CN" sz="2800" b="1" dirty="0">
                <a:solidFill>
                  <a:srgbClr val="FFC000"/>
                </a:solidFill>
                <a:ea typeface="黑体" panose="02010609060101010101" pitchFamily="49" charset="-122"/>
              </a:rPr>
              <a:t>【</a:t>
            </a:r>
            <a:r>
              <a:rPr lang="zh-CN" altLang="en-US" sz="2800" b="1" dirty="0">
                <a:solidFill>
                  <a:srgbClr val="FFC000"/>
                </a:solidFill>
                <a:ea typeface="黑体" panose="02010609060101010101" pitchFamily="49" charset="-122"/>
              </a:rPr>
              <a:t>思考</a:t>
            </a:r>
            <a:r>
              <a:rPr lang="en-US" altLang="zh-CN" sz="2800" b="1" dirty="0">
                <a:solidFill>
                  <a:srgbClr val="FFC000"/>
                </a:solidFill>
                <a:ea typeface="黑体" panose="02010609060101010101" pitchFamily="49" charset="-122"/>
              </a:rPr>
              <a:t>】</a:t>
            </a:r>
            <a:r>
              <a:rPr lang="zh-CN" altLang="en-US" sz="2800" b="1" dirty="0">
                <a:ea typeface="黑体" panose="02010609060101010101" pitchFamily="49" charset="-122"/>
              </a:rPr>
              <a:t>如果排序规则是</a:t>
            </a:r>
            <a:r>
              <a:rPr lang="en-US" altLang="zh-CN" sz="2800" b="1" dirty="0">
                <a:solidFill>
                  <a:schemeClr val="accent6">
                    <a:lumMod val="60000"/>
                    <a:lumOff val="40000"/>
                  </a:schemeClr>
                </a:solidFill>
                <a:ea typeface="黑体" panose="02010609060101010101" pitchFamily="49" charset="-122"/>
              </a:rPr>
              <a:t>从高到低</a:t>
            </a:r>
            <a:r>
              <a:rPr lang="zh-CN" altLang="en-US" sz="2800" b="1" dirty="0">
                <a:ea typeface="黑体" panose="02010609060101010101" pitchFamily="49" charset="-122"/>
              </a:rPr>
              <a:t>，如何修改程序。</a:t>
            </a:r>
            <a:endParaRPr lang="en-US" altLang="zh-CN" sz="2800" b="1" dirty="0">
              <a:ea typeface="黑体" panose="02010609060101010101" pitchFamily="49" charset="-122"/>
            </a:endParaRPr>
          </a:p>
        </p:txBody>
      </p:sp>
    </p:spTree>
  </p:cSld>
  <p:clrMapOvr>
    <a:masterClrMapping/>
  </p:clrMapOvr>
  <p:transition spd="slow"/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7" grpId="0" bldLvl="0" animBg="1"/>
    </p:bldLst>
  </p:timing>
</p:sld>
</file>

<file path=ppt/slides/slide4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6" name="灯片编号占位符 5"/>
          <p:cNvSpPr txBox="1">
            <a:spLocks noGrp="1"/>
          </p:cNvSpPr>
          <p:nvPr>
            <p:ph type="sldNum" sz="quarter" idx="4"/>
          </p:nvPr>
        </p:nvSpPr>
        <p:spPr bwMode="auto"/>
        <p:txBody>
          <a:bodyPr wrap="square" lIns="91440" tIns="45720" rIns="91440" bIns="45720" numCol="1" anchor="b" anchorCtr="0" compatLnSpc="1"/>
          <a:lstStyle>
            <a:lvl1pPr eaLnBrk="0" hangingPunct="0">
              <a:defRPr sz="2000" b="1">
                <a:solidFill>
                  <a:schemeClr val="tx1"/>
                </a:solidFill>
                <a:latin typeface="Tahoma" panose="020B0604030504040204" pitchFamily="34" charset="0"/>
                <a:ea typeface="黑体" panose="02010609060101010101" pitchFamily="49" charset="-122"/>
              </a:defRPr>
            </a:lvl1pPr>
            <a:lvl2pPr marL="742950" indent="-285750" eaLnBrk="0" hangingPunct="0">
              <a:defRPr sz="2000" b="1">
                <a:solidFill>
                  <a:schemeClr val="tx1"/>
                </a:solidFill>
                <a:latin typeface="Tahoma" panose="020B0604030504040204" pitchFamily="34" charset="0"/>
                <a:ea typeface="黑体" panose="02010609060101010101" pitchFamily="49" charset="-122"/>
              </a:defRPr>
            </a:lvl2pPr>
            <a:lvl3pPr marL="1143000" indent="-228600" eaLnBrk="0" hangingPunct="0">
              <a:defRPr sz="2000" b="1">
                <a:solidFill>
                  <a:schemeClr val="tx1"/>
                </a:solidFill>
                <a:latin typeface="Tahoma" panose="020B0604030504040204" pitchFamily="34" charset="0"/>
                <a:ea typeface="黑体" panose="02010609060101010101" pitchFamily="49" charset="-122"/>
              </a:defRPr>
            </a:lvl3pPr>
            <a:lvl4pPr marL="1600200" indent="-228600" eaLnBrk="0" hangingPunct="0">
              <a:defRPr sz="2000" b="1">
                <a:solidFill>
                  <a:schemeClr val="tx1"/>
                </a:solidFill>
                <a:latin typeface="Tahoma" panose="020B0604030504040204" pitchFamily="34" charset="0"/>
                <a:ea typeface="黑体" panose="02010609060101010101" pitchFamily="49" charset="-122"/>
              </a:defRPr>
            </a:lvl4pPr>
            <a:lvl5pPr marL="2057400" indent="-228600" eaLnBrk="0" hangingPunct="0">
              <a:defRPr sz="2000" b="1">
                <a:solidFill>
                  <a:schemeClr val="tx1"/>
                </a:solidFill>
                <a:latin typeface="Tahoma" panose="020B0604030504040204" pitchFamily="34" charset="0"/>
                <a:ea typeface="黑体" panose="02010609060101010101" pitchFamily="49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000" b="1">
                <a:solidFill>
                  <a:schemeClr val="tx1"/>
                </a:solidFill>
                <a:latin typeface="Tahoma" panose="020B0604030504040204" pitchFamily="34" charset="0"/>
                <a:ea typeface="黑体" panose="02010609060101010101" pitchFamily="49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000" b="1">
                <a:solidFill>
                  <a:schemeClr val="tx1"/>
                </a:solidFill>
                <a:latin typeface="Tahoma" panose="020B0604030504040204" pitchFamily="34" charset="0"/>
                <a:ea typeface="黑体" panose="02010609060101010101" pitchFamily="49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000" b="1">
                <a:solidFill>
                  <a:schemeClr val="tx1"/>
                </a:solidFill>
                <a:latin typeface="Tahoma" panose="020B0604030504040204" pitchFamily="34" charset="0"/>
                <a:ea typeface="黑体" panose="02010609060101010101" pitchFamily="49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000" b="1">
                <a:solidFill>
                  <a:schemeClr val="tx1"/>
                </a:solidFill>
                <a:latin typeface="Tahoma" panose="020B0604030504040204" pitchFamily="34" charset="0"/>
                <a:ea typeface="黑体" panose="02010609060101010101" pitchFamily="49" charset="-122"/>
              </a:defRPr>
            </a:lvl9pPr>
          </a:lstStyle>
          <a:p>
            <a:pPr marL="0" marR="0" lvl="0" indent="0" algn="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fld id="{80D4356A-9FD2-43AA-8AC5-6642E0F2DDFC}" type="slidenum">
              <a:rPr kumimoji="0" lang="en-US" altLang="zh-CN" sz="1200" b="0" i="0" u="none" strike="noStrike" kern="1200" cap="none" spc="0" normalizeH="0" baseline="0" noProof="0">
                <a:ln>
                  <a:noFill/>
                </a:ln>
                <a:solidFill>
                  <a:schemeClr val="tx1"/>
                </a:solidFill>
                <a:effectLst>
                  <a:outerShdw blurRad="38100" dist="38100" dir="2700000" algn="tl">
                    <a:srgbClr val="000000"/>
                  </a:outerShdw>
                </a:effectLst>
                <a:uLnTx/>
                <a:uFillTx/>
                <a:latin typeface="Tahoma" panose="020B0604030504040204" pitchFamily="34" charset="0"/>
                <a:ea typeface="宋体" panose="02010600030101010101" pitchFamily="2" charset="-122"/>
                <a:cs typeface="+mn-cs"/>
              </a:rPr>
            </a:fld>
            <a:endParaRPr kumimoji="0" lang="en-US" altLang="zh-CN" sz="1200" b="0" i="0" u="none" strike="noStrike" kern="1200" cap="none" spc="0" normalizeH="0" baseline="0" noProof="0">
              <a:ln>
                <a:noFill/>
              </a:ln>
              <a:solidFill>
                <a:schemeClr val="tx1"/>
              </a:solidFill>
              <a:effectLst>
                <a:outerShdw blurRad="38100" dist="38100" dir="2700000" algn="tl">
                  <a:srgbClr val="000000"/>
                </a:outerShdw>
              </a:effectLst>
              <a:uLnTx/>
              <a:uFillTx/>
              <a:latin typeface="Tahoma" panose="020B0604030504040204" pitchFamily="34" charset="0"/>
              <a:ea typeface="宋体" panose="02010600030101010101" pitchFamily="2" charset="-122"/>
              <a:cs typeface="+mn-cs"/>
            </a:endParaRPr>
          </a:p>
        </p:txBody>
      </p:sp>
      <p:sp>
        <p:nvSpPr>
          <p:cNvPr id="1410051" name="Rectangle 3"/>
          <p:cNvSpPr>
            <a:spLocks noGrp="1" noChangeArrowheads="1"/>
          </p:cNvSpPr>
          <p:nvPr>
            <p:ph idx="1"/>
          </p:nvPr>
        </p:nvSpPr>
        <p:spPr>
          <a:xfrm>
            <a:off x="0" y="1628775"/>
            <a:ext cx="12039600" cy="4248150"/>
          </a:xfrm>
        </p:spPr>
        <p:txBody>
          <a:bodyPr vert="horz" wrap="square" lIns="91440" tIns="45720" rIns="91440" bIns="45720" numCol="1" anchor="t" anchorCtr="0" compatLnSpc="1"/>
          <a:lstStyle/>
          <a:p>
            <a:pPr marL="342900" marR="0" lvl="0" indent="-342900" algn="l" defTabSz="914400" rtl="0" eaLnBrk="1" fontAlgn="base" latinLnBrk="0" hangingPunct="1">
              <a:lnSpc>
                <a:spcPct val="120000"/>
              </a:lnSpc>
              <a:spcBef>
                <a:spcPct val="10000"/>
              </a:spcBef>
              <a:spcAft>
                <a:spcPct val="10000"/>
              </a:spcAft>
              <a:buClr>
                <a:schemeClr val="hlink"/>
              </a:buClr>
              <a:buSzPct val="80000"/>
              <a:buFont typeface="Wingdings" panose="05000000000000000000" pitchFamily="2" charset="2"/>
              <a:buChar char="n"/>
              <a:defRPr/>
            </a:pPr>
            <a:r>
              <a:rPr kumimoji="0" lang="zh-CN" altLang="en-US" sz="2800" b="1" i="0" u="none" strike="noStrike" kern="0" cap="none" spc="0" normalizeH="0" baseline="0" noProof="0" dirty="0">
                <a:ln>
                  <a:noFill/>
                </a:ln>
                <a:solidFill>
                  <a:schemeClr val="tx1"/>
                </a:solidFill>
                <a:effectLst>
                  <a:outerShdw blurRad="38100" dist="38100" dir="2700000" algn="tl">
                    <a:srgbClr val="000000"/>
                  </a:outerShdw>
                </a:effectLst>
                <a:uLnTx/>
                <a:uFillTx/>
                <a:latin typeface="+mn-lt"/>
                <a:ea typeface="黑体" panose="02010609060101010101" pitchFamily="49" charset="-122"/>
                <a:cs typeface="+mn-cs"/>
              </a:rPr>
              <a:t>冒泡法排序思想</a:t>
            </a:r>
            <a:endParaRPr kumimoji="0" lang="zh-CN" altLang="en-US" sz="2800" b="1" i="0" u="none" strike="noStrike" kern="0" cap="none" spc="0" normalizeH="0" baseline="0" noProof="0" dirty="0">
              <a:ln>
                <a:noFill/>
              </a:ln>
              <a:solidFill>
                <a:schemeClr val="tx1"/>
              </a:solidFill>
              <a:effectLst>
                <a:outerShdw blurRad="38100" dist="38100" dir="2700000" algn="tl">
                  <a:srgbClr val="000000"/>
                </a:outerShdw>
              </a:effectLst>
              <a:uLnTx/>
              <a:uFillTx/>
              <a:latin typeface="+mn-lt"/>
              <a:ea typeface="黑体" panose="02010609060101010101" pitchFamily="49" charset="-122"/>
              <a:cs typeface="+mn-cs"/>
            </a:endParaRPr>
          </a:p>
          <a:p>
            <a:pPr marL="742950" marR="0" lvl="1" indent="-285750" algn="l" defTabSz="914400" rtl="0" eaLnBrk="1" fontAlgn="base" latinLnBrk="0" hangingPunct="1">
              <a:lnSpc>
                <a:spcPct val="120000"/>
              </a:lnSpc>
              <a:spcBef>
                <a:spcPct val="10000"/>
              </a:spcBef>
              <a:spcAft>
                <a:spcPct val="10000"/>
              </a:spcAft>
              <a:buClr>
                <a:schemeClr val="tx1"/>
              </a:buClr>
              <a:buSzTx/>
              <a:buFontTx/>
              <a:buChar char="–"/>
              <a:defRPr/>
            </a:pPr>
            <a:r>
              <a:rPr kumimoji="0" lang="zh-CN" altLang="en-US" sz="2800" b="1" i="0" u="none" strike="noStrike" kern="0" cap="none" spc="0" normalizeH="0" baseline="0" noProof="0" dirty="0">
                <a:ln>
                  <a:noFill/>
                </a:ln>
                <a:solidFill>
                  <a:schemeClr val="tx1"/>
                </a:solidFill>
                <a:effectLst>
                  <a:outerShdw blurRad="38100" dist="38100" dir="2700000" algn="tl">
                    <a:srgbClr val="000000"/>
                  </a:outerShdw>
                </a:effectLst>
                <a:uLnTx/>
                <a:uFillTx/>
                <a:latin typeface="+mn-lt"/>
                <a:ea typeface="黑体" panose="02010609060101010101" pitchFamily="49" charset="-122"/>
              </a:rPr>
              <a:t>从头至尾扫描被排序数组</a:t>
            </a:r>
            <a:r>
              <a:rPr kumimoji="0" lang="en-US" altLang="zh-CN" sz="2800" b="1" i="0" u="none" strike="noStrike" kern="0" cap="none" spc="0" normalizeH="0" baseline="0" noProof="0" dirty="0">
                <a:ln>
                  <a:noFill/>
                </a:ln>
                <a:solidFill>
                  <a:schemeClr val="tx1"/>
                </a:solidFill>
                <a:effectLst>
                  <a:outerShdw blurRad="38100" dist="38100" dir="2700000" algn="tl">
                    <a:srgbClr val="000000"/>
                  </a:outerShdw>
                </a:effectLst>
                <a:uLnTx/>
                <a:uFillTx/>
                <a:latin typeface="+mn-lt"/>
                <a:ea typeface="黑体" panose="02010609060101010101" pitchFamily="49" charset="-122"/>
              </a:rPr>
              <a:t>A ( i </a:t>
            </a:r>
            <a:r>
              <a:rPr kumimoji="0" lang="zh-CN" altLang="en-US" sz="2800" b="1" i="0" u="none" strike="noStrike" kern="0" cap="none" spc="0" normalizeH="0" baseline="0" noProof="0" dirty="0">
                <a:ln>
                  <a:noFill/>
                </a:ln>
                <a:solidFill>
                  <a:schemeClr val="tx1"/>
                </a:solidFill>
                <a:effectLst>
                  <a:outerShdw blurRad="38100" dist="38100" dir="2700000" algn="tl">
                    <a:srgbClr val="000000"/>
                  </a:outerShdw>
                </a:effectLst>
                <a:uLnTx/>
                <a:uFillTx/>
                <a:latin typeface="+mn-lt"/>
                <a:ea typeface="黑体" panose="02010609060101010101" pitchFamily="49" charset="-122"/>
              </a:rPr>
              <a:t>从 </a:t>
            </a:r>
            <a:r>
              <a:rPr kumimoji="0" lang="en-US" altLang="zh-CN" sz="2800" b="1" i="0" u="none" strike="noStrike" kern="0" cap="none" spc="0" normalizeH="0" baseline="0" noProof="0" dirty="0">
                <a:ln>
                  <a:noFill/>
                </a:ln>
                <a:solidFill>
                  <a:schemeClr val="tx1"/>
                </a:solidFill>
                <a:effectLst>
                  <a:outerShdw blurRad="38100" dist="38100" dir="2700000" algn="tl">
                    <a:srgbClr val="000000"/>
                  </a:outerShdw>
                </a:effectLst>
                <a:uLnTx/>
                <a:uFillTx/>
                <a:latin typeface="+mn-lt"/>
                <a:ea typeface="黑体" panose="02010609060101010101" pitchFamily="49" charset="-122"/>
              </a:rPr>
              <a:t>0 </a:t>
            </a:r>
            <a:r>
              <a:rPr kumimoji="0" lang="zh-CN" altLang="en-US" sz="2800" b="1" i="0" u="none" strike="noStrike" kern="0" cap="none" spc="0" normalizeH="0" baseline="0" noProof="0" dirty="0">
                <a:ln>
                  <a:noFill/>
                </a:ln>
                <a:solidFill>
                  <a:schemeClr val="tx1"/>
                </a:solidFill>
                <a:effectLst>
                  <a:outerShdw blurRad="38100" dist="38100" dir="2700000" algn="tl">
                    <a:srgbClr val="000000"/>
                  </a:outerShdw>
                </a:effectLst>
                <a:uLnTx/>
                <a:uFillTx/>
                <a:latin typeface="+mn-lt"/>
                <a:ea typeface="黑体" panose="02010609060101010101" pitchFamily="49" charset="-122"/>
              </a:rPr>
              <a:t>到 </a:t>
            </a:r>
            <a:r>
              <a:rPr kumimoji="0" lang="en-US" altLang="zh-CN" sz="2800" b="1" i="0" u="none" strike="noStrike" kern="0" cap="none" spc="0" normalizeH="0" baseline="0" noProof="0" dirty="0">
                <a:ln>
                  <a:noFill/>
                </a:ln>
                <a:solidFill>
                  <a:schemeClr val="tx1"/>
                </a:solidFill>
                <a:effectLst>
                  <a:outerShdw blurRad="38100" dist="38100" dir="2700000" algn="tl">
                    <a:srgbClr val="000000"/>
                  </a:outerShdw>
                </a:effectLst>
                <a:uLnTx/>
                <a:uFillTx/>
                <a:latin typeface="+mn-lt"/>
                <a:ea typeface="黑体" panose="02010609060101010101" pitchFamily="49" charset="-122"/>
              </a:rPr>
              <a:t>n-2 )</a:t>
            </a:r>
            <a:r>
              <a:rPr kumimoji="0" lang="zh-CN" altLang="en-US" sz="2800" b="1" i="0" u="none" strike="noStrike" kern="0" cap="none" spc="0" normalizeH="0" baseline="0" noProof="0" dirty="0">
                <a:ln>
                  <a:noFill/>
                </a:ln>
                <a:solidFill>
                  <a:schemeClr val="tx1"/>
                </a:solidFill>
                <a:effectLst>
                  <a:outerShdw blurRad="38100" dist="38100" dir="2700000" algn="tl">
                    <a:srgbClr val="000000"/>
                  </a:outerShdw>
                </a:effectLst>
                <a:uLnTx/>
                <a:uFillTx/>
                <a:latin typeface="+mn-lt"/>
                <a:ea typeface="黑体" panose="02010609060101010101" pitchFamily="49" charset="-122"/>
              </a:rPr>
              <a:t>，比较 </a:t>
            </a:r>
            <a:r>
              <a:rPr kumimoji="0" lang="en-US" altLang="zh-CN" sz="2800" b="1" i="0" u="none" strike="noStrike" kern="0" cap="none" spc="0" normalizeH="0" baseline="0" noProof="0" dirty="0">
                <a:ln>
                  <a:noFill/>
                </a:ln>
                <a:solidFill>
                  <a:schemeClr val="tx1"/>
                </a:solidFill>
                <a:effectLst>
                  <a:outerShdw blurRad="38100" dist="38100" dir="2700000" algn="tl">
                    <a:srgbClr val="000000"/>
                  </a:outerShdw>
                </a:effectLst>
                <a:uLnTx/>
                <a:uFillTx/>
                <a:latin typeface="+mn-lt"/>
                <a:ea typeface="黑体" panose="02010609060101010101" pitchFamily="49" charset="-122"/>
              </a:rPr>
              <a:t>A </a:t>
            </a:r>
            <a:r>
              <a:rPr kumimoji="0" lang="zh-CN" altLang="en-US" sz="2800" b="1" i="0" u="none" strike="noStrike" kern="0" cap="none" spc="0" normalizeH="0" baseline="0" noProof="0" dirty="0">
                <a:ln>
                  <a:noFill/>
                </a:ln>
                <a:solidFill>
                  <a:schemeClr val="tx1"/>
                </a:solidFill>
                <a:effectLst>
                  <a:outerShdw blurRad="38100" dist="38100" dir="2700000" algn="tl">
                    <a:srgbClr val="000000"/>
                  </a:outerShdw>
                </a:effectLst>
                <a:uLnTx/>
                <a:uFillTx/>
                <a:latin typeface="+mn-lt"/>
                <a:ea typeface="黑体" panose="02010609060101010101" pitchFamily="49" charset="-122"/>
              </a:rPr>
              <a:t>数组的所有相邻元素 </a:t>
            </a:r>
            <a:r>
              <a:rPr kumimoji="0" lang="en-US" altLang="zh-CN" sz="2800" b="1" i="0" u="none" strike="noStrike" kern="0" cap="none" spc="0" normalizeH="0" baseline="0" noProof="0" dirty="0">
                <a:ln>
                  <a:noFill/>
                </a:ln>
                <a:solidFill>
                  <a:schemeClr val="tx1"/>
                </a:solidFill>
                <a:effectLst>
                  <a:outerShdw blurRad="38100" dist="38100" dir="2700000" algn="tl">
                    <a:srgbClr val="000000"/>
                  </a:outerShdw>
                </a:effectLst>
                <a:uLnTx/>
                <a:uFillTx/>
                <a:latin typeface="+mn-lt"/>
                <a:ea typeface="黑体" panose="02010609060101010101" pitchFamily="49" charset="-122"/>
              </a:rPr>
              <a:t>a[i] </a:t>
            </a:r>
            <a:r>
              <a:rPr kumimoji="0" lang="zh-CN" altLang="en-US" sz="2800" b="1" i="0" u="none" strike="noStrike" kern="0" cap="none" spc="0" normalizeH="0" baseline="0" noProof="0" dirty="0">
                <a:ln>
                  <a:noFill/>
                </a:ln>
                <a:solidFill>
                  <a:schemeClr val="tx1"/>
                </a:solidFill>
                <a:effectLst>
                  <a:outerShdw blurRad="38100" dist="38100" dir="2700000" algn="tl">
                    <a:srgbClr val="000000"/>
                  </a:outerShdw>
                </a:effectLst>
                <a:uLnTx/>
                <a:uFillTx/>
                <a:latin typeface="+mn-lt"/>
                <a:ea typeface="黑体" panose="02010609060101010101" pitchFamily="49" charset="-122"/>
              </a:rPr>
              <a:t>、</a:t>
            </a:r>
            <a:r>
              <a:rPr kumimoji="0" lang="en-US" altLang="zh-CN" sz="2800" b="1" i="0" u="none" strike="noStrike" kern="0" cap="none" spc="0" normalizeH="0" baseline="0" noProof="0" dirty="0">
                <a:ln>
                  <a:noFill/>
                </a:ln>
                <a:solidFill>
                  <a:schemeClr val="tx1"/>
                </a:solidFill>
                <a:effectLst>
                  <a:outerShdw blurRad="38100" dist="38100" dir="2700000" algn="tl">
                    <a:srgbClr val="000000"/>
                  </a:outerShdw>
                </a:effectLst>
                <a:uLnTx/>
                <a:uFillTx/>
                <a:latin typeface="+mn-lt"/>
                <a:ea typeface="黑体" panose="02010609060101010101" pitchFamily="49" charset="-122"/>
              </a:rPr>
              <a:t>a[i+1]</a:t>
            </a:r>
            <a:br>
              <a:rPr kumimoji="0" lang="en-US" altLang="zh-CN" sz="2800" b="1" i="0" u="none" strike="noStrike" kern="0" cap="none" spc="0" normalizeH="0" baseline="0" noProof="0" dirty="0">
                <a:ln>
                  <a:noFill/>
                </a:ln>
                <a:solidFill>
                  <a:schemeClr val="tx1"/>
                </a:solidFill>
                <a:effectLst>
                  <a:outerShdw blurRad="38100" dist="38100" dir="2700000" algn="tl">
                    <a:srgbClr val="000000"/>
                  </a:outerShdw>
                </a:effectLst>
                <a:uLnTx/>
                <a:uFillTx/>
                <a:latin typeface="+mn-lt"/>
                <a:ea typeface="黑体" panose="02010609060101010101" pitchFamily="49" charset="-122"/>
              </a:rPr>
            </a:br>
            <a:r>
              <a:rPr kumimoji="0" lang="en-US" altLang="zh-CN" sz="2800" b="1" i="0" u="none" strike="noStrike" kern="0" cap="none" spc="0" normalizeH="0" baseline="0" noProof="0" dirty="0">
                <a:ln>
                  <a:noFill/>
                </a:ln>
                <a:solidFill>
                  <a:schemeClr val="tx1"/>
                </a:solidFill>
                <a:effectLst>
                  <a:outerShdw blurRad="38100" dist="38100" dir="2700000" algn="tl">
                    <a:srgbClr val="000000"/>
                  </a:outerShdw>
                </a:effectLst>
                <a:uLnTx/>
                <a:uFillTx/>
                <a:latin typeface="+mn-lt"/>
                <a:ea typeface="黑体" panose="02010609060101010101" pitchFamily="49" charset="-122"/>
              </a:rPr>
              <a:t>       </a:t>
            </a:r>
            <a:r>
              <a:rPr kumimoji="0" lang="zh-CN" altLang="en-US" sz="2800" b="1" i="0" u="none" strike="noStrike" kern="0" cap="none" spc="0" normalizeH="0" baseline="0" noProof="0" dirty="0">
                <a:ln>
                  <a:noFill/>
                </a:ln>
                <a:solidFill>
                  <a:schemeClr val="tx1"/>
                </a:solidFill>
                <a:effectLst>
                  <a:outerShdw blurRad="38100" dist="38100" dir="2700000" algn="tl">
                    <a:srgbClr val="000000"/>
                  </a:outerShdw>
                </a:effectLst>
                <a:uLnTx/>
                <a:uFillTx/>
                <a:latin typeface="+mn-lt"/>
                <a:ea typeface="黑体" panose="02010609060101010101" pitchFamily="49" charset="-122"/>
              </a:rPr>
              <a:t>若 </a:t>
            </a:r>
            <a:r>
              <a:rPr kumimoji="0" lang="en-US" altLang="zh-CN" sz="2800" b="1" i="0" u="none" strike="noStrike" kern="0" cap="none" spc="0" normalizeH="0" baseline="0" noProof="0" dirty="0">
                <a:ln>
                  <a:noFill/>
                </a:ln>
                <a:solidFill>
                  <a:schemeClr val="tx1"/>
                </a:solidFill>
                <a:effectLst>
                  <a:outerShdw blurRad="38100" dist="38100" dir="2700000" algn="tl">
                    <a:srgbClr val="000000"/>
                  </a:outerShdw>
                </a:effectLst>
                <a:uLnTx/>
                <a:uFillTx/>
                <a:latin typeface="+mn-lt"/>
                <a:ea typeface="黑体" panose="02010609060101010101" pitchFamily="49" charset="-122"/>
              </a:rPr>
              <a:t>a[i]&gt;a[i+1] </a:t>
            </a:r>
            <a:r>
              <a:rPr kumimoji="0" lang="zh-CN" altLang="en-US" sz="2800" b="1" i="0" u="none" strike="noStrike" kern="0" cap="none" spc="0" normalizeH="0" baseline="0" noProof="0" dirty="0">
                <a:ln>
                  <a:noFill/>
                </a:ln>
                <a:solidFill>
                  <a:schemeClr val="tx1"/>
                </a:solidFill>
                <a:effectLst>
                  <a:outerShdw blurRad="38100" dist="38100" dir="2700000" algn="tl">
                    <a:srgbClr val="000000"/>
                  </a:outerShdw>
                </a:effectLst>
                <a:uLnTx/>
                <a:uFillTx/>
                <a:latin typeface="+mn-lt"/>
                <a:ea typeface="黑体" panose="02010609060101010101" pitchFamily="49" charset="-122"/>
              </a:rPr>
              <a:t>则交换 </a:t>
            </a:r>
            <a:r>
              <a:rPr kumimoji="0" lang="en-US" altLang="zh-CN" sz="2800" b="1" i="0" u="none" strike="noStrike" kern="0" cap="none" spc="0" normalizeH="0" baseline="0" noProof="0" dirty="0">
                <a:ln>
                  <a:noFill/>
                </a:ln>
                <a:solidFill>
                  <a:schemeClr val="tx1"/>
                </a:solidFill>
                <a:effectLst>
                  <a:outerShdw blurRad="38100" dist="38100" dir="2700000" algn="tl">
                    <a:srgbClr val="000000"/>
                  </a:outerShdw>
                </a:effectLst>
                <a:uLnTx/>
                <a:uFillTx/>
                <a:latin typeface="+mn-lt"/>
                <a:ea typeface="黑体" panose="02010609060101010101" pitchFamily="49" charset="-122"/>
              </a:rPr>
              <a:t>a[i]</a:t>
            </a:r>
            <a:r>
              <a:rPr kumimoji="0" lang="zh-CN" altLang="en-US" sz="2800" b="1" i="0" u="none" strike="noStrike" kern="0" cap="none" spc="0" normalizeH="0" baseline="0" noProof="0" dirty="0">
                <a:ln>
                  <a:noFill/>
                </a:ln>
                <a:solidFill>
                  <a:schemeClr val="tx1"/>
                </a:solidFill>
                <a:effectLst>
                  <a:outerShdw blurRad="38100" dist="38100" dir="2700000" algn="tl">
                    <a:srgbClr val="000000"/>
                  </a:outerShdw>
                </a:effectLst>
                <a:uLnTx/>
                <a:uFillTx/>
                <a:latin typeface="+mn-lt"/>
                <a:ea typeface="黑体" panose="02010609060101010101" pitchFamily="49" charset="-122"/>
              </a:rPr>
              <a:t>、</a:t>
            </a:r>
            <a:r>
              <a:rPr kumimoji="0" lang="en-US" altLang="zh-CN" sz="2800" b="1" i="0" u="none" strike="noStrike" kern="0" cap="none" spc="0" normalizeH="0" baseline="0" noProof="0" dirty="0">
                <a:ln>
                  <a:noFill/>
                </a:ln>
                <a:solidFill>
                  <a:schemeClr val="tx1"/>
                </a:solidFill>
                <a:effectLst>
                  <a:outerShdw blurRad="38100" dist="38100" dir="2700000" algn="tl">
                    <a:srgbClr val="000000"/>
                  </a:outerShdw>
                </a:effectLst>
                <a:uLnTx/>
                <a:uFillTx/>
                <a:latin typeface="+mn-lt"/>
                <a:ea typeface="黑体" panose="02010609060101010101" pitchFamily="49" charset="-122"/>
              </a:rPr>
              <a:t>a[i+1] </a:t>
            </a:r>
            <a:endParaRPr kumimoji="0" lang="en-US" altLang="zh-CN" sz="2800" b="1" i="0" u="none" strike="noStrike" kern="0" cap="none" spc="0" normalizeH="0" baseline="0" noProof="0" dirty="0">
              <a:ln>
                <a:noFill/>
              </a:ln>
              <a:solidFill>
                <a:schemeClr val="tx1"/>
              </a:solidFill>
              <a:effectLst>
                <a:outerShdw blurRad="38100" dist="38100" dir="2700000" algn="tl">
                  <a:srgbClr val="000000"/>
                </a:outerShdw>
              </a:effectLst>
              <a:uLnTx/>
              <a:uFillTx/>
              <a:latin typeface="+mn-lt"/>
              <a:ea typeface="黑体" panose="02010609060101010101" pitchFamily="49" charset="-122"/>
            </a:endParaRPr>
          </a:p>
          <a:p>
            <a:pPr marL="742950" marR="0" lvl="1" indent="-285750" algn="l" defTabSz="914400" rtl="0" eaLnBrk="1" fontAlgn="base" latinLnBrk="0" hangingPunct="1">
              <a:lnSpc>
                <a:spcPct val="120000"/>
              </a:lnSpc>
              <a:spcBef>
                <a:spcPct val="10000"/>
              </a:spcBef>
              <a:spcAft>
                <a:spcPct val="10000"/>
              </a:spcAft>
              <a:buClr>
                <a:schemeClr val="tx1"/>
              </a:buClr>
              <a:buSzTx/>
              <a:buFontTx/>
              <a:buChar char="–"/>
              <a:defRPr/>
            </a:pPr>
            <a:r>
              <a:rPr kumimoji="0" lang="zh-CN" altLang="en-US" sz="2800" b="1" i="0" u="none" strike="noStrike" kern="0" cap="none" spc="0" normalizeH="0" baseline="0" noProof="0" dirty="0">
                <a:ln>
                  <a:noFill/>
                </a:ln>
                <a:solidFill>
                  <a:schemeClr val="tx1"/>
                </a:solidFill>
                <a:effectLst>
                  <a:outerShdw blurRad="38100" dist="38100" dir="2700000" algn="tl">
                    <a:srgbClr val="000000"/>
                  </a:outerShdw>
                </a:effectLst>
                <a:uLnTx/>
                <a:uFillTx/>
                <a:latin typeface="+mn-lt"/>
                <a:ea typeface="黑体" panose="02010609060101010101" pitchFamily="49" charset="-122"/>
              </a:rPr>
              <a:t>如此反复进行，直到某一次扫描，没有数据交换为止，便完成了对数组 </a:t>
            </a:r>
            <a:r>
              <a:rPr kumimoji="0" lang="en-US" altLang="zh-CN" sz="2800" b="1" i="0" u="none" strike="noStrike" kern="0" cap="none" spc="0" normalizeH="0" baseline="0" noProof="0" dirty="0">
                <a:ln>
                  <a:noFill/>
                </a:ln>
                <a:solidFill>
                  <a:schemeClr val="tx1"/>
                </a:solidFill>
                <a:effectLst>
                  <a:outerShdw blurRad="38100" dist="38100" dir="2700000" algn="tl">
                    <a:srgbClr val="000000"/>
                  </a:outerShdw>
                </a:effectLst>
                <a:uLnTx/>
                <a:uFillTx/>
                <a:latin typeface="+mn-lt"/>
                <a:ea typeface="黑体" panose="02010609060101010101" pitchFamily="49" charset="-122"/>
              </a:rPr>
              <a:t>A </a:t>
            </a:r>
            <a:r>
              <a:rPr kumimoji="0" lang="zh-CN" altLang="en-US" sz="2800" b="1" i="0" u="none" strike="noStrike" kern="0" cap="none" spc="0" normalizeH="0" baseline="0" noProof="0" dirty="0">
                <a:ln>
                  <a:noFill/>
                </a:ln>
                <a:solidFill>
                  <a:schemeClr val="tx1"/>
                </a:solidFill>
                <a:effectLst>
                  <a:outerShdw blurRad="38100" dist="38100" dir="2700000" algn="tl">
                    <a:srgbClr val="000000"/>
                  </a:outerShdw>
                </a:effectLst>
                <a:uLnTx/>
                <a:uFillTx/>
                <a:latin typeface="+mn-lt"/>
                <a:ea typeface="黑体" panose="02010609060101010101" pitchFamily="49" charset="-122"/>
              </a:rPr>
              <a:t>的排序</a:t>
            </a:r>
            <a:endParaRPr kumimoji="0" lang="zh-CN" altLang="en-US" sz="2800" b="1" i="0" u="none" strike="noStrike" kern="0" cap="none" spc="0" normalizeH="0" baseline="0" noProof="0" dirty="0">
              <a:ln>
                <a:noFill/>
              </a:ln>
              <a:solidFill>
                <a:schemeClr val="tx1"/>
              </a:solidFill>
              <a:effectLst>
                <a:outerShdw blurRad="38100" dist="38100" dir="2700000" algn="tl">
                  <a:srgbClr val="000000"/>
                </a:outerShdw>
              </a:effectLst>
              <a:uLnTx/>
              <a:uFillTx/>
              <a:latin typeface="+mn-lt"/>
              <a:ea typeface="黑体" panose="02010609060101010101" pitchFamily="49" charset="-122"/>
            </a:endParaRPr>
          </a:p>
          <a:p>
            <a:pPr marL="742950" marR="0" lvl="1" indent="-285750" algn="l" defTabSz="914400" rtl="0" eaLnBrk="1" fontAlgn="base" latinLnBrk="0" hangingPunct="1">
              <a:lnSpc>
                <a:spcPct val="120000"/>
              </a:lnSpc>
              <a:spcBef>
                <a:spcPct val="10000"/>
              </a:spcBef>
              <a:spcAft>
                <a:spcPct val="10000"/>
              </a:spcAft>
              <a:buClr>
                <a:schemeClr val="tx1"/>
              </a:buClr>
              <a:buSzTx/>
              <a:buFontTx/>
              <a:buChar char="–"/>
              <a:defRPr/>
            </a:pPr>
            <a:r>
              <a:rPr kumimoji="0" lang="zh-CN" altLang="en-US" sz="2800" b="1" i="0" u="none" strike="noStrike" kern="0" cap="none" spc="0" normalizeH="0" baseline="0" noProof="0" dirty="0">
                <a:ln>
                  <a:noFill/>
                </a:ln>
                <a:solidFill>
                  <a:srgbClr val="FFFF00"/>
                </a:solidFill>
                <a:effectLst>
                  <a:outerShdw blurRad="38100" dist="38100" dir="2700000" algn="tl">
                    <a:srgbClr val="000000"/>
                  </a:outerShdw>
                </a:effectLst>
                <a:uLnTx/>
                <a:uFillTx/>
                <a:latin typeface="+mn-lt"/>
                <a:ea typeface="黑体" panose="02010609060101010101" pitchFamily="49" charset="-122"/>
              </a:rPr>
              <a:t>至多扫描ｎ次就可以使数组 </a:t>
            </a:r>
            <a:r>
              <a:rPr kumimoji="0" lang="en-US" altLang="zh-CN" sz="2800" b="1" i="0" u="none" strike="noStrike" kern="0" cap="none" spc="0" normalizeH="0" baseline="0" noProof="0" dirty="0">
                <a:ln>
                  <a:noFill/>
                </a:ln>
                <a:solidFill>
                  <a:srgbClr val="FFFF00"/>
                </a:solidFill>
                <a:effectLst>
                  <a:outerShdw blurRad="38100" dist="38100" dir="2700000" algn="tl">
                    <a:srgbClr val="000000"/>
                  </a:outerShdw>
                </a:effectLst>
                <a:uLnTx/>
                <a:uFillTx/>
                <a:latin typeface="+mn-lt"/>
                <a:ea typeface="黑体" panose="02010609060101010101" pitchFamily="49" charset="-122"/>
              </a:rPr>
              <a:t>A </a:t>
            </a:r>
            <a:r>
              <a:rPr kumimoji="0" lang="zh-CN" altLang="en-US" sz="2800" b="1" i="0" u="none" strike="noStrike" kern="0" cap="none" spc="0" normalizeH="0" baseline="0" noProof="0" dirty="0">
                <a:ln>
                  <a:noFill/>
                </a:ln>
                <a:solidFill>
                  <a:srgbClr val="FFFF00"/>
                </a:solidFill>
                <a:effectLst>
                  <a:outerShdw blurRad="38100" dist="38100" dir="2700000" algn="tl">
                    <a:srgbClr val="000000"/>
                  </a:outerShdw>
                </a:effectLst>
                <a:uLnTx/>
                <a:uFillTx/>
                <a:latin typeface="+mn-lt"/>
                <a:ea typeface="黑体" panose="02010609060101010101" pitchFamily="49" charset="-122"/>
              </a:rPr>
              <a:t>完成排序。</a:t>
            </a:r>
            <a:endParaRPr kumimoji="0" lang="zh-CN" altLang="en-US" sz="2800" b="1" i="0" u="none" strike="noStrike" kern="0" cap="none" spc="0" normalizeH="0" baseline="0" noProof="0" dirty="0">
              <a:ln>
                <a:noFill/>
              </a:ln>
              <a:solidFill>
                <a:srgbClr val="FFFF00"/>
              </a:solidFill>
              <a:effectLst>
                <a:outerShdw blurRad="38100" dist="38100" dir="2700000" algn="tl">
                  <a:srgbClr val="000000"/>
                </a:outerShdw>
              </a:effectLst>
              <a:uLnTx/>
              <a:uFillTx/>
              <a:latin typeface="+mn-lt"/>
              <a:ea typeface="黑体" panose="02010609060101010101" pitchFamily="49" charset="-122"/>
            </a:endParaRPr>
          </a:p>
        </p:txBody>
      </p:sp>
      <p:sp>
        <p:nvSpPr>
          <p:cNvPr id="1410052" name="Rectangle 4"/>
          <p:cNvSpPr>
            <a:spLocks noGrp="1" noChangeArrowheads="1"/>
          </p:cNvSpPr>
          <p:nvPr>
            <p:ph type="title"/>
          </p:nvPr>
        </p:nvSpPr>
        <p:spPr>
          <a:xfrm>
            <a:off x="0" y="188913"/>
            <a:ext cx="12192000" cy="936625"/>
          </a:xfrm>
        </p:spPr>
        <p:txBody>
          <a:bodyPr vert="horz" wrap="square" lIns="91440" tIns="45720" rIns="91440" bIns="45720" numCol="1" anchor="ctr" anchorCtr="0" compatLnSpc="1"/>
          <a:lstStyle/>
          <a:p>
            <a:pPr marL="0" marR="0" lvl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r>
              <a:rPr kumimoji="0" lang="en-US" altLang="zh-CN" sz="2800" b="1" i="0" u="none" strike="noStrike" kern="0" cap="none" spc="0" normalizeH="0" baseline="0" noProof="0" dirty="0">
                <a:ln>
                  <a:noFill/>
                </a:ln>
                <a:solidFill>
                  <a:srgbClr val="FFFF00"/>
                </a:solidFill>
                <a:effectLst>
                  <a:outerShdw blurRad="38100" dist="38100" dir="2700000" algn="tl">
                    <a:srgbClr val="000000"/>
                  </a:outerShdw>
                </a:effectLst>
                <a:uLnTx/>
                <a:uFillTx/>
                <a:latin typeface="+mj-lt"/>
                <a:ea typeface="黑体" panose="02010609060101010101" pitchFamily="49" charset="-122"/>
                <a:cs typeface="+mj-cs"/>
              </a:rPr>
              <a:t>【</a:t>
            </a:r>
            <a:r>
              <a:rPr kumimoji="0" lang="zh-CN" altLang="en-US" sz="2800" b="1" i="0" u="none" strike="noStrike" kern="0" cap="none" spc="0" normalizeH="0" baseline="0" noProof="0" dirty="0">
                <a:ln>
                  <a:noFill/>
                </a:ln>
                <a:solidFill>
                  <a:srgbClr val="FFFF00"/>
                </a:solidFill>
                <a:effectLst>
                  <a:outerShdw blurRad="38100" dist="38100" dir="2700000" algn="tl">
                    <a:srgbClr val="000000"/>
                  </a:outerShdw>
                </a:effectLst>
                <a:uLnTx/>
                <a:uFillTx/>
                <a:latin typeface="+mj-lt"/>
                <a:ea typeface="黑体" panose="02010609060101010101" pitchFamily="49" charset="-122"/>
                <a:cs typeface="+mj-cs"/>
              </a:rPr>
              <a:t>例</a:t>
            </a:r>
            <a:r>
              <a:rPr kumimoji="0" lang="en-US" altLang="zh-CN" sz="2800" b="1" i="0" u="none" strike="noStrike" kern="0" cap="none" spc="0" normalizeH="0" baseline="0" noProof="0" dirty="0">
                <a:ln>
                  <a:noFill/>
                </a:ln>
                <a:solidFill>
                  <a:srgbClr val="FFFF00"/>
                </a:solidFill>
                <a:effectLst>
                  <a:outerShdw blurRad="38100" dist="38100" dir="2700000" algn="tl">
                    <a:srgbClr val="000000"/>
                  </a:outerShdw>
                </a:effectLst>
                <a:uLnTx/>
                <a:uFillTx/>
                <a:latin typeface="+mj-lt"/>
                <a:ea typeface="黑体" panose="02010609060101010101" pitchFamily="49" charset="-122"/>
                <a:cs typeface="+mj-cs"/>
              </a:rPr>
              <a:t>6.6】</a:t>
            </a:r>
            <a:r>
              <a:rPr kumimoji="0" lang="zh-CN" altLang="en-US" sz="2800" b="1" i="0" u="none" strike="noStrike" kern="0" cap="none" spc="0" normalizeH="0" baseline="0" noProof="0" dirty="0">
                <a:ln>
                  <a:noFill/>
                </a:ln>
                <a:solidFill>
                  <a:srgbClr val="FFFF00"/>
                </a:solidFill>
                <a:effectLst>
                  <a:outerShdw blurRad="38100" dist="38100" dir="2700000" algn="tl">
                    <a:srgbClr val="000000"/>
                  </a:outerShdw>
                </a:effectLst>
                <a:uLnTx/>
                <a:uFillTx/>
                <a:latin typeface="+mj-lt"/>
                <a:ea typeface="黑体" panose="02010609060101010101" pitchFamily="49" charset="-122"/>
                <a:cs typeface="+mj-cs"/>
              </a:rPr>
              <a:t>使用冒泡法对成绩数组按从小到大的顺序进行排序</a:t>
            </a:r>
            <a:r>
              <a:rPr kumimoji="0" lang="zh-CN" altLang="en-US" sz="2800" b="0" i="0" u="none" strike="noStrike" kern="0" cap="none" spc="0" normalizeH="0" baseline="0" noProof="0" dirty="0">
                <a:ln>
                  <a:noFill/>
                </a:ln>
                <a:solidFill>
                  <a:srgbClr val="FFFF00"/>
                </a:solidFill>
                <a:effectLst>
                  <a:outerShdw blurRad="38100" dist="38100" dir="2700000" algn="tl">
                    <a:srgbClr val="000000"/>
                  </a:outerShdw>
                </a:effectLst>
                <a:uLnTx/>
                <a:uFillTx/>
                <a:latin typeface="+mj-lt"/>
                <a:ea typeface="黑体" panose="02010609060101010101" pitchFamily="49" charset="-122"/>
                <a:cs typeface="+mj-cs"/>
              </a:rPr>
              <a:t> 。</a:t>
            </a:r>
            <a:endParaRPr kumimoji="0" lang="zh-CN" altLang="en-US" sz="2800" b="0" i="0" u="none" strike="noStrike" kern="0" cap="none" spc="0" normalizeH="0" baseline="0" noProof="0" dirty="0">
              <a:ln>
                <a:noFill/>
              </a:ln>
              <a:solidFill>
                <a:srgbClr val="FFFF00"/>
              </a:solidFill>
              <a:effectLst>
                <a:outerShdw blurRad="38100" dist="38100" dir="2700000" algn="tl">
                  <a:srgbClr val="000000"/>
                </a:outerShdw>
              </a:effectLst>
              <a:uLnTx/>
              <a:uFillTx/>
              <a:latin typeface="+mj-lt"/>
              <a:ea typeface="黑体" panose="02010609060101010101" pitchFamily="49" charset="-122"/>
              <a:cs typeface="+mj-cs"/>
            </a:endParaRPr>
          </a:p>
        </p:txBody>
      </p:sp>
    </p:spTree>
  </p:cSld>
  <p:clrMapOvr>
    <a:masterClrMapping/>
  </p:clrMapOvr>
  <p:transition>
    <p:random/>
  </p:transition>
  <p:timing>
    <p:tnLst>
      <p:par>
        <p:cTn id="1" dur="indefinite" restart="never" nodeType="tmRoot"/>
      </p:par>
    </p:tnLst>
  </p:timing>
</p:sld>
</file>

<file path=ppt/slides/slide4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96" name="灯片编号占位符 5"/>
          <p:cNvSpPr txBox="1">
            <a:spLocks noGrp="1"/>
          </p:cNvSpPr>
          <p:nvPr>
            <p:ph type="sldNum" sz="quarter" idx="4"/>
          </p:nvPr>
        </p:nvSpPr>
        <p:spPr bwMode="auto"/>
        <p:txBody>
          <a:bodyPr wrap="square" lIns="91440" tIns="45720" rIns="91440" bIns="45720" numCol="1" anchor="b" anchorCtr="0" compatLnSpc="1"/>
          <a:lstStyle>
            <a:lvl1pPr eaLnBrk="0" hangingPunct="0">
              <a:defRPr sz="2000" b="1">
                <a:solidFill>
                  <a:schemeClr val="tx1"/>
                </a:solidFill>
                <a:latin typeface="Tahoma" panose="020B0604030504040204" pitchFamily="34" charset="0"/>
                <a:ea typeface="黑体" panose="02010609060101010101" pitchFamily="49" charset="-122"/>
              </a:defRPr>
            </a:lvl1pPr>
            <a:lvl2pPr marL="742950" indent="-285750" eaLnBrk="0" hangingPunct="0">
              <a:defRPr sz="2000" b="1">
                <a:solidFill>
                  <a:schemeClr val="tx1"/>
                </a:solidFill>
                <a:latin typeface="Tahoma" panose="020B0604030504040204" pitchFamily="34" charset="0"/>
                <a:ea typeface="黑体" panose="02010609060101010101" pitchFamily="49" charset="-122"/>
              </a:defRPr>
            </a:lvl2pPr>
            <a:lvl3pPr marL="1143000" indent="-228600" eaLnBrk="0" hangingPunct="0">
              <a:defRPr sz="2000" b="1">
                <a:solidFill>
                  <a:schemeClr val="tx1"/>
                </a:solidFill>
                <a:latin typeface="Tahoma" panose="020B0604030504040204" pitchFamily="34" charset="0"/>
                <a:ea typeface="黑体" panose="02010609060101010101" pitchFamily="49" charset="-122"/>
              </a:defRPr>
            </a:lvl3pPr>
            <a:lvl4pPr marL="1600200" indent="-228600" eaLnBrk="0" hangingPunct="0">
              <a:defRPr sz="2000" b="1">
                <a:solidFill>
                  <a:schemeClr val="tx1"/>
                </a:solidFill>
                <a:latin typeface="Tahoma" panose="020B0604030504040204" pitchFamily="34" charset="0"/>
                <a:ea typeface="黑体" panose="02010609060101010101" pitchFamily="49" charset="-122"/>
              </a:defRPr>
            </a:lvl4pPr>
            <a:lvl5pPr marL="2057400" indent="-228600" eaLnBrk="0" hangingPunct="0">
              <a:defRPr sz="2000" b="1">
                <a:solidFill>
                  <a:schemeClr val="tx1"/>
                </a:solidFill>
                <a:latin typeface="Tahoma" panose="020B0604030504040204" pitchFamily="34" charset="0"/>
                <a:ea typeface="黑体" panose="02010609060101010101" pitchFamily="49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000" b="1">
                <a:solidFill>
                  <a:schemeClr val="tx1"/>
                </a:solidFill>
                <a:latin typeface="Tahoma" panose="020B0604030504040204" pitchFamily="34" charset="0"/>
                <a:ea typeface="黑体" panose="02010609060101010101" pitchFamily="49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000" b="1">
                <a:solidFill>
                  <a:schemeClr val="tx1"/>
                </a:solidFill>
                <a:latin typeface="Tahoma" panose="020B0604030504040204" pitchFamily="34" charset="0"/>
                <a:ea typeface="黑体" panose="02010609060101010101" pitchFamily="49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000" b="1">
                <a:solidFill>
                  <a:schemeClr val="tx1"/>
                </a:solidFill>
                <a:latin typeface="Tahoma" panose="020B0604030504040204" pitchFamily="34" charset="0"/>
                <a:ea typeface="黑体" panose="02010609060101010101" pitchFamily="49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000" b="1">
                <a:solidFill>
                  <a:schemeClr val="tx1"/>
                </a:solidFill>
                <a:latin typeface="Tahoma" panose="020B0604030504040204" pitchFamily="34" charset="0"/>
                <a:ea typeface="黑体" panose="02010609060101010101" pitchFamily="49" charset="-122"/>
              </a:defRPr>
            </a:lvl9pPr>
          </a:lstStyle>
          <a:p>
            <a:pPr marL="0" marR="0" lvl="0" indent="0" algn="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fld id="{A9681A65-BB00-4C87-9C15-422FE1C43EF3}" type="slidenum">
              <a:rPr kumimoji="0" lang="en-US" altLang="zh-CN" sz="1200" b="0" i="0" u="none" strike="noStrike" kern="1200" cap="none" spc="0" normalizeH="0" baseline="0" noProof="0">
                <a:ln>
                  <a:noFill/>
                </a:ln>
                <a:solidFill>
                  <a:schemeClr val="tx1"/>
                </a:solidFill>
                <a:effectLst>
                  <a:outerShdw blurRad="38100" dist="38100" dir="2700000" algn="tl">
                    <a:srgbClr val="000000"/>
                  </a:outerShdw>
                </a:effectLst>
                <a:uLnTx/>
                <a:uFillTx/>
                <a:latin typeface="Tahoma" panose="020B0604030504040204" pitchFamily="34" charset="0"/>
                <a:ea typeface="宋体" panose="02010600030101010101" pitchFamily="2" charset="-122"/>
                <a:cs typeface="+mn-cs"/>
              </a:rPr>
            </a:fld>
            <a:endParaRPr kumimoji="0" lang="en-US" altLang="zh-CN" sz="1200" b="0" i="0" u="none" strike="noStrike" kern="1200" cap="none" spc="0" normalizeH="0" baseline="0" noProof="0">
              <a:ln>
                <a:noFill/>
              </a:ln>
              <a:solidFill>
                <a:schemeClr val="tx1"/>
              </a:solidFill>
              <a:effectLst>
                <a:outerShdw blurRad="38100" dist="38100" dir="2700000" algn="tl">
                  <a:srgbClr val="000000"/>
                </a:outerShdw>
              </a:effectLst>
              <a:uLnTx/>
              <a:uFillTx/>
              <a:latin typeface="Tahoma" panose="020B0604030504040204" pitchFamily="34" charset="0"/>
              <a:ea typeface="宋体" panose="02010600030101010101" pitchFamily="2" charset="-122"/>
              <a:cs typeface="+mn-cs"/>
            </a:endParaRPr>
          </a:p>
        </p:txBody>
      </p:sp>
      <p:grpSp>
        <p:nvGrpSpPr>
          <p:cNvPr id="2" name="Group 3"/>
          <p:cNvGrpSpPr/>
          <p:nvPr/>
        </p:nvGrpSpPr>
        <p:grpSpPr>
          <a:xfrm>
            <a:off x="2855913" y="549275"/>
            <a:ext cx="936625" cy="2827338"/>
            <a:chOff x="839" y="346"/>
            <a:chExt cx="590" cy="1781"/>
          </a:xfrm>
        </p:grpSpPr>
        <p:sp>
          <p:nvSpPr>
            <p:cNvPr id="49245" name="Text Box 4"/>
            <p:cNvSpPr txBox="1"/>
            <p:nvPr/>
          </p:nvSpPr>
          <p:spPr>
            <a:xfrm>
              <a:off x="839" y="346"/>
              <a:ext cx="590" cy="330"/>
            </a:xfrm>
            <a:prstGeom prst="rect">
              <a:avLst/>
            </a:prstGeom>
            <a:noFill/>
            <a:ln w="38100" cap="flat" cmpd="sng">
              <a:solidFill>
                <a:schemeClr val="tx1"/>
              </a:solidFill>
              <a:prstDash val="solid"/>
              <a:miter/>
              <a:headEnd type="none" w="med" len="med"/>
              <a:tailEnd type="none" w="med" len="med"/>
            </a:ln>
          </p:spPr>
          <p:txBody>
            <a:bodyPr>
              <a:spAutoFit/>
            </a:bodyPr>
            <a:lstStyle>
              <a:lvl1pPr marL="342900" indent="-342900" algn="l" rtl="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hlink"/>
                </a:buClr>
                <a:buSzPct val="80000"/>
                <a:buFont typeface="Wingdings" panose="05000000000000000000" pitchFamily="2" charset="2"/>
                <a:buChar char="n"/>
                <a:defRPr sz="3200" b="0">
                  <a:solidFill>
                    <a:schemeClr val="tx1"/>
                  </a:solidFill>
                  <a:effectLst/>
                  <a:latin typeface="+mn-lt"/>
                  <a:ea typeface="+mn-ea"/>
                  <a:cs typeface="+mn-cs"/>
                </a:defRPr>
              </a:lvl1pPr>
              <a:lvl2pPr marL="742950" indent="-285750" algn="l" rtl="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tx1"/>
                </a:buClr>
                <a:buChar char="–"/>
                <a:defRPr sz="2800">
                  <a:solidFill>
                    <a:schemeClr val="tx1"/>
                  </a:solidFill>
                  <a:effectLst/>
                  <a:latin typeface="+mn-lt"/>
                  <a:ea typeface="+mn-ea"/>
                </a:defRPr>
              </a:lvl2pPr>
              <a:lvl3pPr marL="11430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hlink"/>
                </a:buClr>
                <a:buFont typeface="Wingdings" panose="05000000000000000000" pitchFamily="2" charset="2"/>
                <a:buChar char="§"/>
                <a:defRPr sz="2400">
                  <a:solidFill>
                    <a:schemeClr val="tx1"/>
                  </a:solidFill>
                  <a:effectLst/>
                  <a:latin typeface="+mn-lt"/>
                  <a:ea typeface="+mn-ea"/>
                </a:defRPr>
              </a:lvl3pPr>
              <a:lvl4pPr marL="16002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–"/>
                <a:defRPr sz="2000">
                  <a:solidFill>
                    <a:schemeClr val="tx1"/>
                  </a:solidFill>
                  <a:effectLst/>
                  <a:latin typeface="+mn-lt"/>
                  <a:ea typeface="+mn-ea"/>
                </a:defRPr>
              </a:lvl4pPr>
              <a:lvl5pPr marL="20574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hlink"/>
                </a:buClr>
                <a:buFont typeface="Wingdings" panose="05000000000000000000" pitchFamily="2" charset="2"/>
                <a:buChar char="§"/>
                <a:defRPr sz="2000">
                  <a:solidFill>
                    <a:schemeClr val="tx1"/>
                  </a:solidFill>
                  <a:effectLst/>
                  <a:latin typeface="+mn-lt"/>
                  <a:ea typeface="+mn-ea"/>
                </a:defRPr>
              </a:lvl5pPr>
            </a:lstStyle>
            <a:p>
              <a:pPr marL="0" lvl="0" indent="0" algn="ctr" eaLnBrk="1" hangingPunct="1">
                <a:spcBef>
                  <a:spcPct val="50000"/>
                </a:spcBef>
                <a:buClrTx/>
                <a:buSzTx/>
                <a:buFontTx/>
                <a:buNone/>
              </a:pPr>
              <a:r>
                <a:rPr lang="en-US" altLang="zh-CN" sz="2800" b="1" dirty="0">
                  <a:ea typeface="黑体" panose="02010609060101010101" pitchFamily="49" charset="-122"/>
                </a:rPr>
                <a:t>7</a:t>
              </a:r>
              <a:endParaRPr lang="en-US" altLang="zh-CN" sz="2800" b="1" dirty="0">
                <a:ea typeface="黑体" panose="02010609060101010101" pitchFamily="49" charset="-122"/>
              </a:endParaRPr>
            </a:p>
          </p:txBody>
        </p:sp>
        <p:sp>
          <p:nvSpPr>
            <p:cNvPr id="49246" name="Text Box 5"/>
            <p:cNvSpPr txBox="1"/>
            <p:nvPr/>
          </p:nvSpPr>
          <p:spPr>
            <a:xfrm>
              <a:off x="839" y="709"/>
              <a:ext cx="590" cy="330"/>
            </a:xfrm>
            <a:prstGeom prst="rect">
              <a:avLst/>
            </a:prstGeom>
            <a:noFill/>
            <a:ln w="38100" cap="flat" cmpd="sng">
              <a:solidFill>
                <a:schemeClr val="tx1"/>
              </a:solidFill>
              <a:prstDash val="solid"/>
              <a:miter/>
              <a:headEnd type="none" w="med" len="med"/>
              <a:tailEnd type="none" w="med" len="med"/>
            </a:ln>
          </p:spPr>
          <p:txBody>
            <a:bodyPr>
              <a:spAutoFit/>
            </a:bodyPr>
            <a:lstStyle>
              <a:lvl1pPr marL="342900" indent="-342900" algn="l" rtl="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hlink"/>
                </a:buClr>
                <a:buSzPct val="80000"/>
                <a:buFont typeface="Wingdings" panose="05000000000000000000" pitchFamily="2" charset="2"/>
                <a:buChar char="n"/>
                <a:defRPr sz="3200" b="0">
                  <a:solidFill>
                    <a:schemeClr val="tx1"/>
                  </a:solidFill>
                  <a:effectLst/>
                  <a:latin typeface="+mn-lt"/>
                  <a:ea typeface="+mn-ea"/>
                  <a:cs typeface="+mn-cs"/>
                </a:defRPr>
              </a:lvl1pPr>
              <a:lvl2pPr marL="742950" indent="-285750" algn="l" rtl="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tx1"/>
                </a:buClr>
                <a:buChar char="–"/>
                <a:defRPr sz="2800">
                  <a:solidFill>
                    <a:schemeClr val="tx1"/>
                  </a:solidFill>
                  <a:effectLst/>
                  <a:latin typeface="+mn-lt"/>
                  <a:ea typeface="+mn-ea"/>
                </a:defRPr>
              </a:lvl2pPr>
              <a:lvl3pPr marL="11430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hlink"/>
                </a:buClr>
                <a:buFont typeface="Wingdings" panose="05000000000000000000" pitchFamily="2" charset="2"/>
                <a:buChar char="§"/>
                <a:defRPr sz="2400">
                  <a:solidFill>
                    <a:schemeClr val="tx1"/>
                  </a:solidFill>
                  <a:effectLst/>
                  <a:latin typeface="+mn-lt"/>
                  <a:ea typeface="+mn-ea"/>
                </a:defRPr>
              </a:lvl3pPr>
              <a:lvl4pPr marL="16002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–"/>
                <a:defRPr sz="2000">
                  <a:solidFill>
                    <a:schemeClr val="tx1"/>
                  </a:solidFill>
                  <a:effectLst/>
                  <a:latin typeface="+mn-lt"/>
                  <a:ea typeface="+mn-ea"/>
                </a:defRPr>
              </a:lvl4pPr>
              <a:lvl5pPr marL="20574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hlink"/>
                </a:buClr>
                <a:buFont typeface="Wingdings" panose="05000000000000000000" pitchFamily="2" charset="2"/>
                <a:buChar char="§"/>
                <a:defRPr sz="2000">
                  <a:solidFill>
                    <a:schemeClr val="tx1"/>
                  </a:solidFill>
                  <a:effectLst/>
                  <a:latin typeface="+mn-lt"/>
                  <a:ea typeface="+mn-ea"/>
                </a:defRPr>
              </a:lvl5pPr>
            </a:lstStyle>
            <a:p>
              <a:pPr marL="0" lvl="0" indent="0" algn="ctr" eaLnBrk="1" hangingPunct="1">
                <a:spcBef>
                  <a:spcPct val="50000"/>
                </a:spcBef>
                <a:buClrTx/>
                <a:buSzTx/>
                <a:buFontTx/>
                <a:buNone/>
              </a:pPr>
              <a:r>
                <a:rPr lang="en-US" altLang="zh-CN" sz="2800" b="1" dirty="0">
                  <a:ea typeface="黑体" panose="02010609060101010101" pitchFamily="49" charset="-122"/>
                </a:rPr>
                <a:t>4</a:t>
              </a:r>
              <a:endParaRPr lang="en-US" altLang="zh-CN" sz="2800" b="1" dirty="0">
                <a:ea typeface="黑体" panose="02010609060101010101" pitchFamily="49" charset="-122"/>
              </a:endParaRPr>
            </a:p>
          </p:txBody>
        </p:sp>
        <p:sp>
          <p:nvSpPr>
            <p:cNvPr id="49247" name="Text Box 6"/>
            <p:cNvSpPr txBox="1"/>
            <p:nvPr/>
          </p:nvSpPr>
          <p:spPr>
            <a:xfrm>
              <a:off x="839" y="1072"/>
              <a:ext cx="590" cy="330"/>
            </a:xfrm>
            <a:prstGeom prst="rect">
              <a:avLst/>
            </a:prstGeom>
            <a:noFill/>
            <a:ln w="38100" cap="flat" cmpd="sng">
              <a:solidFill>
                <a:schemeClr val="tx1"/>
              </a:solidFill>
              <a:prstDash val="solid"/>
              <a:miter/>
              <a:headEnd type="none" w="med" len="med"/>
              <a:tailEnd type="none" w="med" len="med"/>
            </a:ln>
          </p:spPr>
          <p:txBody>
            <a:bodyPr>
              <a:spAutoFit/>
            </a:bodyPr>
            <a:lstStyle>
              <a:lvl1pPr marL="342900" indent="-342900" algn="l" rtl="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hlink"/>
                </a:buClr>
                <a:buSzPct val="80000"/>
                <a:buFont typeface="Wingdings" panose="05000000000000000000" pitchFamily="2" charset="2"/>
                <a:buChar char="n"/>
                <a:defRPr sz="3200" b="0">
                  <a:solidFill>
                    <a:schemeClr val="tx1"/>
                  </a:solidFill>
                  <a:effectLst/>
                  <a:latin typeface="+mn-lt"/>
                  <a:ea typeface="+mn-ea"/>
                  <a:cs typeface="+mn-cs"/>
                </a:defRPr>
              </a:lvl1pPr>
              <a:lvl2pPr marL="742950" indent="-285750" algn="l" rtl="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tx1"/>
                </a:buClr>
                <a:buChar char="–"/>
                <a:defRPr sz="2800">
                  <a:solidFill>
                    <a:schemeClr val="tx1"/>
                  </a:solidFill>
                  <a:effectLst/>
                  <a:latin typeface="+mn-lt"/>
                  <a:ea typeface="+mn-ea"/>
                </a:defRPr>
              </a:lvl2pPr>
              <a:lvl3pPr marL="11430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hlink"/>
                </a:buClr>
                <a:buFont typeface="Wingdings" panose="05000000000000000000" pitchFamily="2" charset="2"/>
                <a:buChar char="§"/>
                <a:defRPr sz="2400">
                  <a:solidFill>
                    <a:schemeClr val="tx1"/>
                  </a:solidFill>
                  <a:effectLst/>
                  <a:latin typeface="+mn-lt"/>
                  <a:ea typeface="+mn-ea"/>
                </a:defRPr>
              </a:lvl3pPr>
              <a:lvl4pPr marL="16002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–"/>
                <a:defRPr sz="2000">
                  <a:solidFill>
                    <a:schemeClr val="tx1"/>
                  </a:solidFill>
                  <a:effectLst/>
                  <a:latin typeface="+mn-lt"/>
                  <a:ea typeface="+mn-ea"/>
                </a:defRPr>
              </a:lvl4pPr>
              <a:lvl5pPr marL="20574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hlink"/>
                </a:buClr>
                <a:buFont typeface="Wingdings" panose="05000000000000000000" pitchFamily="2" charset="2"/>
                <a:buChar char="§"/>
                <a:defRPr sz="2000">
                  <a:solidFill>
                    <a:schemeClr val="tx1"/>
                  </a:solidFill>
                  <a:effectLst/>
                  <a:latin typeface="+mn-lt"/>
                  <a:ea typeface="+mn-ea"/>
                </a:defRPr>
              </a:lvl5pPr>
            </a:lstStyle>
            <a:p>
              <a:pPr marL="0" lvl="0" indent="0" algn="ctr" eaLnBrk="1" hangingPunct="1">
                <a:spcBef>
                  <a:spcPct val="50000"/>
                </a:spcBef>
                <a:buClrTx/>
                <a:buSzTx/>
                <a:buFontTx/>
                <a:buNone/>
              </a:pPr>
              <a:r>
                <a:rPr lang="en-US" altLang="zh-CN" sz="2800" b="1" dirty="0">
                  <a:ea typeface="黑体" panose="02010609060101010101" pitchFamily="49" charset="-122"/>
                </a:rPr>
                <a:t>1</a:t>
              </a:r>
              <a:endParaRPr lang="en-US" altLang="zh-CN" sz="2800" b="1" dirty="0">
                <a:ea typeface="黑体" panose="02010609060101010101" pitchFamily="49" charset="-122"/>
              </a:endParaRPr>
            </a:p>
          </p:txBody>
        </p:sp>
        <p:sp>
          <p:nvSpPr>
            <p:cNvPr id="49248" name="Text Box 7"/>
            <p:cNvSpPr txBox="1"/>
            <p:nvPr/>
          </p:nvSpPr>
          <p:spPr>
            <a:xfrm>
              <a:off x="839" y="1434"/>
              <a:ext cx="590" cy="330"/>
            </a:xfrm>
            <a:prstGeom prst="rect">
              <a:avLst/>
            </a:prstGeom>
            <a:noFill/>
            <a:ln w="38100" cap="flat" cmpd="sng">
              <a:solidFill>
                <a:schemeClr val="tx1"/>
              </a:solidFill>
              <a:prstDash val="solid"/>
              <a:miter/>
              <a:headEnd type="none" w="med" len="med"/>
              <a:tailEnd type="none" w="med" len="med"/>
            </a:ln>
          </p:spPr>
          <p:txBody>
            <a:bodyPr>
              <a:spAutoFit/>
            </a:bodyPr>
            <a:lstStyle>
              <a:lvl1pPr marL="342900" indent="-342900" algn="l" rtl="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hlink"/>
                </a:buClr>
                <a:buSzPct val="80000"/>
                <a:buFont typeface="Wingdings" panose="05000000000000000000" pitchFamily="2" charset="2"/>
                <a:buChar char="n"/>
                <a:defRPr sz="3200" b="0">
                  <a:solidFill>
                    <a:schemeClr val="tx1"/>
                  </a:solidFill>
                  <a:effectLst/>
                  <a:latin typeface="+mn-lt"/>
                  <a:ea typeface="+mn-ea"/>
                  <a:cs typeface="+mn-cs"/>
                </a:defRPr>
              </a:lvl1pPr>
              <a:lvl2pPr marL="742950" indent="-285750" algn="l" rtl="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tx1"/>
                </a:buClr>
                <a:buChar char="–"/>
                <a:defRPr sz="2800">
                  <a:solidFill>
                    <a:schemeClr val="tx1"/>
                  </a:solidFill>
                  <a:effectLst/>
                  <a:latin typeface="+mn-lt"/>
                  <a:ea typeface="+mn-ea"/>
                </a:defRPr>
              </a:lvl2pPr>
              <a:lvl3pPr marL="11430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hlink"/>
                </a:buClr>
                <a:buFont typeface="Wingdings" panose="05000000000000000000" pitchFamily="2" charset="2"/>
                <a:buChar char="§"/>
                <a:defRPr sz="2400">
                  <a:solidFill>
                    <a:schemeClr val="tx1"/>
                  </a:solidFill>
                  <a:effectLst/>
                  <a:latin typeface="+mn-lt"/>
                  <a:ea typeface="+mn-ea"/>
                </a:defRPr>
              </a:lvl3pPr>
              <a:lvl4pPr marL="16002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–"/>
                <a:defRPr sz="2000">
                  <a:solidFill>
                    <a:schemeClr val="tx1"/>
                  </a:solidFill>
                  <a:effectLst/>
                  <a:latin typeface="+mn-lt"/>
                  <a:ea typeface="+mn-ea"/>
                </a:defRPr>
              </a:lvl4pPr>
              <a:lvl5pPr marL="20574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hlink"/>
                </a:buClr>
                <a:buFont typeface="Wingdings" panose="05000000000000000000" pitchFamily="2" charset="2"/>
                <a:buChar char="§"/>
                <a:defRPr sz="2000">
                  <a:solidFill>
                    <a:schemeClr val="tx1"/>
                  </a:solidFill>
                  <a:effectLst/>
                  <a:latin typeface="+mn-lt"/>
                  <a:ea typeface="+mn-ea"/>
                </a:defRPr>
              </a:lvl5pPr>
            </a:lstStyle>
            <a:p>
              <a:pPr marL="0" lvl="0" indent="0" algn="ctr" eaLnBrk="1" hangingPunct="1">
                <a:spcBef>
                  <a:spcPct val="50000"/>
                </a:spcBef>
                <a:buClrTx/>
                <a:buSzTx/>
                <a:buFontTx/>
                <a:buNone/>
              </a:pPr>
              <a:r>
                <a:rPr lang="en-US" altLang="zh-CN" sz="2800" b="1" dirty="0">
                  <a:ea typeface="黑体" panose="02010609060101010101" pitchFamily="49" charset="-122"/>
                </a:rPr>
                <a:t>6</a:t>
              </a:r>
              <a:endParaRPr lang="en-US" altLang="zh-CN" sz="2800" b="1" dirty="0">
                <a:ea typeface="黑体" panose="02010609060101010101" pitchFamily="49" charset="-122"/>
              </a:endParaRPr>
            </a:p>
          </p:txBody>
        </p:sp>
        <p:sp>
          <p:nvSpPr>
            <p:cNvPr id="49249" name="Text Box 8"/>
            <p:cNvSpPr txBox="1"/>
            <p:nvPr/>
          </p:nvSpPr>
          <p:spPr>
            <a:xfrm>
              <a:off x="839" y="1797"/>
              <a:ext cx="590" cy="330"/>
            </a:xfrm>
            <a:prstGeom prst="rect">
              <a:avLst/>
            </a:prstGeom>
            <a:noFill/>
            <a:ln w="38100" cap="flat" cmpd="sng">
              <a:solidFill>
                <a:schemeClr val="tx1"/>
              </a:solidFill>
              <a:prstDash val="solid"/>
              <a:miter/>
              <a:headEnd type="none" w="med" len="med"/>
              <a:tailEnd type="none" w="med" len="med"/>
            </a:ln>
          </p:spPr>
          <p:txBody>
            <a:bodyPr>
              <a:spAutoFit/>
            </a:bodyPr>
            <a:lstStyle>
              <a:lvl1pPr marL="342900" indent="-342900" algn="l" rtl="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hlink"/>
                </a:buClr>
                <a:buSzPct val="80000"/>
                <a:buFont typeface="Wingdings" panose="05000000000000000000" pitchFamily="2" charset="2"/>
                <a:buChar char="n"/>
                <a:defRPr sz="3200" b="0">
                  <a:solidFill>
                    <a:schemeClr val="tx1"/>
                  </a:solidFill>
                  <a:effectLst/>
                  <a:latin typeface="+mn-lt"/>
                  <a:ea typeface="+mn-ea"/>
                  <a:cs typeface="+mn-cs"/>
                </a:defRPr>
              </a:lvl1pPr>
              <a:lvl2pPr marL="742950" indent="-285750" algn="l" rtl="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tx1"/>
                </a:buClr>
                <a:buChar char="–"/>
                <a:defRPr sz="2800">
                  <a:solidFill>
                    <a:schemeClr val="tx1"/>
                  </a:solidFill>
                  <a:effectLst/>
                  <a:latin typeface="+mn-lt"/>
                  <a:ea typeface="+mn-ea"/>
                </a:defRPr>
              </a:lvl2pPr>
              <a:lvl3pPr marL="11430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hlink"/>
                </a:buClr>
                <a:buFont typeface="Wingdings" panose="05000000000000000000" pitchFamily="2" charset="2"/>
                <a:buChar char="§"/>
                <a:defRPr sz="2400">
                  <a:solidFill>
                    <a:schemeClr val="tx1"/>
                  </a:solidFill>
                  <a:effectLst/>
                  <a:latin typeface="+mn-lt"/>
                  <a:ea typeface="+mn-ea"/>
                </a:defRPr>
              </a:lvl3pPr>
              <a:lvl4pPr marL="16002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–"/>
                <a:defRPr sz="2000">
                  <a:solidFill>
                    <a:schemeClr val="tx1"/>
                  </a:solidFill>
                  <a:effectLst/>
                  <a:latin typeface="+mn-lt"/>
                  <a:ea typeface="+mn-ea"/>
                </a:defRPr>
              </a:lvl4pPr>
              <a:lvl5pPr marL="20574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hlink"/>
                </a:buClr>
                <a:buFont typeface="Wingdings" panose="05000000000000000000" pitchFamily="2" charset="2"/>
                <a:buChar char="§"/>
                <a:defRPr sz="2000">
                  <a:solidFill>
                    <a:schemeClr val="tx1"/>
                  </a:solidFill>
                  <a:effectLst/>
                  <a:latin typeface="+mn-lt"/>
                  <a:ea typeface="+mn-ea"/>
                </a:defRPr>
              </a:lvl5pPr>
            </a:lstStyle>
            <a:p>
              <a:pPr marL="0" lvl="0" indent="0" algn="ctr" eaLnBrk="1" hangingPunct="1">
                <a:spcBef>
                  <a:spcPct val="50000"/>
                </a:spcBef>
                <a:buClrTx/>
                <a:buSzTx/>
                <a:buFontTx/>
                <a:buNone/>
              </a:pPr>
              <a:r>
                <a:rPr lang="en-US" altLang="zh-CN" sz="2800" b="1" dirty="0">
                  <a:ea typeface="黑体" panose="02010609060101010101" pitchFamily="49" charset="-122"/>
                </a:rPr>
                <a:t>5</a:t>
              </a:r>
              <a:endParaRPr lang="en-US" altLang="zh-CN" sz="2800" b="1" dirty="0">
                <a:ea typeface="黑体" panose="02010609060101010101" pitchFamily="49" charset="-122"/>
              </a:endParaRPr>
            </a:p>
          </p:txBody>
        </p:sp>
      </p:grpSp>
      <p:grpSp>
        <p:nvGrpSpPr>
          <p:cNvPr id="3" name="Group 9"/>
          <p:cNvGrpSpPr/>
          <p:nvPr/>
        </p:nvGrpSpPr>
        <p:grpSpPr>
          <a:xfrm>
            <a:off x="6096000" y="549275"/>
            <a:ext cx="936625" cy="2827338"/>
            <a:chOff x="2880" y="346"/>
            <a:chExt cx="590" cy="1781"/>
          </a:xfrm>
        </p:grpSpPr>
        <p:sp>
          <p:nvSpPr>
            <p:cNvPr id="49240" name="Text Box 10"/>
            <p:cNvSpPr txBox="1"/>
            <p:nvPr/>
          </p:nvSpPr>
          <p:spPr>
            <a:xfrm>
              <a:off x="2880" y="346"/>
              <a:ext cx="590" cy="330"/>
            </a:xfrm>
            <a:prstGeom prst="rect">
              <a:avLst/>
            </a:prstGeom>
            <a:noFill/>
            <a:ln w="38100" cap="flat" cmpd="sng">
              <a:solidFill>
                <a:schemeClr val="tx1"/>
              </a:solidFill>
              <a:prstDash val="solid"/>
              <a:miter/>
              <a:headEnd type="none" w="med" len="med"/>
              <a:tailEnd type="none" w="med" len="med"/>
            </a:ln>
          </p:spPr>
          <p:txBody>
            <a:bodyPr>
              <a:spAutoFit/>
            </a:bodyPr>
            <a:lstStyle>
              <a:lvl1pPr marL="342900" indent="-342900" algn="l" rtl="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hlink"/>
                </a:buClr>
                <a:buSzPct val="80000"/>
                <a:buFont typeface="Wingdings" panose="05000000000000000000" pitchFamily="2" charset="2"/>
                <a:buChar char="n"/>
                <a:defRPr sz="3200" b="0">
                  <a:solidFill>
                    <a:schemeClr val="tx1"/>
                  </a:solidFill>
                  <a:effectLst/>
                  <a:latin typeface="+mn-lt"/>
                  <a:ea typeface="+mn-ea"/>
                  <a:cs typeface="+mn-cs"/>
                </a:defRPr>
              </a:lvl1pPr>
              <a:lvl2pPr marL="742950" indent="-285750" algn="l" rtl="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tx1"/>
                </a:buClr>
                <a:buChar char="–"/>
                <a:defRPr sz="2800">
                  <a:solidFill>
                    <a:schemeClr val="tx1"/>
                  </a:solidFill>
                  <a:effectLst/>
                  <a:latin typeface="+mn-lt"/>
                  <a:ea typeface="+mn-ea"/>
                </a:defRPr>
              </a:lvl2pPr>
              <a:lvl3pPr marL="11430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hlink"/>
                </a:buClr>
                <a:buFont typeface="Wingdings" panose="05000000000000000000" pitchFamily="2" charset="2"/>
                <a:buChar char="§"/>
                <a:defRPr sz="2400">
                  <a:solidFill>
                    <a:schemeClr val="tx1"/>
                  </a:solidFill>
                  <a:effectLst/>
                  <a:latin typeface="+mn-lt"/>
                  <a:ea typeface="+mn-ea"/>
                </a:defRPr>
              </a:lvl3pPr>
              <a:lvl4pPr marL="16002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–"/>
                <a:defRPr sz="2000">
                  <a:solidFill>
                    <a:schemeClr val="tx1"/>
                  </a:solidFill>
                  <a:effectLst/>
                  <a:latin typeface="+mn-lt"/>
                  <a:ea typeface="+mn-ea"/>
                </a:defRPr>
              </a:lvl4pPr>
              <a:lvl5pPr marL="20574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hlink"/>
                </a:buClr>
                <a:buFont typeface="Wingdings" panose="05000000000000000000" pitchFamily="2" charset="2"/>
                <a:buChar char="§"/>
                <a:defRPr sz="2000">
                  <a:solidFill>
                    <a:schemeClr val="tx1"/>
                  </a:solidFill>
                  <a:effectLst/>
                  <a:latin typeface="+mn-lt"/>
                  <a:ea typeface="+mn-ea"/>
                </a:defRPr>
              </a:lvl5pPr>
            </a:lstStyle>
            <a:p>
              <a:pPr marL="0" lvl="0" indent="0" algn="ctr" eaLnBrk="1" hangingPunct="1">
                <a:spcBef>
                  <a:spcPct val="50000"/>
                </a:spcBef>
                <a:buClrTx/>
                <a:buSzTx/>
                <a:buFontTx/>
                <a:buNone/>
              </a:pPr>
              <a:r>
                <a:rPr lang="en-US" altLang="zh-CN" sz="2800" b="1" dirty="0">
                  <a:solidFill>
                    <a:schemeClr val="hlink"/>
                  </a:solidFill>
                  <a:ea typeface="黑体" panose="02010609060101010101" pitchFamily="49" charset="-122"/>
                </a:rPr>
                <a:t>4</a:t>
              </a:r>
              <a:endParaRPr lang="en-US" altLang="zh-CN" sz="2800" b="1" dirty="0">
                <a:solidFill>
                  <a:schemeClr val="hlink"/>
                </a:solidFill>
                <a:ea typeface="黑体" panose="02010609060101010101" pitchFamily="49" charset="-122"/>
              </a:endParaRPr>
            </a:p>
          </p:txBody>
        </p:sp>
        <p:sp>
          <p:nvSpPr>
            <p:cNvPr id="49241" name="Text Box 11"/>
            <p:cNvSpPr txBox="1"/>
            <p:nvPr/>
          </p:nvSpPr>
          <p:spPr>
            <a:xfrm>
              <a:off x="2880" y="709"/>
              <a:ext cx="590" cy="330"/>
            </a:xfrm>
            <a:prstGeom prst="rect">
              <a:avLst/>
            </a:prstGeom>
            <a:noFill/>
            <a:ln w="38100" cap="flat" cmpd="sng">
              <a:solidFill>
                <a:schemeClr val="tx1"/>
              </a:solidFill>
              <a:prstDash val="solid"/>
              <a:miter/>
              <a:headEnd type="none" w="med" len="med"/>
              <a:tailEnd type="none" w="med" len="med"/>
            </a:ln>
          </p:spPr>
          <p:txBody>
            <a:bodyPr>
              <a:spAutoFit/>
            </a:bodyPr>
            <a:lstStyle>
              <a:lvl1pPr marL="342900" indent="-342900" algn="l" rtl="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hlink"/>
                </a:buClr>
                <a:buSzPct val="80000"/>
                <a:buFont typeface="Wingdings" panose="05000000000000000000" pitchFamily="2" charset="2"/>
                <a:buChar char="n"/>
                <a:defRPr sz="3200" b="0">
                  <a:solidFill>
                    <a:schemeClr val="tx1"/>
                  </a:solidFill>
                  <a:effectLst/>
                  <a:latin typeface="+mn-lt"/>
                  <a:ea typeface="+mn-ea"/>
                  <a:cs typeface="+mn-cs"/>
                </a:defRPr>
              </a:lvl1pPr>
              <a:lvl2pPr marL="742950" indent="-285750" algn="l" rtl="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tx1"/>
                </a:buClr>
                <a:buChar char="–"/>
                <a:defRPr sz="2800">
                  <a:solidFill>
                    <a:schemeClr val="tx1"/>
                  </a:solidFill>
                  <a:effectLst/>
                  <a:latin typeface="+mn-lt"/>
                  <a:ea typeface="+mn-ea"/>
                </a:defRPr>
              </a:lvl2pPr>
              <a:lvl3pPr marL="11430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hlink"/>
                </a:buClr>
                <a:buFont typeface="Wingdings" panose="05000000000000000000" pitchFamily="2" charset="2"/>
                <a:buChar char="§"/>
                <a:defRPr sz="2400">
                  <a:solidFill>
                    <a:schemeClr val="tx1"/>
                  </a:solidFill>
                  <a:effectLst/>
                  <a:latin typeface="+mn-lt"/>
                  <a:ea typeface="+mn-ea"/>
                </a:defRPr>
              </a:lvl3pPr>
              <a:lvl4pPr marL="16002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–"/>
                <a:defRPr sz="2000">
                  <a:solidFill>
                    <a:schemeClr val="tx1"/>
                  </a:solidFill>
                  <a:effectLst/>
                  <a:latin typeface="+mn-lt"/>
                  <a:ea typeface="+mn-ea"/>
                </a:defRPr>
              </a:lvl4pPr>
              <a:lvl5pPr marL="20574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hlink"/>
                </a:buClr>
                <a:buFont typeface="Wingdings" panose="05000000000000000000" pitchFamily="2" charset="2"/>
                <a:buChar char="§"/>
                <a:defRPr sz="2000">
                  <a:solidFill>
                    <a:schemeClr val="tx1"/>
                  </a:solidFill>
                  <a:effectLst/>
                  <a:latin typeface="+mn-lt"/>
                  <a:ea typeface="+mn-ea"/>
                </a:defRPr>
              </a:lvl5pPr>
            </a:lstStyle>
            <a:p>
              <a:pPr marL="0" lvl="0" indent="0" algn="ctr" eaLnBrk="1" hangingPunct="1">
                <a:spcBef>
                  <a:spcPct val="50000"/>
                </a:spcBef>
                <a:buClrTx/>
                <a:buSzTx/>
                <a:buFontTx/>
                <a:buNone/>
              </a:pPr>
              <a:r>
                <a:rPr lang="en-US" altLang="zh-CN" sz="2800" b="1" dirty="0">
                  <a:solidFill>
                    <a:schemeClr val="hlink"/>
                  </a:solidFill>
                  <a:ea typeface="黑体" panose="02010609060101010101" pitchFamily="49" charset="-122"/>
                </a:rPr>
                <a:t>1</a:t>
              </a:r>
              <a:endParaRPr lang="en-US" altLang="zh-CN" sz="2800" b="1" dirty="0">
                <a:solidFill>
                  <a:schemeClr val="hlink"/>
                </a:solidFill>
                <a:ea typeface="黑体" panose="02010609060101010101" pitchFamily="49" charset="-122"/>
              </a:endParaRPr>
            </a:p>
          </p:txBody>
        </p:sp>
        <p:sp>
          <p:nvSpPr>
            <p:cNvPr id="49242" name="Text Box 12"/>
            <p:cNvSpPr txBox="1"/>
            <p:nvPr/>
          </p:nvSpPr>
          <p:spPr>
            <a:xfrm>
              <a:off x="2880" y="1072"/>
              <a:ext cx="590" cy="330"/>
            </a:xfrm>
            <a:prstGeom prst="rect">
              <a:avLst/>
            </a:prstGeom>
            <a:noFill/>
            <a:ln w="38100" cap="flat" cmpd="sng">
              <a:solidFill>
                <a:schemeClr val="tx1"/>
              </a:solidFill>
              <a:prstDash val="solid"/>
              <a:miter/>
              <a:headEnd type="none" w="med" len="med"/>
              <a:tailEnd type="none" w="med" len="med"/>
            </a:ln>
          </p:spPr>
          <p:txBody>
            <a:bodyPr>
              <a:spAutoFit/>
            </a:bodyPr>
            <a:lstStyle>
              <a:lvl1pPr marL="342900" indent="-342900" algn="l" rtl="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hlink"/>
                </a:buClr>
                <a:buSzPct val="80000"/>
                <a:buFont typeface="Wingdings" panose="05000000000000000000" pitchFamily="2" charset="2"/>
                <a:buChar char="n"/>
                <a:defRPr sz="3200" b="0">
                  <a:solidFill>
                    <a:schemeClr val="tx1"/>
                  </a:solidFill>
                  <a:effectLst/>
                  <a:latin typeface="+mn-lt"/>
                  <a:ea typeface="+mn-ea"/>
                  <a:cs typeface="+mn-cs"/>
                </a:defRPr>
              </a:lvl1pPr>
              <a:lvl2pPr marL="742950" indent="-285750" algn="l" rtl="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tx1"/>
                </a:buClr>
                <a:buChar char="–"/>
                <a:defRPr sz="2800">
                  <a:solidFill>
                    <a:schemeClr val="tx1"/>
                  </a:solidFill>
                  <a:effectLst/>
                  <a:latin typeface="+mn-lt"/>
                  <a:ea typeface="+mn-ea"/>
                </a:defRPr>
              </a:lvl2pPr>
              <a:lvl3pPr marL="11430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hlink"/>
                </a:buClr>
                <a:buFont typeface="Wingdings" panose="05000000000000000000" pitchFamily="2" charset="2"/>
                <a:buChar char="§"/>
                <a:defRPr sz="2400">
                  <a:solidFill>
                    <a:schemeClr val="tx1"/>
                  </a:solidFill>
                  <a:effectLst/>
                  <a:latin typeface="+mn-lt"/>
                  <a:ea typeface="+mn-ea"/>
                </a:defRPr>
              </a:lvl3pPr>
              <a:lvl4pPr marL="16002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–"/>
                <a:defRPr sz="2000">
                  <a:solidFill>
                    <a:schemeClr val="tx1"/>
                  </a:solidFill>
                  <a:effectLst/>
                  <a:latin typeface="+mn-lt"/>
                  <a:ea typeface="+mn-ea"/>
                </a:defRPr>
              </a:lvl4pPr>
              <a:lvl5pPr marL="20574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hlink"/>
                </a:buClr>
                <a:buFont typeface="Wingdings" panose="05000000000000000000" pitchFamily="2" charset="2"/>
                <a:buChar char="§"/>
                <a:defRPr sz="2000">
                  <a:solidFill>
                    <a:schemeClr val="tx1"/>
                  </a:solidFill>
                  <a:effectLst/>
                  <a:latin typeface="+mn-lt"/>
                  <a:ea typeface="+mn-ea"/>
                </a:defRPr>
              </a:lvl5pPr>
            </a:lstStyle>
            <a:p>
              <a:pPr marL="0" lvl="0" indent="0" algn="ctr" eaLnBrk="1" hangingPunct="1">
                <a:spcBef>
                  <a:spcPct val="50000"/>
                </a:spcBef>
                <a:buClrTx/>
                <a:buSzTx/>
                <a:buFontTx/>
                <a:buNone/>
              </a:pPr>
              <a:r>
                <a:rPr lang="en-US" altLang="zh-CN" sz="2800" b="1" dirty="0">
                  <a:solidFill>
                    <a:schemeClr val="hlink"/>
                  </a:solidFill>
                  <a:ea typeface="黑体" panose="02010609060101010101" pitchFamily="49" charset="-122"/>
                </a:rPr>
                <a:t>7</a:t>
              </a:r>
              <a:endParaRPr lang="en-US" altLang="zh-CN" sz="2800" b="1" dirty="0">
                <a:solidFill>
                  <a:schemeClr val="hlink"/>
                </a:solidFill>
                <a:ea typeface="黑体" panose="02010609060101010101" pitchFamily="49" charset="-122"/>
              </a:endParaRPr>
            </a:p>
          </p:txBody>
        </p:sp>
        <p:sp>
          <p:nvSpPr>
            <p:cNvPr id="49243" name="Text Box 13"/>
            <p:cNvSpPr txBox="1"/>
            <p:nvPr/>
          </p:nvSpPr>
          <p:spPr>
            <a:xfrm>
              <a:off x="2880" y="1434"/>
              <a:ext cx="590" cy="330"/>
            </a:xfrm>
            <a:prstGeom prst="rect">
              <a:avLst/>
            </a:prstGeom>
            <a:noFill/>
            <a:ln w="38100" cap="flat" cmpd="sng">
              <a:solidFill>
                <a:schemeClr val="tx1"/>
              </a:solidFill>
              <a:prstDash val="solid"/>
              <a:miter/>
              <a:headEnd type="none" w="med" len="med"/>
              <a:tailEnd type="none" w="med" len="med"/>
            </a:ln>
          </p:spPr>
          <p:txBody>
            <a:bodyPr>
              <a:spAutoFit/>
            </a:bodyPr>
            <a:lstStyle>
              <a:lvl1pPr marL="342900" indent="-342900" algn="l" rtl="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hlink"/>
                </a:buClr>
                <a:buSzPct val="80000"/>
                <a:buFont typeface="Wingdings" panose="05000000000000000000" pitchFamily="2" charset="2"/>
                <a:buChar char="n"/>
                <a:defRPr sz="3200" b="0">
                  <a:solidFill>
                    <a:schemeClr val="tx1"/>
                  </a:solidFill>
                  <a:effectLst/>
                  <a:latin typeface="+mn-lt"/>
                  <a:ea typeface="+mn-ea"/>
                  <a:cs typeface="+mn-cs"/>
                </a:defRPr>
              </a:lvl1pPr>
              <a:lvl2pPr marL="742950" indent="-285750" algn="l" rtl="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tx1"/>
                </a:buClr>
                <a:buChar char="–"/>
                <a:defRPr sz="2800">
                  <a:solidFill>
                    <a:schemeClr val="tx1"/>
                  </a:solidFill>
                  <a:effectLst/>
                  <a:latin typeface="+mn-lt"/>
                  <a:ea typeface="+mn-ea"/>
                </a:defRPr>
              </a:lvl2pPr>
              <a:lvl3pPr marL="11430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hlink"/>
                </a:buClr>
                <a:buFont typeface="Wingdings" panose="05000000000000000000" pitchFamily="2" charset="2"/>
                <a:buChar char="§"/>
                <a:defRPr sz="2400">
                  <a:solidFill>
                    <a:schemeClr val="tx1"/>
                  </a:solidFill>
                  <a:effectLst/>
                  <a:latin typeface="+mn-lt"/>
                  <a:ea typeface="+mn-ea"/>
                </a:defRPr>
              </a:lvl3pPr>
              <a:lvl4pPr marL="16002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–"/>
                <a:defRPr sz="2000">
                  <a:solidFill>
                    <a:schemeClr val="tx1"/>
                  </a:solidFill>
                  <a:effectLst/>
                  <a:latin typeface="+mn-lt"/>
                  <a:ea typeface="+mn-ea"/>
                </a:defRPr>
              </a:lvl4pPr>
              <a:lvl5pPr marL="20574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hlink"/>
                </a:buClr>
                <a:buFont typeface="Wingdings" panose="05000000000000000000" pitchFamily="2" charset="2"/>
                <a:buChar char="§"/>
                <a:defRPr sz="2000">
                  <a:solidFill>
                    <a:schemeClr val="tx1"/>
                  </a:solidFill>
                  <a:effectLst/>
                  <a:latin typeface="+mn-lt"/>
                  <a:ea typeface="+mn-ea"/>
                </a:defRPr>
              </a:lvl5pPr>
            </a:lstStyle>
            <a:p>
              <a:pPr marL="0" lvl="0" indent="0" algn="ctr" eaLnBrk="1" hangingPunct="1">
                <a:spcBef>
                  <a:spcPct val="50000"/>
                </a:spcBef>
                <a:buClrTx/>
                <a:buSzTx/>
                <a:buFontTx/>
                <a:buNone/>
              </a:pPr>
              <a:r>
                <a:rPr lang="en-US" altLang="zh-CN" sz="2800" b="1" dirty="0">
                  <a:ea typeface="黑体" panose="02010609060101010101" pitchFamily="49" charset="-122"/>
                </a:rPr>
                <a:t>6</a:t>
              </a:r>
              <a:endParaRPr lang="en-US" altLang="zh-CN" sz="2800" b="1" dirty="0">
                <a:ea typeface="黑体" panose="02010609060101010101" pitchFamily="49" charset="-122"/>
              </a:endParaRPr>
            </a:p>
          </p:txBody>
        </p:sp>
        <p:sp>
          <p:nvSpPr>
            <p:cNvPr id="49244" name="Text Box 14"/>
            <p:cNvSpPr txBox="1"/>
            <p:nvPr/>
          </p:nvSpPr>
          <p:spPr>
            <a:xfrm>
              <a:off x="2880" y="1797"/>
              <a:ext cx="590" cy="330"/>
            </a:xfrm>
            <a:prstGeom prst="rect">
              <a:avLst/>
            </a:prstGeom>
            <a:noFill/>
            <a:ln w="38100" cap="flat" cmpd="sng">
              <a:solidFill>
                <a:schemeClr val="tx1"/>
              </a:solidFill>
              <a:prstDash val="solid"/>
              <a:miter/>
              <a:headEnd type="none" w="med" len="med"/>
              <a:tailEnd type="none" w="med" len="med"/>
            </a:ln>
          </p:spPr>
          <p:txBody>
            <a:bodyPr>
              <a:spAutoFit/>
            </a:bodyPr>
            <a:lstStyle>
              <a:lvl1pPr marL="342900" indent="-342900" algn="l" rtl="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hlink"/>
                </a:buClr>
                <a:buSzPct val="80000"/>
                <a:buFont typeface="Wingdings" panose="05000000000000000000" pitchFamily="2" charset="2"/>
                <a:buChar char="n"/>
                <a:defRPr sz="3200" b="0">
                  <a:solidFill>
                    <a:schemeClr val="tx1"/>
                  </a:solidFill>
                  <a:effectLst/>
                  <a:latin typeface="+mn-lt"/>
                  <a:ea typeface="+mn-ea"/>
                  <a:cs typeface="+mn-cs"/>
                </a:defRPr>
              </a:lvl1pPr>
              <a:lvl2pPr marL="742950" indent="-285750" algn="l" rtl="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tx1"/>
                </a:buClr>
                <a:buChar char="–"/>
                <a:defRPr sz="2800">
                  <a:solidFill>
                    <a:schemeClr val="tx1"/>
                  </a:solidFill>
                  <a:effectLst/>
                  <a:latin typeface="+mn-lt"/>
                  <a:ea typeface="+mn-ea"/>
                </a:defRPr>
              </a:lvl2pPr>
              <a:lvl3pPr marL="11430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hlink"/>
                </a:buClr>
                <a:buFont typeface="Wingdings" panose="05000000000000000000" pitchFamily="2" charset="2"/>
                <a:buChar char="§"/>
                <a:defRPr sz="2400">
                  <a:solidFill>
                    <a:schemeClr val="tx1"/>
                  </a:solidFill>
                  <a:effectLst/>
                  <a:latin typeface="+mn-lt"/>
                  <a:ea typeface="+mn-ea"/>
                </a:defRPr>
              </a:lvl3pPr>
              <a:lvl4pPr marL="16002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–"/>
                <a:defRPr sz="2000">
                  <a:solidFill>
                    <a:schemeClr val="tx1"/>
                  </a:solidFill>
                  <a:effectLst/>
                  <a:latin typeface="+mn-lt"/>
                  <a:ea typeface="+mn-ea"/>
                </a:defRPr>
              </a:lvl4pPr>
              <a:lvl5pPr marL="20574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hlink"/>
                </a:buClr>
                <a:buFont typeface="Wingdings" panose="05000000000000000000" pitchFamily="2" charset="2"/>
                <a:buChar char="§"/>
                <a:defRPr sz="2000">
                  <a:solidFill>
                    <a:schemeClr val="tx1"/>
                  </a:solidFill>
                  <a:effectLst/>
                  <a:latin typeface="+mn-lt"/>
                  <a:ea typeface="+mn-ea"/>
                </a:defRPr>
              </a:lvl5pPr>
            </a:lstStyle>
            <a:p>
              <a:pPr marL="0" lvl="0" indent="0" algn="ctr" eaLnBrk="1" hangingPunct="1">
                <a:spcBef>
                  <a:spcPct val="50000"/>
                </a:spcBef>
                <a:buClrTx/>
                <a:buSzTx/>
                <a:buFontTx/>
                <a:buNone/>
              </a:pPr>
              <a:r>
                <a:rPr lang="en-US" altLang="zh-CN" sz="2800" b="1" dirty="0">
                  <a:ea typeface="黑体" panose="02010609060101010101" pitchFamily="49" charset="-122"/>
                </a:rPr>
                <a:t>5</a:t>
              </a:r>
              <a:endParaRPr lang="en-US" altLang="zh-CN" sz="2800" b="1" dirty="0">
                <a:ea typeface="黑体" panose="02010609060101010101" pitchFamily="49" charset="-122"/>
              </a:endParaRPr>
            </a:p>
          </p:txBody>
        </p:sp>
      </p:grpSp>
      <p:grpSp>
        <p:nvGrpSpPr>
          <p:cNvPr id="4" name="Group 15"/>
          <p:cNvGrpSpPr/>
          <p:nvPr/>
        </p:nvGrpSpPr>
        <p:grpSpPr>
          <a:xfrm>
            <a:off x="4511675" y="3789363"/>
            <a:ext cx="936625" cy="2827337"/>
            <a:chOff x="1882" y="2387"/>
            <a:chExt cx="590" cy="1781"/>
          </a:xfrm>
        </p:grpSpPr>
        <p:sp>
          <p:nvSpPr>
            <p:cNvPr id="49235" name="Text Box 16"/>
            <p:cNvSpPr txBox="1"/>
            <p:nvPr/>
          </p:nvSpPr>
          <p:spPr>
            <a:xfrm>
              <a:off x="1882" y="2387"/>
              <a:ext cx="590" cy="330"/>
            </a:xfrm>
            <a:prstGeom prst="rect">
              <a:avLst/>
            </a:prstGeom>
            <a:noFill/>
            <a:ln w="38100" cap="flat" cmpd="sng">
              <a:solidFill>
                <a:schemeClr val="tx1"/>
              </a:solidFill>
              <a:prstDash val="solid"/>
              <a:miter/>
              <a:headEnd type="none" w="med" len="med"/>
              <a:tailEnd type="none" w="med" len="med"/>
            </a:ln>
          </p:spPr>
          <p:txBody>
            <a:bodyPr>
              <a:spAutoFit/>
            </a:bodyPr>
            <a:lstStyle>
              <a:lvl1pPr marL="342900" indent="-342900" algn="l" rtl="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hlink"/>
                </a:buClr>
                <a:buSzPct val="80000"/>
                <a:buFont typeface="Wingdings" panose="05000000000000000000" pitchFamily="2" charset="2"/>
                <a:buChar char="n"/>
                <a:defRPr sz="3200" b="0">
                  <a:solidFill>
                    <a:schemeClr val="tx1"/>
                  </a:solidFill>
                  <a:effectLst/>
                  <a:latin typeface="+mn-lt"/>
                  <a:ea typeface="+mn-ea"/>
                  <a:cs typeface="+mn-cs"/>
                </a:defRPr>
              </a:lvl1pPr>
              <a:lvl2pPr marL="742950" indent="-285750" algn="l" rtl="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tx1"/>
                </a:buClr>
                <a:buChar char="–"/>
                <a:defRPr sz="2800">
                  <a:solidFill>
                    <a:schemeClr val="tx1"/>
                  </a:solidFill>
                  <a:effectLst/>
                  <a:latin typeface="+mn-lt"/>
                  <a:ea typeface="+mn-ea"/>
                </a:defRPr>
              </a:lvl2pPr>
              <a:lvl3pPr marL="11430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hlink"/>
                </a:buClr>
                <a:buFont typeface="Wingdings" panose="05000000000000000000" pitchFamily="2" charset="2"/>
                <a:buChar char="§"/>
                <a:defRPr sz="2400">
                  <a:solidFill>
                    <a:schemeClr val="tx1"/>
                  </a:solidFill>
                  <a:effectLst/>
                  <a:latin typeface="+mn-lt"/>
                  <a:ea typeface="+mn-ea"/>
                </a:defRPr>
              </a:lvl3pPr>
              <a:lvl4pPr marL="16002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–"/>
                <a:defRPr sz="2000">
                  <a:solidFill>
                    <a:schemeClr val="tx1"/>
                  </a:solidFill>
                  <a:effectLst/>
                  <a:latin typeface="+mn-lt"/>
                  <a:ea typeface="+mn-ea"/>
                </a:defRPr>
              </a:lvl4pPr>
              <a:lvl5pPr marL="20574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hlink"/>
                </a:buClr>
                <a:buFont typeface="Wingdings" panose="05000000000000000000" pitchFamily="2" charset="2"/>
                <a:buChar char="§"/>
                <a:defRPr sz="2000">
                  <a:solidFill>
                    <a:schemeClr val="tx1"/>
                  </a:solidFill>
                  <a:effectLst/>
                  <a:latin typeface="+mn-lt"/>
                  <a:ea typeface="+mn-ea"/>
                </a:defRPr>
              </a:lvl5pPr>
            </a:lstStyle>
            <a:p>
              <a:pPr marL="0" lvl="0" indent="0" algn="ctr" eaLnBrk="1" hangingPunct="1">
                <a:spcBef>
                  <a:spcPct val="50000"/>
                </a:spcBef>
                <a:buClrTx/>
                <a:buSzTx/>
                <a:buFontTx/>
                <a:buNone/>
              </a:pPr>
              <a:r>
                <a:rPr lang="en-US" altLang="zh-CN" sz="2800" b="1" dirty="0">
                  <a:solidFill>
                    <a:schemeClr val="tx2"/>
                  </a:solidFill>
                  <a:ea typeface="黑体" panose="02010609060101010101" pitchFamily="49" charset="-122"/>
                </a:rPr>
                <a:t>1</a:t>
              </a:r>
              <a:endParaRPr lang="en-US" altLang="zh-CN" sz="2800" b="1" dirty="0">
                <a:solidFill>
                  <a:schemeClr val="tx2"/>
                </a:solidFill>
                <a:ea typeface="黑体" panose="02010609060101010101" pitchFamily="49" charset="-122"/>
              </a:endParaRPr>
            </a:p>
          </p:txBody>
        </p:sp>
        <p:sp>
          <p:nvSpPr>
            <p:cNvPr id="49236" name="Text Box 17"/>
            <p:cNvSpPr txBox="1"/>
            <p:nvPr/>
          </p:nvSpPr>
          <p:spPr>
            <a:xfrm>
              <a:off x="1882" y="2750"/>
              <a:ext cx="590" cy="330"/>
            </a:xfrm>
            <a:prstGeom prst="rect">
              <a:avLst/>
            </a:prstGeom>
            <a:noFill/>
            <a:ln w="38100" cap="flat" cmpd="sng">
              <a:solidFill>
                <a:schemeClr val="tx1"/>
              </a:solidFill>
              <a:prstDash val="solid"/>
              <a:miter/>
              <a:headEnd type="none" w="med" len="med"/>
              <a:tailEnd type="none" w="med" len="med"/>
            </a:ln>
          </p:spPr>
          <p:txBody>
            <a:bodyPr>
              <a:spAutoFit/>
            </a:bodyPr>
            <a:lstStyle>
              <a:lvl1pPr marL="342900" indent="-342900" algn="l" rtl="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hlink"/>
                </a:buClr>
                <a:buSzPct val="80000"/>
                <a:buFont typeface="Wingdings" panose="05000000000000000000" pitchFamily="2" charset="2"/>
                <a:buChar char="n"/>
                <a:defRPr sz="3200" b="0">
                  <a:solidFill>
                    <a:schemeClr val="tx1"/>
                  </a:solidFill>
                  <a:effectLst/>
                  <a:latin typeface="+mn-lt"/>
                  <a:ea typeface="+mn-ea"/>
                  <a:cs typeface="+mn-cs"/>
                </a:defRPr>
              </a:lvl1pPr>
              <a:lvl2pPr marL="742950" indent="-285750" algn="l" rtl="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tx1"/>
                </a:buClr>
                <a:buChar char="–"/>
                <a:defRPr sz="2800">
                  <a:solidFill>
                    <a:schemeClr val="tx1"/>
                  </a:solidFill>
                  <a:effectLst/>
                  <a:latin typeface="+mn-lt"/>
                  <a:ea typeface="+mn-ea"/>
                </a:defRPr>
              </a:lvl2pPr>
              <a:lvl3pPr marL="11430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hlink"/>
                </a:buClr>
                <a:buFont typeface="Wingdings" panose="05000000000000000000" pitchFamily="2" charset="2"/>
                <a:buChar char="§"/>
                <a:defRPr sz="2400">
                  <a:solidFill>
                    <a:schemeClr val="tx1"/>
                  </a:solidFill>
                  <a:effectLst/>
                  <a:latin typeface="+mn-lt"/>
                  <a:ea typeface="+mn-ea"/>
                </a:defRPr>
              </a:lvl3pPr>
              <a:lvl4pPr marL="16002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–"/>
                <a:defRPr sz="2000">
                  <a:solidFill>
                    <a:schemeClr val="tx1"/>
                  </a:solidFill>
                  <a:effectLst/>
                  <a:latin typeface="+mn-lt"/>
                  <a:ea typeface="+mn-ea"/>
                </a:defRPr>
              </a:lvl4pPr>
              <a:lvl5pPr marL="20574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hlink"/>
                </a:buClr>
                <a:buFont typeface="Wingdings" panose="05000000000000000000" pitchFamily="2" charset="2"/>
                <a:buChar char="§"/>
                <a:defRPr sz="2000">
                  <a:solidFill>
                    <a:schemeClr val="tx1"/>
                  </a:solidFill>
                  <a:effectLst/>
                  <a:latin typeface="+mn-lt"/>
                  <a:ea typeface="+mn-ea"/>
                </a:defRPr>
              </a:lvl5pPr>
            </a:lstStyle>
            <a:p>
              <a:pPr marL="0" lvl="0" indent="0" algn="ctr" eaLnBrk="1" hangingPunct="1">
                <a:spcBef>
                  <a:spcPct val="50000"/>
                </a:spcBef>
                <a:buClrTx/>
                <a:buSzTx/>
                <a:buFontTx/>
                <a:buNone/>
              </a:pPr>
              <a:r>
                <a:rPr lang="en-US" altLang="zh-CN" sz="2800" b="1" dirty="0">
                  <a:solidFill>
                    <a:schemeClr val="tx2"/>
                  </a:solidFill>
                  <a:ea typeface="黑体" panose="02010609060101010101" pitchFamily="49" charset="-122"/>
                </a:rPr>
                <a:t>4</a:t>
              </a:r>
              <a:endParaRPr lang="en-US" altLang="zh-CN" sz="2800" b="1" dirty="0">
                <a:solidFill>
                  <a:schemeClr val="tx2"/>
                </a:solidFill>
                <a:ea typeface="黑体" panose="02010609060101010101" pitchFamily="49" charset="-122"/>
              </a:endParaRPr>
            </a:p>
          </p:txBody>
        </p:sp>
        <p:sp>
          <p:nvSpPr>
            <p:cNvPr id="49237" name="Text Box 18"/>
            <p:cNvSpPr txBox="1"/>
            <p:nvPr/>
          </p:nvSpPr>
          <p:spPr>
            <a:xfrm>
              <a:off x="1882" y="3113"/>
              <a:ext cx="590" cy="330"/>
            </a:xfrm>
            <a:prstGeom prst="rect">
              <a:avLst/>
            </a:prstGeom>
            <a:noFill/>
            <a:ln w="38100" cap="flat" cmpd="sng">
              <a:solidFill>
                <a:schemeClr val="tx1"/>
              </a:solidFill>
              <a:prstDash val="solid"/>
              <a:miter/>
              <a:headEnd type="none" w="med" len="med"/>
              <a:tailEnd type="none" w="med" len="med"/>
            </a:ln>
          </p:spPr>
          <p:txBody>
            <a:bodyPr>
              <a:spAutoFit/>
            </a:bodyPr>
            <a:lstStyle>
              <a:lvl1pPr marL="342900" indent="-342900" algn="l" rtl="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hlink"/>
                </a:buClr>
                <a:buSzPct val="80000"/>
                <a:buFont typeface="Wingdings" panose="05000000000000000000" pitchFamily="2" charset="2"/>
                <a:buChar char="n"/>
                <a:defRPr sz="3200" b="0">
                  <a:solidFill>
                    <a:schemeClr val="tx1"/>
                  </a:solidFill>
                  <a:effectLst/>
                  <a:latin typeface="+mn-lt"/>
                  <a:ea typeface="+mn-ea"/>
                  <a:cs typeface="+mn-cs"/>
                </a:defRPr>
              </a:lvl1pPr>
              <a:lvl2pPr marL="742950" indent="-285750" algn="l" rtl="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tx1"/>
                </a:buClr>
                <a:buChar char="–"/>
                <a:defRPr sz="2800">
                  <a:solidFill>
                    <a:schemeClr val="tx1"/>
                  </a:solidFill>
                  <a:effectLst/>
                  <a:latin typeface="+mn-lt"/>
                  <a:ea typeface="+mn-ea"/>
                </a:defRPr>
              </a:lvl2pPr>
              <a:lvl3pPr marL="11430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hlink"/>
                </a:buClr>
                <a:buFont typeface="Wingdings" panose="05000000000000000000" pitchFamily="2" charset="2"/>
                <a:buChar char="§"/>
                <a:defRPr sz="2400">
                  <a:solidFill>
                    <a:schemeClr val="tx1"/>
                  </a:solidFill>
                  <a:effectLst/>
                  <a:latin typeface="+mn-lt"/>
                  <a:ea typeface="+mn-ea"/>
                </a:defRPr>
              </a:lvl3pPr>
              <a:lvl4pPr marL="16002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–"/>
                <a:defRPr sz="2000">
                  <a:solidFill>
                    <a:schemeClr val="tx1"/>
                  </a:solidFill>
                  <a:effectLst/>
                  <a:latin typeface="+mn-lt"/>
                  <a:ea typeface="+mn-ea"/>
                </a:defRPr>
              </a:lvl4pPr>
              <a:lvl5pPr marL="20574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hlink"/>
                </a:buClr>
                <a:buFont typeface="Wingdings" panose="05000000000000000000" pitchFamily="2" charset="2"/>
                <a:buChar char="§"/>
                <a:defRPr sz="2000">
                  <a:solidFill>
                    <a:schemeClr val="tx1"/>
                  </a:solidFill>
                  <a:effectLst/>
                  <a:latin typeface="+mn-lt"/>
                  <a:ea typeface="+mn-ea"/>
                </a:defRPr>
              </a:lvl5pPr>
            </a:lstStyle>
            <a:p>
              <a:pPr marL="0" lvl="0" indent="0" algn="ctr" eaLnBrk="1" hangingPunct="1">
                <a:spcBef>
                  <a:spcPct val="50000"/>
                </a:spcBef>
                <a:buClrTx/>
                <a:buSzTx/>
                <a:buFontTx/>
                <a:buNone/>
              </a:pPr>
              <a:r>
                <a:rPr lang="en-US" altLang="zh-CN" sz="2800" b="1" dirty="0">
                  <a:solidFill>
                    <a:schemeClr val="hlink"/>
                  </a:solidFill>
                  <a:ea typeface="黑体" panose="02010609060101010101" pitchFamily="49" charset="-122"/>
                </a:rPr>
                <a:t>6</a:t>
              </a:r>
              <a:endParaRPr lang="en-US" altLang="zh-CN" sz="2800" b="1" dirty="0">
                <a:solidFill>
                  <a:schemeClr val="hlink"/>
                </a:solidFill>
                <a:ea typeface="黑体" panose="02010609060101010101" pitchFamily="49" charset="-122"/>
              </a:endParaRPr>
            </a:p>
          </p:txBody>
        </p:sp>
        <p:sp>
          <p:nvSpPr>
            <p:cNvPr id="49238" name="Text Box 19"/>
            <p:cNvSpPr txBox="1"/>
            <p:nvPr/>
          </p:nvSpPr>
          <p:spPr>
            <a:xfrm>
              <a:off x="1882" y="3475"/>
              <a:ext cx="590" cy="330"/>
            </a:xfrm>
            <a:prstGeom prst="rect">
              <a:avLst/>
            </a:prstGeom>
            <a:noFill/>
            <a:ln w="38100" cap="flat" cmpd="sng">
              <a:solidFill>
                <a:schemeClr val="tx1"/>
              </a:solidFill>
              <a:prstDash val="solid"/>
              <a:miter/>
              <a:headEnd type="none" w="med" len="med"/>
              <a:tailEnd type="none" w="med" len="med"/>
            </a:ln>
          </p:spPr>
          <p:txBody>
            <a:bodyPr>
              <a:spAutoFit/>
            </a:bodyPr>
            <a:lstStyle>
              <a:lvl1pPr marL="342900" indent="-342900" algn="l" rtl="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hlink"/>
                </a:buClr>
                <a:buSzPct val="80000"/>
                <a:buFont typeface="Wingdings" panose="05000000000000000000" pitchFamily="2" charset="2"/>
                <a:buChar char="n"/>
                <a:defRPr sz="3200" b="0">
                  <a:solidFill>
                    <a:schemeClr val="tx1"/>
                  </a:solidFill>
                  <a:effectLst/>
                  <a:latin typeface="+mn-lt"/>
                  <a:ea typeface="+mn-ea"/>
                  <a:cs typeface="+mn-cs"/>
                </a:defRPr>
              </a:lvl1pPr>
              <a:lvl2pPr marL="742950" indent="-285750" algn="l" rtl="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tx1"/>
                </a:buClr>
                <a:buChar char="–"/>
                <a:defRPr sz="2800">
                  <a:solidFill>
                    <a:schemeClr val="tx1"/>
                  </a:solidFill>
                  <a:effectLst/>
                  <a:latin typeface="+mn-lt"/>
                  <a:ea typeface="+mn-ea"/>
                </a:defRPr>
              </a:lvl2pPr>
              <a:lvl3pPr marL="11430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hlink"/>
                </a:buClr>
                <a:buFont typeface="Wingdings" panose="05000000000000000000" pitchFamily="2" charset="2"/>
                <a:buChar char="§"/>
                <a:defRPr sz="2400">
                  <a:solidFill>
                    <a:schemeClr val="tx1"/>
                  </a:solidFill>
                  <a:effectLst/>
                  <a:latin typeface="+mn-lt"/>
                  <a:ea typeface="+mn-ea"/>
                </a:defRPr>
              </a:lvl3pPr>
              <a:lvl4pPr marL="16002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–"/>
                <a:defRPr sz="2000">
                  <a:solidFill>
                    <a:schemeClr val="tx1"/>
                  </a:solidFill>
                  <a:effectLst/>
                  <a:latin typeface="+mn-lt"/>
                  <a:ea typeface="+mn-ea"/>
                </a:defRPr>
              </a:lvl4pPr>
              <a:lvl5pPr marL="20574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hlink"/>
                </a:buClr>
                <a:buFont typeface="Wingdings" panose="05000000000000000000" pitchFamily="2" charset="2"/>
                <a:buChar char="§"/>
                <a:defRPr sz="2000">
                  <a:solidFill>
                    <a:schemeClr val="tx1"/>
                  </a:solidFill>
                  <a:effectLst/>
                  <a:latin typeface="+mn-lt"/>
                  <a:ea typeface="+mn-ea"/>
                </a:defRPr>
              </a:lvl5pPr>
            </a:lstStyle>
            <a:p>
              <a:pPr marL="0" lvl="0" indent="0" algn="ctr" eaLnBrk="1" hangingPunct="1">
                <a:spcBef>
                  <a:spcPct val="50000"/>
                </a:spcBef>
                <a:buClrTx/>
                <a:buSzTx/>
                <a:buFontTx/>
                <a:buNone/>
              </a:pPr>
              <a:r>
                <a:rPr lang="en-US" altLang="zh-CN" sz="2800" b="1" dirty="0">
                  <a:solidFill>
                    <a:schemeClr val="hlink"/>
                  </a:solidFill>
                  <a:ea typeface="黑体" panose="02010609060101010101" pitchFamily="49" charset="-122"/>
                </a:rPr>
                <a:t>5</a:t>
              </a:r>
              <a:endParaRPr lang="en-US" altLang="zh-CN" sz="2800" b="1" dirty="0">
                <a:solidFill>
                  <a:schemeClr val="hlink"/>
                </a:solidFill>
                <a:ea typeface="黑体" panose="02010609060101010101" pitchFamily="49" charset="-122"/>
              </a:endParaRPr>
            </a:p>
          </p:txBody>
        </p:sp>
        <p:sp>
          <p:nvSpPr>
            <p:cNvPr id="49239" name="Text Box 20"/>
            <p:cNvSpPr txBox="1"/>
            <p:nvPr/>
          </p:nvSpPr>
          <p:spPr>
            <a:xfrm>
              <a:off x="1882" y="3838"/>
              <a:ext cx="590" cy="330"/>
            </a:xfrm>
            <a:prstGeom prst="rect">
              <a:avLst/>
            </a:prstGeom>
            <a:noFill/>
            <a:ln w="38100" cap="flat" cmpd="sng">
              <a:solidFill>
                <a:schemeClr val="tx1"/>
              </a:solidFill>
              <a:prstDash val="solid"/>
              <a:miter/>
              <a:headEnd type="none" w="med" len="med"/>
              <a:tailEnd type="none" w="med" len="med"/>
            </a:ln>
          </p:spPr>
          <p:txBody>
            <a:bodyPr>
              <a:spAutoFit/>
            </a:bodyPr>
            <a:lstStyle>
              <a:lvl1pPr marL="342900" indent="-342900" algn="l" rtl="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hlink"/>
                </a:buClr>
                <a:buSzPct val="80000"/>
                <a:buFont typeface="Wingdings" panose="05000000000000000000" pitchFamily="2" charset="2"/>
                <a:buChar char="n"/>
                <a:defRPr sz="3200" b="0">
                  <a:solidFill>
                    <a:schemeClr val="tx1"/>
                  </a:solidFill>
                  <a:effectLst/>
                  <a:latin typeface="+mn-lt"/>
                  <a:ea typeface="+mn-ea"/>
                  <a:cs typeface="+mn-cs"/>
                </a:defRPr>
              </a:lvl1pPr>
              <a:lvl2pPr marL="742950" indent="-285750" algn="l" rtl="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tx1"/>
                </a:buClr>
                <a:buChar char="–"/>
                <a:defRPr sz="2800">
                  <a:solidFill>
                    <a:schemeClr val="tx1"/>
                  </a:solidFill>
                  <a:effectLst/>
                  <a:latin typeface="+mn-lt"/>
                  <a:ea typeface="+mn-ea"/>
                </a:defRPr>
              </a:lvl2pPr>
              <a:lvl3pPr marL="11430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hlink"/>
                </a:buClr>
                <a:buFont typeface="Wingdings" panose="05000000000000000000" pitchFamily="2" charset="2"/>
                <a:buChar char="§"/>
                <a:defRPr sz="2400">
                  <a:solidFill>
                    <a:schemeClr val="tx1"/>
                  </a:solidFill>
                  <a:effectLst/>
                  <a:latin typeface="+mn-lt"/>
                  <a:ea typeface="+mn-ea"/>
                </a:defRPr>
              </a:lvl3pPr>
              <a:lvl4pPr marL="16002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–"/>
                <a:defRPr sz="2000">
                  <a:solidFill>
                    <a:schemeClr val="tx1"/>
                  </a:solidFill>
                  <a:effectLst/>
                  <a:latin typeface="+mn-lt"/>
                  <a:ea typeface="+mn-ea"/>
                </a:defRPr>
              </a:lvl4pPr>
              <a:lvl5pPr marL="20574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hlink"/>
                </a:buClr>
                <a:buFont typeface="Wingdings" panose="05000000000000000000" pitchFamily="2" charset="2"/>
                <a:buChar char="§"/>
                <a:defRPr sz="2000">
                  <a:solidFill>
                    <a:schemeClr val="tx1"/>
                  </a:solidFill>
                  <a:effectLst/>
                  <a:latin typeface="+mn-lt"/>
                  <a:ea typeface="+mn-ea"/>
                </a:defRPr>
              </a:lvl5pPr>
            </a:lstStyle>
            <a:p>
              <a:pPr marL="0" lvl="0" indent="0" algn="ctr" eaLnBrk="1" hangingPunct="1">
                <a:spcBef>
                  <a:spcPct val="50000"/>
                </a:spcBef>
                <a:buClrTx/>
                <a:buSzTx/>
                <a:buFontTx/>
                <a:buNone/>
              </a:pPr>
              <a:r>
                <a:rPr lang="en-US" altLang="zh-CN" sz="2800" b="1" dirty="0">
                  <a:solidFill>
                    <a:schemeClr val="hlink"/>
                  </a:solidFill>
                  <a:ea typeface="黑体" panose="02010609060101010101" pitchFamily="49" charset="-122"/>
                </a:rPr>
                <a:t>7</a:t>
              </a:r>
              <a:endParaRPr lang="en-US" altLang="zh-CN" sz="2800" b="1" dirty="0">
                <a:solidFill>
                  <a:schemeClr val="hlink"/>
                </a:solidFill>
                <a:ea typeface="黑体" panose="02010609060101010101" pitchFamily="49" charset="-122"/>
              </a:endParaRPr>
            </a:p>
          </p:txBody>
        </p:sp>
      </p:grpSp>
      <p:sp>
        <p:nvSpPr>
          <p:cNvPr id="1412117" name="Text Box 21"/>
          <p:cNvSpPr txBox="1"/>
          <p:nvPr/>
        </p:nvSpPr>
        <p:spPr>
          <a:xfrm>
            <a:off x="1524000" y="44450"/>
            <a:ext cx="1295400" cy="457200"/>
          </a:xfrm>
          <a:prstGeom prst="rect">
            <a:avLst/>
          </a:prstGeom>
          <a:noFill/>
          <a:ln w="38100">
            <a:noFill/>
          </a:ln>
        </p:spPr>
        <p:txBody>
          <a:bodyPr>
            <a:spAutoFit/>
          </a:bodyPr>
          <a:lstStyle>
            <a:lvl1pPr marL="342900" indent="-3429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80000"/>
              <a:buFont typeface="Wingdings" panose="05000000000000000000" pitchFamily="2" charset="2"/>
              <a:buChar char="n"/>
              <a:defRPr sz="3200" b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defRPr>
            </a:lvl1pPr>
            <a:lvl2pPr marL="742950" indent="-28575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Char char="–"/>
              <a:defRPr sz="2800">
                <a:solidFill>
                  <a:schemeClr val="tx1"/>
                </a:solidFill>
                <a:effectLst/>
                <a:latin typeface="+mn-lt"/>
                <a:ea typeface="+mn-ea"/>
              </a:defRPr>
            </a:lvl2pPr>
            <a:lvl3pPr marL="11430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Font typeface="Wingdings" panose="05000000000000000000" pitchFamily="2" charset="2"/>
              <a:buChar char="§"/>
              <a:defRPr sz="2400">
                <a:solidFill>
                  <a:schemeClr val="tx1"/>
                </a:solidFill>
                <a:effectLst/>
                <a:latin typeface="+mn-lt"/>
                <a:ea typeface="+mn-ea"/>
              </a:defRPr>
            </a:lvl3pPr>
            <a:lvl4pPr marL="16002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–"/>
              <a:defRPr sz="2000">
                <a:solidFill>
                  <a:schemeClr val="tx1"/>
                </a:solidFill>
                <a:effectLst/>
                <a:latin typeface="+mn-lt"/>
                <a:ea typeface="+mn-ea"/>
              </a:defRPr>
            </a:lvl4pPr>
            <a:lvl5pPr marL="20574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effectLst/>
                <a:latin typeface="+mn-lt"/>
                <a:ea typeface="+mn-ea"/>
              </a:defRPr>
            </a:lvl5pPr>
          </a:lstStyle>
          <a:p>
            <a:pPr marL="0" lvl="0" indent="0" algn="ctr" eaLnBrk="1" hangingPunct="1">
              <a:spcBef>
                <a:spcPct val="50000"/>
              </a:spcBef>
              <a:buClrTx/>
              <a:buSzTx/>
              <a:buFontTx/>
              <a:buNone/>
            </a:pPr>
            <a:r>
              <a:rPr lang="zh-CN" altLang="en-US" sz="2400" b="1" dirty="0">
                <a:ea typeface="黑体" panose="02010609060101010101" pitchFamily="49" charset="-122"/>
              </a:rPr>
              <a:t>第一轮</a:t>
            </a:r>
            <a:r>
              <a:rPr lang="en-US" altLang="zh-CN" sz="2400" b="1" dirty="0">
                <a:ea typeface="黑体" panose="02010609060101010101" pitchFamily="49" charset="-122"/>
              </a:rPr>
              <a:t>:</a:t>
            </a:r>
            <a:endParaRPr lang="en-US" altLang="zh-CN" sz="2400" b="1" dirty="0">
              <a:ea typeface="黑体" panose="02010609060101010101" pitchFamily="49" charset="-122"/>
            </a:endParaRPr>
          </a:p>
        </p:txBody>
      </p:sp>
      <p:sp>
        <p:nvSpPr>
          <p:cNvPr id="1412118" name="Text Box 22"/>
          <p:cNvSpPr txBox="1"/>
          <p:nvPr/>
        </p:nvSpPr>
        <p:spPr>
          <a:xfrm>
            <a:off x="1524000" y="3573463"/>
            <a:ext cx="1187450" cy="457200"/>
          </a:xfrm>
          <a:prstGeom prst="rect">
            <a:avLst/>
          </a:prstGeom>
          <a:noFill/>
          <a:ln w="38100">
            <a:noFill/>
          </a:ln>
        </p:spPr>
        <p:txBody>
          <a:bodyPr>
            <a:spAutoFit/>
          </a:bodyPr>
          <a:lstStyle>
            <a:lvl1pPr marL="342900" indent="-3429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80000"/>
              <a:buFont typeface="Wingdings" panose="05000000000000000000" pitchFamily="2" charset="2"/>
              <a:buChar char="n"/>
              <a:defRPr sz="3200" b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defRPr>
            </a:lvl1pPr>
            <a:lvl2pPr marL="742950" indent="-28575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Char char="–"/>
              <a:defRPr sz="2800">
                <a:solidFill>
                  <a:schemeClr val="tx1"/>
                </a:solidFill>
                <a:effectLst/>
                <a:latin typeface="+mn-lt"/>
                <a:ea typeface="+mn-ea"/>
              </a:defRPr>
            </a:lvl2pPr>
            <a:lvl3pPr marL="11430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Font typeface="Wingdings" panose="05000000000000000000" pitchFamily="2" charset="2"/>
              <a:buChar char="§"/>
              <a:defRPr sz="2400">
                <a:solidFill>
                  <a:schemeClr val="tx1"/>
                </a:solidFill>
                <a:effectLst/>
                <a:latin typeface="+mn-lt"/>
                <a:ea typeface="+mn-ea"/>
              </a:defRPr>
            </a:lvl3pPr>
            <a:lvl4pPr marL="16002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–"/>
              <a:defRPr sz="2000">
                <a:solidFill>
                  <a:schemeClr val="tx1"/>
                </a:solidFill>
                <a:effectLst/>
                <a:latin typeface="+mn-lt"/>
                <a:ea typeface="+mn-ea"/>
              </a:defRPr>
            </a:lvl4pPr>
            <a:lvl5pPr marL="20574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effectLst/>
                <a:latin typeface="+mn-lt"/>
                <a:ea typeface="+mn-ea"/>
              </a:defRPr>
            </a:lvl5pPr>
          </a:lstStyle>
          <a:p>
            <a:pPr marL="0" lvl="0" indent="0" algn="ctr" eaLnBrk="1" hangingPunct="1">
              <a:spcBef>
                <a:spcPct val="50000"/>
              </a:spcBef>
              <a:buClrTx/>
              <a:buSzTx/>
              <a:buFontTx/>
              <a:buNone/>
            </a:pPr>
            <a:r>
              <a:rPr lang="zh-CN" altLang="en-US" sz="2400" b="1" dirty="0">
                <a:ea typeface="黑体" panose="02010609060101010101" pitchFamily="49" charset="-122"/>
              </a:rPr>
              <a:t>第二轮</a:t>
            </a:r>
            <a:r>
              <a:rPr lang="en-US" altLang="zh-CN" sz="2400" b="1" dirty="0">
                <a:ea typeface="黑体" panose="02010609060101010101" pitchFamily="49" charset="-122"/>
              </a:rPr>
              <a:t>:</a:t>
            </a:r>
            <a:endParaRPr lang="en-US" altLang="zh-CN" sz="2400" b="1" dirty="0">
              <a:ea typeface="黑体" panose="02010609060101010101" pitchFamily="49" charset="-122"/>
            </a:endParaRPr>
          </a:p>
        </p:txBody>
      </p:sp>
      <p:grpSp>
        <p:nvGrpSpPr>
          <p:cNvPr id="5" name="Group 23"/>
          <p:cNvGrpSpPr/>
          <p:nvPr/>
        </p:nvGrpSpPr>
        <p:grpSpPr>
          <a:xfrm>
            <a:off x="4511675" y="549275"/>
            <a:ext cx="936625" cy="2827338"/>
            <a:chOff x="1882" y="346"/>
            <a:chExt cx="590" cy="1781"/>
          </a:xfrm>
        </p:grpSpPr>
        <p:sp>
          <p:nvSpPr>
            <p:cNvPr id="49226" name="Text Box 24"/>
            <p:cNvSpPr txBox="1"/>
            <p:nvPr/>
          </p:nvSpPr>
          <p:spPr>
            <a:xfrm>
              <a:off x="1882" y="346"/>
              <a:ext cx="590" cy="330"/>
            </a:xfrm>
            <a:prstGeom prst="rect">
              <a:avLst/>
            </a:prstGeom>
            <a:noFill/>
            <a:ln w="38100" cap="flat" cmpd="sng">
              <a:solidFill>
                <a:schemeClr val="tx1"/>
              </a:solidFill>
              <a:prstDash val="solid"/>
              <a:miter/>
              <a:headEnd type="none" w="med" len="med"/>
              <a:tailEnd type="none" w="med" len="med"/>
            </a:ln>
          </p:spPr>
          <p:txBody>
            <a:bodyPr>
              <a:spAutoFit/>
            </a:bodyPr>
            <a:lstStyle>
              <a:lvl1pPr marL="342900" indent="-342900" algn="l" rtl="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hlink"/>
                </a:buClr>
                <a:buSzPct val="80000"/>
                <a:buFont typeface="Wingdings" panose="05000000000000000000" pitchFamily="2" charset="2"/>
                <a:buChar char="n"/>
                <a:defRPr sz="3200" b="0">
                  <a:solidFill>
                    <a:schemeClr val="tx1"/>
                  </a:solidFill>
                  <a:effectLst/>
                  <a:latin typeface="+mn-lt"/>
                  <a:ea typeface="+mn-ea"/>
                  <a:cs typeface="+mn-cs"/>
                </a:defRPr>
              </a:lvl1pPr>
              <a:lvl2pPr marL="742950" indent="-285750" algn="l" rtl="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tx1"/>
                </a:buClr>
                <a:buChar char="–"/>
                <a:defRPr sz="2800">
                  <a:solidFill>
                    <a:schemeClr val="tx1"/>
                  </a:solidFill>
                  <a:effectLst/>
                  <a:latin typeface="+mn-lt"/>
                  <a:ea typeface="+mn-ea"/>
                </a:defRPr>
              </a:lvl2pPr>
              <a:lvl3pPr marL="11430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hlink"/>
                </a:buClr>
                <a:buFont typeface="Wingdings" panose="05000000000000000000" pitchFamily="2" charset="2"/>
                <a:buChar char="§"/>
                <a:defRPr sz="2400">
                  <a:solidFill>
                    <a:schemeClr val="tx1"/>
                  </a:solidFill>
                  <a:effectLst/>
                  <a:latin typeface="+mn-lt"/>
                  <a:ea typeface="+mn-ea"/>
                </a:defRPr>
              </a:lvl3pPr>
              <a:lvl4pPr marL="16002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–"/>
                <a:defRPr sz="2000">
                  <a:solidFill>
                    <a:schemeClr val="tx1"/>
                  </a:solidFill>
                  <a:effectLst/>
                  <a:latin typeface="+mn-lt"/>
                  <a:ea typeface="+mn-ea"/>
                </a:defRPr>
              </a:lvl4pPr>
              <a:lvl5pPr marL="20574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hlink"/>
                </a:buClr>
                <a:buFont typeface="Wingdings" panose="05000000000000000000" pitchFamily="2" charset="2"/>
                <a:buChar char="§"/>
                <a:defRPr sz="2000">
                  <a:solidFill>
                    <a:schemeClr val="tx1"/>
                  </a:solidFill>
                  <a:effectLst/>
                  <a:latin typeface="+mn-lt"/>
                  <a:ea typeface="+mn-ea"/>
                </a:defRPr>
              </a:lvl5pPr>
            </a:lstStyle>
            <a:p>
              <a:pPr marL="0" lvl="0" indent="0" algn="ctr" eaLnBrk="1" hangingPunct="1">
                <a:spcBef>
                  <a:spcPct val="50000"/>
                </a:spcBef>
                <a:buClrTx/>
                <a:buSzTx/>
                <a:buFontTx/>
                <a:buNone/>
              </a:pPr>
              <a:r>
                <a:rPr lang="en-US" altLang="zh-CN" sz="2800" b="1" dirty="0">
                  <a:ea typeface="黑体" panose="02010609060101010101" pitchFamily="49" charset="-122"/>
                </a:rPr>
                <a:t>4</a:t>
              </a:r>
              <a:endParaRPr lang="en-US" altLang="zh-CN" sz="2800" b="1" dirty="0">
                <a:ea typeface="黑体" panose="02010609060101010101" pitchFamily="49" charset="-122"/>
              </a:endParaRPr>
            </a:p>
          </p:txBody>
        </p:sp>
        <p:sp>
          <p:nvSpPr>
            <p:cNvPr id="49227" name="Text Box 25"/>
            <p:cNvSpPr txBox="1"/>
            <p:nvPr/>
          </p:nvSpPr>
          <p:spPr>
            <a:xfrm>
              <a:off x="1882" y="709"/>
              <a:ext cx="590" cy="330"/>
            </a:xfrm>
            <a:prstGeom prst="rect">
              <a:avLst/>
            </a:prstGeom>
            <a:noFill/>
            <a:ln w="38100" cap="flat" cmpd="sng">
              <a:solidFill>
                <a:schemeClr val="tx1"/>
              </a:solidFill>
              <a:prstDash val="solid"/>
              <a:miter/>
              <a:headEnd type="none" w="med" len="med"/>
              <a:tailEnd type="none" w="med" len="med"/>
            </a:ln>
          </p:spPr>
          <p:txBody>
            <a:bodyPr>
              <a:spAutoFit/>
            </a:bodyPr>
            <a:lstStyle>
              <a:lvl1pPr marL="342900" indent="-342900" algn="l" rtl="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hlink"/>
                </a:buClr>
                <a:buSzPct val="80000"/>
                <a:buFont typeface="Wingdings" panose="05000000000000000000" pitchFamily="2" charset="2"/>
                <a:buChar char="n"/>
                <a:defRPr sz="3200" b="0">
                  <a:solidFill>
                    <a:schemeClr val="tx1"/>
                  </a:solidFill>
                  <a:effectLst/>
                  <a:latin typeface="+mn-lt"/>
                  <a:ea typeface="+mn-ea"/>
                  <a:cs typeface="+mn-cs"/>
                </a:defRPr>
              </a:lvl1pPr>
              <a:lvl2pPr marL="742950" indent="-285750" algn="l" rtl="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tx1"/>
                </a:buClr>
                <a:buChar char="–"/>
                <a:defRPr sz="2800">
                  <a:solidFill>
                    <a:schemeClr val="tx1"/>
                  </a:solidFill>
                  <a:effectLst/>
                  <a:latin typeface="+mn-lt"/>
                  <a:ea typeface="+mn-ea"/>
                </a:defRPr>
              </a:lvl2pPr>
              <a:lvl3pPr marL="11430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hlink"/>
                </a:buClr>
                <a:buFont typeface="Wingdings" panose="05000000000000000000" pitchFamily="2" charset="2"/>
                <a:buChar char="§"/>
                <a:defRPr sz="2400">
                  <a:solidFill>
                    <a:schemeClr val="tx1"/>
                  </a:solidFill>
                  <a:effectLst/>
                  <a:latin typeface="+mn-lt"/>
                  <a:ea typeface="+mn-ea"/>
                </a:defRPr>
              </a:lvl3pPr>
              <a:lvl4pPr marL="16002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–"/>
                <a:defRPr sz="2000">
                  <a:solidFill>
                    <a:schemeClr val="tx1"/>
                  </a:solidFill>
                  <a:effectLst/>
                  <a:latin typeface="+mn-lt"/>
                  <a:ea typeface="+mn-ea"/>
                </a:defRPr>
              </a:lvl4pPr>
              <a:lvl5pPr marL="20574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hlink"/>
                </a:buClr>
                <a:buFont typeface="Wingdings" panose="05000000000000000000" pitchFamily="2" charset="2"/>
                <a:buChar char="§"/>
                <a:defRPr sz="2000">
                  <a:solidFill>
                    <a:schemeClr val="tx1"/>
                  </a:solidFill>
                  <a:effectLst/>
                  <a:latin typeface="+mn-lt"/>
                  <a:ea typeface="+mn-ea"/>
                </a:defRPr>
              </a:lvl5pPr>
            </a:lstStyle>
            <a:p>
              <a:pPr marL="0" lvl="0" indent="0" algn="ctr" eaLnBrk="1" hangingPunct="1">
                <a:spcBef>
                  <a:spcPct val="50000"/>
                </a:spcBef>
                <a:buClrTx/>
                <a:buSzTx/>
                <a:buFontTx/>
                <a:buNone/>
              </a:pPr>
              <a:r>
                <a:rPr lang="en-US" altLang="zh-CN" sz="2800" b="1" dirty="0">
                  <a:ea typeface="黑体" panose="02010609060101010101" pitchFamily="49" charset="-122"/>
                </a:rPr>
                <a:t>7</a:t>
              </a:r>
              <a:endParaRPr lang="en-US" altLang="zh-CN" sz="2800" b="1" dirty="0">
                <a:ea typeface="黑体" panose="02010609060101010101" pitchFamily="49" charset="-122"/>
              </a:endParaRPr>
            </a:p>
          </p:txBody>
        </p:sp>
        <p:sp>
          <p:nvSpPr>
            <p:cNvPr id="49228" name="Text Box 26"/>
            <p:cNvSpPr txBox="1"/>
            <p:nvPr/>
          </p:nvSpPr>
          <p:spPr>
            <a:xfrm>
              <a:off x="1882" y="1072"/>
              <a:ext cx="590" cy="330"/>
            </a:xfrm>
            <a:prstGeom prst="rect">
              <a:avLst/>
            </a:prstGeom>
            <a:noFill/>
            <a:ln w="38100" cap="flat" cmpd="sng">
              <a:solidFill>
                <a:schemeClr val="tx1"/>
              </a:solidFill>
              <a:prstDash val="solid"/>
              <a:miter/>
              <a:headEnd type="none" w="med" len="med"/>
              <a:tailEnd type="none" w="med" len="med"/>
            </a:ln>
          </p:spPr>
          <p:txBody>
            <a:bodyPr>
              <a:spAutoFit/>
            </a:bodyPr>
            <a:lstStyle>
              <a:lvl1pPr marL="342900" indent="-342900" algn="l" rtl="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hlink"/>
                </a:buClr>
                <a:buSzPct val="80000"/>
                <a:buFont typeface="Wingdings" panose="05000000000000000000" pitchFamily="2" charset="2"/>
                <a:buChar char="n"/>
                <a:defRPr sz="3200" b="0">
                  <a:solidFill>
                    <a:schemeClr val="tx1"/>
                  </a:solidFill>
                  <a:effectLst/>
                  <a:latin typeface="+mn-lt"/>
                  <a:ea typeface="+mn-ea"/>
                  <a:cs typeface="+mn-cs"/>
                </a:defRPr>
              </a:lvl1pPr>
              <a:lvl2pPr marL="742950" indent="-285750" algn="l" rtl="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tx1"/>
                </a:buClr>
                <a:buChar char="–"/>
                <a:defRPr sz="2800">
                  <a:solidFill>
                    <a:schemeClr val="tx1"/>
                  </a:solidFill>
                  <a:effectLst/>
                  <a:latin typeface="+mn-lt"/>
                  <a:ea typeface="+mn-ea"/>
                </a:defRPr>
              </a:lvl2pPr>
              <a:lvl3pPr marL="11430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hlink"/>
                </a:buClr>
                <a:buFont typeface="Wingdings" panose="05000000000000000000" pitchFamily="2" charset="2"/>
                <a:buChar char="§"/>
                <a:defRPr sz="2400">
                  <a:solidFill>
                    <a:schemeClr val="tx1"/>
                  </a:solidFill>
                  <a:effectLst/>
                  <a:latin typeface="+mn-lt"/>
                  <a:ea typeface="+mn-ea"/>
                </a:defRPr>
              </a:lvl3pPr>
              <a:lvl4pPr marL="16002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–"/>
                <a:defRPr sz="2000">
                  <a:solidFill>
                    <a:schemeClr val="tx1"/>
                  </a:solidFill>
                  <a:effectLst/>
                  <a:latin typeface="+mn-lt"/>
                  <a:ea typeface="+mn-ea"/>
                </a:defRPr>
              </a:lvl4pPr>
              <a:lvl5pPr marL="20574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hlink"/>
                </a:buClr>
                <a:buFont typeface="Wingdings" panose="05000000000000000000" pitchFamily="2" charset="2"/>
                <a:buChar char="§"/>
                <a:defRPr sz="2000">
                  <a:solidFill>
                    <a:schemeClr val="tx1"/>
                  </a:solidFill>
                  <a:effectLst/>
                  <a:latin typeface="+mn-lt"/>
                  <a:ea typeface="+mn-ea"/>
                </a:defRPr>
              </a:lvl5pPr>
            </a:lstStyle>
            <a:p>
              <a:pPr marL="0" lvl="0" indent="0" algn="ctr" eaLnBrk="1" hangingPunct="1">
                <a:spcBef>
                  <a:spcPct val="50000"/>
                </a:spcBef>
                <a:buClrTx/>
                <a:buSzTx/>
                <a:buFontTx/>
                <a:buNone/>
              </a:pPr>
              <a:r>
                <a:rPr lang="en-US" altLang="zh-CN" sz="2800" b="1" dirty="0">
                  <a:solidFill>
                    <a:schemeClr val="hlink"/>
                  </a:solidFill>
                  <a:ea typeface="黑体" panose="02010609060101010101" pitchFamily="49" charset="-122"/>
                </a:rPr>
                <a:t>1</a:t>
              </a:r>
              <a:endParaRPr lang="en-US" altLang="zh-CN" sz="2800" b="1" dirty="0">
                <a:solidFill>
                  <a:schemeClr val="hlink"/>
                </a:solidFill>
                <a:ea typeface="黑体" panose="02010609060101010101" pitchFamily="49" charset="-122"/>
              </a:endParaRPr>
            </a:p>
          </p:txBody>
        </p:sp>
        <p:sp>
          <p:nvSpPr>
            <p:cNvPr id="49229" name="Text Box 27"/>
            <p:cNvSpPr txBox="1"/>
            <p:nvPr/>
          </p:nvSpPr>
          <p:spPr>
            <a:xfrm>
              <a:off x="1882" y="1434"/>
              <a:ext cx="590" cy="330"/>
            </a:xfrm>
            <a:prstGeom prst="rect">
              <a:avLst/>
            </a:prstGeom>
            <a:noFill/>
            <a:ln w="38100" cap="flat" cmpd="sng">
              <a:solidFill>
                <a:schemeClr val="tx1"/>
              </a:solidFill>
              <a:prstDash val="solid"/>
              <a:miter/>
              <a:headEnd type="none" w="med" len="med"/>
              <a:tailEnd type="none" w="med" len="med"/>
            </a:ln>
          </p:spPr>
          <p:txBody>
            <a:bodyPr>
              <a:spAutoFit/>
            </a:bodyPr>
            <a:lstStyle>
              <a:lvl1pPr marL="342900" indent="-342900" algn="l" rtl="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hlink"/>
                </a:buClr>
                <a:buSzPct val="80000"/>
                <a:buFont typeface="Wingdings" panose="05000000000000000000" pitchFamily="2" charset="2"/>
                <a:buChar char="n"/>
                <a:defRPr sz="3200" b="0">
                  <a:solidFill>
                    <a:schemeClr val="tx1"/>
                  </a:solidFill>
                  <a:effectLst/>
                  <a:latin typeface="+mn-lt"/>
                  <a:ea typeface="+mn-ea"/>
                  <a:cs typeface="+mn-cs"/>
                </a:defRPr>
              </a:lvl1pPr>
              <a:lvl2pPr marL="742950" indent="-285750" algn="l" rtl="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tx1"/>
                </a:buClr>
                <a:buChar char="–"/>
                <a:defRPr sz="2800">
                  <a:solidFill>
                    <a:schemeClr val="tx1"/>
                  </a:solidFill>
                  <a:effectLst/>
                  <a:latin typeface="+mn-lt"/>
                  <a:ea typeface="+mn-ea"/>
                </a:defRPr>
              </a:lvl2pPr>
              <a:lvl3pPr marL="11430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hlink"/>
                </a:buClr>
                <a:buFont typeface="Wingdings" panose="05000000000000000000" pitchFamily="2" charset="2"/>
                <a:buChar char="§"/>
                <a:defRPr sz="2400">
                  <a:solidFill>
                    <a:schemeClr val="tx1"/>
                  </a:solidFill>
                  <a:effectLst/>
                  <a:latin typeface="+mn-lt"/>
                  <a:ea typeface="+mn-ea"/>
                </a:defRPr>
              </a:lvl3pPr>
              <a:lvl4pPr marL="16002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–"/>
                <a:defRPr sz="2000">
                  <a:solidFill>
                    <a:schemeClr val="tx1"/>
                  </a:solidFill>
                  <a:effectLst/>
                  <a:latin typeface="+mn-lt"/>
                  <a:ea typeface="+mn-ea"/>
                </a:defRPr>
              </a:lvl4pPr>
              <a:lvl5pPr marL="20574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hlink"/>
                </a:buClr>
                <a:buFont typeface="Wingdings" panose="05000000000000000000" pitchFamily="2" charset="2"/>
                <a:buChar char="§"/>
                <a:defRPr sz="2000">
                  <a:solidFill>
                    <a:schemeClr val="tx1"/>
                  </a:solidFill>
                  <a:effectLst/>
                  <a:latin typeface="+mn-lt"/>
                  <a:ea typeface="+mn-ea"/>
                </a:defRPr>
              </a:lvl5pPr>
            </a:lstStyle>
            <a:p>
              <a:pPr marL="0" lvl="0" indent="0" algn="ctr" eaLnBrk="1" hangingPunct="1">
                <a:spcBef>
                  <a:spcPct val="50000"/>
                </a:spcBef>
                <a:buClrTx/>
                <a:buSzTx/>
                <a:buFontTx/>
                <a:buNone/>
              </a:pPr>
              <a:r>
                <a:rPr lang="en-US" altLang="zh-CN" sz="2800" b="1" dirty="0">
                  <a:solidFill>
                    <a:schemeClr val="hlink"/>
                  </a:solidFill>
                  <a:ea typeface="黑体" panose="02010609060101010101" pitchFamily="49" charset="-122"/>
                </a:rPr>
                <a:t>6</a:t>
              </a:r>
              <a:endParaRPr lang="en-US" altLang="zh-CN" sz="2800" b="1" dirty="0">
                <a:solidFill>
                  <a:schemeClr val="hlink"/>
                </a:solidFill>
                <a:ea typeface="黑体" panose="02010609060101010101" pitchFamily="49" charset="-122"/>
              </a:endParaRPr>
            </a:p>
          </p:txBody>
        </p:sp>
        <p:sp>
          <p:nvSpPr>
            <p:cNvPr id="49230" name="Text Box 28"/>
            <p:cNvSpPr txBox="1"/>
            <p:nvPr/>
          </p:nvSpPr>
          <p:spPr>
            <a:xfrm>
              <a:off x="1882" y="1797"/>
              <a:ext cx="590" cy="330"/>
            </a:xfrm>
            <a:prstGeom prst="rect">
              <a:avLst/>
            </a:prstGeom>
            <a:noFill/>
            <a:ln w="38100" cap="flat" cmpd="sng">
              <a:solidFill>
                <a:schemeClr val="tx1"/>
              </a:solidFill>
              <a:prstDash val="solid"/>
              <a:miter/>
              <a:headEnd type="none" w="med" len="med"/>
              <a:tailEnd type="none" w="med" len="med"/>
            </a:ln>
          </p:spPr>
          <p:txBody>
            <a:bodyPr>
              <a:spAutoFit/>
            </a:bodyPr>
            <a:lstStyle>
              <a:lvl1pPr marL="342900" indent="-342900" algn="l" rtl="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hlink"/>
                </a:buClr>
                <a:buSzPct val="80000"/>
                <a:buFont typeface="Wingdings" panose="05000000000000000000" pitchFamily="2" charset="2"/>
                <a:buChar char="n"/>
                <a:defRPr sz="3200" b="0">
                  <a:solidFill>
                    <a:schemeClr val="tx1"/>
                  </a:solidFill>
                  <a:effectLst/>
                  <a:latin typeface="+mn-lt"/>
                  <a:ea typeface="+mn-ea"/>
                  <a:cs typeface="+mn-cs"/>
                </a:defRPr>
              </a:lvl1pPr>
              <a:lvl2pPr marL="742950" indent="-285750" algn="l" rtl="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tx1"/>
                </a:buClr>
                <a:buChar char="–"/>
                <a:defRPr sz="2800">
                  <a:solidFill>
                    <a:schemeClr val="tx1"/>
                  </a:solidFill>
                  <a:effectLst/>
                  <a:latin typeface="+mn-lt"/>
                  <a:ea typeface="+mn-ea"/>
                </a:defRPr>
              </a:lvl2pPr>
              <a:lvl3pPr marL="11430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hlink"/>
                </a:buClr>
                <a:buFont typeface="Wingdings" panose="05000000000000000000" pitchFamily="2" charset="2"/>
                <a:buChar char="§"/>
                <a:defRPr sz="2400">
                  <a:solidFill>
                    <a:schemeClr val="tx1"/>
                  </a:solidFill>
                  <a:effectLst/>
                  <a:latin typeface="+mn-lt"/>
                  <a:ea typeface="+mn-ea"/>
                </a:defRPr>
              </a:lvl3pPr>
              <a:lvl4pPr marL="16002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–"/>
                <a:defRPr sz="2000">
                  <a:solidFill>
                    <a:schemeClr val="tx1"/>
                  </a:solidFill>
                  <a:effectLst/>
                  <a:latin typeface="+mn-lt"/>
                  <a:ea typeface="+mn-ea"/>
                </a:defRPr>
              </a:lvl4pPr>
              <a:lvl5pPr marL="20574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hlink"/>
                </a:buClr>
                <a:buFont typeface="Wingdings" panose="05000000000000000000" pitchFamily="2" charset="2"/>
                <a:buChar char="§"/>
                <a:defRPr sz="2000">
                  <a:solidFill>
                    <a:schemeClr val="tx1"/>
                  </a:solidFill>
                  <a:effectLst/>
                  <a:latin typeface="+mn-lt"/>
                  <a:ea typeface="+mn-ea"/>
                </a:defRPr>
              </a:lvl5pPr>
            </a:lstStyle>
            <a:p>
              <a:pPr marL="0" lvl="0" indent="0" algn="ctr" eaLnBrk="1" hangingPunct="1">
                <a:spcBef>
                  <a:spcPct val="50000"/>
                </a:spcBef>
                <a:buClrTx/>
                <a:buSzTx/>
                <a:buFontTx/>
                <a:buNone/>
              </a:pPr>
              <a:r>
                <a:rPr lang="en-US" altLang="zh-CN" sz="2800" b="1" dirty="0">
                  <a:ea typeface="黑体" panose="02010609060101010101" pitchFamily="49" charset="-122"/>
                </a:rPr>
                <a:t>5</a:t>
              </a:r>
              <a:endParaRPr lang="en-US" altLang="zh-CN" sz="2800" b="1" dirty="0">
                <a:ea typeface="黑体" panose="02010609060101010101" pitchFamily="49" charset="-122"/>
              </a:endParaRPr>
            </a:p>
          </p:txBody>
        </p:sp>
        <p:sp>
          <p:nvSpPr>
            <p:cNvPr id="49231" name="Text Box 29"/>
            <p:cNvSpPr txBox="1"/>
            <p:nvPr/>
          </p:nvSpPr>
          <p:spPr>
            <a:xfrm>
              <a:off x="1882" y="346"/>
              <a:ext cx="590" cy="330"/>
            </a:xfrm>
            <a:prstGeom prst="rect">
              <a:avLst/>
            </a:prstGeom>
            <a:noFill/>
            <a:ln w="38100" cap="flat" cmpd="sng">
              <a:solidFill>
                <a:schemeClr val="tx1"/>
              </a:solidFill>
              <a:prstDash val="solid"/>
              <a:miter/>
              <a:headEnd type="none" w="med" len="med"/>
              <a:tailEnd type="none" w="med" len="med"/>
            </a:ln>
          </p:spPr>
          <p:txBody>
            <a:bodyPr>
              <a:spAutoFit/>
            </a:bodyPr>
            <a:lstStyle>
              <a:lvl1pPr marL="342900" indent="-342900" algn="l" rtl="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hlink"/>
                </a:buClr>
                <a:buSzPct val="80000"/>
                <a:buFont typeface="Wingdings" panose="05000000000000000000" pitchFamily="2" charset="2"/>
                <a:buChar char="n"/>
                <a:defRPr sz="3200" b="0">
                  <a:solidFill>
                    <a:schemeClr val="tx1"/>
                  </a:solidFill>
                  <a:effectLst/>
                  <a:latin typeface="+mn-lt"/>
                  <a:ea typeface="+mn-ea"/>
                  <a:cs typeface="+mn-cs"/>
                </a:defRPr>
              </a:lvl1pPr>
              <a:lvl2pPr marL="742950" indent="-285750" algn="l" rtl="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tx1"/>
                </a:buClr>
                <a:buChar char="–"/>
                <a:defRPr sz="2800">
                  <a:solidFill>
                    <a:schemeClr val="tx1"/>
                  </a:solidFill>
                  <a:effectLst/>
                  <a:latin typeface="+mn-lt"/>
                  <a:ea typeface="+mn-ea"/>
                </a:defRPr>
              </a:lvl2pPr>
              <a:lvl3pPr marL="11430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hlink"/>
                </a:buClr>
                <a:buFont typeface="Wingdings" panose="05000000000000000000" pitchFamily="2" charset="2"/>
                <a:buChar char="§"/>
                <a:defRPr sz="2400">
                  <a:solidFill>
                    <a:schemeClr val="tx1"/>
                  </a:solidFill>
                  <a:effectLst/>
                  <a:latin typeface="+mn-lt"/>
                  <a:ea typeface="+mn-ea"/>
                </a:defRPr>
              </a:lvl3pPr>
              <a:lvl4pPr marL="16002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–"/>
                <a:defRPr sz="2000">
                  <a:solidFill>
                    <a:schemeClr val="tx1"/>
                  </a:solidFill>
                  <a:effectLst/>
                  <a:latin typeface="+mn-lt"/>
                  <a:ea typeface="+mn-ea"/>
                </a:defRPr>
              </a:lvl4pPr>
              <a:lvl5pPr marL="20574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hlink"/>
                </a:buClr>
                <a:buFont typeface="Wingdings" panose="05000000000000000000" pitchFamily="2" charset="2"/>
                <a:buChar char="§"/>
                <a:defRPr sz="2000">
                  <a:solidFill>
                    <a:schemeClr val="tx1"/>
                  </a:solidFill>
                  <a:effectLst/>
                  <a:latin typeface="+mn-lt"/>
                  <a:ea typeface="+mn-ea"/>
                </a:defRPr>
              </a:lvl5pPr>
            </a:lstStyle>
            <a:p>
              <a:pPr marL="0" lvl="0" indent="0" algn="ctr" eaLnBrk="1" hangingPunct="1">
                <a:spcBef>
                  <a:spcPct val="50000"/>
                </a:spcBef>
                <a:buClrTx/>
                <a:buSzTx/>
                <a:buFontTx/>
                <a:buNone/>
              </a:pPr>
              <a:endParaRPr lang="zh-CN" altLang="zh-CN" sz="2800" b="1" dirty="0">
                <a:solidFill>
                  <a:schemeClr val="hlink"/>
                </a:solidFill>
                <a:ea typeface="黑体" panose="02010609060101010101" pitchFamily="49" charset="-122"/>
              </a:endParaRPr>
            </a:p>
          </p:txBody>
        </p:sp>
        <p:sp>
          <p:nvSpPr>
            <p:cNvPr id="49232" name="Text Box 30"/>
            <p:cNvSpPr txBox="1"/>
            <p:nvPr/>
          </p:nvSpPr>
          <p:spPr>
            <a:xfrm>
              <a:off x="1882" y="709"/>
              <a:ext cx="590" cy="330"/>
            </a:xfrm>
            <a:prstGeom prst="rect">
              <a:avLst/>
            </a:prstGeom>
            <a:noFill/>
            <a:ln w="38100" cap="flat" cmpd="sng">
              <a:solidFill>
                <a:schemeClr val="tx1"/>
              </a:solidFill>
              <a:prstDash val="solid"/>
              <a:miter/>
              <a:headEnd type="none" w="med" len="med"/>
              <a:tailEnd type="none" w="med" len="med"/>
            </a:ln>
          </p:spPr>
          <p:txBody>
            <a:bodyPr>
              <a:spAutoFit/>
            </a:bodyPr>
            <a:lstStyle>
              <a:lvl1pPr marL="342900" indent="-342900" algn="l" rtl="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hlink"/>
                </a:buClr>
                <a:buSzPct val="80000"/>
                <a:buFont typeface="Wingdings" panose="05000000000000000000" pitchFamily="2" charset="2"/>
                <a:buChar char="n"/>
                <a:defRPr sz="3200" b="0">
                  <a:solidFill>
                    <a:schemeClr val="tx1"/>
                  </a:solidFill>
                  <a:effectLst/>
                  <a:latin typeface="+mn-lt"/>
                  <a:ea typeface="+mn-ea"/>
                  <a:cs typeface="+mn-cs"/>
                </a:defRPr>
              </a:lvl1pPr>
              <a:lvl2pPr marL="742950" indent="-285750" algn="l" rtl="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tx1"/>
                </a:buClr>
                <a:buChar char="–"/>
                <a:defRPr sz="2800">
                  <a:solidFill>
                    <a:schemeClr val="tx1"/>
                  </a:solidFill>
                  <a:effectLst/>
                  <a:latin typeface="+mn-lt"/>
                  <a:ea typeface="+mn-ea"/>
                </a:defRPr>
              </a:lvl2pPr>
              <a:lvl3pPr marL="11430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hlink"/>
                </a:buClr>
                <a:buFont typeface="Wingdings" panose="05000000000000000000" pitchFamily="2" charset="2"/>
                <a:buChar char="§"/>
                <a:defRPr sz="2400">
                  <a:solidFill>
                    <a:schemeClr val="tx1"/>
                  </a:solidFill>
                  <a:effectLst/>
                  <a:latin typeface="+mn-lt"/>
                  <a:ea typeface="+mn-ea"/>
                </a:defRPr>
              </a:lvl3pPr>
              <a:lvl4pPr marL="16002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–"/>
                <a:defRPr sz="2000">
                  <a:solidFill>
                    <a:schemeClr val="tx1"/>
                  </a:solidFill>
                  <a:effectLst/>
                  <a:latin typeface="+mn-lt"/>
                  <a:ea typeface="+mn-ea"/>
                </a:defRPr>
              </a:lvl4pPr>
              <a:lvl5pPr marL="20574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hlink"/>
                </a:buClr>
                <a:buFont typeface="Wingdings" panose="05000000000000000000" pitchFamily="2" charset="2"/>
                <a:buChar char="§"/>
                <a:defRPr sz="2000">
                  <a:solidFill>
                    <a:schemeClr val="tx1"/>
                  </a:solidFill>
                  <a:effectLst/>
                  <a:latin typeface="+mn-lt"/>
                  <a:ea typeface="+mn-ea"/>
                </a:defRPr>
              </a:lvl5pPr>
            </a:lstStyle>
            <a:p>
              <a:pPr marL="0" lvl="0" indent="0" algn="ctr" eaLnBrk="1" hangingPunct="1">
                <a:spcBef>
                  <a:spcPct val="50000"/>
                </a:spcBef>
                <a:buClrTx/>
                <a:buSzTx/>
                <a:buFontTx/>
                <a:buNone/>
              </a:pPr>
              <a:endParaRPr lang="zh-CN" altLang="zh-CN" sz="2800" b="1" dirty="0">
                <a:solidFill>
                  <a:schemeClr val="hlink"/>
                </a:solidFill>
                <a:ea typeface="黑体" panose="02010609060101010101" pitchFamily="49" charset="-122"/>
              </a:endParaRPr>
            </a:p>
          </p:txBody>
        </p:sp>
        <p:sp>
          <p:nvSpPr>
            <p:cNvPr id="49233" name="Text Box 31"/>
            <p:cNvSpPr txBox="1"/>
            <p:nvPr/>
          </p:nvSpPr>
          <p:spPr>
            <a:xfrm>
              <a:off x="1882" y="1072"/>
              <a:ext cx="590" cy="330"/>
            </a:xfrm>
            <a:prstGeom prst="rect">
              <a:avLst/>
            </a:prstGeom>
            <a:noFill/>
            <a:ln w="38100" cap="flat" cmpd="sng">
              <a:solidFill>
                <a:schemeClr val="tx1"/>
              </a:solidFill>
              <a:prstDash val="solid"/>
              <a:miter/>
              <a:headEnd type="none" w="med" len="med"/>
              <a:tailEnd type="none" w="med" len="med"/>
            </a:ln>
          </p:spPr>
          <p:txBody>
            <a:bodyPr>
              <a:spAutoFit/>
            </a:bodyPr>
            <a:lstStyle>
              <a:lvl1pPr marL="342900" indent="-342900" algn="l" rtl="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hlink"/>
                </a:buClr>
                <a:buSzPct val="80000"/>
                <a:buFont typeface="Wingdings" panose="05000000000000000000" pitchFamily="2" charset="2"/>
                <a:buChar char="n"/>
                <a:defRPr sz="3200" b="0">
                  <a:solidFill>
                    <a:schemeClr val="tx1"/>
                  </a:solidFill>
                  <a:effectLst/>
                  <a:latin typeface="+mn-lt"/>
                  <a:ea typeface="+mn-ea"/>
                  <a:cs typeface="+mn-cs"/>
                </a:defRPr>
              </a:lvl1pPr>
              <a:lvl2pPr marL="742950" indent="-285750" algn="l" rtl="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tx1"/>
                </a:buClr>
                <a:buChar char="–"/>
                <a:defRPr sz="2800">
                  <a:solidFill>
                    <a:schemeClr val="tx1"/>
                  </a:solidFill>
                  <a:effectLst/>
                  <a:latin typeface="+mn-lt"/>
                  <a:ea typeface="+mn-ea"/>
                </a:defRPr>
              </a:lvl2pPr>
              <a:lvl3pPr marL="11430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hlink"/>
                </a:buClr>
                <a:buFont typeface="Wingdings" panose="05000000000000000000" pitchFamily="2" charset="2"/>
                <a:buChar char="§"/>
                <a:defRPr sz="2400">
                  <a:solidFill>
                    <a:schemeClr val="tx1"/>
                  </a:solidFill>
                  <a:effectLst/>
                  <a:latin typeface="+mn-lt"/>
                  <a:ea typeface="+mn-ea"/>
                </a:defRPr>
              </a:lvl3pPr>
              <a:lvl4pPr marL="16002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–"/>
                <a:defRPr sz="2000">
                  <a:solidFill>
                    <a:schemeClr val="tx1"/>
                  </a:solidFill>
                  <a:effectLst/>
                  <a:latin typeface="+mn-lt"/>
                  <a:ea typeface="+mn-ea"/>
                </a:defRPr>
              </a:lvl4pPr>
              <a:lvl5pPr marL="20574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hlink"/>
                </a:buClr>
                <a:buFont typeface="Wingdings" panose="05000000000000000000" pitchFamily="2" charset="2"/>
                <a:buChar char="§"/>
                <a:defRPr sz="2000">
                  <a:solidFill>
                    <a:schemeClr val="tx1"/>
                  </a:solidFill>
                  <a:effectLst/>
                  <a:latin typeface="+mn-lt"/>
                  <a:ea typeface="+mn-ea"/>
                </a:defRPr>
              </a:lvl5pPr>
            </a:lstStyle>
            <a:p>
              <a:pPr marL="0" lvl="0" indent="0" algn="ctr" eaLnBrk="1" hangingPunct="1">
                <a:spcBef>
                  <a:spcPct val="50000"/>
                </a:spcBef>
                <a:buClrTx/>
                <a:buSzTx/>
                <a:buFontTx/>
                <a:buNone/>
              </a:pPr>
              <a:r>
                <a:rPr lang="en-US" altLang="zh-CN" sz="2800" b="1" dirty="0">
                  <a:ea typeface="黑体" panose="02010609060101010101" pitchFamily="49" charset="-122"/>
                </a:rPr>
                <a:t>1</a:t>
              </a:r>
              <a:endParaRPr lang="en-US" altLang="zh-CN" sz="2800" b="1" dirty="0">
                <a:ea typeface="黑体" panose="02010609060101010101" pitchFamily="49" charset="-122"/>
              </a:endParaRPr>
            </a:p>
          </p:txBody>
        </p:sp>
        <p:sp>
          <p:nvSpPr>
            <p:cNvPr id="49234" name="Text Box 32"/>
            <p:cNvSpPr txBox="1"/>
            <p:nvPr/>
          </p:nvSpPr>
          <p:spPr>
            <a:xfrm>
              <a:off x="1882" y="1434"/>
              <a:ext cx="590" cy="330"/>
            </a:xfrm>
            <a:prstGeom prst="rect">
              <a:avLst/>
            </a:prstGeom>
            <a:noFill/>
            <a:ln w="38100" cap="flat" cmpd="sng">
              <a:solidFill>
                <a:schemeClr val="tx1"/>
              </a:solidFill>
              <a:prstDash val="solid"/>
              <a:miter/>
              <a:headEnd type="none" w="med" len="med"/>
              <a:tailEnd type="none" w="med" len="med"/>
            </a:ln>
          </p:spPr>
          <p:txBody>
            <a:bodyPr>
              <a:spAutoFit/>
            </a:bodyPr>
            <a:lstStyle>
              <a:lvl1pPr marL="342900" indent="-342900" algn="l" rtl="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hlink"/>
                </a:buClr>
                <a:buSzPct val="80000"/>
                <a:buFont typeface="Wingdings" panose="05000000000000000000" pitchFamily="2" charset="2"/>
                <a:buChar char="n"/>
                <a:defRPr sz="3200" b="0">
                  <a:solidFill>
                    <a:schemeClr val="tx1"/>
                  </a:solidFill>
                  <a:effectLst/>
                  <a:latin typeface="+mn-lt"/>
                  <a:ea typeface="+mn-ea"/>
                  <a:cs typeface="+mn-cs"/>
                </a:defRPr>
              </a:lvl1pPr>
              <a:lvl2pPr marL="742950" indent="-285750" algn="l" rtl="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tx1"/>
                </a:buClr>
                <a:buChar char="–"/>
                <a:defRPr sz="2800">
                  <a:solidFill>
                    <a:schemeClr val="tx1"/>
                  </a:solidFill>
                  <a:effectLst/>
                  <a:latin typeface="+mn-lt"/>
                  <a:ea typeface="+mn-ea"/>
                </a:defRPr>
              </a:lvl2pPr>
              <a:lvl3pPr marL="11430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hlink"/>
                </a:buClr>
                <a:buFont typeface="Wingdings" panose="05000000000000000000" pitchFamily="2" charset="2"/>
                <a:buChar char="§"/>
                <a:defRPr sz="2400">
                  <a:solidFill>
                    <a:schemeClr val="tx1"/>
                  </a:solidFill>
                  <a:effectLst/>
                  <a:latin typeface="+mn-lt"/>
                  <a:ea typeface="+mn-ea"/>
                </a:defRPr>
              </a:lvl3pPr>
              <a:lvl4pPr marL="16002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–"/>
                <a:defRPr sz="2000">
                  <a:solidFill>
                    <a:schemeClr val="tx1"/>
                  </a:solidFill>
                  <a:effectLst/>
                  <a:latin typeface="+mn-lt"/>
                  <a:ea typeface="+mn-ea"/>
                </a:defRPr>
              </a:lvl4pPr>
              <a:lvl5pPr marL="20574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hlink"/>
                </a:buClr>
                <a:buFont typeface="Wingdings" panose="05000000000000000000" pitchFamily="2" charset="2"/>
                <a:buChar char="§"/>
                <a:defRPr sz="2000">
                  <a:solidFill>
                    <a:schemeClr val="tx1"/>
                  </a:solidFill>
                  <a:effectLst/>
                  <a:latin typeface="+mn-lt"/>
                  <a:ea typeface="+mn-ea"/>
                </a:defRPr>
              </a:lvl5pPr>
            </a:lstStyle>
            <a:p>
              <a:pPr marL="0" lvl="0" indent="0" algn="ctr" eaLnBrk="1" hangingPunct="1">
                <a:spcBef>
                  <a:spcPct val="50000"/>
                </a:spcBef>
                <a:buClrTx/>
                <a:buSzTx/>
                <a:buFontTx/>
                <a:buNone/>
              </a:pPr>
              <a:r>
                <a:rPr lang="en-US" altLang="zh-CN" sz="2800" b="1" dirty="0">
                  <a:ea typeface="黑体" panose="02010609060101010101" pitchFamily="49" charset="-122"/>
                </a:rPr>
                <a:t>6</a:t>
              </a:r>
              <a:endParaRPr lang="en-US" altLang="zh-CN" sz="2800" b="1" dirty="0">
                <a:ea typeface="黑体" panose="02010609060101010101" pitchFamily="49" charset="-122"/>
              </a:endParaRPr>
            </a:p>
          </p:txBody>
        </p:sp>
      </p:grpSp>
      <p:grpSp>
        <p:nvGrpSpPr>
          <p:cNvPr id="6" name="Group 33"/>
          <p:cNvGrpSpPr/>
          <p:nvPr/>
        </p:nvGrpSpPr>
        <p:grpSpPr>
          <a:xfrm>
            <a:off x="7680325" y="549275"/>
            <a:ext cx="936625" cy="2827338"/>
            <a:chOff x="3878" y="346"/>
            <a:chExt cx="590" cy="1781"/>
          </a:xfrm>
        </p:grpSpPr>
        <p:sp>
          <p:nvSpPr>
            <p:cNvPr id="49221" name="Text Box 34"/>
            <p:cNvSpPr txBox="1"/>
            <p:nvPr/>
          </p:nvSpPr>
          <p:spPr>
            <a:xfrm>
              <a:off x="3878" y="346"/>
              <a:ext cx="590" cy="330"/>
            </a:xfrm>
            <a:prstGeom prst="rect">
              <a:avLst/>
            </a:prstGeom>
            <a:noFill/>
            <a:ln w="38100" cap="flat" cmpd="sng">
              <a:solidFill>
                <a:schemeClr val="tx1"/>
              </a:solidFill>
              <a:prstDash val="solid"/>
              <a:miter/>
              <a:headEnd type="none" w="med" len="med"/>
              <a:tailEnd type="none" w="med" len="med"/>
            </a:ln>
          </p:spPr>
          <p:txBody>
            <a:bodyPr>
              <a:spAutoFit/>
            </a:bodyPr>
            <a:lstStyle>
              <a:lvl1pPr marL="342900" indent="-342900" algn="l" rtl="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hlink"/>
                </a:buClr>
                <a:buSzPct val="80000"/>
                <a:buFont typeface="Wingdings" panose="05000000000000000000" pitchFamily="2" charset="2"/>
                <a:buChar char="n"/>
                <a:defRPr sz="3200" b="0">
                  <a:solidFill>
                    <a:schemeClr val="tx1"/>
                  </a:solidFill>
                  <a:effectLst/>
                  <a:latin typeface="+mn-lt"/>
                  <a:ea typeface="+mn-ea"/>
                  <a:cs typeface="+mn-cs"/>
                </a:defRPr>
              </a:lvl1pPr>
              <a:lvl2pPr marL="742950" indent="-285750" algn="l" rtl="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tx1"/>
                </a:buClr>
                <a:buChar char="–"/>
                <a:defRPr sz="2800">
                  <a:solidFill>
                    <a:schemeClr val="tx1"/>
                  </a:solidFill>
                  <a:effectLst/>
                  <a:latin typeface="+mn-lt"/>
                  <a:ea typeface="+mn-ea"/>
                </a:defRPr>
              </a:lvl2pPr>
              <a:lvl3pPr marL="11430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hlink"/>
                </a:buClr>
                <a:buFont typeface="Wingdings" panose="05000000000000000000" pitchFamily="2" charset="2"/>
                <a:buChar char="§"/>
                <a:defRPr sz="2400">
                  <a:solidFill>
                    <a:schemeClr val="tx1"/>
                  </a:solidFill>
                  <a:effectLst/>
                  <a:latin typeface="+mn-lt"/>
                  <a:ea typeface="+mn-ea"/>
                </a:defRPr>
              </a:lvl3pPr>
              <a:lvl4pPr marL="16002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–"/>
                <a:defRPr sz="2000">
                  <a:solidFill>
                    <a:schemeClr val="tx1"/>
                  </a:solidFill>
                  <a:effectLst/>
                  <a:latin typeface="+mn-lt"/>
                  <a:ea typeface="+mn-ea"/>
                </a:defRPr>
              </a:lvl4pPr>
              <a:lvl5pPr marL="20574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hlink"/>
                </a:buClr>
                <a:buFont typeface="Wingdings" panose="05000000000000000000" pitchFamily="2" charset="2"/>
                <a:buChar char="§"/>
                <a:defRPr sz="2000">
                  <a:solidFill>
                    <a:schemeClr val="tx1"/>
                  </a:solidFill>
                  <a:effectLst/>
                  <a:latin typeface="+mn-lt"/>
                  <a:ea typeface="+mn-ea"/>
                </a:defRPr>
              </a:lvl5pPr>
            </a:lstStyle>
            <a:p>
              <a:pPr marL="0" lvl="0" indent="0" algn="ctr" eaLnBrk="1" hangingPunct="1">
                <a:spcBef>
                  <a:spcPct val="50000"/>
                </a:spcBef>
                <a:buClrTx/>
                <a:buSzTx/>
                <a:buFontTx/>
                <a:buNone/>
              </a:pPr>
              <a:r>
                <a:rPr lang="en-US" altLang="zh-CN" sz="2800" b="1" dirty="0">
                  <a:solidFill>
                    <a:schemeClr val="hlink"/>
                  </a:solidFill>
                  <a:ea typeface="黑体" panose="02010609060101010101" pitchFamily="49" charset="-122"/>
                </a:rPr>
                <a:t>4</a:t>
              </a:r>
              <a:endParaRPr lang="en-US" altLang="zh-CN" sz="2800" b="1" dirty="0">
                <a:solidFill>
                  <a:schemeClr val="hlink"/>
                </a:solidFill>
                <a:ea typeface="黑体" panose="02010609060101010101" pitchFamily="49" charset="-122"/>
              </a:endParaRPr>
            </a:p>
          </p:txBody>
        </p:sp>
        <p:sp>
          <p:nvSpPr>
            <p:cNvPr id="49222" name="Text Box 35"/>
            <p:cNvSpPr txBox="1"/>
            <p:nvPr/>
          </p:nvSpPr>
          <p:spPr>
            <a:xfrm>
              <a:off x="3878" y="709"/>
              <a:ext cx="590" cy="330"/>
            </a:xfrm>
            <a:prstGeom prst="rect">
              <a:avLst/>
            </a:prstGeom>
            <a:noFill/>
            <a:ln w="38100" cap="flat" cmpd="sng">
              <a:solidFill>
                <a:schemeClr val="tx1"/>
              </a:solidFill>
              <a:prstDash val="solid"/>
              <a:miter/>
              <a:headEnd type="none" w="med" len="med"/>
              <a:tailEnd type="none" w="med" len="med"/>
            </a:ln>
          </p:spPr>
          <p:txBody>
            <a:bodyPr>
              <a:spAutoFit/>
            </a:bodyPr>
            <a:lstStyle>
              <a:lvl1pPr marL="342900" indent="-342900" algn="l" rtl="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hlink"/>
                </a:buClr>
                <a:buSzPct val="80000"/>
                <a:buFont typeface="Wingdings" panose="05000000000000000000" pitchFamily="2" charset="2"/>
                <a:buChar char="n"/>
                <a:defRPr sz="3200" b="0">
                  <a:solidFill>
                    <a:schemeClr val="tx1"/>
                  </a:solidFill>
                  <a:effectLst/>
                  <a:latin typeface="+mn-lt"/>
                  <a:ea typeface="+mn-ea"/>
                  <a:cs typeface="+mn-cs"/>
                </a:defRPr>
              </a:lvl1pPr>
              <a:lvl2pPr marL="742950" indent="-285750" algn="l" rtl="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tx1"/>
                </a:buClr>
                <a:buChar char="–"/>
                <a:defRPr sz="2800">
                  <a:solidFill>
                    <a:schemeClr val="tx1"/>
                  </a:solidFill>
                  <a:effectLst/>
                  <a:latin typeface="+mn-lt"/>
                  <a:ea typeface="+mn-ea"/>
                </a:defRPr>
              </a:lvl2pPr>
              <a:lvl3pPr marL="11430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hlink"/>
                </a:buClr>
                <a:buFont typeface="Wingdings" panose="05000000000000000000" pitchFamily="2" charset="2"/>
                <a:buChar char="§"/>
                <a:defRPr sz="2400">
                  <a:solidFill>
                    <a:schemeClr val="tx1"/>
                  </a:solidFill>
                  <a:effectLst/>
                  <a:latin typeface="+mn-lt"/>
                  <a:ea typeface="+mn-ea"/>
                </a:defRPr>
              </a:lvl3pPr>
              <a:lvl4pPr marL="16002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–"/>
                <a:defRPr sz="2000">
                  <a:solidFill>
                    <a:schemeClr val="tx1"/>
                  </a:solidFill>
                  <a:effectLst/>
                  <a:latin typeface="+mn-lt"/>
                  <a:ea typeface="+mn-ea"/>
                </a:defRPr>
              </a:lvl4pPr>
              <a:lvl5pPr marL="20574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hlink"/>
                </a:buClr>
                <a:buFont typeface="Wingdings" panose="05000000000000000000" pitchFamily="2" charset="2"/>
                <a:buChar char="§"/>
                <a:defRPr sz="2000">
                  <a:solidFill>
                    <a:schemeClr val="tx1"/>
                  </a:solidFill>
                  <a:effectLst/>
                  <a:latin typeface="+mn-lt"/>
                  <a:ea typeface="+mn-ea"/>
                </a:defRPr>
              </a:lvl5pPr>
            </a:lstStyle>
            <a:p>
              <a:pPr marL="0" lvl="0" indent="0" algn="ctr" eaLnBrk="1" hangingPunct="1">
                <a:spcBef>
                  <a:spcPct val="50000"/>
                </a:spcBef>
                <a:buClrTx/>
                <a:buSzTx/>
                <a:buFontTx/>
                <a:buNone/>
              </a:pPr>
              <a:r>
                <a:rPr lang="en-US" altLang="zh-CN" sz="2800" b="1" dirty="0">
                  <a:solidFill>
                    <a:schemeClr val="hlink"/>
                  </a:solidFill>
                  <a:ea typeface="黑体" panose="02010609060101010101" pitchFamily="49" charset="-122"/>
                </a:rPr>
                <a:t>1</a:t>
              </a:r>
              <a:endParaRPr lang="en-US" altLang="zh-CN" sz="2800" b="1" dirty="0">
                <a:solidFill>
                  <a:schemeClr val="hlink"/>
                </a:solidFill>
                <a:ea typeface="黑体" panose="02010609060101010101" pitchFamily="49" charset="-122"/>
              </a:endParaRPr>
            </a:p>
          </p:txBody>
        </p:sp>
        <p:sp>
          <p:nvSpPr>
            <p:cNvPr id="49223" name="Text Box 36"/>
            <p:cNvSpPr txBox="1"/>
            <p:nvPr/>
          </p:nvSpPr>
          <p:spPr>
            <a:xfrm>
              <a:off x="3878" y="1072"/>
              <a:ext cx="590" cy="330"/>
            </a:xfrm>
            <a:prstGeom prst="rect">
              <a:avLst/>
            </a:prstGeom>
            <a:noFill/>
            <a:ln w="38100" cap="flat" cmpd="sng">
              <a:solidFill>
                <a:schemeClr val="tx1"/>
              </a:solidFill>
              <a:prstDash val="solid"/>
              <a:miter/>
              <a:headEnd type="none" w="med" len="med"/>
              <a:tailEnd type="none" w="med" len="med"/>
            </a:ln>
          </p:spPr>
          <p:txBody>
            <a:bodyPr>
              <a:spAutoFit/>
            </a:bodyPr>
            <a:lstStyle>
              <a:lvl1pPr marL="342900" indent="-342900" algn="l" rtl="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hlink"/>
                </a:buClr>
                <a:buSzPct val="80000"/>
                <a:buFont typeface="Wingdings" panose="05000000000000000000" pitchFamily="2" charset="2"/>
                <a:buChar char="n"/>
                <a:defRPr sz="3200" b="0">
                  <a:solidFill>
                    <a:schemeClr val="tx1"/>
                  </a:solidFill>
                  <a:effectLst/>
                  <a:latin typeface="+mn-lt"/>
                  <a:ea typeface="+mn-ea"/>
                  <a:cs typeface="+mn-cs"/>
                </a:defRPr>
              </a:lvl1pPr>
              <a:lvl2pPr marL="742950" indent="-285750" algn="l" rtl="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tx1"/>
                </a:buClr>
                <a:buChar char="–"/>
                <a:defRPr sz="2800">
                  <a:solidFill>
                    <a:schemeClr val="tx1"/>
                  </a:solidFill>
                  <a:effectLst/>
                  <a:latin typeface="+mn-lt"/>
                  <a:ea typeface="+mn-ea"/>
                </a:defRPr>
              </a:lvl2pPr>
              <a:lvl3pPr marL="11430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hlink"/>
                </a:buClr>
                <a:buFont typeface="Wingdings" panose="05000000000000000000" pitchFamily="2" charset="2"/>
                <a:buChar char="§"/>
                <a:defRPr sz="2400">
                  <a:solidFill>
                    <a:schemeClr val="tx1"/>
                  </a:solidFill>
                  <a:effectLst/>
                  <a:latin typeface="+mn-lt"/>
                  <a:ea typeface="+mn-ea"/>
                </a:defRPr>
              </a:lvl3pPr>
              <a:lvl4pPr marL="16002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–"/>
                <a:defRPr sz="2000">
                  <a:solidFill>
                    <a:schemeClr val="tx1"/>
                  </a:solidFill>
                  <a:effectLst/>
                  <a:latin typeface="+mn-lt"/>
                  <a:ea typeface="+mn-ea"/>
                </a:defRPr>
              </a:lvl4pPr>
              <a:lvl5pPr marL="20574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hlink"/>
                </a:buClr>
                <a:buFont typeface="Wingdings" panose="05000000000000000000" pitchFamily="2" charset="2"/>
                <a:buChar char="§"/>
                <a:defRPr sz="2000">
                  <a:solidFill>
                    <a:schemeClr val="tx1"/>
                  </a:solidFill>
                  <a:effectLst/>
                  <a:latin typeface="+mn-lt"/>
                  <a:ea typeface="+mn-ea"/>
                </a:defRPr>
              </a:lvl5pPr>
            </a:lstStyle>
            <a:p>
              <a:pPr marL="0" lvl="0" indent="0" algn="ctr" eaLnBrk="1" hangingPunct="1">
                <a:spcBef>
                  <a:spcPct val="50000"/>
                </a:spcBef>
                <a:buClrTx/>
                <a:buSzTx/>
                <a:buFontTx/>
                <a:buNone/>
              </a:pPr>
              <a:r>
                <a:rPr lang="en-US" altLang="zh-CN" sz="2800" b="1" dirty="0">
                  <a:solidFill>
                    <a:schemeClr val="hlink"/>
                  </a:solidFill>
                  <a:ea typeface="黑体" panose="02010609060101010101" pitchFamily="49" charset="-122"/>
                </a:rPr>
                <a:t>6</a:t>
              </a:r>
              <a:endParaRPr lang="en-US" altLang="zh-CN" sz="2800" b="1" dirty="0">
                <a:solidFill>
                  <a:schemeClr val="hlink"/>
                </a:solidFill>
                <a:ea typeface="黑体" panose="02010609060101010101" pitchFamily="49" charset="-122"/>
              </a:endParaRPr>
            </a:p>
          </p:txBody>
        </p:sp>
        <p:sp>
          <p:nvSpPr>
            <p:cNvPr id="49224" name="Text Box 37"/>
            <p:cNvSpPr txBox="1"/>
            <p:nvPr/>
          </p:nvSpPr>
          <p:spPr>
            <a:xfrm>
              <a:off x="3878" y="1434"/>
              <a:ext cx="590" cy="330"/>
            </a:xfrm>
            <a:prstGeom prst="rect">
              <a:avLst/>
            </a:prstGeom>
            <a:noFill/>
            <a:ln w="38100" cap="flat" cmpd="sng">
              <a:solidFill>
                <a:schemeClr val="tx1"/>
              </a:solidFill>
              <a:prstDash val="solid"/>
              <a:miter/>
              <a:headEnd type="none" w="med" len="med"/>
              <a:tailEnd type="none" w="med" len="med"/>
            </a:ln>
          </p:spPr>
          <p:txBody>
            <a:bodyPr>
              <a:spAutoFit/>
            </a:bodyPr>
            <a:lstStyle>
              <a:lvl1pPr marL="342900" indent="-342900" algn="l" rtl="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hlink"/>
                </a:buClr>
                <a:buSzPct val="80000"/>
                <a:buFont typeface="Wingdings" panose="05000000000000000000" pitchFamily="2" charset="2"/>
                <a:buChar char="n"/>
                <a:defRPr sz="3200" b="0">
                  <a:solidFill>
                    <a:schemeClr val="tx1"/>
                  </a:solidFill>
                  <a:effectLst/>
                  <a:latin typeface="+mn-lt"/>
                  <a:ea typeface="+mn-ea"/>
                  <a:cs typeface="+mn-cs"/>
                </a:defRPr>
              </a:lvl1pPr>
              <a:lvl2pPr marL="742950" indent="-285750" algn="l" rtl="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tx1"/>
                </a:buClr>
                <a:buChar char="–"/>
                <a:defRPr sz="2800">
                  <a:solidFill>
                    <a:schemeClr val="tx1"/>
                  </a:solidFill>
                  <a:effectLst/>
                  <a:latin typeface="+mn-lt"/>
                  <a:ea typeface="+mn-ea"/>
                </a:defRPr>
              </a:lvl2pPr>
              <a:lvl3pPr marL="11430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hlink"/>
                </a:buClr>
                <a:buFont typeface="Wingdings" panose="05000000000000000000" pitchFamily="2" charset="2"/>
                <a:buChar char="§"/>
                <a:defRPr sz="2400">
                  <a:solidFill>
                    <a:schemeClr val="tx1"/>
                  </a:solidFill>
                  <a:effectLst/>
                  <a:latin typeface="+mn-lt"/>
                  <a:ea typeface="+mn-ea"/>
                </a:defRPr>
              </a:lvl3pPr>
              <a:lvl4pPr marL="16002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–"/>
                <a:defRPr sz="2000">
                  <a:solidFill>
                    <a:schemeClr val="tx1"/>
                  </a:solidFill>
                  <a:effectLst/>
                  <a:latin typeface="+mn-lt"/>
                  <a:ea typeface="+mn-ea"/>
                </a:defRPr>
              </a:lvl4pPr>
              <a:lvl5pPr marL="20574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hlink"/>
                </a:buClr>
                <a:buFont typeface="Wingdings" panose="05000000000000000000" pitchFamily="2" charset="2"/>
                <a:buChar char="§"/>
                <a:defRPr sz="2000">
                  <a:solidFill>
                    <a:schemeClr val="tx1"/>
                  </a:solidFill>
                  <a:effectLst/>
                  <a:latin typeface="+mn-lt"/>
                  <a:ea typeface="+mn-ea"/>
                </a:defRPr>
              </a:lvl5pPr>
            </a:lstStyle>
            <a:p>
              <a:pPr marL="0" lvl="0" indent="0" algn="ctr" eaLnBrk="1" hangingPunct="1">
                <a:spcBef>
                  <a:spcPct val="50000"/>
                </a:spcBef>
                <a:buClrTx/>
                <a:buSzTx/>
                <a:buFontTx/>
                <a:buNone/>
              </a:pPr>
              <a:r>
                <a:rPr lang="en-US" altLang="zh-CN" sz="2800" b="1" dirty="0">
                  <a:solidFill>
                    <a:schemeClr val="hlink"/>
                  </a:solidFill>
                  <a:ea typeface="黑体" panose="02010609060101010101" pitchFamily="49" charset="-122"/>
                </a:rPr>
                <a:t>7</a:t>
              </a:r>
              <a:endParaRPr lang="en-US" altLang="zh-CN" sz="2800" b="1" dirty="0">
                <a:solidFill>
                  <a:schemeClr val="hlink"/>
                </a:solidFill>
                <a:ea typeface="黑体" panose="02010609060101010101" pitchFamily="49" charset="-122"/>
              </a:endParaRPr>
            </a:p>
          </p:txBody>
        </p:sp>
        <p:sp>
          <p:nvSpPr>
            <p:cNvPr id="49225" name="Text Box 38"/>
            <p:cNvSpPr txBox="1"/>
            <p:nvPr/>
          </p:nvSpPr>
          <p:spPr>
            <a:xfrm>
              <a:off x="3878" y="1797"/>
              <a:ext cx="590" cy="330"/>
            </a:xfrm>
            <a:prstGeom prst="rect">
              <a:avLst/>
            </a:prstGeom>
            <a:noFill/>
            <a:ln w="38100" cap="flat" cmpd="sng">
              <a:solidFill>
                <a:schemeClr val="tx1"/>
              </a:solidFill>
              <a:prstDash val="solid"/>
              <a:miter/>
              <a:headEnd type="none" w="med" len="med"/>
              <a:tailEnd type="none" w="med" len="med"/>
            </a:ln>
          </p:spPr>
          <p:txBody>
            <a:bodyPr>
              <a:spAutoFit/>
            </a:bodyPr>
            <a:lstStyle>
              <a:lvl1pPr marL="342900" indent="-342900" algn="l" rtl="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hlink"/>
                </a:buClr>
                <a:buSzPct val="80000"/>
                <a:buFont typeface="Wingdings" panose="05000000000000000000" pitchFamily="2" charset="2"/>
                <a:buChar char="n"/>
                <a:defRPr sz="3200" b="0">
                  <a:solidFill>
                    <a:schemeClr val="tx1"/>
                  </a:solidFill>
                  <a:effectLst/>
                  <a:latin typeface="+mn-lt"/>
                  <a:ea typeface="+mn-ea"/>
                  <a:cs typeface="+mn-cs"/>
                </a:defRPr>
              </a:lvl1pPr>
              <a:lvl2pPr marL="742950" indent="-285750" algn="l" rtl="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tx1"/>
                </a:buClr>
                <a:buChar char="–"/>
                <a:defRPr sz="2800">
                  <a:solidFill>
                    <a:schemeClr val="tx1"/>
                  </a:solidFill>
                  <a:effectLst/>
                  <a:latin typeface="+mn-lt"/>
                  <a:ea typeface="+mn-ea"/>
                </a:defRPr>
              </a:lvl2pPr>
              <a:lvl3pPr marL="11430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hlink"/>
                </a:buClr>
                <a:buFont typeface="Wingdings" panose="05000000000000000000" pitchFamily="2" charset="2"/>
                <a:buChar char="§"/>
                <a:defRPr sz="2400">
                  <a:solidFill>
                    <a:schemeClr val="tx1"/>
                  </a:solidFill>
                  <a:effectLst/>
                  <a:latin typeface="+mn-lt"/>
                  <a:ea typeface="+mn-ea"/>
                </a:defRPr>
              </a:lvl3pPr>
              <a:lvl4pPr marL="16002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–"/>
                <a:defRPr sz="2000">
                  <a:solidFill>
                    <a:schemeClr val="tx1"/>
                  </a:solidFill>
                  <a:effectLst/>
                  <a:latin typeface="+mn-lt"/>
                  <a:ea typeface="+mn-ea"/>
                </a:defRPr>
              </a:lvl4pPr>
              <a:lvl5pPr marL="20574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hlink"/>
                </a:buClr>
                <a:buFont typeface="Wingdings" panose="05000000000000000000" pitchFamily="2" charset="2"/>
                <a:buChar char="§"/>
                <a:defRPr sz="2000">
                  <a:solidFill>
                    <a:schemeClr val="tx1"/>
                  </a:solidFill>
                  <a:effectLst/>
                  <a:latin typeface="+mn-lt"/>
                  <a:ea typeface="+mn-ea"/>
                </a:defRPr>
              </a:lvl5pPr>
            </a:lstStyle>
            <a:p>
              <a:pPr marL="0" lvl="0" indent="0" algn="ctr" eaLnBrk="1" hangingPunct="1">
                <a:spcBef>
                  <a:spcPct val="50000"/>
                </a:spcBef>
                <a:buClrTx/>
                <a:buSzTx/>
                <a:buFontTx/>
                <a:buNone/>
              </a:pPr>
              <a:r>
                <a:rPr lang="en-US" altLang="zh-CN" sz="2800" b="1" dirty="0">
                  <a:ea typeface="黑体" panose="02010609060101010101" pitchFamily="49" charset="-122"/>
                </a:rPr>
                <a:t>5</a:t>
              </a:r>
              <a:endParaRPr lang="en-US" altLang="zh-CN" sz="2800" b="1" dirty="0">
                <a:ea typeface="黑体" panose="02010609060101010101" pitchFamily="49" charset="-122"/>
              </a:endParaRPr>
            </a:p>
          </p:txBody>
        </p:sp>
      </p:grpSp>
      <p:grpSp>
        <p:nvGrpSpPr>
          <p:cNvPr id="7" name="Group 39"/>
          <p:cNvGrpSpPr/>
          <p:nvPr/>
        </p:nvGrpSpPr>
        <p:grpSpPr>
          <a:xfrm>
            <a:off x="9409113" y="549275"/>
            <a:ext cx="936625" cy="2827338"/>
            <a:chOff x="4967" y="346"/>
            <a:chExt cx="590" cy="1781"/>
          </a:xfrm>
        </p:grpSpPr>
        <p:sp>
          <p:nvSpPr>
            <p:cNvPr id="49216" name="Text Box 40"/>
            <p:cNvSpPr txBox="1"/>
            <p:nvPr/>
          </p:nvSpPr>
          <p:spPr>
            <a:xfrm>
              <a:off x="4967" y="346"/>
              <a:ext cx="590" cy="330"/>
            </a:xfrm>
            <a:prstGeom prst="rect">
              <a:avLst/>
            </a:prstGeom>
            <a:noFill/>
            <a:ln w="38100" cap="flat" cmpd="sng">
              <a:solidFill>
                <a:schemeClr val="tx1"/>
              </a:solidFill>
              <a:prstDash val="solid"/>
              <a:miter/>
              <a:headEnd type="none" w="med" len="med"/>
              <a:tailEnd type="none" w="med" len="med"/>
            </a:ln>
          </p:spPr>
          <p:txBody>
            <a:bodyPr>
              <a:spAutoFit/>
            </a:bodyPr>
            <a:lstStyle>
              <a:lvl1pPr marL="342900" indent="-342900" algn="l" rtl="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hlink"/>
                </a:buClr>
                <a:buSzPct val="80000"/>
                <a:buFont typeface="Wingdings" panose="05000000000000000000" pitchFamily="2" charset="2"/>
                <a:buChar char="n"/>
                <a:defRPr sz="3200" b="0">
                  <a:solidFill>
                    <a:schemeClr val="tx1"/>
                  </a:solidFill>
                  <a:effectLst/>
                  <a:latin typeface="+mn-lt"/>
                  <a:ea typeface="+mn-ea"/>
                  <a:cs typeface="+mn-cs"/>
                </a:defRPr>
              </a:lvl1pPr>
              <a:lvl2pPr marL="742950" indent="-285750" algn="l" rtl="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tx1"/>
                </a:buClr>
                <a:buChar char="–"/>
                <a:defRPr sz="2800">
                  <a:solidFill>
                    <a:schemeClr val="tx1"/>
                  </a:solidFill>
                  <a:effectLst/>
                  <a:latin typeface="+mn-lt"/>
                  <a:ea typeface="+mn-ea"/>
                </a:defRPr>
              </a:lvl2pPr>
              <a:lvl3pPr marL="11430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hlink"/>
                </a:buClr>
                <a:buFont typeface="Wingdings" panose="05000000000000000000" pitchFamily="2" charset="2"/>
                <a:buChar char="§"/>
                <a:defRPr sz="2400">
                  <a:solidFill>
                    <a:schemeClr val="tx1"/>
                  </a:solidFill>
                  <a:effectLst/>
                  <a:latin typeface="+mn-lt"/>
                  <a:ea typeface="+mn-ea"/>
                </a:defRPr>
              </a:lvl3pPr>
              <a:lvl4pPr marL="16002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–"/>
                <a:defRPr sz="2000">
                  <a:solidFill>
                    <a:schemeClr val="tx1"/>
                  </a:solidFill>
                  <a:effectLst/>
                  <a:latin typeface="+mn-lt"/>
                  <a:ea typeface="+mn-ea"/>
                </a:defRPr>
              </a:lvl4pPr>
              <a:lvl5pPr marL="20574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hlink"/>
                </a:buClr>
                <a:buFont typeface="Wingdings" panose="05000000000000000000" pitchFamily="2" charset="2"/>
                <a:buChar char="§"/>
                <a:defRPr sz="2000">
                  <a:solidFill>
                    <a:schemeClr val="tx1"/>
                  </a:solidFill>
                  <a:effectLst/>
                  <a:latin typeface="+mn-lt"/>
                  <a:ea typeface="+mn-ea"/>
                </a:defRPr>
              </a:lvl5pPr>
            </a:lstStyle>
            <a:p>
              <a:pPr marL="0" lvl="0" indent="0" algn="ctr" eaLnBrk="1" hangingPunct="1">
                <a:spcBef>
                  <a:spcPct val="50000"/>
                </a:spcBef>
                <a:buClrTx/>
                <a:buSzTx/>
                <a:buFontTx/>
                <a:buNone/>
              </a:pPr>
              <a:r>
                <a:rPr lang="en-US" altLang="zh-CN" sz="2800" b="1" dirty="0">
                  <a:solidFill>
                    <a:schemeClr val="hlink"/>
                  </a:solidFill>
                  <a:ea typeface="黑体" panose="02010609060101010101" pitchFamily="49" charset="-122"/>
                </a:rPr>
                <a:t>4</a:t>
              </a:r>
              <a:endParaRPr lang="en-US" altLang="zh-CN" sz="2800" b="1" dirty="0">
                <a:solidFill>
                  <a:schemeClr val="hlink"/>
                </a:solidFill>
                <a:ea typeface="黑体" panose="02010609060101010101" pitchFamily="49" charset="-122"/>
              </a:endParaRPr>
            </a:p>
          </p:txBody>
        </p:sp>
        <p:sp>
          <p:nvSpPr>
            <p:cNvPr id="49217" name="Text Box 41"/>
            <p:cNvSpPr txBox="1"/>
            <p:nvPr/>
          </p:nvSpPr>
          <p:spPr>
            <a:xfrm>
              <a:off x="4967" y="709"/>
              <a:ext cx="590" cy="330"/>
            </a:xfrm>
            <a:prstGeom prst="rect">
              <a:avLst/>
            </a:prstGeom>
            <a:noFill/>
            <a:ln w="38100" cap="flat" cmpd="sng">
              <a:solidFill>
                <a:schemeClr val="tx1"/>
              </a:solidFill>
              <a:prstDash val="solid"/>
              <a:miter/>
              <a:headEnd type="none" w="med" len="med"/>
              <a:tailEnd type="none" w="med" len="med"/>
            </a:ln>
          </p:spPr>
          <p:txBody>
            <a:bodyPr>
              <a:spAutoFit/>
            </a:bodyPr>
            <a:lstStyle>
              <a:lvl1pPr marL="342900" indent="-342900" algn="l" rtl="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hlink"/>
                </a:buClr>
                <a:buSzPct val="80000"/>
                <a:buFont typeface="Wingdings" panose="05000000000000000000" pitchFamily="2" charset="2"/>
                <a:buChar char="n"/>
                <a:defRPr sz="3200" b="0">
                  <a:solidFill>
                    <a:schemeClr val="tx1"/>
                  </a:solidFill>
                  <a:effectLst/>
                  <a:latin typeface="+mn-lt"/>
                  <a:ea typeface="+mn-ea"/>
                  <a:cs typeface="+mn-cs"/>
                </a:defRPr>
              </a:lvl1pPr>
              <a:lvl2pPr marL="742950" indent="-285750" algn="l" rtl="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tx1"/>
                </a:buClr>
                <a:buChar char="–"/>
                <a:defRPr sz="2800">
                  <a:solidFill>
                    <a:schemeClr val="tx1"/>
                  </a:solidFill>
                  <a:effectLst/>
                  <a:latin typeface="+mn-lt"/>
                  <a:ea typeface="+mn-ea"/>
                </a:defRPr>
              </a:lvl2pPr>
              <a:lvl3pPr marL="11430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hlink"/>
                </a:buClr>
                <a:buFont typeface="Wingdings" panose="05000000000000000000" pitchFamily="2" charset="2"/>
                <a:buChar char="§"/>
                <a:defRPr sz="2400">
                  <a:solidFill>
                    <a:schemeClr val="tx1"/>
                  </a:solidFill>
                  <a:effectLst/>
                  <a:latin typeface="+mn-lt"/>
                  <a:ea typeface="+mn-ea"/>
                </a:defRPr>
              </a:lvl3pPr>
              <a:lvl4pPr marL="16002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–"/>
                <a:defRPr sz="2000">
                  <a:solidFill>
                    <a:schemeClr val="tx1"/>
                  </a:solidFill>
                  <a:effectLst/>
                  <a:latin typeface="+mn-lt"/>
                  <a:ea typeface="+mn-ea"/>
                </a:defRPr>
              </a:lvl4pPr>
              <a:lvl5pPr marL="20574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hlink"/>
                </a:buClr>
                <a:buFont typeface="Wingdings" panose="05000000000000000000" pitchFamily="2" charset="2"/>
                <a:buChar char="§"/>
                <a:defRPr sz="2000">
                  <a:solidFill>
                    <a:schemeClr val="tx1"/>
                  </a:solidFill>
                  <a:effectLst/>
                  <a:latin typeface="+mn-lt"/>
                  <a:ea typeface="+mn-ea"/>
                </a:defRPr>
              </a:lvl5pPr>
            </a:lstStyle>
            <a:p>
              <a:pPr marL="0" lvl="0" indent="0" algn="ctr" eaLnBrk="1" hangingPunct="1">
                <a:spcBef>
                  <a:spcPct val="50000"/>
                </a:spcBef>
                <a:buClrTx/>
                <a:buSzTx/>
                <a:buFontTx/>
                <a:buNone/>
              </a:pPr>
              <a:r>
                <a:rPr lang="en-US" altLang="zh-CN" sz="2800" b="1" dirty="0">
                  <a:solidFill>
                    <a:schemeClr val="hlink"/>
                  </a:solidFill>
                  <a:ea typeface="黑体" panose="02010609060101010101" pitchFamily="49" charset="-122"/>
                </a:rPr>
                <a:t>1</a:t>
              </a:r>
              <a:endParaRPr lang="en-US" altLang="zh-CN" sz="2800" b="1" dirty="0">
                <a:solidFill>
                  <a:schemeClr val="hlink"/>
                </a:solidFill>
                <a:ea typeface="黑体" panose="02010609060101010101" pitchFamily="49" charset="-122"/>
              </a:endParaRPr>
            </a:p>
          </p:txBody>
        </p:sp>
        <p:sp>
          <p:nvSpPr>
            <p:cNvPr id="49218" name="Text Box 42"/>
            <p:cNvSpPr txBox="1"/>
            <p:nvPr/>
          </p:nvSpPr>
          <p:spPr>
            <a:xfrm>
              <a:off x="4967" y="1072"/>
              <a:ext cx="590" cy="330"/>
            </a:xfrm>
            <a:prstGeom prst="rect">
              <a:avLst/>
            </a:prstGeom>
            <a:noFill/>
            <a:ln w="38100" cap="flat" cmpd="sng">
              <a:solidFill>
                <a:schemeClr val="tx1"/>
              </a:solidFill>
              <a:prstDash val="solid"/>
              <a:miter/>
              <a:headEnd type="none" w="med" len="med"/>
              <a:tailEnd type="none" w="med" len="med"/>
            </a:ln>
          </p:spPr>
          <p:txBody>
            <a:bodyPr>
              <a:spAutoFit/>
            </a:bodyPr>
            <a:lstStyle>
              <a:lvl1pPr marL="342900" indent="-342900" algn="l" rtl="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hlink"/>
                </a:buClr>
                <a:buSzPct val="80000"/>
                <a:buFont typeface="Wingdings" panose="05000000000000000000" pitchFamily="2" charset="2"/>
                <a:buChar char="n"/>
                <a:defRPr sz="3200" b="0">
                  <a:solidFill>
                    <a:schemeClr val="tx1"/>
                  </a:solidFill>
                  <a:effectLst/>
                  <a:latin typeface="+mn-lt"/>
                  <a:ea typeface="+mn-ea"/>
                  <a:cs typeface="+mn-cs"/>
                </a:defRPr>
              </a:lvl1pPr>
              <a:lvl2pPr marL="742950" indent="-285750" algn="l" rtl="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tx1"/>
                </a:buClr>
                <a:buChar char="–"/>
                <a:defRPr sz="2800">
                  <a:solidFill>
                    <a:schemeClr val="tx1"/>
                  </a:solidFill>
                  <a:effectLst/>
                  <a:latin typeface="+mn-lt"/>
                  <a:ea typeface="+mn-ea"/>
                </a:defRPr>
              </a:lvl2pPr>
              <a:lvl3pPr marL="11430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hlink"/>
                </a:buClr>
                <a:buFont typeface="Wingdings" panose="05000000000000000000" pitchFamily="2" charset="2"/>
                <a:buChar char="§"/>
                <a:defRPr sz="2400">
                  <a:solidFill>
                    <a:schemeClr val="tx1"/>
                  </a:solidFill>
                  <a:effectLst/>
                  <a:latin typeface="+mn-lt"/>
                  <a:ea typeface="+mn-ea"/>
                </a:defRPr>
              </a:lvl3pPr>
              <a:lvl4pPr marL="16002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–"/>
                <a:defRPr sz="2000">
                  <a:solidFill>
                    <a:schemeClr val="tx1"/>
                  </a:solidFill>
                  <a:effectLst/>
                  <a:latin typeface="+mn-lt"/>
                  <a:ea typeface="+mn-ea"/>
                </a:defRPr>
              </a:lvl4pPr>
              <a:lvl5pPr marL="20574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hlink"/>
                </a:buClr>
                <a:buFont typeface="Wingdings" panose="05000000000000000000" pitchFamily="2" charset="2"/>
                <a:buChar char="§"/>
                <a:defRPr sz="2000">
                  <a:solidFill>
                    <a:schemeClr val="tx1"/>
                  </a:solidFill>
                  <a:effectLst/>
                  <a:latin typeface="+mn-lt"/>
                  <a:ea typeface="+mn-ea"/>
                </a:defRPr>
              </a:lvl5pPr>
            </a:lstStyle>
            <a:p>
              <a:pPr marL="0" lvl="0" indent="0" algn="ctr" eaLnBrk="1" hangingPunct="1">
                <a:spcBef>
                  <a:spcPct val="50000"/>
                </a:spcBef>
                <a:buClrTx/>
                <a:buSzTx/>
                <a:buFontTx/>
                <a:buNone/>
              </a:pPr>
              <a:r>
                <a:rPr lang="en-US" altLang="zh-CN" sz="2800" b="1" dirty="0">
                  <a:solidFill>
                    <a:schemeClr val="hlink"/>
                  </a:solidFill>
                  <a:ea typeface="黑体" panose="02010609060101010101" pitchFamily="49" charset="-122"/>
                </a:rPr>
                <a:t>6</a:t>
              </a:r>
              <a:endParaRPr lang="en-US" altLang="zh-CN" sz="2800" b="1" dirty="0">
                <a:solidFill>
                  <a:schemeClr val="hlink"/>
                </a:solidFill>
                <a:ea typeface="黑体" panose="02010609060101010101" pitchFamily="49" charset="-122"/>
              </a:endParaRPr>
            </a:p>
          </p:txBody>
        </p:sp>
        <p:sp>
          <p:nvSpPr>
            <p:cNvPr id="49219" name="Text Box 43"/>
            <p:cNvSpPr txBox="1"/>
            <p:nvPr/>
          </p:nvSpPr>
          <p:spPr>
            <a:xfrm>
              <a:off x="4967" y="1434"/>
              <a:ext cx="590" cy="330"/>
            </a:xfrm>
            <a:prstGeom prst="rect">
              <a:avLst/>
            </a:prstGeom>
            <a:noFill/>
            <a:ln w="38100" cap="flat" cmpd="sng">
              <a:solidFill>
                <a:schemeClr val="tx1"/>
              </a:solidFill>
              <a:prstDash val="solid"/>
              <a:miter/>
              <a:headEnd type="none" w="med" len="med"/>
              <a:tailEnd type="none" w="med" len="med"/>
            </a:ln>
          </p:spPr>
          <p:txBody>
            <a:bodyPr>
              <a:spAutoFit/>
            </a:bodyPr>
            <a:lstStyle>
              <a:lvl1pPr marL="342900" indent="-342900" algn="l" rtl="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hlink"/>
                </a:buClr>
                <a:buSzPct val="80000"/>
                <a:buFont typeface="Wingdings" panose="05000000000000000000" pitchFamily="2" charset="2"/>
                <a:buChar char="n"/>
                <a:defRPr sz="3200" b="0">
                  <a:solidFill>
                    <a:schemeClr val="tx1"/>
                  </a:solidFill>
                  <a:effectLst/>
                  <a:latin typeface="+mn-lt"/>
                  <a:ea typeface="+mn-ea"/>
                  <a:cs typeface="+mn-cs"/>
                </a:defRPr>
              </a:lvl1pPr>
              <a:lvl2pPr marL="742950" indent="-285750" algn="l" rtl="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tx1"/>
                </a:buClr>
                <a:buChar char="–"/>
                <a:defRPr sz="2800">
                  <a:solidFill>
                    <a:schemeClr val="tx1"/>
                  </a:solidFill>
                  <a:effectLst/>
                  <a:latin typeface="+mn-lt"/>
                  <a:ea typeface="+mn-ea"/>
                </a:defRPr>
              </a:lvl2pPr>
              <a:lvl3pPr marL="11430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hlink"/>
                </a:buClr>
                <a:buFont typeface="Wingdings" panose="05000000000000000000" pitchFamily="2" charset="2"/>
                <a:buChar char="§"/>
                <a:defRPr sz="2400">
                  <a:solidFill>
                    <a:schemeClr val="tx1"/>
                  </a:solidFill>
                  <a:effectLst/>
                  <a:latin typeface="+mn-lt"/>
                  <a:ea typeface="+mn-ea"/>
                </a:defRPr>
              </a:lvl3pPr>
              <a:lvl4pPr marL="16002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–"/>
                <a:defRPr sz="2000">
                  <a:solidFill>
                    <a:schemeClr val="tx1"/>
                  </a:solidFill>
                  <a:effectLst/>
                  <a:latin typeface="+mn-lt"/>
                  <a:ea typeface="+mn-ea"/>
                </a:defRPr>
              </a:lvl4pPr>
              <a:lvl5pPr marL="20574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hlink"/>
                </a:buClr>
                <a:buFont typeface="Wingdings" panose="05000000000000000000" pitchFamily="2" charset="2"/>
                <a:buChar char="§"/>
                <a:defRPr sz="2000">
                  <a:solidFill>
                    <a:schemeClr val="tx1"/>
                  </a:solidFill>
                  <a:effectLst/>
                  <a:latin typeface="+mn-lt"/>
                  <a:ea typeface="+mn-ea"/>
                </a:defRPr>
              </a:lvl5pPr>
            </a:lstStyle>
            <a:p>
              <a:pPr marL="0" lvl="0" indent="0" algn="ctr" eaLnBrk="1" hangingPunct="1">
                <a:spcBef>
                  <a:spcPct val="50000"/>
                </a:spcBef>
                <a:buClrTx/>
                <a:buSzTx/>
                <a:buFontTx/>
                <a:buNone/>
              </a:pPr>
              <a:r>
                <a:rPr lang="en-US" altLang="zh-CN" sz="2800" b="1" dirty="0">
                  <a:solidFill>
                    <a:schemeClr val="hlink"/>
                  </a:solidFill>
                  <a:ea typeface="黑体" panose="02010609060101010101" pitchFamily="49" charset="-122"/>
                </a:rPr>
                <a:t>5</a:t>
              </a:r>
              <a:endParaRPr lang="en-US" altLang="zh-CN" sz="2800" b="1" dirty="0">
                <a:solidFill>
                  <a:schemeClr val="hlink"/>
                </a:solidFill>
                <a:ea typeface="黑体" panose="02010609060101010101" pitchFamily="49" charset="-122"/>
              </a:endParaRPr>
            </a:p>
          </p:txBody>
        </p:sp>
        <p:sp>
          <p:nvSpPr>
            <p:cNvPr id="49220" name="Text Box 44"/>
            <p:cNvSpPr txBox="1"/>
            <p:nvPr/>
          </p:nvSpPr>
          <p:spPr>
            <a:xfrm>
              <a:off x="4967" y="1797"/>
              <a:ext cx="590" cy="330"/>
            </a:xfrm>
            <a:prstGeom prst="rect">
              <a:avLst/>
            </a:prstGeom>
            <a:noFill/>
            <a:ln w="38100" cap="flat" cmpd="sng">
              <a:solidFill>
                <a:schemeClr val="tx1"/>
              </a:solidFill>
              <a:prstDash val="solid"/>
              <a:miter/>
              <a:headEnd type="none" w="med" len="med"/>
              <a:tailEnd type="none" w="med" len="med"/>
            </a:ln>
          </p:spPr>
          <p:txBody>
            <a:bodyPr>
              <a:spAutoFit/>
            </a:bodyPr>
            <a:lstStyle>
              <a:lvl1pPr marL="342900" indent="-342900" algn="l" rtl="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hlink"/>
                </a:buClr>
                <a:buSzPct val="80000"/>
                <a:buFont typeface="Wingdings" panose="05000000000000000000" pitchFamily="2" charset="2"/>
                <a:buChar char="n"/>
                <a:defRPr sz="3200" b="0">
                  <a:solidFill>
                    <a:schemeClr val="tx1"/>
                  </a:solidFill>
                  <a:effectLst/>
                  <a:latin typeface="+mn-lt"/>
                  <a:ea typeface="+mn-ea"/>
                  <a:cs typeface="+mn-cs"/>
                </a:defRPr>
              </a:lvl1pPr>
              <a:lvl2pPr marL="742950" indent="-285750" algn="l" rtl="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tx1"/>
                </a:buClr>
                <a:buChar char="–"/>
                <a:defRPr sz="2800">
                  <a:solidFill>
                    <a:schemeClr val="tx1"/>
                  </a:solidFill>
                  <a:effectLst/>
                  <a:latin typeface="+mn-lt"/>
                  <a:ea typeface="+mn-ea"/>
                </a:defRPr>
              </a:lvl2pPr>
              <a:lvl3pPr marL="11430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hlink"/>
                </a:buClr>
                <a:buFont typeface="Wingdings" panose="05000000000000000000" pitchFamily="2" charset="2"/>
                <a:buChar char="§"/>
                <a:defRPr sz="2400">
                  <a:solidFill>
                    <a:schemeClr val="tx1"/>
                  </a:solidFill>
                  <a:effectLst/>
                  <a:latin typeface="+mn-lt"/>
                  <a:ea typeface="+mn-ea"/>
                </a:defRPr>
              </a:lvl3pPr>
              <a:lvl4pPr marL="16002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–"/>
                <a:defRPr sz="2000">
                  <a:solidFill>
                    <a:schemeClr val="tx1"/>
                  </a:solidFill>
                  <a:effectLst/>
                  <a:latin typeface="+mn-lt"/>
                  <a:ea typeface="+mn-ea"/>
                </a:defRPr>
              </a:lvl4pPr>
              <a:lvl5pPr marL="20574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hlink"/>
                </a:buClr>
                <a:buFont typeface="Wingdings" panose="05000000000000000000" pitchFamily="2" charset="2"/>
                <a:buChar char="§"/>
                <a:defRPr sz="2000">
                  <a:solidFill>
                    <a:schemeClr val="tx1"/>
                  </a:solidFill>
                  <a:effectLst/>
                  <a:latin typeface="+mn-lt"/>
                  <a:ea typeface="+mn-ea"/>
                </a:defRPr>
              </a:lvl5pPr>
            </a:lstStyle>
            <a:p>
              <a:pPr marL="0" lvl="0" indent="0" algn="ctr" eaLnBrk="1" hangingPunct="1">
                <a:spcBef>
                  <a:spcPct val="50000"/>
                </a:spcBef>
                <a:buClrTx/>
                <a:buSzTx/>
                <a:buFontTx/>
                <a:buNone/>
              </a:pPr>
              <a:r>
                <a:rPr lang="en-US" altLang="zh-CN" sz="2800" b="1" dirty="0">
                  <a:solidFill>
                    <a:schemeClr val="hlink"/>
                  </a:solidFill>
                  <a:ea typeface="黑体" panose="02010609060101010101" pitchFamily="49" charset="-122"/>
                </a:rPr>
                <a:t>7</a:t>
              </a:r>
              <a:endParaRPr lang="en-US" altLang="zh-CN" sz="2800" b="1" dirty="0">
                <a:solidFill>
                  <a:schemeClr val="hlink"/>
                </a:solidFill>
                <a:ea typeface="黑体" panose="02010609060101010101" pitchFamily="49" charset="-122"/>
              </a:endParaRPr>
            </a:p>
          </p:txBody>
        </p:sp>
      </p:grpSp>
      <p:grpSp>
        <p:nvGrpSpPr>
          <p:cNvPr id="8" name="Group 45"/>
          <p:cNvGrpSpPr/>
          <p:nvPr/>
        </p:nvGrpSpPr>
        <p:grpSpPr>
          <a:xfrm>
            <a:off x="6096000" y="3789363"/>
            <a:ext cx="936625" cy="2827337"/>
            <a:chOff x="2880" y="2387"/>
            <a:chExt cx="590" cy="1781"/>
          </a:xfrm>
        </p:grpSpPr>
        <p:sp>
          <p:nvSpPr>
            <p:cNvPr id="49211" name="Text Box 46"/>
            <p:cNvSpPr txBox="1"/>
            <p:nvPr/>
          </p:nvSpPr>
          <p:spPr>
            <a:xfrm>
              <a:off x="2880" y="2387"/>
              <a:ext cx="590" cy="330"/>
            </a:xfrm>
            <a:prstGeom prst="rect">
              <a:avLst/>
            </a:prstGeom>
            <a:noFill/>
            <a:ln w="38100" cap="flat" cmpd="sng">
              <a:solidFill>
                <a:schemeClr val="tx1"/>
              </a:solidFill>
              <a:prstDash val="solid"/>
              <a:miter/>
              <a:headEnd type="none" w="med" len="med"/>
              <a:tailEnd type="none" w="med" len="med"/>
            </a:ln>
          </p:spPr>
          <p:txBody>
            <a:bodyPr>
              <a:spAutoFit/>
            </a:bodyPr>
            <a:lstStyle>
              <a:lvl1pPr marL="342900" indent="-342900" algn="l" rtl="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hlink"/>
                </a:buClr>
                <a:buSzPct val="80000"/>
                <a:buFont typeface="Wingdings" panose="05000000000000000000" pitchFamily="2" charset="2"/>
                <a:buChar char="n"/>
                <a:defRPr sz="3200" b="0">
                  <a:solidFill>
                    <a:schemeClr val="tx1"/>
                  </a:solidFill>
                  <a:effectLst/>
                  <a:latin typeface="+mn-lt"/>
                  <a:ea typeface="+mn-ea"/>
                  <a:cs typeface="+mn-cs"/>
                </a:defRPr>
              </a:lvl1pPr>
              <a:lvl2pPr marL="742950" indent="-285750" algn="l" rtl="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tx1"/>
                </a:buClr>
                <a:buChar char="–"/>
                <a:defRPr sz="2800">
                  <a:solidFill>
                    <a:schemeClr val="tx1"/>
                  </a:solidFill>
                  <a:effectLst/>
                  <a:latin typeface="+mn-lt"/>
                  <a:ea typeface="+mn-ea"/>
                </a:defRPr>
              </a:lvl2pPr>
              <a:lvl3pPr marL="11430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hlink"/>
                </a:buClr>
                <a:buFont typeface="Wingdings" panose="05000000000000000000" pitchFamily="2" charset="2"/>
                <a:buChar char="§"/>
                <a:defRPr sz="2400">
                  <a:solidFill>
                    <a:schemeClr val="tx1"/>
                  </a:solidFill>
                  <a:effectLst/>
                  <a:latin typeface="+mn-lt"/>
                  <a:ea typeface="+mn-ea"/>
                </a:defRPr>
              </a:lvl3pPr>
              <a:lvl4pPr marL="16002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–"/>
                <a:defRPr sz="2000">
                  <a:solidFill>
                    <a:schemeClr val="tx1"/>
                  </a:solidFill>
                  <a:effectLst/>
                  <a:latin typeface="+mn-lt"/>
                  <a:ea typeface="+mn-ea"/>
                </a:defRPr>
              </a:lvl4pPr>
              <a:lvl5pPr marL="20574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hlink"/>
                </a:buClr>
                <a:buFont typeface="Wingdings" panose="05000000000000000000" pitchFamily="2" charset="2"/>
                <a:buChar char="§"/>
                <a:defRPr sz="2000">
                  <a:solidFill>
                    <a:schemeClr val="tx1"/>
                  </a:solidFill>
                  <a:effectLst/>
                  <a:latin typeface="+mn-lt"/>
                  <a:ea typeface="+mn-ea"/>
                </a:defRPr>
              </a:lvl5pPr>
            </a:lstStyle>
            <a:p>
              <a:pPr marL="0" lvl="0" indent="0" algn="ctr" eaLnBrk="1" hangingPunct="1">
                <a:spcBef>
                  <a:spcPct val="50000"/>
                </a:spcBef>
                <a:buClrTx/>
                <a:buSzTx/>
                <a:buFontTx/>
                <a:buNone/>
              </a:pPr>
              <a:r>
                <a:rPr lang="en-US" altLang="zh-CN" sz="2800" b="1" dirty="0">
                  <a:solidFill>
                    <a:schemeClr val="tx2"/>
                  </a:solidFill>
                  <a:ea typeface="黑体" panose="02010609060101010101" pitchFamily="49" charset="-122"/>
                </a:rPr>
                <a:t>1</a:t>
              </a:r>
              <a:endParaRPr lang="en-US" altLang="zh-CN" sz="2800" b="1" dirty="0">
                <a:solidFill>
                  <a:schemeClr val="tx2"/>
                </a:solidFill>
                <a:ea typeface="黑体" panose="02010609060101010101" pitchFamily="49" charset="-122"/>
              </a:endParaRPr>
            </a:p>
          </p:txBody>
        </p:sp>
        <p:sp>
          <p:nvSpPr>
            <p:cNvPr id="49212" name="Text Box 47"/>
            <p:cNvSpPr txBox="1"/>
            <p:nvPr/>
          </p:nvSpPr>
          <p:spPr>
            <a:xfrm>
              <a:off x="2880" y="2750"/>
              <a:ext cx="590" cy="330"/>
            </a:xfrm>
            <a:prstGeom prst="rect">
              <a:avLst/>
            </a:prstGeom>
            <a:noFill/>
            <a:ln w="38100" cap="flat" cmpd="sng">
              <a:solidFill>
                <a:schemeClr val="tx1"/>
              </a:solidFill>
              <a:prstDash val="solid"/>
              <a:miter/>
              <a:headEnd type="none" w="med" len="med"/>
              <a:tailEnd type="none" w="med" len="med"/>
            </a:ln>
          </p:spPr>
          <p:txBody>
            <a:bodyPr>
              <a:spAutoFit/>
            </a:bodyPr>
            <a:lstStyle>
              <a:lvl1pPr marL="342900" indent="-342900" algn="l" rtl="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hlink"/>
                </a:buClr>
                <a:buSzPct val="80000"/>
                <a:buFont typeface="Wingdings" panose="05000000000000000000" pitchFamily="2" charset="2"/>
                <a:buChar char="n"/>
                <a:defRPr sz="3200" b="0">
                  <a:solidFill>
                    <a:schemeClr val="tx1"/>
                  </a:solidFill>
                  <a:effectLst/>
                  <a:latin typeface="+mn-lt"/>
                  <a:ea typeface="+mn-ea"/>
                  <a:cs typeface="+mn-cs"/>
                </a:defRPr>
              </a:lvl1pPr>
              <a:lvl2pPr marL="742950" indent="-285750" algn="l" rtl="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tx1"/>
                </a:buClr>
                <a:buChar char="–"/>
                <a:defRPr sz="2800">
                  <a:solidFill>
                    <a:schemeClr val="tx1"/>
                  </a:solidFill>
                  <a:effectLst/>
                  <a:latin typeface="+mn-lt"/>
                  <a:ea typeface="+mn-ea"/>
                </a:defRPr>
              </a:lvl2pPr>
              <a:lvl3pPr marL="11430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hlink"/>
                </a:buClr>
                <a:buFont typeface="Wingdings" panose="05000000000000000000" pitchFamily="2" charset="2"/>
                <a:buChar char="§"/>
                <a:defRPr sz="2400">
                  <a:solidFill>
                    <a:schemeClr val="tx1"/>
                  </a:solidFill>
                  <a:effectLst/>
                  <a:latin typeface="+mn-lt"/>
                  <a:ea typeface="+mn-ea"/>
                </a:defRPr>
              </a:lvl3pPr>
              <a:lvl4pPr marL="16002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–"/>
                <a:defRPr sz="2000">
                  <a:solidFill>
                    <a:schemeClr val="tx1"/>
                  </a:solidFill>
                  <a:effectLst/>
                  <a:latin typeface="+mn-lt"/>
                  <a:ea typeface="+mn-ea"/>
                </a:defRPr>
              </a:lvl4pPr>
              <a:lvl5pPr marL="20574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hlink"/>
                </a:buClr>
                <a:buFont typeface="Wingdings" panose="05000000000000000000" pitchFamily="2" charset="2"/>
                <a:buChar char="§"/>
                <a:defRPr sz="2000">
                  <a:solidFill>
                    <a:schemeClr val="tx1"/>
                  </a:solidFill>
                  <a:effectLst/>
                  <a:latin typeface="+mn-lt"/>
                  <a:ea typeface="+mn-ea"/>
                </a:defRPr>
              </a:lvl5pPr>
            </a:lstStyle>
            <a:p>
              <a:pPr marL="0" lvl="0" indent="0" algn="ctr" eaLnBrk="1" hangingPunct="1">
                <a:spcBef>
                  <a:spcPct val="50000"/>
                </a:spcBef>
                <a:buClrTx/>
                <a:buSzTx/>
                <a:buFontTx/>
                <a:buNone/>
              </a:pPr>
              <a:r>
                <a:rPr lang="en-US" altLang="zh-CN" sz="2800" b="1" dirty="0">
                  <a:solidFill>
                    <a:schemeClr val="tx2"/>
                  </a:solidFill>
                  <a:ea typeface="黑体" panose="02010609060101010101" pitchFamily="49" charset="-122"/>
                </a:rPr>
                <a:t>4</a:t>
              </a:r>
              <a:endParaRPr lang="en-US" altLang="zh-CN" sz="2800" b="1" dirty="0">
                <a:solidFill>
                  <a:schemeClr val="tx2"/>
                </a:solidFill>
                <a:ea typeface="黑体" panose="02010609060101010101" pitchFamily="49" charset="-122"/>
              </a:endParaRPr>
            </a:p>
          </p:txBody>
        </p:sp>
        <p:sp>
          <p:nvSpPr>
            <p:cNvPr id="49213" name="Text Box 48"/>
            <p:cNvSpPr txBox="1"/>
            <p:nvPr/>
          </p:nvSpPr>
          <p:spPr>
            <a:xfrm>
              <a:off x="2880" y="3113"/>
              <a:ext cx="590" cy="330"/>
            </a:xfrm>
            <a:prstGeom prst="rect">
              <a:avLst/>
            </a:prstGeom>
            <a:noFill/>
            <a:ln w="38100" cap="flat" cmpd="sng">
              <a:solidFill>
                <a:schemeClr val="tx1"/>
              </a:solidFill>
              <a:prstDash val="solid"/>
              <a:miter/>
              <a:headEnd type="none" w="med" len="med"/>
              <a:tailEnd type="none" w="med" len="med"/>
            </a:ln>
          </p:spPr>
          <p:txBody>
            <a:bodyPr>
              <a:spAutoFit/>
            </a:bodyPr>
            <a:lstStyle>
              <a:lvl1pPr marL="342900" indent="-342900" algn="l" rtl="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hlink"/>
                </a:buClr>
                <a:buSzPct val="80000"/>
                <a:buFont typeface="Wingdings" panose="05000000000000000000" pitchFamily="2" charset="2"/>
                <a:buChar char="n"/>
                <a:defRPr sz="3200" b="0">
                  <a:solidFill>
                    <a:schemeClr val="tx1"/>
                  </a:solidFill>
                  <a:effectLst/>
                  <a:latin typeface="+mn-lt"/>
                  <a:ea typeface="+mn-ea"/>
                  <a:cs typeface="+mn-cs"/>
                </a:defRPr>
              </a:lvl1pPr>
              <a:lvl2pPr marL="742950" indent="-285750" algn="l" rtl="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tx1"/>
                </a:buClr>
                <a:buChar char="–"/>
                <a:defRPr sz="2800">
                  <a:solidFill>
                    <a:schemeClr val="tx1"/>
                  </a:solidFill>
                  <a:effectLst/>
                  <a:latin typeface="+mn-lt"/>
                  <a:ea typeface="+mn-ea"/>
                </a:defRPr>
              </a:lvl2pPr>
              <a:lvl3pPr marL="11430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hlink"/>
                </a:buClr>
                <a:buFont typeface="Wingdings" panose="05000000000000000000" pitchFamily="2" charset="2"/>
                <a:buChar char="§"/>
                <a:defRPr sz="2400">
                  <a:solidFill>
                    <a:schemeClr val="tx1"/>
                  </a:solidFill>
                  <a:effectLst/>
                  <a:latin typeface="+mn-lt"/>
                  <a:ea typeface="+mn-ea"/>
                </a:defRPr>
              </a:lvl3pPr>
              <a:lvl4pPr marL="16002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–"/>
                <a:defRPr sz="2000">
                  <a:solidFill>
                    <a:schemeClr val="tx1"/>
                  </a:solidFill>
                  <a:effectLst/>
                  <a:latin typeface="+mn-lt"/>
                  <a:ea typeface="+mn-ea"/>
                </a:defRPr>
              </a:lvl4pPr>
              <a:lvl5pPr marL="20574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hlink"/>
                </a:buClr>
                <a:buFont typeface="Wingdings" panose="05000000000000000000" pitchFamily="2" charset="2"/>
                <a:buChar char="§"/>
                <a:defRPr sz="2000">
                  <a:solidFill>
                    <a:schemeClr val="tx1"/>
                  </a:solidFill>
                  <a:effectLst/>
                  <a:latin typeface="+mn-lt"/>
                  <a:ea typeface="+mn-ea"/>
                </a:defRPr>
              </a:lvl5pPr>
            </a:lstStyle>
            <a:p>
              <a:pPr marL="0" lvl="0" indent="0" algn="ctr" eaLnBrk="1" hangingPunct="1">
                <a:spcBef>
                  <a:spcPct val="50000"/>
                </a:spcBef>
                <a:buClrTx/>
                <a:buSzTx/>
                <a:buFontTx/>
                <a:buNone/>
              </a:pPr>
              <a:r>
                <a:rPr lang="en-US" altLang="zh-CN" sz="2800" b="1" dirty="0">
                  <a:solidFill>
                    <a:schemeClr val="tx2"/>
                  </a:solidFill>
                  <a:ea typeface="黑体" panose="02010609060101010101" pitchFamily="49" charset="-122"/>
                </a:rPr>
                <a:t>5</a:t>
              </a:r>
              <a:endParaRPr lang="en-US" altLang="zh-CN" sz="2800" b="1" dirty="0">
                <a:solidFill>
                  <a:schemeClr val="tx2"/>
                </a:solidFill>
                <a:ea typeface="黑体" panose="02010609060101010101" pitchFamily="49" charset="-122"/>
              </a:endParaRPr>
            </a:p>
          </p:txBody>
        </p:sp>
        <p:sp>
          <p:nvSpPr>
            <p:cNvPr id="49214" name="Text Box 49"/>
            <p:cNvSpPr txBox="1"/>
            <p:nvPr/>
          </p:nvSpPr>
          <p:spPr>
            <a:xfrm>
              <a:off x="2880" y="3475"/>
              <a:ext cx="590" cy="330"/>
            </a:xfrm>
            <a:prstGeom prst="rect">
              <a:avLst/>
            </a:prstGeom>
            <a:noFill/>
            <a:ln w="38100" cap="flat" cmpd="sng">
              <a:solidFill>
                <a:schemeClr val="tx1"/>
              </a:solidFill>
              <a:prstDash val="solid"/>
              <a:miter/>
              <a:headEnd type="none" w="med" len="med"/>
              <a:tailEnd type="none" w="med" len="med"/>
            </a:ln>
          </p:spPr>
          <p:txBody>
            <a:bodyPr>
              <a:spAutoFit/>
            </a:bodyPr>
            <a:lstStyle>
              <a:lvl1pPr marL="342900" indent="-342900" algn="l" rtl="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hlink"/>
                </a:buClr>
                <a:buSzPct val="80000"/>
                <a:buFont typeface="Wingdings" panose="05000000000000000000" pitchFamily="2" charset="2"/>
                <a:buChar char="n"/>
                <a:defRPr sz="3200" b="0">
                  <a:solidFill>
                    <a:schemeClr val="tx1"/>
                  </a:solidFill>
                  <a:effectLst/>
                  <a:latin typeface="+mn-lt"/>
                  <a:ea typeface="+mn-ea"/>
                  <a:cs typeface="+mn-cs"/>
                </a:defRPr>
              </a:lvl1pPr>
              <a:lvl2pPr marL="742950" indent="-285750" algn="l" rtl="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tx1"/>
                </a:buClr>
                <a:buChar char="–"/>
                <a:defRPr sz="2800">
                  <a:solidFill>
                    <a:schemeClr val="tx1"/>
                  </a:solidFill>
                  <a:effectLst/>
                  <a:latin typeface="+mn-lt"/>
                  <a:ea typeface="+mn-ea"/>
                </a:defRPr>
              </a:lvl2pPr>
              <a:lvl3pPr marL="11430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hlink"/>
                </a:buClr>
                <a:buFont typeface="Wingdings" panose="05000000000000000000" pitchFamily="2" charset="2"/>
                <a:buChar char="§"/>
                <a:defRPr sz="2400">
                  <a:solidFill>
                    <a:schemeClr val="tx1"/>
                  </a:solidFill>
                  <a:effectLst/>
                  <a:latin typeface="+mn-lt"/>
                  <a:ea typeface="+mn-ea"/>
                </a:defRPr>
              </a:lvl3pPr>
              <a:lvl4pPr marL="16002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–"/>
                <a:defRPr sz="2000">
                  <a:solidFill>
                    <a:schemeClr val="tx1"/>
                  </a:solidFill>
                  <a:effectLst/>
                  <a:latin typeface="+mn-lt"/>
                  <a:ea typeface="+mn-ea"/>
                </a:defRPr>
              </a:lvl4pPr>
              <a:lvl5pPr marL="20574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hlink"/>
                </a:buClr>
                <a:buFont typeface="Wingdings" panose="05000000000000000000" pitchFamily="2" charset="2"/>
                <a:buChar char="§"/>
                <a:defRPr sz="2000">
                  <a:solidFill>
                    <a:schemeClr val="tx1"/>
                  </a:solidFill>
                  <a:effectLst/>
                  <a:latin typeface="+mn-lt"/>
                  <a:ea typeface="+mn-ea"/>
                </a:defRPr>
              </a:lvl5pPr>
            </a:lstStyle>
            <a:p>
              <a:pPr marL="0" lvl="0" indent="0" algn="ctr" eaLnBrk="1" hangingPunct="1">
                <a:spcBef>
                  <a:spcPct val="50000"/>
                </a:spcBef>
                <a:buClrTx/>
                <a:buSzTx/>
                <a:buFontTx/>
                <a:buNone/>
              </a:pPr>
              <a:r>
                <a:rPr lang="en-US" altLang="zh-CN" sz="2800" b="1" dirty="0">
                  <a:solidFill>
                    <a:schemeClr val="tx2"/>
                  </a:solidFill>
                  <a:ea typeface="黑体" panose="02010609060101010101" pitchFamily="49" charset="-122"/>
                </a:rPr>
                <a:t>6</a:t>
              </a:r>
              <a:endParaRPr lang="en-US" altLang="zh-CN" sz="2800" b="1" dirty="0">
                <a:solidFill>
                  <a:schemeClr val="tx2"/>
                </a:solidFill>
                <a:ea typeface="黑体" panose="02010609060101010101" pitchFamily="49" charset="-122"/>
              </a:endParaRPr>
            </a:p>
          </p:txBody>
        </p:sp>
        <p:sp>
          <p:nvSpPr>
            <p:cNvPr id="49215" name="Text Box 50"/>
            <p:cNvSpPr txBox="1"/>
            <p:nvPr/>
          </p:nvSpPr>
          <p:spPr>
            <a:xfrm>
              <a:off x="2880" y="3838"/>
              <a:ext cx="590" cy="330"/>
            </a:xfrm>
            <a:prstGeom prst="rect">
              <a:avLst/>
            </a:prstGeom>
            <a:noFill/>
            <a:ln w="38100" cap="flat" cmpd="sng">
              <a:solidFill>
                <a:schemeClr val="tx1"/>
              </a:solidFill>
              <a:prstDash val="solid"/>
              <a:miter/>
              <a:headEnd type="none" w="med" len="med"/>
              <a:tailEnd type="none" w="med" len="med"/>
            </a:ln>
          </p:spPr>
          <p:txBody>
            <a:bodyPr>
              <a:spAutoFit/>
            </a:bodyPr>
            <a:lstStyle>
              <a:lvl1pPr marL="342900" indent="-342900" algn="l" rtl="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hlink"/>
                </a:buClr>
                <a:buSzPct val="80000"/>
                <a:buFont typeface="Wingdings" panose="05000000000000000000" pitchFamily="2" charset="2"/>
                <a:buChar char="n"/>
                <a:defRPr sz="3200" b="0">
                  <a:solidFill>
                    <a:schemeClr val="tx1"/>
                  </a:solidFill>
                  <a:effectLst/>
                  <a:latin typeface="+mn-lt"/>
                  <a:ea typeface="+mn-ea"/>
                  <a:cs typeface="+mn-cs"/>
                </a:defRPr>
              </a:lvl1pPr>
              <a:lvl2pPr marL="742950" indent="-285750" algn="l" rtl="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tx1"/>
                </a:buClr>
                <a:buChar char="–"/>
                <a:defRPr sz="2800">
                  <a:solidFill>
                    <a:schemeClr val="tx1"/>
                  </a:solidFill>
                  <a:effectLst/>
                  <a:latin typeface="+mn-lt"/>
                  <a:ea typeface="+mn-ea"/>
                </a:defRPr>
              </a:lvl2pPr>
              <a:lvl3pPr marL="11430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hlink"/>
                </a:buClr>
                <a:buFont typeface="Wingdings" panose="05000000000000000000" pitchFamily="2" charset="2"/>
                <a:buChar char="§"/>
                <a:defRPr sz="2400">
                  <a:solidFill>
                    <a:schemeClr val="tx1"/>
                  </a:solidFill>
                  <a:effectLst/>
                  <a:latin typeface="+mn-lt"/>
                  <a:ea typeface="+mn-ea"/>
                </a:defRPr>
              </a:lvl3pPr>
              <a:lvl4pPr marL="16002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–"/>
                <a:defRPr sz="2000">
                  <a:solidFill>
                    <a:schemeClr val="tx1"/>
                  </a:solidFill>
                  <a:effectLst/>
                  <a:latin typeface="+mn-lt"/>
                  <a:ea typeface="+mn-ea"/>
                </a:defRPr>
              </a:lvl4pPr>
              <a:lvl5pPr marL="20574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hlink"/>
                </a:buClr>
                <a:buFont typeface="Wingdings" panose="05000000000000000000" pitchFamily="2" charset="2"/>
                <a:buChar char="§"/>
                <a:defRPr sz="2000">
                  <a:solidFill>
                    <a:schemeClr val="tx1"/>
                  </a:solidFill>
                  <a:effectLst/>
                  <a:latin typeface="+mn-lt"/>
                  <a:ea typeface="+mn-ea"/>
                </a:defRPr>
              </a:lvl5pPr>
            </a:lstStyle>
            <a:p>
              <a:pPr marL="0" lvl="0" indent="0" algn="ctr" eaLnBrk="1" hangingPunct="1">
                <a:spcBef>
                  <a:spcPct val="50000"/>
                </a:spcBef>
                <a:buClrTx/>
                <a:buSzTx/>
                <a:buFontTx/>
                <a:buNone/>
              </a:pPr>
              <a:r>
                <a:rPr lang="en-US" altLang="zh-CN" sz="2800" b="1" dirty="0">
                  <a:solidFill>
                    <a:schemeClr val="hlink"/>
                  </a:solidFill>
                  <a:ea typeface="黑体" panose="02010609060101010101" pitchFamily="49" charset="-122"/>
                </a:rPr>
                <a:t>7</a:t>
              </a:r>
              <a:endParaRPr lang="en-US" altLang="zh-CN" sz="2800" b="1" dirty="0">
                <a:solidFill>
                  <a:schemeClr val="hlink"/>
                </a:solidFill>
                <a:ea typeface="黑体" panose="02010609060101010101" pitchFamily="49" charset="-122"/>
              </a:endParaRPr>
            </a:p>
          </p:txBody>
        </p:sp>
      </p:grpSp>
      <p:grpSp>
        <p:nvGrpSpPr>
          <p:cNvPr id="9" name="Group 51"/>
          <p:cNvGrpSpPr/>
          <p:nvPr/>
        </p:nvGrpSpPr>
        <p:grpSpPr>
          <a:xfrm>
            <a:off x="2855913" y="3789363"/>
            <a:ext cx="936625" cy="2827337"/>
            <a:chOff x="839" y="2387"/>
            <a:chExt cx="590" cy="1781"/>
          </a:xfrm>
        </p:grpSpPr>
        <p:sp>
          <p:nvSpPr>
            <p:cNvPr id="49206" name="Text Box 52"/>
            <p:cNvSpPr txBox="1"/>
            <p:nvPr/>
          </p:nvSpPr>
          <p:spPr>
            <a:xfrm>
              <a:off x="839" y="2387"/>
              <a:ext cx="590" cy="330"/>
            </a:xfrm>
            <a:prstGeom prst="rect">
              <a:avLst/>
            </a:prstGeom>
            <a:noFill/>
            <a:ln w="38100" cap="flat" cmpd="sng">
              <a:solidFill>
                <a:schemeClr val="tx1"/>
              </a:solidFill>
              <a:prstDash val="solid"/>
              <a:miter/>
              <a:headEnd type="none" w="med" len="med"/>
              <a:tailEnd type="none" w="med" len="med"/>
            </a:ln>
          </p:spPr>
          <p:txBody>
            <a:bodyPr>
              <a:spAutoFit/>
            </a:bodyPr>
            <a:lstStyle>
              <a:lvl1pPr marL="342900" indent="-342900" algn="l" rtl="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hlink"/>
                </a:buClr>
                <a:buSzPct val="80000"/>
                <a:buFont typeface="Wingdings" panose="05000000000000000000" pitchFamily="2" charset="2"/>
                <a:buChar char="n"/>
                <a:defRPr sz="3200" b="0">
                  <a:solidFill>
                    <a:schemeClr val="tx1"/>
                  </a:solidFill>
                  <a:effectLst/>
                  <a:latin typeface="+mn-lt"/>
                  <a:ea typeface="+mn-ea"/>
                  <a:cs typeface="+mn-cs"/>
                </a:defRPr>
              </a:lvl1pPr>
              <a:lvl2pPr marL="742950" indent="-285750" algn="l" rtl="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tx1"/>
                </a:buClr>
                <a:buChar char="–"/>
                <a:defRPr sz="2800">
                  <a:solidFill>
                    <a:schemeClr val="tx1"/>
                  </a:solidFill>
                  <a:effectLst/>
                  <a:latin typeface="+mn-lt"/>
                  <a:ea typeface="+mn-ea"/>
                </a:defRPr>
              </a:lvl2pPr>
              <a:lvl3pPr marL="11430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hlink"/>
                </a:buClr>
                <a:buFont typeface="Wingdings" panose="05000000000000000000" pitchFamily="2" charset="2"/>
                <a:buChar char="§"/>
                <a:defRPr sz="2400">
                  <a:solidFill>
                    <a:schemeClr val="tx1"/>
                  </a:solidFill>
                  <a:effectLst/>
                  <a:latin typeface="+mn-lt"/>
                  <a:ea typeface="+mn-ea"/>
                </a:defRPr>
              </a:lvl3pPr>
              <a:lvl4pPr marL="16002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–"/>
                <a:defRPr sz="2000">
                  <a:solidFill>
                    <a:schemeClr val="tx1"/>
                  </a:solidFill>
                  <a:effectLst/>
                  <a:latin typeface="+mn-lt"/>
                  <a:ea typeface="+mn-ea"/>
                </a:defRPr>
              </a:lvl4pPr>
              <a:lvl5pPr marL="20574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hlink"/>
                </a:buClr>
                <a:buFont typeface="Wingdings" panose="05000000000000000000" pitchFamily="2" charset="2"/>
                <a:buChar char="§"/>
                <a:defRPr sz="2000">
                  <a:solidFill>
                    <a:schemeClr val="tx1"/>
                  </a:solidFill>
                  <a:effectLst/>
                  <a:latin typeface="+mn-lt"/>
                  <a:ea typeface="+mn-ea"/>
                </a:defRPr>
              </a:lvl5pPr>
            </a:lstStyle>
            <a:p>
              <a:pPr marL="0" lvl="0" indent="0" algn="ctr" eaLnBrk="1" hangingPunct="1">
                <a:spcBef>
                  <a:spcPct val="50000"/>
                </a:spcBef>
                <a:buClrTx/>
                <a:buSzTx/>
                <a:buFontTx/>
                <a:buNone/>
              </a:pPr>
              <a:r>
                <a:rPr lang="en-US" altLang="zh-CN" sz="2800" b="1" dirty="0">
                  <a:solidFill>
                    <a:schemeClr val="hlink"/>
                  </a:solidFill>
                  <a:ea typeface="黑体" panose="02010609060101010101" pitchFamily="49" charset="-122"/>
                </a:rPr>
                <a:t>4</a:t>
              </a:r>
              <a:endParaRPr lang="en-US" altLang="zh-CN" sz="2800" b="1" dirty="0">
                <a:solidFill>
                  <a:schemeClr val="hlink"/>
                </a:solidFill>
                <a:ea typeface="黑体" panose="02010609060101010101" pitchFamily="49" charset="-122"/>
              </a:endParaRPr>
            </a:p>
          </p:txBody>
        </p:sp>
        <p:sp>
          <p:nvSpPr>
            <p:cNvPr id="49207" name="Text Box 53"/>
            <p:cNvSpPr txBox="1"/>
            <p:nvPr/>
          </p:nvSpPr>
          <p:spPr>
            <a:xfrm>
              <a:off x="839" y="2750"/>
              <a:ext cx="590" cy="330"/>
            </a:xfrm>
            <a:prstGeom prst="rect">
              <a:avLst/>
            </a:prstGeom>
            <a:noFill/>
            <a:ln w="38100" cap="flat" cmpd="sng">
              <a:solidFill>
                <a:schemeClr val="tx1"/>
              </a:solidFill>
              <a:prstDash val="solid"/>
              <a:miter/>
              <a:headEnd type="none" w="med" len="med"/>
              <a:tailEnd type="none" w="med" len="med"/>
            </a:ln>
          </p:spPr>
          <p:txBody>
            <a:bodyPr>
              <a:spAutoFit/>
            </a:bodyPr>
            <a:lstStyle>
              <a:lvl1pPr marL="342900" indent="-342900" algn="l" rtl="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hlink"/>
                </a:buClr>
                <a:buSzPct val="80000"/>
                <a:buFont typeface="Wingdings" panose="05000000000000000000" pitchFamily="2" charset="2"/>
                <a:buChar char="n"/>
                <a:defRPr sz="3200" b="0">
                  <a:solidFill>
                    <a:schemeClr val="tx1"/>
                  </a:solidFill>
                  <a:effectLst/>
                  <a:latin typeface="+mn-lt"/>
                  <a:ea typeface="+mn-ea"/>
                  <a:cs typeface="+mn-cs"/>
                </a:defRPr>
              </a:lvl1pPr>
              <a:lvl2pPr marL="742950" indent="-285750" algn="l" rtl="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tx1"/>
                </a:buClr>
                <a:buChar char="–"/>
                <a:defRPr sz="2800">
                  <a:solidFill>
                    <a:schemeClr val="tx1"/>
                  </a:solidFill>
                  <a:effectLst/>
                  <a:latin typeface="+mn-lt"/>
                  <a:ea typeface="+mn-ea"/>
                </a:defRPr>
              </a:lvl2pPr>
              <a:lvl3pPr marL="11430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hlink"/>
                </a:buClr>
                <a:buFont typeface="Wingdings" panose="05000000000000000000" pitchFamily="2" charset="2"/>
                <a:buChar char="§"/>
                <a:defRPr sz="2400">
                  <a:solidFill>
                    <a:schemeClr val="tx1"/>
                  </a:solidFill>
                  <a:effectLst/>
                  <a:latin typeface="+mn-lt"/>
                  <a:ea typeface="+mn-ea"/>
                </a:defRPr>
              </a:lvl3pPr>
              <a:lvl4pPr marL="16002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–"/>
                <a:defRPr sz="2000">
                  <a:solidFill>
                    <a:schemeClr val="tx1"/>
                  </a:solidFill>
                  <a:effectLst/>
                  <a:latin typeface="+mn-lt"/>
                  <a:ea typeface="+mn-ea"/>
                </a:defRPr>
              </a:lvl4pPr>
              <a:lvl5pPr marL="20574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hlink"/>
                </a:buClr>
                <a:buFont typeface="Wingdings" panose="05000000000000000000" pitchFamily="2" charset="2"/>
                <a:buChar char="§"/>
                <a:defRPr sz="2000">
                  <a:solidFill>
                    <a:schemeClr val="tx1"/>
                  </a:solidFill>
                  <a:effectLst/>
                  <a:latin typeface="+mn-lt"/>
                  <a:ea typeface="+mn-ea"/>
                </a:defRPr>
              </a:lvl5pPr>
            </a:lstStyle>
            <a:p>
              <a:pPr marL="0" lvl="0" indent="0" algn="ctr" eaLnBrk="1" hangingPunct="1">
                <a:spcBef>
                  <a:spcPct val="50000"/>
                </a:spcBef>
                <a:buClrTx/>
                <a:buSzTx/>
                <a:buFontTx/>
                <a:buNone/>
              </a:pPr>
              <a:r>
                <a:rPr lang="en-US" altLang="zh-CN" sz="2800" b="1" dirty="0">
                  <a:solidFill>
                    <a:schemeClr val="hlink"/>
                  </a:solidFill>
                  <a:ea typeface="黑体" panose="02010609060101010101" pitchFamily="49" charset="-122"/>
                </a:rPr>
                <a:t>1</a:t>
              </a:r>
              <a:endParaRPr lang="en-US" altLang="zh-CN" sz="2800" b="1" dirty="0">
                <a:solidFill>
                  <a:schemeClr val="hlink"/>
                </a:solidFill>
                <a:ea typeface="黑体" panose="02010609060101010101" pitchFamily="49" charset="-122"/>
              </a:endParaRPr>
            </a:p>
          </p:txBody>
        </p:sp>
        <p:sp>
          <p:nvSpPr>
            <p:cNvPr id="49208" name="Text Box 54"/>
            <p:cNvSpPr txBox="1"/>
            <p:nvPr/>
          </p:nvSpPr>
          <p:spPr>
            <a:xfrm>
              <a:off x="839" y="3113"/>
              <a:ext cx="590" cy="330"/>
            </a:xfrm>
            <a:prstGeom prst="rect">
              <a:avLst/>
            </a:prstGeom>
            <a:noFill/>
            <a:ln w="38100" cap="flat" cmpd="sng">
              <a:solidFill>
                <a:schemeClr val="tx1"/>
              </a:solidFill>
              <a:prstDash val="solid"/>
              <a:miter/>
              <a:headEnd type="none" w="med" len="med"/>
              <a:tailEnd type="none" w="med" len="med"/>
            </a:ln>
          </p:spPr>
          <p:txBody>
            <a:bodyPr>
              <a:spAutoFit/>
            </a:bodyPr>
            <a:lstStyle>
              <a:lvl1pPr marL="342900" indent="-342900" algn="l" rtl="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hlink"/>
                </a:buClr>
                <a:buSzPct val="80000"/>
                <a:buFont typeface="Wingdings" panose="05000000000000000000" pitchFamily="2" charset="2"/>
                <a:buChar char="n"/>
                <a:defRPr sz="3200" b="0">
                  <a:solidFill>
                    <a:schemeClr val="tx1"/>
                  </a:solidFill>
                  <a:effectLst/>
                  <a:latin typeface="+mn-lt"/>
                  <a:ea typeface="+mn-ea"/>
                  <a:cs typeface="+mn-cs"/>
                </a:defRPr>
              </a:lvl1pPr>
              <a:lvl2pPr marL="742950" indent="-285750" algn="l" rtl="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tx1"/>
                </a:buClr>
                <a:buChar char="–"/>
                <a:defRPr sz="2800">
                  <a:solidFill>
                    <a:schemeClr val="tx1"/>
                  </a:solidFill>
                  <a:effectLst/>
                  <a:latin typeface="+mn-lt"/>
                  <a:ea typeface="+mn-ea"/>
                </a:defRPr>
              </a:lvl2pPr>
              <a:lvl3pPr marL="11430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hlink"/>
                </a:buClr>
                <a:buFont typeface="Wingdings" panose="05000000000000000000" pitchFamily="2" charset="2"/>
                <a:buChar char="§"/>
                <a:defRPr sz="2400">
                  <a:solidFill>
                    <a:schemeClr val="tx1"/>
                  </a:solidFill>
                  <a:effectLst/>
                  <a:latin typeface="+mn-lt"/>
                  <a:ea typeface="+mn-ea"/>
                </a:defRPr>
              </a:lvl3pPr>
              <a:lvl4pPr marL="16002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–"/>
                <a:defRPr sz="2000">
                  <a:solidFill>
                    <a:schemeClr val="tx1"/>
                  </a:solidFill>
                  <a:effectLst/>
                  <a:latin typeface="+mn-lt"/>
                  <a:ea typeface="+mn-ea"/>
                </a:defRPr>
              </a:lvl4pPr>
              <a:lvl5pPr marL="20574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hlink"/>
                </a:buClr>
                <a:buFont typeface="Wingdings" panose="05000000000000000000" pitchFamily="2" charset="2"/>
                <a:buChar char="§"/>
                <a:defRPr sz="2000">
                  <a:solidFill>
                    <a:schemeClr val="tx1"/>
                  </a:solidFill>
                  <a:effectLst/>
                  <a:latin typeface="+mn-lt"/>
                  <a:ea typeface="+mn-ea"/>
                </a:defRPr>
              </a:lvl5pPr>
            </a:lstStyle>
            <a:p>
              <a:pPr marL="0" lvl="0" indent="0" algn="ctr" eaLnBrk="1" hangingPunct="1">
                <a:spcBef>
                  <a:spcPct val="50000"/>
                </a:spcBef>
                <a:buClrTx/>
                <a:buSzTx/>
                <a:buFontTx/>
                <a:buNone/>
              </a:pPr>
              <a:r>
                <a:rPr lang="en-US" altLang="zh-CN" sz="2800" b="1" dirty="0">
                  <a:solidFill>
                    <a:schemeClr val="hlink"/>
                  </a:solidFill>
                  <a:ea typeface="黑体" panose="02010609060101010101" pitchFamily="49" charset="-122"/>
                </a:rPr>
                <a:t>6</a:t>
              </a:r>
              <a:endParaRPr lang="en-US" altLang="zh-CN" sz="2800" b="1" dirty="0">
                <a:solidFill>
                  <a:schemeClr val="hlink"/>
                </a:solidFill>
                <a:ea typeface="黑体" panose="02010609060101010101" pitchFamily="49" charset="-122"/>
              </a:endParaRPr>
            </a:p>
          </p:txBody>
        </p:sp>
        <p:sp>
          <p:nvSpPr>
            <p:cNvPr id="49209" name="Text Box 55"/>
            <p:cNvSpPr txBox="1"/>
            <p:nvPr/>
          </p:nvSpPr>
          <p:spPr>
            <a:xfrm>
              <a:off x="839" y="3475"/>
              <a:ext cx="590" cy="330"/>
            </a:xfrm>
            <a:prstGeom prst="rect">
              <a:avLst/>
            </a:prstGeom>
            <a:noFill/>
            <a:ln w="38100" cap="flat" cmpd="sng">
              <a:solidFill>
                <a:schemeClr val="tx1"/>
              </a:solidFill>
              <a:prstDash val="solid"/>
              <a:miter/>
              <a:headEnd type="none" w="med" len="med"/>
              <a:tailEnd type="none" w="med" len="med"/>
            </a:ln>
          </p:spPr>
          <p:txBody>
            <a:bodyPr>
              <a:spAutoFit/>
            </a:bodyPr>
            <a:lstStyle>
              <a:lvl1pPr marL="342900" indent="-342900" algn="l" rtl="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hlink"/>
                </a:buClr>
                <a:buSzPct val="80000"/>
                <a:buFont typeface="Wingdings" panose="05000000000000000000" pitchFamily="2" charset="2"/>
                <a:buChar char="n"/>
                <a:defRPr sz="3200" b="0">
                  <a:solidFill>
                    <a:schemeClr val="tx1"/>
                  </a:solidFill>
                  <a:effectLst/>
                  <a:latin typeface="+mn-lt"/>
                  <a:ea typeface="+mn-ea"/>
                  <a:cs typeface="+mn-cs"/>
                </a:defRPr>
              </a:lvl1pPr>
              <a:lvl2pPr marL="742950" indent="-285750" algn="l" rtl="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tx1"/>
                </a:buClr>
                <a:buChar char="–"/>
                <a:defRPr sz="2800">
                  <a:solidFill>
                    <a:schemeClr val="tx1"/>
                  </a:solidFill>
                  <a:effectLst/>
                  <a:latin typeface="+mn-lt"/>
                  <a:ea typeface="+mn-ea"/>
                </a:defRPr>
              </a:lvl2pPr>
              <a:lvl3pPr marL="11430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hlink"/>
                </a:buClr>
                <a:buFont typeface="Wingdings" panose="05000000000000000000" pitchFamily="2" charset="2"/>
                <a:buChar char="§"/>
                <a:defRPr sz="2400">
                  <a:solidFill>
                    <a:schemeClr val="tx1"/>
                  </a:solidFill>
                  <a:effectLst/>
                  <a:latin typeface="+mn-lt"/>
                  <a:ea typeface="+mn-ea"/>
                </a:defRPr>
              </a:lvl3pPr>
              <a:lvl4pPr marL="16002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–"/>
                <a:defRPr sz="2000">
                  <a:solidFill>
                    <a:schemeClr val="tx1"/>
                  </a:solidFill>
                  <a:effectLst/>
                  <a:latin typeface="+mn-lt"/>
                  <a:ea typeface="+mn-ea"/>
                </a:defRPr>
              </a:lvl4pPr>
              <a:lvl5pPr marL="20574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hlink"/>
                </a:buClr>
                <a:buFont typeface="Wingdings" panose="05000000000000000000" pitchFamily="2" charset="2"/>
                <a:buChar char="§"/>
                <a:defRPr sz="2000">
                  <a:solidFill>
                    <a:schemeClr val="tx1"/>
                  </a:solidFill>
                  <a:effectLst/>
                  <a:latin typeface="+mn-lt"/>
                  <a:ea typeface="+mn-ea"/>
                </a:defRPr>
              </a:lvl5pPr>
            </a:lstStyle>
            <a:p>
              <a:pPr marL="0" lvl="0" indent="0" algn="ctr" eaLnBrk="1" hangingPunct="1">
                <a:spcBef>
                  <a:spcPct val="50000"/>
                </a:spcBef>
                <a:buClrTx/>
                <a:buSzTx/>
                <a:buFontTx/>
                <a:buNone/>
              </a:pPr>
              <a:r>
                <a:rPr lang="en-US" altLang="zh-CN" sz="2800" b="1" dirty="0">
                  <a:solidFill>
                    <a:schemeClr val="hlink"/>
                  </a:solidFill>
                  <a:ea typeface="黑体" panose="02010609060101010101" pitchFamily="49" charset="-122"/>
                </a:rPr>
                <a:t>5</a:t>
              </a:r>
              <a:endParaRPr lang="en-US" altLang="zh-CN" sz="2800" b="1" dirty="0">
                <a:solidFill>
                  <a:schemeClr val="hlink"/>
                </a:solidFill>
                <a:ea typeface="黑体" panose="02010609060101010101" pitchFamily="49" charset="-122"/>
              </a:endParaRPr>
            </a:p>
          </p:txBody>
        </p:sp>
        <p:sp>
          <p:nvSpPr>
            <p:cNvPr id="49210" name="Text Box 56"/>
            <p:cNvSpPr txBox="1"/>
            <p:nvPr/>
          </p:nvSpPr>
          <p:spPr>
            <a:xfrm>
              <a:off x="839" y="3838"/>
              <a:ext cx="590" cy="330"/>
            </a:xfrm>
            <a:prstGeom prst="rect">
              <a:avLst/>
            </a:prstGeom>
            <a:noFill/>
            <a:ln w="38100" cap="flat" cmpd="sng">
              <a:solidFill>
                <a:schemeClr val="tx1"/>
              </a:solidFill>
              <a:prstDash val="solid"/>
              <a:miter/>
              <a:headEnd type="none" w="med" len="med"/>
              <a:tailEnd type="none" w="med" len="med"/>
            </a:ln>
          </p:spPr>
          <p:txBody>
            <a:bodyPr>
              <a:spAutoFit/>
            </a:bodyPr>
            <a:lstStyle>
              <a:lvl1pPr marL="342900" indent="-342900" algn="l" rtl="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hlink"/>
                </a:buClr>
                <a:buSzPct val="80000"/>
                <a:buFont typeface="Wingdings" panose="05000000000000000000" pitchFamily="2" charset="2"/>
                <a:buChar char="n"/>
                <a:defRPr sz="3200" b="0">
                  <a:solidFill>
                    <a:schemeClr val="tx1"/>
                  </a:solidFill>
                  <a:effectLst/>
                  <a:latin typeface="+mn-lt"/>
                  <a:ea typeface="+mn-ea"/>
                  <a:cs typeface="+mn-cs"/>
                </a:defRPr>
              </a:lvl1pPr>
              <a:lvl2pPr marL="742950" indent="-285750" algn="l" rtl="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tx1"/>
                </a:buClr>
                <a:buChar char="–"/>
                <a:defRPr sz="2800">
                  <a:solidFill>
                    <a:schemeClr val="tx1"/>
                  </a:solidFill>
                  <a:effectLst/>
                  <a:latin typeface="+mn-lt"/>
                  <a:ea typeface="+mn-ea"/>
                </a:defRPr>
              </a:lvl2pPr>
              <a:lvl3pPr marL="11430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hlink"/>
                </a:buClr>
                <a:buFont typeface="Wingdings" panose="05000000000000000000" pitchFamily="2" charset="2"/>
                <a:buChar char="§"/>
                <a:defRPr sz="2400">
                  <a:solidFill>
                    <a:schemeClr val="tx1"/>
                  </a:solidFill>
                  <a:effectLst/>
                  <a:latin typeface="+mn-lt"/>
                  <a:ea typeface="+mn-ea"/>
                </a:defRPr>
              </a:lvl3pPr>
              <a:lvl4pPr marL="16002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–"/>
                <a:defRPr sz="2000">
                  <a:solidFill>
                    <a:schemeClr val="tx1"/>
                  </a:solidFill>
                  <a:effectLst/>
                  <a:latin typeface="+mn-lt"/>
                  <a:ea typeface="+mn-ea"/>
                </a:defRPr>
              </a:lvl4pPr>
              <a:lvl5pPr marL="20574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hlink"/>
                </a:buClr>
                <a:buFont typeface="Wingdings" panose="05000000000000000000" pitchFamily="2" charset="2"/>
                <a:buChar char="§"/>
                <a:defRPr sz="2000">
                  <a:solidFill>
                    <a:schemeClr val="tx1"/>
                  </a:solidFill>
                  <a:effectLst/>
                  <a:latin typeface="+mn-lt"/>
                  <a:ea typeface="+mn-ea"/>
                </a:defRPr>
              </a:lvl5pPr>
            </a:lstStyle>
            <a:p>
              <a:pPr marL="0" lvl="0" indent="0" algn="ctr" eaLnBrk="1" hangingPunct="1">
                <a:spcBef>
                  <a:spcPct val="50000"/>
                </a:spcBef>
                <a:buClrTx/>
                <a:buSzTx/>
                <a:buFontTx/>
                <a:buNone/>
              </a:pPr>
              <a:r>
                <a:rPr lang="en-US" altLang="zh-CN" sz="2800" b="1" dirty="0">
                  <a:solidFill>
                    <a:schemeClr val="hlink"/>
                  </a:solidFill>
                  <a:ea typeface="黑体" panose="02010609060101010101" pitchFamily="49" charset="-122"/>
                </a:rPr>
                <a:t>7</a:t>
              </a:r>
              <a:endParaRPr lang="en-US" altLang="zh-CN" sz="2800" b="1" dirty="0">
                <a:solidFill>
                  <a:schemeClr val="hlink"/>
                </a:solidFill>
                <a:ea typeface="黑体" panose="02010609060101010101" pitchFamily="49" charset="-122"/>
              </a:endParaRPr>
            </a:p>
          </p:txBody>
        </p:sp>
      </p:grpSp>
      <p:grpSp>
        <p:nvGrpSpPr>
          <p:cNvPr id="10" name="Group 57"/>
          <p:cNvGrpSpPr/>
          <p:nvPr/>
        </p:nvGrpSpPr>
        <p:grpSpPr>
          <a:xfrm>
            <a:off x="3432175" y="765175"/>
            <a:ext cx="503238" cy="647700"/>
            <a:chOff x="4195" y="2750"/>
            <a:chExt cx="273" cy="408"/>
          </a:xfrm>
        </p:grpSpPr>
        <p:sp>
          <p:nvSpPr>
            <p:cNvPr id="49203" name="Line 58"/>
            <p:cNvSpPr/>
            <p:nvPr/>
          </p:nvSpPr>
          <p:spPr>
            <a:xfrm flipH="1">
              <a:off x="4195" y="2750"/>
              <a:ext cx="273" cy="0"/>
            </a:xfrm>
            <a:prstGeom prst="line">
              <a:avLst/>
            </a:prstGeom>
            <a:ln w="38100" cap="flat" cmpd="sng">
              <a:solidFill>
                <a:schemeClr val="folHlink"/>
              </a:solidFill>
              <a:prstDash val="solid"/>
              <a:headEnd type="none" w="med" len="med"/>
              <a:tailEnd type="arrow" w="lg" len="lg"/>
            </a:ln>
          </p:spPr>
        </p:sp>
        <p:sp>
          <p:nvSpPr>
            <p:cNvPr id="49204" name="Line 59"/>
            <p:cNvSpPr/>
            <p:nvPr/>
          </p:nvSpPr>
          <p:spPr>
            <a:xfrm>
              <a:off x="4468" y="2750"/>
              <a:ext cx="0" cy="408"/>
            </a:xfrm>
            <a:prstGeom prst="line">
              <a:avLst/>
            </a:prstGeom>
            <a:ln w="38100" cap="flat" cmpd="sng">
              <a:solidFill>
                <a:schemeClr val="folHlink"/>
              </a:solidFill>
              <a:prstDash val="solid"/>
              <a:headEnd type="none" w="med" len="med"/>
              <a:tailEnd type="none" w="med" len="med"/>
            </a:ln>
          </p:spPr>
        </p:sp>
        <p:sp>
          <p:nvSpPr>
            <p:cNvPr id="49205" name="Line 60"/>
            <p:cNvSpPr/>
            <p:nvPr/>
          </p:nvSpPr>
          <p:spPr>
            <a:xfrm flipH="1">
              <a:off x="4195" y="3158"/>
              <a:ext cx="273" cy="0"/>
            </a:xfrm>
            <a:prstGeom prst="line">
              <a:avLst/>
            </a:prstGeom>
            <a:ln w="38100" cap="flat" cmpd="sng">
              <a:solidFill>
                <a:schemeClr val="folHlink"/>
              </a:solidFill>
              <a:prstDash val="solid"/>
              <a:headEnd type="none" w="med" len="med"/>
              <a:tailEnd type="arrow" w="lg" len="lg"/>
            </a:ln>
          </p:spPr>
        </p:sp>
      </p:grpSp>
      <p:grpSp>
        <p:nvGrpSpPr>
          <p:cNvPr id="11" name="Group 61"/>
          <p:cNvGrpSpPr/>
          <p:nvPr/>
        </p:nvGrpSpPr>
        <p:grpSpPr>
          <a:xfrm>
            <a:off x="5087938" y="1412875"/>
            <a:ext cx="503237" cy="647700"/>
            <a:chOff x="4195" y="2750"/>
            <a:chExt cx="273" cy="408"/>
          </a:xfrm>
        </p:grpSpPr>
        <p:sp>
          <p:nvSpPr>
            <p:cNvPr id="49200" name="Line 62"/>
            <p:cNvSpPr/>
            <p:nvPr/>
          </p:nvSpPr>
          <p:spPr>
            <a:xfrm flipH="1">
              <a:off x="4195" y="2750"/>
              <a:ext cx="273" cy="0"/>
            </a:xfrm>
            <a:prstGeom prst="line">
              <a:avLst/>
            </a:prstGeom>
            <a:ln w="38100" cap="flat" cmpd="sng">
              <a:solidFill>
                <a:schemeClr val="folHlink"/>
              </a:solidFill>
              <a:prstDash val="solid"/>
              <a:headEnd type="none" w="med" len="med"/>
              <a:tailEnd type="arrow" w="lg" len="lg"/>
            </a:ln>
          </p:spPr>
        </p:sp>
        <p:sp>
          <p:nvSpPr>
            <p:cNvPr id="49201" name="Line 63"/>
            <p:cNvSpPr/>
            <p:nvPr/>
          </p:nvSpPr>
          <p:spPr>
            <a:xfrm>
              <a:off x="4468" y="2750"/>
              <a:ext cx="0" cy="408"/>
            </a:xfrm>
            <a:prstGeom prst="line">
              <a:avLst/>
            </a:prstGeom>
            <a:ln w="38100" cap="flat" cmpd="sng">
              <a:solidFill>
                <a:schemeClr val="folHlink"/>
              </a:solidFill>
              <a:prstDash val="solid"/>
              <a:headEnd type="none" w="med" len="med"/>
              <a:tailEnd type="none" w="med" len="med"/>
            </a:ln>
          </p:spPr>
        </p:sp>
        <p:sp>
          <p:nvSpPr>
            <p:cNvPr id="49202" name="Line 64"/>
            <p:cNvSpPr/>
            <p:nvPr/>
          </p:nvSpPr>
          <p:spPr>
            <a:xfrm flipH="1">
              <a:off x="4195" y="3158"/>
              <a:ext cx="273" cy="0"/>
            </a:xfrm>
            <a:prstGeom prst="line">
              <a:avLst/>
            </a:prstGeom>
            <a:ln w="38100" cap="flat" cmpd="sng">
              <a:solidFill>
                <a:schemeClr val="folHlink"/>
              </a:solidFill>
              <a:prstDash val="solid"/>
              <a:headEnd type="none" w="med" len="med"/>
              <a:tailEnd type="arrow" w="lg" len="lg"/>
            </a:ln>
          </p:spPr>
        </p:sp>
      </p:grpSp>
      <p:grpSp>
        <p:nvGrpSpPr>
          <p:cNvPr id="12" name="Group 65"/>
          <p:cNvGrpSpPr/>
          <p:nvPr/>
        </p:nvGrpSpPr>
        <p:grpSpPr>
          <a:xfrm>
            <a:off x="6743700" y="1989138"/>
            <a:ext cx="503238" cy="647700"/>
            <a:chOff x="4195" y="2750"/>
            <a:chExt cx="273" cy="408"/>
          </a:xfrm>
        </p:grpSpPr>
        <p:sp>
          <p:nvSpPr>
            <p:cNvPr id="49197" name="Line 66"/>
            <p:cNvSpPr/>
            <p:nvPr/>
          </p:nvSpPr>
          <p:spPr>
            <a:xfrm flipH="1">
              <a:off x="4195" y="2750"/>
              <a:ext cx="273" cy="0"/>
            </a:xfrm>
            <a:prstGeom prst="line">
              <a:avLst/>
            </a:prstGeom>
            <a:ln w="38100" cap="flat" cmpd="sng">
              <a:solidFill>
                <a:schemeClr val="folHlink"/>
              </a:solidFill>
              <a:prstDash val="solid"/>
              <a:headEnd type="none" w="med" len="med"/>
              <a:tailEnd type="arrow" w="lg" len="lg"/>
            </a:ln>
          </p:spPr>
        </p:sp>
        <p:sp>
          <p:nvSpPr>
            <p:cNvPr id="49198" name="Line 67"/>
            <p:cNvSpPr/>
            <p:nvPr/>
          </p:nvSpPr>
          <p:spPr>
            <a:xfrm>
              <a:off x="4468" y="2750"/>
              <a:ext cx="0" cy="408"/>
            </a:xfrm>
            <a:prstGeom prst="line">
              <a:avLst/>
            </a:prstGeom>
            <a:ln w="38100" cap="flat" cmpd="sng">
              <a:solidFill>
                <a:schemeClr val="folHlink"/>
              </a:solidFill>
              <a:prstDash val="solid"/>
              <a:headEnd type="none" w="med" len="med"/>
              <a:tailEnd type="none" w="med" len="med"/>
            </a:ln>
          </p:spPr>
        </p:sp>
        <p:sp>
          <p:nvSpPr>
            <p:cNvPr id="49199" name="Line 68"/>
            <p:cNvSpPr/>
            <p:nvPr/>
          </p:nvSpPr>
          <p:spPr>
            <a:xfrm flipH="1">
              <a:off x="4195" y="3158"/>
              <a:ext cx="273" cy="0"/>
            </a:xfrm>
            <a:prstGeom prst="line">
              <a:avLst/>
            </a:prstGeom>
            <a:ln w="38100" cap="flat" cmpd="sng">
              <a:solidFill>
                <a:schemeClr val="folHlink"/>
              </a:solidFill>
              <a:prstDash val="solid"/>
              <a:headEnd type="none" w="med" len="med"/>
              <a:tailEnd type="arrow" w="lg" len="lg"/>
            </a:ln>
          </p:spPr>
        </p:sp>
      </p:grpSp>
      <p:grpSp>
        <p:nvGrpSpPr>
          <p:cNvPr id="13" name="Group 69"/>
          <p:cNvGrpSpPr/>
          <p:nvPr/>
        </p:nvGrpSpPr>
        <p:grpSpPr>
          <a:xfrm>
            <a:off x="8328025" y="2565400"/>
            <a:ext cx="503238" cy="647700"/>
            <a:chOff x="4195" y="2750"/>
            <a:chExt cx="273" cy="408"/>
          </a:xfrm>
        </p:grpSpPr>
        <p:sp>
          <p:nvSpPr>
            <p:cNvPr id="49194" name="Line 70"/>
            <p:cNvSpPr/>
            <p:nvPr/>
          </p:nvSpPr>
          <p:spPr>
            <a:xfrm flipH="1">
              <a:off x="4195" y="2750"/>
              <a:ext cx="273" cy="0"/>
            </a:xfrm>
            <a:prstGeom prst="line">
              <a:avLst/>
            </a:prstGeom>
            <a:ln w="38100" cap="flat" cmpd="sng">
              <a:solidFill>
                <a:schemeClr val="folHlink"/>
              </a:solidFill>
              <a:prstDash val="solid"/>
              <a:headEnd type="none" w="med" len="med"/>
              <a:tailEnd type="arrow" w="lg" len="lg"/>
            </a:ln>
          </p:spPr>
        </p:sp>
        <p:sp>
          <p:nvSpPr>
            <p:cNvPr id="49195" name="Line 71"/>
            <p:cNvSpPr/>
            <p:nvPr/>
          </p:nvSpPr>
          <p:spPr>
            <a:xfrm>
              <a:off x="4468" y="2750"/>
              <a:ext cx="0" cy="408"/>
            </a:xfrm>
            <a:prstGeom prst="line">
              <a:avLst/>
            </a:prstGeom>
            <a:ln w="38100" cap="flat" cmpd="sng">
              <a:solidFill>
                <a:schemeClr val="folHlink"/>
              </a:solidFill>
              <a:prstDash val="solid"/>
              <a:headEnd type="none" w="med" len="med"/>
              <a:tailEnd type="none" w="med" len="med"/>
            </a:ln>
          </p:spPr>
        </p:sp>
        <p:sp>
          <p:nvSpPr>
            <p:cNvPr id="49196" name="Line 72"/>
            <p:cNvSpPr/>
            <p:nvPr/>
          </p:nvSpPr>
          <p:spPr>
            <a:xfrm flipH="1">
              <a:off x="4195" y="3158"/>
              <a:ext cx="273" cy="0"/>
            </a:xfrm>
            <a:prstGeom prst="line">
              <a:avLst/>
            </a:prstGeom>
            <a:ln w="38100" cap="flat" cmpd="sng">
              <a:solidFill>
                <a:schemeClr val="folHlink"/>
              </a:solidFill>
              <a:prstDash val="solid"/>
              <a:headEnd type="none" w="med" len="med"/>
              <a:tailEnd type="arrow" w="lg" len="lg"/>
            </a:ln>
          </p:spPr>
        </p:sp>
      </p:grpSp>
      <p:grpSp>
        <p:nvGrpSpPr>
          <p:cNvPr id="14" name="Group 73"/>
          <p:cNvGrpSpPr/>
          <p:nvPr/>
        </p:nvGrpSpPr>
        <p:grpSpPr>
          <a:xfrm>
            <a:off x="3503613" y="4005263"/>
            <a:ext cx="503237" cy="647700"/>
            <a:chOff x="4195" y="2750"/>
            <a:chExt cx="273" cy="408"/>
          </a:xfrm>
        </p:grpSpPr>
        <p:sp>
          <p:nvSpPr>
            <p:cNvPr id="49191" name="Line 74"/>
            <p:cNvSpPr/>
            <p:nvPr/>
          </p:nvSpPr>
          <p:spPr>
            <a:xfrm flipH="1">
              <a:off x="4195" y="2750"/>
              <a:ext cx="273" cy="0"/>
            </a:xfrm>
            <a:prstGeom prst="line">
              <a:avLst/>
            </a:prstGeom>
            <a:ln w="38100" cap="flat" cmpd="sng">
              <a:solidFill>
                <a:schemeClr val="folHlink"/>
              </a:solidFill>
              <a:prstDash val="solid"/>
              <a:headEnd type="none" w="med" len="med"/>
              <a:tailEnd type="arrow" w="lg" len="lg"/>
            </a:ln>
          </p:spPr>
        </p:sp>
        <p:sp>
          <p:nvSpPr>
            <p:cNvPr id="49192" name="Line 75"/>
            <p:cNvSpPr/>
            <p:nvPr/>
          </p:nvSpPr>
          <p:spPr>
            <a:xfrm>
              <a:off x="4468" y="2750"/>
              <a:ext cx="0" cy="408"/>
            </a:xfrm>
            <a:prstGeom prst="line">
              <a:avLst/>
            </a:prstGeom>
            <a:ln w="38100" cap="flat" cmpd="sng">
              <a:solidFill>
                <a:schemeClr val="folHlink"/>
              </a:solidFill>
              <a:prstDash val="solid"/>
              <a:headEnd type="none" w="med" len="med"/>
              <a:tailEnd type="none" w="med" len="med"/>
            </a:ln>
          </p:spPr>
        </p:sp>
        <p:sp>
          <p:nvSpPr>
            <p:cNvPr id="49193" name="Line 76"/>
            <p:cNvSpPr/>
            <p:nvPr/>
          </p:nvSpPr>
          <p:spPr>
            <a:xfrm flipH="1">
              <a:off x="4195" y="3158"/>
              <a:ext cx="273" cy="0"/>
            </a:xfrm>
            <a:prstGeom prst="line">
              <a:avLst/>
            </a:prstGeom>
            <a:ln w="38100" cap="flat" cmpd="sng">
              <a:solidFill>
                <a:schemeClr val="folHlink"/>
              </a:solidFill>
              <a:prstDash val="solid"/>
              <a:headEnd type="none" w="med" len="med"/>
              <a:tailEnd type="arrow" w="lg" len="lg"/>
            </a:ln>
          </p:spPr>
        </p:sp>
      </p:grpSp>
      <p:grpSp>
        <p:nvGrpSpPr>
          <p:cNvPr id="15" name="Group 77"/>
          <p:cNvGrpSpPr/>
          <p:nvPr/>
        </p:nvGrpSpPr>
        <p:grpSpPr>
          <a:xfrm>
            <a:off x="5087938" y="5229225"/>
            <a:ext cx="503237" cy="647700"/>
            <a:chOff x="4195" y="2750"/>
            <a:chExt cx="273" cy="408"/>
          </a:xfrm>
        </p:grpSpPr>
        <p:sp>
          <p:nvSpPr>
            <p:cNvPr id="49188" name="Line 78"/>
            <p:cNvSpPr/>
            <p:nvPr/>
          </p:nvSpPr>
          <p:spPr>
            <a:xfrm flipH="1">
              <a:off x="4195" y="2750"/>
              <a:ext cx="273" cy="0"/>
            </a:xfrm>
            <a:prstGeom prst="line">
              <a:avLst/>
            </a:prstGeom>
            <a:ln w="38100" cap="flat" cmpd="sng">
              <a:solidFill>
                <a:schemeClr val="folHlink"/>
              </a:solidFill>
              <a:prstDash val="solid"/>
              <a:headEnd type="none" w="med" len="med"/>
              <a:tailEnd type="arrow" w="lg" len="lg"/>
            </a:ln>
          </p:spPr>
        </p:sp>
        <p:sp>
          <p:nvSpPr>
            <p:cNvPr id="49189" name="Line 79"/>
            <p:cNvSpPr/>
            <p:nvPr/>
          </p:nvSpPr>
          <p:spPr>
            <a:xfrm>
              <a:off x="4468" y="2750"/>
              <a:ext cx="0" cy="408"/>
            </a:xfrm>
            <a:prstGeom prst="line">
              <a:avLst/>
            </a:prstGeom>
            <a:ln w="38100" cap="flat" cmpd="sng">
              <a:solidFill>
                <a:schemeClr val="folHlink"/>
              </a:solidFill>
              <a:prstDash val="solid"/>
              <a:headEnd type="none" w="med" len="med"/>
              <a:tailEnd type="none" w="med" len="med"/>
            </a:ln>
          </p:spPr>
        </p:sp>
        <p:sp>
          <p:nvSpPr>
            <p:cNvPr id="49190" name="Line 80"/>
            <p:cNvSpPr/>
            <p:nvPr/>
          </p:nvSpPr>
          <p:spPr>
            <a:xfrm flipH="1">
              <a:off x="4195" y="3158"/>
              <a:ext cx="273" cy="0"/>
            </a:xfrm>
            <a:prstGeom prst="line">
              <a:avLst/>
            </a:prstGeom>
            <a:ln w="38100" cap="flat" cmpd="sng">
              <a:solidFill>
                <a:schemeClr val="folHlink"/>
              </a:solidFill>
              <a:prstDash val="solid"/>
              <a:headEnd type="none" w="med" len="med"/>
              <a:tailEnd type="arrow" w="lg" len="lg"/>
            </a:ln>
          </p:spPr>
        </p:sp>
      </p:grpSp>
      <p:sp>
        <p:nvSpPr>
          <p:cNvPr id="1412177" name="Text Box 81"/>
          <p:cNvSpPr txBox="1"/>
          <p:nvPr/>
        </p:nvSpPr>
        <p:spPr>
          <a:xfrm>
            <a:off x="7608888" y="3716338"/>
            <a:ext cx="1187450" cy="457200"/>
          </a:xfrm>
          <a:prstGeom prst="rect">
            <a:avLst/>
          </a:prstGeom>
          <a:noFill/>
          <a:ln w="38100">
            <a:noFill/>
          </a:ln>
        </p:spPr>
        <p:txBody>
          <a:bodyPr>
            <a:spAutoFit/>
          </a:bodyPr>
          <a:lstStyle>
            <a:lvl1pPr marL="342900" indent="-3429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80000"/>
              <a:buFont typeface="Wingdings" panose="05000000000000000000" pitchFamily="2" charset="2"/>
              <a:buChar char="n"/>
              <a:defRPr sz="3200" b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defRPr>
            </a:lvl1pPr>
            <a:lvl2pPr marL="742950" indent="-28575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Char char="–"/>
              <a:defRPr sz="2800">
                <a:solidFill>
                  <a:schemeClr val="tx1"/>
                </a:solidFill>
                <a:effectLst/>
                <a:latin typeface="+mn-lt"/>
                <a:ea typeface="+mn-ea"/>
              </a:defRPr>
            </a:lvl2pPr>
            <a:lvl3pPr marL="11430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Font typeface="Wingdings" panose="05000000000000000000" pitchFamily="2" charset="2"/>
              <a:buChar char="§"/>
              <a:defRPr sz="2400">
                <a:solidFill>
                  <a:schemeClr val="tx1"/>
                </a:solidFill>
                <a:effectLst/>
                <a:latin typeface="+mn-lt"/>
                <a:ea typeface="+mn-ea"/>
              </a:defRPr>
            </a:lvl3pPr>
            <a:lvl4pPr marL="16002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–"/>
              <a:defRPr sz="2000">
                <a:solidFill>
                  <a:schemeClr val="tx1"/>
                </a:solidFill>
                <a:effectLst/>
                <a:latin typeface="+mn-lt"/>
                <a:ea typeface="+mn-ea"/>
              </a:defRPr>
            </a:lvl4pPr>
            <a:lvl5pPr marL="20574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effectLst/>
                <a:latin typeface="+mn-lt"/>
                <a:ea typeface="+mn-ea"/>
              </a:defRPr>
            </a:lvl5pPr>
          </a:lstStyle>
          <a:p>
            <a:pPr marL="0" lvl="0" indent="0" algn="ctr" eaLnBrk="1" hangingPunct="1">
              <a:spcBef>
                <a:spcPct val="50000"/>
              </a:spcBef>
              <a:buClrTx/>
              <a:buSzTx/>
              <a:buFontTx/>
              <a:buNone/>
            </a:pPr>
            <a:r>
              <a:rPr lang="zh-CN" altLang="en-US" sz="2400" b="1" dirty="0">
                <a:ea typeface="黑体" panose="02010609060101010101" pitchFamily="49" charset="-122"/>
              </a:rPr>
              <a:t>第三轮</a:t>
            </a:r>
            <a:r>
              <a:rPr lang="en-US" altLang="zh-CN" sz="2400" b="1" dirty="0">
                <a:ea typeface="黑体" panose="02010609060101010101" pitchFamily="49" charset="-122"/>
              </a:rPr>
              <a:t>:</a:t>
            </a:r>
            <a:endParaRPr lang="en-US" altLang="zh-CN" sz="2400" b="1" dirty="0">
              <a:ea typeface="黑体" panose="02010609060101010101" pitchFamily="49" charset="-122"/>
            </a:endParaRPr>
          </a:p>
        </p:txBody>
      </p:sp>
      <p:grpSp>
        <p:nvGrpSpPr>
          <p:cNvPr id="16" name="Group 82"/>
          <p:cNvGrpSpPr/>
          <p:nvPr/>
        </p:nvGrpSpPr>
        <p:grpSpPr>
          <a:xfrm>
            <a:off x="9409113" y="3789363"/>
            <a:ext cx="936625" cy="2827337"/>
            <a:chOff x="2880" y="2387"/>
            <a:chExt cx="590" cy="1781"/>
          </a:xfrm>
        </p:grpSpPr>
        <p:sp>
          <p:nvSpPr>
            <p:cNvPr id="49183" name="Text Box 83"/>
            <p:cNvSpPr txBox="1"/>
            <p:nvPr/>
          </p:nvSpPr>
          <p:spPr>
            <a:xfrm>
              <a:off x="2880" y="2387"/>
              <a:ext cx="590" cy="330"/>
            </a:xfrm>
            <a:prstGeom prst="rect">
              <a:avLst/>
            </a:prstGeom>
            <a:noFill/>
            <a:ln w="38100" cap="flat" cmpd="sng">
              <a:solidFill>
                <a:schemeClr val="tx1"/>
              </a:solidFill>
              <a:prstDash val="solid"/>
              <a:miter/>
              <a:headEnd type="none" w="med" len="med"/>
              <a:tailEnd type="none" w="med" len="med"/>
            </a:ln>
          </p:spPr>
          <p:txBody>
            <a:bodyPr>
              <a:spAutoFit/>
            </a:bodyPr>
            <a:lstStyle>
              <a:lvl1pPr marL="342900" indent="-342900" algn="l" rtl="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hlink"/>
                </a:buClr>
                <a:buSzPct val="80000"/>
                <a:buFont typeface="Wingdings" panose="05000000000000000000" pitchFamily="2" charset="2"/>
                <a:buChar char="n"/>
                <a:defRPr sz="3200" b="0">
                  <a:solidFill>
                    <a:schemeClr val="tx1"/>
                  </a:solidFill>
                  <a:effectLst/>
                  <a:latin typeface="+mn-lt"/>
                  <a:ea typeface="+mn-ea"/>
                  <a:cs typeface="+mn-cs"/>
                </a:defRPr>
              </a:lvl1pPr>
              <a:lvl2pPr marL="742950" indent="-285750" algn="l" rtl="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tx1"/>
                </a:buClr>
                <a:buChar char="–"/>
                <a:defRPr sz="2800">
                  <a:solidFill>
                    <a:schemeClr val="tx1"/>
                  </a:solidFill>
                  <a:effectLst/>
                  <a:latin typeface="+mn-lt"/>
                  <a:ea typeface="+mn-ea"/>
                </a:defRPr>
              </a:lvl2pPr>
              <a:lvl3pPr marL="11430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hlink"/>
                </a:buClr>
                <a:buFont typeface="Wingdings" panose="05000000000000000000" pitchFamily="2" charset="2"/>
                <a:buChar char="§"/>
                <a:defRPr sz="2400">
                  <a:solidFill>
                    <a:schemeClr val="tx1"/>
                  </a:solidFill>
                  <a:effectLst/>
                  <a:latin typeface="+mn-lt"/>
                  <a:ea typeface="+mn-ea"/>
                </a:defRPr>
              </a:lvl3pPr>
              <a:lvl4pPr marL="16002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–"/>
                <a:defRPr sz="2000">
                  <a:solidFill>
                    <a:schemeClr val="tx1"/>
                  </a:solidFill>
                  <a:effectLst/>
                  <a:latin typeface="+mn-lt"/>
                  <a:ea typeface="+mn-ea"/>
                </a:defRPr>
              </a:lvl4pPr>
              <a:lvl5pPr marL="20574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hlink"/>
                </a:buClr>
                <a:buFont typeface="Wingdings" panose="05000000000000000000" pitchFamily="2" charset="2"/>
                <a:buChar char="§"/>
                <a:defRPr sz="2000">
                  <a:solidFill>
                    <a:schemeClr val="tx1"/>
                  </a:solidFill>
                  <a:effectLst/>
                  <a:latin typeface="+mn-lt"/>
                  <a:ea typeface="+mn-ea"/>
                </a:defRPr>
              </a:lvl5pPr>
            </a:lstStyle>
            <a:p>
              <a:pPr marL="0" lvl="0" indent="0" algn="ctr" eaLnBrk="1" hangingPunct="1">
                <a:spcBef>
                  <a:spcPct val="50000"/>
                </a:spcBef>
                <a:buClrTx/>
                <a:buSzTx/>
                <a:buFontTx/>
                <a:buNone/>
              </a:pPr>
              <a:r>
                <a:rPr lang="en-US" altLang="zh-CN" sz="2800" b="1" dirty="0">
                  <a:solidFill>
                    <a:schemeClr val="tx2"/>
                  </a:solidFill>
                  <a:ea typeface="黑体" panose="02010609060101010101" pitchFamily="49" charset="-122"/>
                </a:rPr>
                <a:t>1</a:t>
              </a:r>
              <a:endParaRPr lang="en-US" altLang="zh-CN" sz="2800" b="1" dirty="0">
                <a:solidFill>
                  <a:schemeClr val="tx2"/>
                </a:solidFill>
                <a:ea typeface="黑体" panose="02010609060101010101" pitchFamily="49" charset="-122"/>
              </a:endParaRPr>
            </a:p>
          </p:txBody>
        </p:sp>
        <p:sp>
          <p:nvSpPr>
            <p:cNvPr id="49184" name="Text Box 84"/>
            <p:cNvSpPr txBox="1"/>
            <p:nvPr/>
          </p:nvSpPr>
          <p:spPr>
            <a:xfrm>
              <a:off x="2880" y="2750"/>
              <a:ext cx="590" cy="330"/>
            </a:xfrm>
            <a:prstGeom prst="rect">
              <a:avLst/>
            </a:prstGeom>
            <a:noFill/>
            <a:ln w="38100" cap="flat" cmpd="sng">
              <a:solidFill>
                <a:schemeClr val="tx1"/>
              </a:solidFill>
              <a:prstDash val="solid"/>
              <a:miter/>
              <a:headEnd type="none" w="med" len="med"/>
              <a:tailEnd type="none" w="med" len="med"/>
            </a:ln>
          </p:spPr>
          <p:txBody>
            <a:bodyPr>
              <a:spAutoFit/>
            </a:bodyPr>
            <a:lstStyle>
              <a:lvl1pPr marL="342900" indent="-342900" algn="l" rtl="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hlink"/>
                </a:buClr>
                <a:buSzPct val="80000"/>
                <a:buFont typeface="Wingdings" panose="05000000000000000000" pitchFamily="2" charset="2"/>
                <a:buChar char="n"/>
                <a:defRPr sz="3200" b="0">
                  <a:solidFill>
                    <a:schemeClr val="tx1"/>
                  </a:solidFill>
                  <a:effectLst/>
                  <a:latin typeface="+mn-lt"/>
                  <a:ea typeface="+mn-ea"/>
                  <a:cs typeface="+mn-cs"/>
                </a:defRPr>
              </a:lvl1pPr>
              <a:lvl2pPr marL="742950" indent="-285750" algn="l" rtl="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tx1"/>
                </a:buClr>
                <a:buChar char="–"/>
                <a:defRPr sz="2800">
                  <a:solidFill>
                    <a:schemeClr val="tx1"/>
                  </a:solidFill>
                  <a:effectLst/>
                  <a:latin typeface="+mn-lt"/>
                  <a:ea typeface="+mn-ea"/>
                </a:defRPr>
              </a:lvl2pPr>
              <a:lvl3pPr marL="11430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hlink"/>
                </a:buClr>
                <a:buFont typeface="Wingdings" panose="05000000000000000000" pitchFamily="2" charset="2"/>
                <a:buChar char="§"/>
                <a:defRPr sz="2400">
                  <a:solidFill>
                    <a:schemeClr val="tx1"/>
                  </a:solidFill>
                  <a:effectLst/>
                  <a:latin typeface="+mn-lt"/>
                  <a:ea typeface="+mn-ea"/>
                </a:defRPr>
              </a:lvl3pPr>
              <a:lvl4pPr marL="16002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–"/>
                <a:defRPr sz="2000">
                  <a:solidFill>
                    <a:schemeClr val="tx1"/>
                  </a:solidFill>
                  <a:effectLst/>
                  <a:latin typeface="+mn-lt"/>
                  <a:ea typeface="+mn-ea"/>
                </a:defRPr>
              </a:lvl4pPr>
              <a:lvl5pPr marL="20574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hlink"/>
                </a:buClr>
                <a:buFont typeface="Wingdings" panose="05000000000000000000" pitchFamily="2" charset="2"/>
                <a:buChar char="§"/>
                <a:defRPr sz="2000">
                  <a:solidFill>
                    <a:schemeClr val="tx1"/>
                  </a:solidFill>
                  <a:effectLst/>
                  <a:latin typeface="+mn-lt"/>
                  <a:ea typeface="+mn-ea"/>
                </a:defRPr>
              </a:lvl5pPr>
            </a:lstStyle>
            <a:p>
              <a:pPr marL="0" lvl="0" indent="0" algn="ctr" eaLnBrk="1" hangingPunct="1">
                <a:spcBef>
                  <a:spcPct val="50000"/>
                </a:spcBef>
                <a:buClrTx/>
                <a:buSzTx/>
                <a:buFontTx/>
                <a:buNone/>
              </a:pPr>
              <a:r>
                <a:rPr lang="en-US" altLang="zh-CN" sz="2800" b="1" dirty="0">
                  <a:solidFill>
                    <a:schemeClr val="tx2"/>
                  </a:solidFill>
                  <a:ea typeface="黑体" panose="02010609060101010101" pitchFamily="49" charset="-122"/>
                </a:rPr>
                <a:t>4</a:t>
              </a:r>
              <a:endParaRPr lang="en-US" altLang="zh-CN" sz="2800" b="1" dirty="0">
                <a:solidFill>
                  <a:schemeClr val="tx2"/>
                </a:solidFill>
                <a:ea typeface="黑体" panose="02010609060101010101" pitchFamily="49" charset="-122"/>
              </a:endParaRPr>
            </a:p>
          </p:txBody>
        </p:sp>
        <p:sp>
          <p:nvSpPr>
            <p:cNvPr id="49185" name="Text Box 85"/>
            <p:cNvSpPr txBox="1"/>
            <p:nvPr/>
          </p:nvSpPr>
          <p:spPr>
            <a:xfrm>
              <a:off x="2880" y="3113"/>
              <a:ext cx="590" cy="330"/>
            </a:xfrm>
            <a:prstGeom prst="rect">
              <a:avLst/>
            </a:prstGeom>
            <a:noFill/>
            <a:ln w="38100" cap="flat" cmpd="sng">
              <a:solidFill>
                <a:schemeClr val="tx1"/>
              </a:solidFill>
              <a:prstDash val="solid"/>
              <a:miter/>
              <a:headEnd type="none" w="med" len="med"/>
              <a:tailEnd type="none" w="med" len="med"/>
            </a:ln>
          </p:spPr>
          <p:txBody>
            <a:bodyPr>
              <a:spAutoFit/>
            </a:bodyPr>
            <a:lstStyle>
              <a:lvl1pPr marL="342900" indent="-342900" algn="l" rtl="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hlink"/>
                </a:buClr>
                <a:buSzPct val="80000"/>
                <a:buFont typeface="Wingdings" panose="05000000000000000000" pitchFamily="2" charset="2"/>
                <a:buChar char="n"/>
                <a:defRPr sz="3200" b="0">
                  <a:solidFill>
                    <a:schemeClr val="tx1"/>
                  </a:solidFill>
                  <a:effectLst/>
                  <a:latin typeface="+mn-lt"/>
                  <a:ea typeface="+mn-ea"/>
                  <a:cs typeface="+mn-cs"/>
                </a:defRPr>
              </a:lvl1pPr>
              <a:lvl2pPr marL="742950" indent="-285750" algn="l" rtl="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tx1"/>
                </a:buClr>
                <a:buChar char="–"/>
                <a:defRPr sz="2800">
                  <a:solidFill>
                    <a:schemeClr val="tx1"/>
                  </a:solidFill>
                  <a:effectLst/>
                  <a:latin typeface="+mn-lt"/>
                  <a:ea typeface="+mn-ea"/>
                </a:defRPr>
              </a:lvl2pPr>
              <a:lvl3pPr marL="11430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hlink"/>
                </a:buClr>
                <a:buFont typeface="Wingdings" panose="05000000000000000000" pitchFamily="2" charset="2"/>
                <a:buChar char="§"/>
                <a:defRPr sz="2400">
                  <a:solidFill>
                    <a:schemeClr val="tx1"/>
                  </a:solidFill>
                  <a:effectLst/>
                  <a:latin typeface="+mn-lt"/>
                  <a:ea typeface="+mn-ea"/>
                </a:defRPr>
              </a:lvl3pPr>
              <a:lvl4pPr marL="16002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–"/>
                <a:defRPr sz="2000">
                  <a:solidFill>
                    <a:schemeClr val="tx1"/>
                  </a:solidFill>
                  <a:effectLst/>
                  <a:latin typeface="+mn-lt"/>
                  <a:ea typeface="+mn-ea"/>
                </a:defRPr>
              </a:lvl4pPr>
              <a:lvl5pPr marL="20574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hlink"/>
                </a:buClr>
                <a:buFont typeface="Wingdings" panose="05000000000000000000" pitchFamily="2" charset="2"/>
                <a:buChar char="§"/>
                <a:defRPr sz="2000">
                  <a:solidFill>
                    <a:schemeClr val="tx1"/>
                  </a:solidFill>
                  <a:effectLst/>
                  <a:latin typeface="+mn-lt"/>
                  <a:ea typeface="+mn-ea"/>
                </a:defRPr>
              </a:lvl5pPr>
            </a:lstStyle>
            <a:p>
              <a:pPr marL="0" lvl="0" indent="0" algn="ctr" eaLnBrk="1" hangingPunct="1">
                <a:spcBef>
                  <a:spcPct val="50000"/>
                </a:spcBef>
                <a:buClrTx/>
                <a:buSzTx/>
                <a:buFontTx/>
                <a:buNone/>
              </a:pPr>
              <a:r>
                <a:rPr lang="en-US" altLang="zh-CN" sz="2800" b="1" dirty="0">
                  <a:solidFill>
                    <a:schemeClr val="tx2"/>
                  </a:solidFill>
                  <a:ea typeface="黑体" panose="02010609060101010101" pitchFamily="49" charset="-122"/>
                </a:rPr>
                <a:t>5</a:t>
              </a:r>
              <a:endParaRPr lang="en-US" altLang="zh-CN" sz="2800" b="1" dirty="0">
                <a:solidFill>
                  <a:schemeClr val="tx2"/>
                </a:solidFill>
                <a:ea typeface="黑体" panose="02010609060101010101" pitchFamily="49" charset="-122"/>
              </a:endParaRPr>
            </a:p>
          </p:txBody>
        </p:sp>
        <p:sp>
          <p:nvSpPr>
            <p:cNvPr id="49186" name="Text Box 86"/>
            <p:cNvSpPr txBox="1"/>
            <p:nvPr/>
          </p:nvSpPr>
          <p:spPr>
            <a:xfrm>
              <a:off x="2880" y="3475"/>
              <a:ext cx="590" cy="330"/>
            </a:xfrm>
            <a:prstGeom prst="rect">
              <a:avLst/>
            </a:prstGeom>
            <a:noFill/>
            <a:ln w="38100" cap="flat" cmpd="sng">
              <a:solidFill>
                <a:schemeClr val="tx1"/>
              </a:solidFill>
              <a:prstDash val="solid"/>
              <a:miter/>
              <a:headEnd type="none" w="med" len="med"/>
              <a:tailEnd type="none" w="med" len="med"/>
            </a:ln>
          </p:spPr>
          <p:txBody>
            <a:bodyPr>
              <a:spAutoFit/>
            </a:bodyPr>
            <a:lstStyle>
              <a:lvl1pPr marL="342900" indent="-342900" algn="l" rtl="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hlink"/>
                </a:buClr>
                <a:buSzPct val="80000"/>
                <a:buFont typeface="Wingdings" panose="05000000000000000000" pitchFamily="2" charset="2"/>
                <a:buChar char="n"/>
                <a:defRPr sz="3200" b="0">
                  <a:solidFill>
                    <a:schemeClr val="tx1"/>
                  </a:solidFill>
                  <a:effectLst/>
                  <a:latin typeface="+mn-lt"/>
                  <a:ea typeface="+mn-ea"/>
                  <a:cs typeface="+mn-cs"/>
                </a:defRPr>
              </a:lvl1pPr>
              <a:lvl2pPr marL="742950" indent="-285750" algn="l" rtl="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tx1"/>
                </a:buClr>
                <a:buChar char="–"/>
                <a:defRPr sz="2800">
                  <a:solidFill>
                    <a:schemeClr val="tx1"/>
                  </a:solidFill>
                  <a:effectLst/>
                  <a:latin typeface="+mn-lt"/>
                  <a:ea typeface="+mn-ea"/>
                </a:defRPr>
              </a:lvl2pPr>
              <a:lvl3pPr marL="11430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hlink"/>
                </a:buClr>
                <a:buFont typeface="Wingdings" panose="05000000000000000000" pitchFamily="2" charset="2"/>
                <a:buChar char="§"/>
                <a:defRPr sz="2400">
                  <a:solidFill>
                    <a:schemeClr val="tx1"/>
                  </a:solidFill>
                  <a:effectLst/>
                  <a:latin typeface="+mn-lt"/>
                  <a:ea typeface="+mn-ea"/>
                </a:defRPr>
              </a:lvl3pPr>
              <a:lvl4pPr marL="16002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–"/>
                <a:defRPr sz="2000">
                  <a:solidFill>
                    <a:schemeClr val="tx1"/>
                  </a:solidFill>
                  <a:effectLst/>
                  <a:latin typeface="+mn-lt"/>
                  <a:ea typeface="+mn-ea"/>
                </a:defRPr>
              </a:lvl4pPr>
              <a:lvl5pPr marL="20574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hlink"/>
                </a:buClr>
                <a:buFont typeface="Wingdings" panose="05000000000000000000" pitchFamily="2" charset="2"/>
                <a:buChar char="§"/>
                <a:defRPr sz="2000">
                  <a:solidFill>
                    <a:schemeClr val="tx1"/>
                  </a:solidFill>
                  <a:effectLst/>
                  <a:latin typeface="+mn-lt"/>
                  <a:ea typeface="+mn-ea"/>
                </a:defRPr>
              </a:lvl5pPr>
            </a:lstStyle>
            <a:p>
              <a:pPr marL="0" lvl="0" indent="0" algn="ctr" eaLnBrk="1" hangingPunct="1">
                <a:spcBef>
                  <a:spcPct val="50000"/>
                </a:spcBef>
                <a:buClrTx/>
                <a:buSzTx/>
                <a:buFontTx/>
                <a:buNone/>
              </a:pPr>
              <a:r>
                <a:rPr lang="en-US" altLang="zh-CN" sz="2800" b="1" dirty="0">
                  <a:solidFill>
                    <a:schemeClr val="tx2"/>
                  </a:solidFill>
                  <a:ea typeface="黑体" panose="02010609060101010101" pitchFamily="49" charset="-122"/>
                </a:rPr>
                <a:t>6</a:t>
              </a:r>
              <a:endParaRPr lang="en-US" altLang="zh-CN" sz="2800" b="1" dirty="0">
                <a:solidFill>
                  <a:schemeClr val="tx2"/>
                </a:solidFill>
                <a:ea typeface="黑体" panose="02010609060101010101" pitchFamily="49" charset="-122"/>
              </a:endParaRPr>
            </a:p>
          </p:txBody>
        </p:sp>
        <p:sp>
          <p:nvSpPr>
            <p:cNvPr id="49187" name="Text Box 87"/>
            <p:cNvSpPr txBox="1"/>
            <p:nvPr/>
          </p:nvSpPr>
          <p:spPr>
            <a:xfrm>
              <a:off x="2880" y="3838"/>
              <a:ext cx="590" cy="330"/>
            </a:xfrm>
            <a:prstGeom prst="rect">
              <a:avLst/>
            </a:prstGeom>
            <a:noFill/>
            <a:ln w="38100" cap="flat" cmpd="sng">
              <a:solidFill>
                <a:schemeClr val="tx1"/>
              </a:solidFill>
              <a:prstDash val="solid"/>
              <a:miter/>
              <a:headEnd type="none" w="med" len="med"/>
              <a:tailEnd type="none" w="med" len="med"/>
            </a:ln>
          </p:spPr>
          <p:txBody>
            <a:bodyPr>
              <a:spAutoFit/>
            </a:bodyPr>
            <a:lstStyle>
              <a:lvl1pPr marL="342900" indent="-342900" algn="l" rtl="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hlink"/>
                </a:buClr>
                <a:buSzPct val="80000"/>
                <a:buFont typeface="Wingdings" panose="05000000000000000000" pitchFamily="2" charset="2"/>
                <a:buChar char="n"/>
                <a:defRPr sz="3200" b="0">
                  <a:solidFill>
                    <a:schemeClr val="tx1"/>
                  </a:solidFill>
                  <a:effectLst/>
                  <a:latin typeface="+mn-lt"/>
                  <a:ea typeface="+mn-ea"/>
                  <a:cs typeface="+mn-cs"/>
                </a:defRPr>
              </a:lvl1pPr>
              <a:lvl2pPr marL="742950" indent="-285750" algn="l" rtl="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tx1"/>
                </a:buClr>
                <a:buChar char="–"/>
                <a:defRPr sz="2800">
                  <a:solidFill>
                    <a:schemeClr val="tx1"/>
                  </a:solidFill>
                  <a:effectLst/>
                  <a:latin typeface="+mn-lt"/>
                  <a:ea typeface="+mn-ea"/>
                </a:defRPr>
              </a:lvl2pPr>
              <a:lvl3pPr marL="11430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hlink"/>
                </a:buClr>
                <a:buFont typeface="Wingdings" panose="05000000000000000000" pitchFamily="2" charset="2"/>
                <a:buChar char="§"/>
                <a:defRPr sz="2400">
                  <a:solidFill>
                    <a:schemeClr val="tx1"/>
                  </a:solidFill>
                  <a:effectLst/>
                  <a:latin typeface="+mn-lt"/>
                  <a:ea typeface="+mn-ea"/>
                </a:defRPr>
              </a:lvl3pPr>
              <a:lvl4pPr marL="16002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–"/>
                <a:defRPr sz="2000">
                  <a:solidFill>
                    <a:schemeClr val="tx1"/>
                  </a:solidFill>
                  <a:effectLst/>
                  <a:latin typeface="+mn-lt"/>
                  <a:ea typeface="+mn-ea"/>
                </a:defRPr>
              </a:lvl4pPr>
              <a:lvl5pPr marL="20574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hlink"/>
                </a:buClr>
                <a:buFont typeface="Wingdings" panose="05000000000000000000" pitchFamily="2" charset="2"/>
                <a:buChar char="§"/>
                <a:defRPr sz="2000">
                  <a:solidFill>
                    <a:schemeClr val="tx1"/>
                  </a:solidFill>
                  <a:effectLst/>
                  <a:latin typeface="+mn-lt"/>
                  <a:ea typeface="+mn-ea"/>
                </a:defRPr>
              </a:lvl5pPr>
            </a:lstStyle>
            <a:p>
              <a:pPr marL="0" lvl="0" indent="0" algn="ctr" eaLnBrk="1" hangingPunct="1">
                <a:spcBef>
                  <a:spcPct val="50000"/>
                </a:spcBef>
                <a:buClrTx/>
                <a:buSzTx/>
                <a:buFontTx/>
                <a:buNone/>
              </a:pPr>
              <a:r>
                <a:rPr lang="en-US" altLang="zh-CN" sz="2800" b="1" dirty="0">
                  <a:solidFill>
                    <a:schemeClr val="tx2"/>
                  </a:solidFill>
                  <a:ea typeface="黑体" panose="02010609060101010101" pitchFamily="49" charset="-122"/>
                </a:rPr>
                <a:t>7</a:t>
              </a:r>
              <a:endParaRPr lang="en-US" altLang="zh-CN" sz="2800" b="1" dirty="0">
                <a:solidFill>
                  <a:schemeClr val="tx2"/>
                </a:solidFill>
                <a:ea typeface="黑体" panose="02010609060101010101" pitchFamily="49" charset="-122"/>
              </a:endParaRPr>
            </a:p>
          </p:txBody>
        </p:sp>
      </p:grpSp>
      <p:grpSp>
        <p:nvGrpSpPr>
          <p:cNvPr id="49173" name="Group 88"/>
          <p:cNvGrpSpPr/>
          <p:nvPr/>
        </p:nvGrpSpPr>
        <p:grpSpPr>
          <a:xfrm>
            <a:off x="2351088" y="549275"/>
            <a:ext cx="433387" cy="2822575"/>
            <a:chOff x="839" y="346"/>
            <a:chExt cx="590" cy="1778"/>
          </a:xfrm>
        </p:grpSpPr>
        <p:sp>
          <p:nvSpPr>
            <p:cNvPr id="52250" name="Text Box 89"/>
            <p:cNvSpPr txBox="1">
              <a:spLocks noChangeArrowheads="1"/>
            </p:cNvSpPr>
            <p:nvPr/>
          </p:nvSpPr>
          <p:spPr bwMode="auto">
            <a:xfrm>
              <a:off x="839" y="346"/>
              <a:ext cx="590" cy="327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38100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>
              <a:spAutoFit/>
            </a:bodyPr>
            <a:lstStyle>
              <a:lvl1pPr>
                <a:spcBef>
                  <a:spcPct val="20000"/>
                </a:spcBef>
                <a:buClr>
                  <a:schemeClr val="hlink"/>
                </a:buClr>
                <a:buSzPct val="80000"/>
                <a:buFont typeface="Wingdings" panose="05000000000000000000" pitchFamily="2" charset="2"/>
                <a:buChar char="n"/>
                <a:defRPr sz="32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1pPr>
              <a:lvl2pPr marL="742950" indent="-285750">
                <a:spcBef>
                  <a:spcPct val="20000"/>
                </a:spcBef>
                <a:buClr>
                  <a:schemeClr val="tx1"/>
                </a:buClr>
                <a:buChar char="–"/>
                <a:defRPr sz="28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2pPr>
              <a:lvl3pPr marL="1143000" indent="-228600">
                <a:spcBef>
                  <a:spcPct val="20000"/>
                </a:spcBef>
                <a:buClr>
                  <a:schemeClr val="hlink"/>
                </a:buClr>
                <a:buFont typeface="Wingdings" panose="05000000000000000000" pitchFamily="2" charset="2"/>
                <a:buChar char="§"/>
                <a:defRPr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3pPr>
              <a:lvl4pPr marL="1600200" indent="-228600">
                <a:spcBef>
                  <a:spcPct val="20000"/>
                </a:spcBef>
                <a:buChar char="–"/>
                <a:defRPr sz="20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4pPr>
              <a:lvl5pPr marL="2057400" indent="-228600">
                <a:spcBef>
                  <a:spcPct val="20000"/>
                </a:spcBef>
                <a:buClr>
                  <a:schemeClr val="hlink"/>
                </a:buClr>
                <a:buFont typeface="Wingdings" panose="05000000000000000000" pitchFamily="2" charset="2"/>
                <a:buChar char="§"/>
                <a:defRPr sz="20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hlink"/>
                </a:buClr>
                <a:buFont typeface="Wingdings" panose="05000000000000000000" pitchFamily="2" charset="2"/>
                <a:buChar char="§"/>
                <a:defRPr sz="20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hlink"/>
                </a:buClr>
                <a:buFont typeface="Wingdings" panose="05000000000000000000" pitchFamily="2" charset="2"/>
                <a:buChar char="§"/>
                <a:defRPr sz="20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hlink"/>
                </a:buClr>
                <a:buFont typeface="Wingdings" panose="05000000000000000000" pitchFamily="2" charset="2"/>
                <a:buChar char="§"/>
                <a:defRPr sz="20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hlink"/>
                </a:buClr>
                <a:buFont typeface="Wingdings" panose="05000000000000000000" pitchFamily="2" charset="2"/>
                <a:buChar char="§"/>
                <a:defRPr sz="20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9pPr>
            </a:lstStyle>
            <a:p>
              <a:pPr marL="0" marR="0" lvl="0" indent="0" algn="ctr" defTabSz="914400" rtl="0" eaLnBrk="1" fontAlgn="base" latinLnBrk="0" hangingPunct="1">
                <a:lnSpc>
                  <a:spcPct val="100000"/>
                </a:lnSpc>
                <a:spcBef>
                  <a:spcPct val="50000"/>
                </a:spcBef>
                <a:spcAft>
                  <a:spcPct val="0"/>
                </a:spcAft>
                <a:buClrTx/>
                <a:buSzTx/>
                <a:buFontTx/>
                <a:buNone/>
                <a:defRPr/>
              </a:pPr>
              <a:r>
                <a:rPr kumimoji="0" lang="en-US" altLang="zh-CN" sz="2800" b="1" i="0" u="none" strike="noStrike" kern="1200" cap="none" spc="0" normalizeH="0" baseline="0" noProof="0" dirty="0">
                  <a:ln>
                    <a:noFill/>
                  </a:ln>
                  <a:solidFill>
                    <a:schemeClr val="tx1">
                      <a:lumMod val="65000"/>
                    </a:schemeClr>
                  </a:solidFill>
                  <a:effectLst/>
                  <a:uLnTx/>
                  <a:uFillTx/>
                  <a:latin typeface="Tahoma" panose="020B0604030504040204" pitchFamily="34" charset="0"/>
                  <a:ea typeface="黑体" panose="02010609060101010101" pitchFamily="49" charset="-122"/>
                  <a:cs typeface="+mn-cs"/>
                </a:rPr>
                <a:t>0</a:t>
              </a:r>
              <a:endParaRPr kumimoji="0" lang="en-US" altLang="zh-CN" sz="2800" b="1" i="0" u="none" strike="noStrike" kern="1200" cap="none" spc="0" normalizeH="0" baseline="0" noProof="0" dirty="0">
                <a:ln>
                  <a:noFill/>
                </a:ln>
                <a:solidFill>
                  <a:schemeClr val="tx1">
                    <a:lumMod val="65000"/>
                  </a:schemeClr>
                </a:solidFill>
                <a:effectLst/>
                <a:uLnTx/>
                <a:uFillTx/>
                <a:latin typeface="Tahoma" panose="020B0604030504040204" pitchFamily="34" charset="0"/>
                <a:ea typeface="黑体" panose="02010609060101010101" pitchFamily="49" charset="-122"/>
                <a:cs typeface="+mn-cs"/>
              </a:endParaRPr>
            </a:p>
          </p:txBody>
        </p:sp>
        <p:sp>
          <p:nvSpPr>
            <p:cNvPr id="52251" name="Text Box 90"/>
            <p:cNvSpPr txBox="1">
              <a:spLocks noChangeArrowheads="1"/>
            </p:cNvSpPr>
            <p:nvPr/>
          </p:nvSpPr>
          <p:spPr bwMode="auto">
            <a:xfrm>
              <a:off x="839" y="709"/>
              <a:ext cx="590" cy="327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38100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>
              <a:spAutoFit/>
            </a:bodyPr>
            <a:lstStyle>
              <a:lvl1pPr>
                <a:spcBef>
                  <a:spcPct val="20000"/>
                </a:spcBef>
                <a:buClr>
                  <a:schemeClr val="hlink"/>
                </a:buClr>
                <a:buSzPct val="80000"/>
                <a:buFont typeface="Wingdings" panose="05000000000000000000" pitchFamily="2" charset="2"/>
                <a:buChar char="n"/>
                <a:defRPr sz="32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1pPr>
              <a:lvl2pPr marL="742950" indent="-285750">
                <a:spcBef>
                  <a:spcPct val="20000"/>
                </a:spcBef>
                <a:buClr>
                  <a:schemeClr val="tx1"/>
                </a:buClr>
                <a:buChar char="–"/>
                <a:defRPr sz="28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2pPr>
              <a:lvl3pPr marL="1143000" indent="-228600">
                <a:spcBef>
                  <a:spcPct val="20000"/>
                </a:spcBef>
                <a:buClr>
                  <a:schemeClr val="hlink"/>
                </a:buClr>
                <a:buFont typeface="Wingdings" panose="05000000000000000000" pitchFamily="2" charset="2"/>
                <a:buChar char="§"/>
                <a:defRPr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3pPr>
              <a:lvl4pPr marL="1600200" indent="-228600">
                <a:spcBef>
                  <a:spcPct val="20000"/>
                </a:spcBef>
                <a:buChar char="–"/>
                <a:defRPr sz="20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4pPr>
              <a:lvl5pPr marL="2057400" indent="-228600">
                <a:spcBef>
                  <a:spcPct val="20000"/>
                </a:spcBef>
                <a:buClr>
                  <a:schemeClr val="hlink"/>
                </a:buClr>
                <a:buFont typeface="Wingdings" panose="05000000000000000000" pitchFamily="2" charset="2"/>
                <a:buChar char="§"/>
                <a:defRPr sz="20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hlink"/>
                </a:buClr>
                <a:buFont typeface="Wingdings" panose="05000000000000000000" pitchFamily="2" charset="2"/>
                <a:buChar char="§"/>
                <a:defRPr sz="20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hlink"/>
                </a:buClr>
                <a:buFont typeface="Wingdings" panose="05000000000000000000" pitchFamily="2" charset="2"/>
                <a:buChar char="§"/>
                <a:defRPr sz="20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hlink"/>
                </a:buClr>
                <a:buFont typeface="Wingdings" panose="05000000000000000000" pitchFamily="2" charset="2"/>
                <a:buChar char="§"/>
                <a:defRPr sz="20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hlink"/>
                </a:buClr>
                <a:buFont typeface="Wingdings" panose="05000000000000000000" pitchFamily="2" charset="2"/>
                <a:buChar char="§"/>
                <a:defRPr sz="20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9pPr>
            </a:lstStyle>
            <a:p>
              <a:pPr marL="0" marR="0" lvl="0" indent="0" algn="ctr" defTabSz="914400" rtl="0" eaLnBrk="1" fontAlgn="base" latinLnBrk="0" hangingPunct="1">
                <a:lnSpc>
                  <a:spcPct val="100000"/>
                </a:lnSpc>
                <a:spcBef>
                  <a:spcPct val="50000"/>
                </a:spcBef>
                <a:spcAft>
                  <a:spcPct val="0"/>
                </a:spcAft>
                <a:buClrTx/>
                <a:buSzTx/>
                <a:buFontTx/>
                <a:buNone/>
                <a:defRPr/>
              </a:pPr>
              <a:r>
                <a:rPr kumimoji="0" lang="en-US" altLang="zh-CN" sz="2800" b="1" i="0" u="none" strike="noStrike" kern="1200" cap="none" spc="0" normalizeH="0" baseline="0" noProof="0" dirty="0">
                  <a:ln>
                    <a:noFill/>
                  </a:ln>
                  <a:solidFill>
                    <a:schemeClr val="tx1">
                      <a:lumMod val="65000"/>
                    </a:schemeClr>
                  </a:solidFill>
                  <a:effectLst/>
                  <a:uLnTx/>
                  <a:uFillTx/>
                  <a:latin typeface="Tahoma" panose="020B0604030504040204" pitchFamily="34" charset="0"/>
                  <a:ea typeface="黑体" panose="02010609060101010101" pitchFamily="49" charset="-122"/>
                  <a:cs typeface="+mn-cs"/>
                </a:rPr>
                <a:t>1</a:t>
              </a:r>
              <a:endParaRPr kumimoji="0" lang="en-US" altLang="zh-CN" sz="2800" b="1" i="0" u="none" strike="noStrike" kern="1200" cap="none" spc="0" normalizeH="0" baseline="0" noProof="0" dirty="0">
                <a:ln>
                  <a:noFill/>
                </a:ln>
                <a:solidFill>
                  <a:schemeClr val="tx1">
                    <a:lumMod val="65000"/>
                  </a:schemeClr>
                </a:solidFill>
                <a:effectLst/>
                <a:uLnTx/>
                <a:uFillTx/>
                <a:latin typeface="Tahoma" panose="020B0604030504040204" pitchFamily="34" charset="0"/>
                <a:ea typeface="黑体" panose="02010609060101010101" pitchFamily="49" charset="-122"/>
                <a:cs typeface="+mn-cs"/>
              </a:endParaRPr>
            </a:p>
          </p:txBody>
        </p:sp>
        <p:sp>
          <p:nvSpPr>
            <p:cNvPr id="52252" name="Text Box 91"/>
            <p:cNvSpPr txBox="1">
              <a:spLocks noChangeArrowheads="1"/>
            </p:cNvSpPr>
            <p:nvPr/>
          </p:nvSpPr>
          <p:spPr bwMode="auto">
            <a:xfrm>
              <a:off x="839" y="1072"/>
              <a:ext cx="590" cy="327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38100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>
              <a:spAutoFit/>
            </a:bodyPr>
            <a:lstStyle>
              <a:lvl1pPr>
                <a:spcBef>
                  <a:spcPct val="20000"/>
                </a:spcBef>
                <a:buClr>
                  <a:schemeClr val="hlink"/>
                </a:buClr>
                <a:buSzPct val="80000"/>
                <a:buFont typeface="Wingdings" panose="05000000000000000000" pitchFamily="2" charset="2"/>
                <a:buChar char="n"/>
                <a:defRPr sz="32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1pPr>
              <a:lvl2pPr marL="742950" indent="-285750">
                <a:spcBef>
                  <a:spcPct val="20000"/>
                </a:spcBef>
                <a:buClr>
                  <a:schemeClr val="tx1"/>
                </a:buClr>
                <a:buChar char="–"/>
                <a:defRPr sz="28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2pPr>
              <a:lvl3pPr marL="1143000" indent="-228600">
                <a:spcBef>
                  <a:spcPct val="20000"/>
                </a:spcBef>
                <a:buClr>
                  <a:schemeClr val="hlink"/>
                </a:buClr>
                <a:buFont typeface="Wingdings" panose="05000000000000000000" pitchFamily="2" charset="2"/>
                <a:buChar char="§"/>
                <a:defRPr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3pPr>
              <a:lvl4pPr marL="1600200" indent="-228600">
                <a:spcBef>
                  <a:spcPct val="20000"/>
                </a:spcBef>
                <a:buChar char="–"/>
                <a:defRPr sz="20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4pPr>
              <a:lvl5pPr marL="2057400" indent="-228600">
                <a:spcBef>
                  <a:spcPct val="20000"/>
                </a:spcBef>
                <a:buClr>
                  <a:schemeClr val="hlink"/>
                </a:buClr>
                <a:buFont typeface="Wingdings" panose="05000000000000000000" pitchFamily="2" charset="2"/>
                <a:buChar char="§"/>
                <a:defRPr sz="20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hlink"/>
                </a:buClr>
                <a:buFont typeface="Wingdings" panose="05000000000000000000" pitchFamily="2" charset="2"/>
                <a:buChar char="§"/>
                <a:defRPr sz="20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hlink"/>
                </a:buClr>
                <a:buFont typeface="Wingdings" panose="05000000000000000000" pitchFamily="2" charset="2"/>
                <a:buChar char="§"/>
                <a:defRPr sz="20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hlink"/>
                </a:buClr>
                <a:buFont typeface="Wingdings" panose="05000000000000000000" pitchFamily="2" charset="2"/>
                <a:buChar char="§"/>
                <a:defRPr sz="20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hlink"/>
                </a:buClr>
                <a:buFont typeface="Wingdings" panose="05000000000000000000" pitchFamily="2" charset="2"/>
                <a:buChar char="§"/>
                <a:defRPr sz="20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9pPr>
            </a:lstStyle>
            <a:p>
              <a:pPr marL="0" marR="0" lvl="0" indent="0" algn="ctr" defTabSz="914400" rtl="0" eaLnBrk="1" fontAlgn="base" latinLnBrk="0" hangingPunct="1">
                <a:lnSpc>
                  <a:spcPct val="100000"/>
                </a:lnSpc>
                <a:spcBef>
                  <a:spcPct val="50000"/>
                </a:spcBef>
                <a:spcAft>
                  <a:spcPct val="0"/>
                </a:spcAft>
                <a:buClrTx/>
                <a:buSzTx/>
                <a:buFontTx/>
                <a:buNone/>
                <a:defRPr/>
              </a:pPr>
              <a:r>
                <a:rPr kumimoji="0" lang="en-US" altLang="zh-CN" sz="2800" b="1" i="0" u="none" strike="noStrike" kern="1200" cap="none" spc="0" normalizeH="0" baseline="0" noProof="0" dirty="0">
                  <a:ln>
                    <a:noFill/>
                  </a:ln>
                  <a:solidFill>
                    <a:schemeClr val="tx1">
                      <a:lumMod val="65000"/>
                    </a:schemeClr>
                  </a:solidFill>
                  <a:effectLst/>
                  <a:uLnTx/>
                  <a:uFillTx/>
                  <a:latin typeface="Tahoma" panose="020B0604030504040204" pitchFamily="34" charset="0"/>
                  <a:ea typeface="黑体" panose="02010609060101010101" pitchFamily="49" charset="-122"/>
                  <a:cs typeface="+mn-cs"/>
                </a:rPr>
                <a:t>2</a:t>
              </a:r>
              <a:endParaRPr kumimoji="0" lang="en-US" altLang="zh-CN" sz="2800" b="1" i="0" u="none" strike="noStrike" kern="1200" cap="none" spc="0" normalizeH="0" baseline="0" noProof="0" dirty="0">
                <a:ln>
                  <a:noFill/>
                </a:ln>
                <a:solidFill>
                  <a:schemeClr val="tx1">
                    <a:lumMod val="65000"/>
                  </a:schemeClr>
                </a:solidFill>
                <a:effectLst/>
                <a:uLnTx/>
                <a:uFillTx/>
                <a:latin typeface="Tahoma" panose="020B0604030504040204" pitchFamily="34" charset="0"/>
                <a:ea typeface="黑体" panose="02010609060101010101" pitchFamily="49" charset="-122"/>
                <a:cs typeface="+mn-cs"/>
              </a:endParaRPr>
            </a:p>
          </p:txBody>
        </p:sp>
        <p:sp>
          <p:nvSpPr>
            <p:cNvPr id="52253" name="Text Box 92"/>
            <p:cNvSpPr txBox="1">
              <a:spLocks noChangeArrowheads="1"/>
            </p:cNvSpPr>
            <p:nvPr/>
          </p:nvSpPr>
          <p:spPr bwMode="auto">
            <a:xfrm>
              <a:off x="839" y="1434"/>
              <a:ext cx="590" cy="327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38100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>
              <a:spAutoFit/>
            </a:bodyPr>
            <a:lstStyle>
              <a:lvl1pPr>
                <a:spcBef>
                  <a:spcPct val="20000"/>
                </a:spcBef>
                <a:buClr>
                  <a:schemeClr val="hlink"/>
                </a:buClr>
                <a:buSzPct val="80000"/>
                <a:buFont typeface="Wingdings" panose="05000000000000000000" pitchFamily="2" charset="2"/>
                <a:buChar char="n"/>
                <a:defRPr sz="32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1pPr>
              <a:lvl2pPr marL="742950" indent="-285750">
                <a:spcBef>
                  <a:spcPct val="20000"/>
                </a:spcBef>
                <a:buClr>
                  <a:schemeClr val="tx1"/>
                </a:buClr>
                <a:buChar char="–"/>
                <a:defRPr sz="28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2pPr>
              <a:lvl3pPr marL="1143000" indent="-228600">
                <a:spcBef>
                  <a:spcPct val="20000"/>
                </a:spcBef>
                <a:buClr>
                  <a:schemeClr val="hlink"/>
                </a:buClr>
                <a:buFont typeface="Wingdings" panose="05000000000000000000" pitchFamily="2" charset="2"/>
                <a:buChar char="§"/>
                <a:defRPr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3pPr>
              <a:lvl4pPr marL="1600200" indent="-228600">
                <a:spcBef>
                  <a:spcPct val="20000"/>
                </a:spcBef>
                <a:buChar char="–"/>
                <a:defRPr sz="20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4pPr>
              <a:lvl5pPr marL="2057400" indent="-228600">
                <a:spcBef>
                  <a:spcPct val="20000"/>
                </a:spcBef>
                <a:buClr>
                  <a:schemeClr val="hlink"/>
                </a:buClr>
                <a:buFont typeface="Wingdings" panose="05000000000000000000" pitchFamily="2" charset="2"/>
                <a:buChar char="§"/>
                <a:defRPr sz="20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hlink"/>
                </a:buClr>
                <a:buFont typeface="Wingdings" panose="05000000000000000000" pitchFamily="2" charset="2"/>
                <a:buChar char="§"/>
                <a:defRPr sz="20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hlink"/>
                </a:buClr>
                <a:buFont typeface="Wingdings" panose="05000000000000000000" pitchFamily="2" charset="2"/>
                <a:buChar char="§"/>
                <a:defRPr sz="20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hlink"/>
                </a:buClr>
                <a:buFont typeface="Wingdings" panose="05000000000000000000" pitchFamily="2" charset="2"/>
                <a:buChar char="§"/>
                <a:defRPr sz="20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hlink"/>
                </a:buClr>
                <a:buFont typeface="Wingdings" panose="05000000000000000000" pitchFamily="2" charset="2"/>
                <a:buChar char="§"/>
                <a:defRPr sz="20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9pPr>
            </a:lstStyle>
            <a:p>
              <a:pPr marL="0" marR="0" lvl="0" indent="0" algn="ctr" defTabSz="914400" rtl="0" eaLnBrk="1" fontAlgn="base" latinLnBrk="0" hangingPunct="1">
                <a:lnSpc>
                  <a:spcPct val="100000"/>
                </a:lnSpc>
                <a:spcBef>
                  <a:spcPct val="50000"/>
                </a:spcBef>
                <a:spcAft>
                  <a:spcPct val="0"/>
                </a:spcAft>
                <a:buClrTx/>
                <a:buSzTx/>
                <a:buFontTx/>
                <a:buNone/>
                <a:defRPr/>
              </a:pPr>
              <a:r>
                <a:rPr kumimoji="0" lang="en-US" altLang="zh-CN" sz="2800" b="1" i="0" u="none" strike="noStrike" kern="1200" cap="none" spc="0" normalizeH="0" baseline="0" noProof="0" dirty="0">
                  <a:ln>
                    <a:noFill/>
                  </a:ln>
                  <a:solidFill>
                    <a:schemeClr val="tx1">
                      <a:lumMod val="65000"/>
                    </a:schemeClr>
                  </a:solidFill>
                  <a:effectLst/>
                  <a:uLnTx/>
                  <a:uFillTx/>
                  <a:latin typeface="Tahoma" panose="020B0604030504040204" pitchFamily="34" charset="0"/>
                  <a:ea typeface="黑体" panose="02010609060101010101" pitchFamily="49" charset="-122"/>
                  <a:cs typeface="+mn-cs"/>
                </a:rPr>
                <a:t>3</a:t>
              </a:r>
              <a:endParaRPr kumimoji="0" lang="en-US" altLang="zh-CN" sz="2800" b="1" i="0" u="none" strike="noStrike" kern="1200" cap="none" spc="0" normalizeH="0" baseline="0" noProof="0" dirty="0">
                <a:ln>
                  <a:noFill/>
                </a:ln>
                <a:solidFill>
                  <a:schemeClr val="tx1">
                    <a:lumMod val="65000"/>
                  </a:schemeClr>
                </a:solidFill>
                <a:effectLst/>
                <a:uLnTx/>
                <a:uFillTx/>
                <a:latin typeface="Tahoma" panose="020B0604030504040204" pitchFamily="34" charset="0"/>
                <a:ea typeface="黑体" panose="02010609060101010101" pitchFamily="49" charset="-122"/>
                <a:cs typeface="+mn-cs"/>
              </a:endParaRPr>
            </a:p>
          </p:txBody>
        </p:sp>
        <p:sp>
          <p:nvSpPr>
            <p:cNvPr id="52254" name="Text Box 93"/>
            <p:cNvSpPr txBox="1">
              <a:spLocks noChangeArrowheads="1"/>
            </p:cNvSpPr>
            <p:nvPr/>
          </p:nvSpPr>
          <p:spPr bwMode="auto">
            <a:xfrm>
              <a:off x="839" y="1797"/>
              <a:ext cx="590" cy="327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38100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>
              <a:spAutoFit/>
            </a:bodyPr>
            <a:lstStyle>
              <a:lvl1pPr>
                <a:spcBef>
                  <a:spcPct val="20000"/>
                </a:spcBef>
                <a:buClr>
                  <a:schemeClr val="hlink"/>
                </a:buClr>
                <a:buSzPct val="80000"/>
                <a:buFont typeface="Wingdings" panose="05000000000000000000" pitchFamily="2" charset="2"/>
                <a:buChar char="n"/>
                <a:defRPr sz="32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1pPr>
              <a:lvl2pPr marL="742950" indent="-285750">
                <a:spcBef>
                  <a:spcPct val="20000"/>
                </a:spcBef>
                <a:buClr>
                  <a:schemeClr val="tx1"/>
                </a:buClr>
                <a:buChar char="–"/>
                <a:defRPr sz="28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2pPr>
              <a:lvl3pPr marL="1143000" indent="-228600">
                <a:spcBef>
                  <a:spcPct val="20000"/>
                </a:spcBef>
                <a:buClr>
                  <a:schemeClr val="hlink"/>
                </a:buClr>
                <a:buFont typeface="Wingdings" panose="05000000000000000000" pitchFamily="2" charset="2"/>
                <a:buChar char="§"/>
                <a:defRPr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3pPr>
              <a:lvl4pPr marL="1600200" indent="-228600">
                <a:spcBef>
                  <a:spcPct val="20000"/>
                </a:spcBef>
                <a:buChar char="–"/>
                <a:defRPr sz="20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4pPr>
              <a:lvl5pPr marL="2057400" indent="-228600">
                <a:spcBef>
                  <a:spcPct val="20000"/>
                </a:spcBef>
                <a:buClr>
                  <a:schemeClr val="hlink"/>
                </a:buClr>
                <a:buFont typeface="Wingdings" panose="05000000000000000000" pitchFamily="2" charset="2"/>
                <a:buChar char="§"/>
                <a:defRPr sz="20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hlink"/>
                </a:buClr>
                <a:buFont typeface="Wingdings" panose="05000000000000000000" pitchFamily="2" charset="2"/>
                <a:buChar char="§"/>
                <a:defRPr sz="20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hlink"/>
                </a:buClr>
                <a:buFont typeface="Wingdings" panose="05000000000000000000" pitchFamily="2" charset="2"/>
                <a:buChar char="§"/>
                <a:defRPr sz="20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hlink"/>
                </a:buClr>
                <a:buFont typeface="Wingdings" panose="05000000000000000000" pitchFamily="2" charset="2"/>
                <a:buChar char="§"/>
                <a:defRPr sz="20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hlink"/>
                </a:buClr>
                <a:buFont typeface="Wingdings" panose="05000000000000000000" pitchFamily="2" charset="2"/>
                <a:buChar char="§"/>
                <a:defRPr sz="20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9pPr>
            </a:lstStyle>
            <a:p>
              <a:pPr marL="0" marR="0" lvl="0" indent="0" algn="ctr" defTabSz="914400" rtl="0" eaLnBrk="1" fontAlgn="base" latinLnBrk="0" hangingPunct="1">
                <a:lnSpc>
                  <a:spcPct val="100000"/>
                </a:lnSpc>
                <a:spcBef>
                  <a:spcPct val="50000"/>
                </a:spcBef>
                <a:spcAft>
                  <a:spcPct val="0"/>
                </a:spcAft>
                <a:buClrTx/>
                <a:buSzTx/>
                <a:buFontTx/>
                <a:buNone/>
                <a:defRPr/>
              </a:pPr>
              <a:r>
                <a:rPr kumimoji="0" lang="en-US" altLang="zh-CN" sz="2800" b="1" i="0" u="none" strike="noStrike" kern="1200" cap="none" spc="0" normalizeH="0" baseline="0" noProof="0" dirty="0">
                  <a:ln>
                    <a:noFill/>
                  </a:ln>
                  <a:solidFill>
                    <a:schemeClr val="tx1">
                      <a:lumMod val="65000"/>
                    </a:schemeClr>
                  </a:solidFill>
                  <a:effectLst/>
                  <a:uLnTx/>
                  <a:uFillTx/>
                  <a:latin typeface="Tahoma" panose="020B0604030504040204" pitchFamily="34" charset="0"/>
                  <a:ea typeface="黑体" panose="02010609060101010101" pitchFamily="49" charset="-122"/>
                  <a:cs typeface="+mn-cs"/>
                </a:rPr>
                <a:t>4</a:t>
              </a:r>
              <a:endParaRPr kumimoji="0" lang="en-US" altLang="zh-CN" sz="2800" b="1" i="0" u="none" strike="noStrike" kern="1200" cap="none" spc="0" normalizeH="0" baseline="0" noProof="0" dirty="0">
                <a:ln>
                  <a:noFill/>
                </a:ln>
                <a:solidFill>
                  <a:schemeClr val="tx1">
                    <a:lumMod val="65000"/>
                  </a:schemeClr>
                </a:solidFill>
                <a:effectLst/>
                <a:uLnTx/>
                <a:uFillTx/>
                <a:latin typeface="Tahoma" panose="020B0604030504040204" pitchFamily="34" charset="0"/>
                <a:ea typeface="黑体" panose="02010609060101010101" pitchFamily="49" charset="-122"/>
                <a:cs typeface="+mn-cs"/>
              </a:endParaRPr>
            </a:p>
          </p:txBody>
        </p:sp>
      </p:grpSp>
      <p:sp>
        <p:nvSpPr>
          <p:cNvPr id="52246" name="Text Box 94"/>
          <p:cNvSpPr txBox="1">
            <a:spLocks noChangeArrowheads="1"/>
          </p:cNvSpPr>
          <p:nvPr/>
        </p:nvSpPr>
        <p:spPr bwMode="auto">
          <a:xfrm>
            <a:off x="1630363" y="549275"/>
            <a:ext cx="865188" cy="4572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38100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spcBef>
                <a:spcPct val="20000"/>
              </a:spcBef>
              <a:buClr>
                <a:schemeClr val="hlink"/>
              </a:buClr>
              <a:buSzPct val="80000"/>
              <a:buFont typeface="Wingdings" panose="05000000000000000000" pitchFamily="2" charset="2"/>
              <a:buChar char="n"/>
              <a:defRPr sz="32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Clr>
                <a:schemeClr val="tx1"/>
              </a:buClr>
              <a:buChar char="–"/>
              <a:defRPr sz="28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Clr>
                <a:schemeClr val="hlink"/>
              </a:buClr>
              <a:buFont typeface="Wingdings" panose="05000000000000000000" pitchFamily="2" charset="2"/>
              <a:buChar char="§"/>
              <a:defRPr sz="24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Clr>
                <a:schemeClr val="hlink"/>
              </a:buClr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9pPr>
          </a:lstStyle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5000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r>
              <a:rPr kumimoji="0" lang="zh-CN" altLang="en-US" sz="2400" b="1" i="0" u="none" strike="noStrike" kern="1200" cap="none" spc="0" normalizeH="0" baseline="0" noProof="0" dirty="0">
                <a:ln>
                  <a:noFill/>
                </a:ln>
                <a:solidFill>
                  <a:schemeClr val="tx1">
                    <a:lumMod val="65000"/>
                  </a:schemeClr>
                </a:solidFill>
                <a:effectLst/>
                <a:uLnTx/>
                <a:uFillTx/>
                <a:latin typeface="Tahoma" panose="020B0604030504040204" pitchFamily="34" charset="0"/>
                <a:ea typeface="黑体" panose="02010609060101010101" pitchFamily="49" charset="-122"/>
                <a:cs typeface="+mn-cs"/>
              </a:rPr>
              <a:t>下标</a:t>
            </a:r>
            <a:endParaRPr kumimoji="0" lang="zh-CN" altLang="en-US" sz="2400" b="1" i="0" u="none" strike="noStrike" kern="1200" cap="none" spc="0" normalizeH="0" baseline="0" noProof="0" dirty="0">
              <a:ln>
                <a:noFill/>
              </a:ln>
              <a:solidFill>
                <a:schemeClr val="tx1">
                  <a:lumMod val="65000"/>
                </a:schemeClr>
              </a:solidFill>
              <a:effectLst/>
              <a:uLnTx/>
              <a:uFillTx/>
              <a:latin typeface="Tahoma" panose="020B0604030504040204" pitchFamily="34" charset="0"/>
              <a:ea typeface="黑体" panose="02010609060101010101" pitchFamily="49" charset="-122"/>
              <a:cs typeface="+mn-cs"/>
            </a:endParaRPr>
          </a:p>
        </p:txBody>
      </p:sp>
      <p:sp>
        <p:nvSpPr>
          <p:cNvPr id="17" name="椭圆 16"/>
          <p:cNvSpPr/>
          <p:nvPr/>
        </p:nvSpPr>
        <p:spPr>
          <a:xfrm>
            <a:off x="9458325" y="2847975"/>
            <a:ext cx="801688" cy="576263"/>
          </a:xfrm>
          <a:prstGeom prst="ellipse">
            <a:avLst/>
          </a:prstGeom>
          <a:noFill/>
          <a:ln w="57150" cap="flat" cmpd="sng">
            <a:solidFill>
              <a:srgbClr val="FFFF00"/>
            </a:solidFill>
            <a:prstDash val="solid"/>
            <a:headEnd type="none" w="med" len="med"/>
            <a:tailEnd type="none" w="med" len="med"/>
          </a:ln>
        </p:spPr>
        <p:txBody>
          <a:bodyPr anchor="ctr" anchorCtr="0">
            <a:spAutoFit/>
          </a:bodyPr>
          <a:lstStyle>
            <a:lvl1pPr marL="342900" indent="-3429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80000"/>
              <a:buFont typeface="Wingdings" panose="05000000000000000000" pitchFamily="2" charset="2"/>
              <a:buChar char="n"/>
              <a:defRPr sz="3200" b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defRPr>
            </a:lvl1pPr>
            <a:lvl2pPr marL="742950" indent="-28575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Char char="–"/>
              <a:defRPr sz="2800">
                <a:solidFill>
                  <a:schemeClr val="tx1"/>
                </a:solidFill>
                <a:effectLst/>
                <a:latin typeface="+mn-lt"/>
                <a:ea typeface="+mn-ea"/>
              </a:defRPr>
            </a:lvl2pPr>
            <a:lvl3pPr marL="11430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Font typeface="Wingdings" panose="05000000000000000000" pitchFamily="2" charset="2"/>
              <a:buChar char="§"/>
              <a:defRPr sz="2400">
                <a:solidFill>
                  <a:schemeClr val="tx1"/>
                </a:solidFill>
                <a:effectLst/>
                <a:latin typeface="+mn-lt"/>
                <a:ea typeface="+mn-ea"/>
              </a:defRPr>
            </a:lvl3pPr>
            <a:lvl4pPr marL="16002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–"/>
              <a:defRPr sz="2000">
                <a:solidFill>
                  <a:schemeClr val="tx1"/>
                </a:solidFill>
                <a:effectLst/>
                <a:latin typeface="+mn-lt"/>
                <a:ea typeface="+mn-ea"/>
              </a:defRPr>
            </a:lvl4pPr>
            <a:lvl5pPr marL="20574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effectLst/>
                <a:latin typeface="+mn-lt"/>
                <a:ea typeface="+mn-ea"/>
              </a:defRPr>
            </a:lvl5pPr>
          </a:lstStyle>
          <a:p>
            <a:pPr marL="0" lvl="0" indent="333375" eaLnBrk="1" hangingPunct="1">
              <a:spcBef>
                <a:spcPct val="0"/>
              </a:spcBef>
              <a:buClrTx/>
              <a:buSzTx/>
              <a:buFontTx/>
              <a:buNone/>
            </a:pPr>
            <a:endParaRPr lang="zh-CN" altLang="en-US" sz="2000" b="1" dirty="0">
              <a:ea typeface="黑体" panose="02010609060101010101" pitchFamily="49" charset="-122"/>
            </a:endParaRPr>
          </a:p>
        </p:txBody>
      </p:sp>
      <p:sp>
        <p:nvSpPr>
          <p:cNvPr id="97" name="椭圆 96"/>
          <p:cNvSpPr/>
          <p:nvPr/>
        </p:nvSpPr>
        <p:spPr>
          <a:xfrm>
            <a:off x="6154738" y="5497513"/>
            <a:ext cx="801687" cy="576262"/>
          </a:xfrm>
          <a:prstGeom prst="ellipse">
            <a:avLst/>
          </a:prstGeom>
          <a:noFill/>
          <a:ln w="57150" cap="flat" cmpd="sng">
            <a:solidFill>
              <a:srgbClr val="FFFF00"/>
            </a:solidFill>
            <a:prstDash val="solid"/>
            <a:headEnd type="none" w="med" len="med"/>
            <a:tailEnd type="none" w="med" len="med"/>
          </a:ln>
        </p:spPr>
        <p:txBody>
          <a:bodyPr anchor="ctr" anchorCtr="0">
            <a:spAutoFit/>
          </a:bodyPr>
          <a:lstStyle>
            <a:lvl1pPr marL="342900" indent="-3429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80000"/>
              <a:buFont typeface="Wingdings" panose="05000000000000000000" pitchFamily="2" charset="2"/>
              <a:buChar char="n"/>
              <a:defRPr sz="3200" b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defRPr>
            </a:lvl1pPr>
            <a:lvl2pPr marL="742950" indent="-28575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Char char="–"/>
              <a:defRPr sz="2800">
                <a:solidFill>
                  <a:schemeClr val="tx1"/>
                </a:solidFill>
                <a:effectLst/>
                <a:latin typeface="+mn-lt"/>
                <a:ea typeface="+mn-ea"/>
              </a:defRPr>
            </a:lvl2pPr>
            <a:lvl3pPr marL="11430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Font typeface="Wingdings" panose="05000000000000000000" pitchFamily="2" charset="2"/>
              <a:buChar char="§"/>
              <a:defRPr sz="2400">
                <a:solidFill>
                  <a:schemeClr val="tx1"/>
                </a:solidFill>
                <a:effectLst/>
                <a:latin typeface="+mn-lt"/>
                <a:ea typeface="+mn-ea"/>
              </a:defRPr>
            </a:lvl3pPr>
            <a:lvl4pPr marL="16002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–"/>
              <a:defRPr sz="2000">
                <a:solidFill>
                  <a:schemeClr val="tx1"/>
                </a:solidFill>
                <a:effectLst/>
                <a:latin typeface="+mn-lt"/>
                <a:ea typeface="+mn-ea"/>
              </a:defRPr>
            </a:lvl4pPr>
            <a:lvl5pPr marL="20574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effectLst/>
                <a:latin typeface="+mn-lt"/>
                <a:ea typeface="+mn-ea"/>
              </a:defRPr>
            </a:lvl5pPr>
          </a:lstStyle>
          <a:p>
            <a:pPr marL="0" lvl="0" indent="333375" eaLnBrk="1" hangingPunct="1">
              <a:spcBef>
                <a:spcPct val="0"/>
              </a:spcBef>
              <a:buClrTx/>
              <a:buSzTx/>
              <a:buFontTx/>
              <a:buNone/>
            </a:pPr>
            <a:endParaRPr lang="zh-CN" altLang="en-US" sz="2000" b="1" dirty="0">
              <a:ea typeface="黑体" panose="02010609060101010101" pitchFamily="49" charset="-122"/>
            </a:endParaRPr>
          </a:p>
        </p:txBody>
      </p:sp>
    </p:spTree>
  </p:cSld>
  <p:clrMapOvr>
    <a:masterClrMapping/>
  </p:clrMapOvr>
  <p:transition>
    <p:random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121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55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15" dur="1000" fill="hold"/>
                                        <p:tgtEl>
                                          <p:spTgt spid="10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w*0.7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6" dur="1000" fill="hold"/>
                                        <p:tgtEl>
                                          <p:spTgt spid="10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h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17" dur="1000"/>
                                        <p:tgtEl>
                                          <p:spTgt spid="1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slide(fromLeft)">
                                      <p:cBhvr>
                                        <p:cTn id="22" dur="50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55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27" dur="1000" fill="hold"/>
                                        <p:tgtEl>
                                          <p:spTgt spid="11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w*0.7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8" dur="1000" fill="hold"/>
                                        <p:tgtEl>
                                          <p:spTgt spid="11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h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29" dur="1000"/>
                                        <p:tgtEl>
                                          <p:spTgt spid="1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0" fill="hold">
                      <p:stCondLst>
                        <p:cond delay="indefinite"/>
                      </p:stCondLst>
                      <p:childTnLst>
                        <p:par>
                          <p:cTn id="31" fill="hold">
                            <p:stCondLst>
                              <p:cond delay="0"/>
                            </p:stCondLst>
                            <p:childTnLst>
                              <p:par>
                                <p:cTn id="32" presetID="1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slide(fromLeft)">
                                      <p:cBhvr>
                                        <p:cTn id="34" dur="500"/>
                                        <p:tgtEl>
                                          <p:spTgt spid="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5" fill="hold">
                      <p:stCondLst>
                        <p:cond delay="indefinite"/>
                      </p:stCondLst>
                      <p:childTnLst>
                        <p:par>
                          <p:cTn id="36" fill="hold">
                            <p:stCondLst>
                              <p:cond delay="0"/>
                            </p:stCondLst>
                            <p:childTnLst>
                              <p:par>
                                <p:cTn id="37" presetID="55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39" dur="1000" fill="hold"/>
                                        <p:tgtEl>
                                          <p:spTgt spid="12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w*0.7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40" dur="1000" fill="hold"/>
                                        <p:tgtEl>
                                          <p:spTgt spid="12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h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41" dur="1000"/>
                                        <p:tgtEl>
                                          <p:spTgt spid="1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2" fill="hold">
                      <p:stCondLst>
                        <p:cond delay="indefinite"/>
                      </p:stCondLst>
                      <p:childTnLst>
                        <p:par>
                          <p:cTn id="43" fill="hold">
                            <p:stCondLst>
                              <p:cond delay="0"/>
                            </p:stCondLst>
                            <p:childTnLst>
                              <p:par>
                                <p:cTn id="44" presetID="1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slide(fromLeft)">
                                      <p:cBhvr>
                                        <p:cTn id="46" dur="50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7" fill="hold">
                      <p:stCondLst>
                        <p:cond delay="indefinite"/>
                      </p:stCondLst>
                      <p:childTnLst>
                        <p:par>
                          <p:cTn id="48" fill="hold">
                            <p:stCondLst>
                              <p:cond delay="0"/>
                            </p:stCondLst>
                            <p:childTnLst>
                              <p:par>
                                <p:cTn id="49" presetID="55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51" dur="1000" fill="hold"/>
                                        <p:tgtEl>
                                          <p:spTgt spid="13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w*0.7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52" dur="1000" fill="hold"/>
                                        <p:tgtEl>
                                          <p:spTgt spid="13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h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53" dur="1000"/>
                                        <p:tgtEl>
                                          <p:spTgt spid="1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4" fill="hold">
                      <p:stCondLst>
                        <p:cond delay="indefinite"/>
                      </p:stCondLst>
                      <p:childTnLst>
                        <p:par>
                          <p:cTn id="55" fill="hold">
                            <p:stCondLst>
                              <p:cond delay="0"/>
                            </p:stCondLst>
                            <p:childTnLst>
                              <p:par>
                                <p:cTn id="56" presetID="1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slide(fromLeft)">
                                      <p:cBhvr>
                                        <p:cTn id="58" dur="50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9" fill="hold">
                      <p:stCondLst>
                        <p:cond delay="indefinite"/>
                      </p:stCondLst>
                      <p:childTnLst>
                        <p:par>
                          <p:cTn id="60" fill="hold">
                            <p:stCondLst>
                              <p:cond delay="0"/>
                            </p:stCondLst>
                            <p:childTnLst>
                              <p:par>
                                <p:cTn id="61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3" fill="hold">
                      <p:stCondLst>
                        <p:cond delay="indefinite"/>
                      </p:stCondLst>
                      <p:childTnLst>
                        <p:par>
                          <p:cTn id="64" fill="hold">
                            <p:stCondLst>
                              <p:cond delay="0"/>
                            </p:stCondLst>
                            <p:childTnLst>
                              <p:par>
                                <p:cTn id="6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121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67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9" fill="hold">
                      <p:stCondLst>
                        <p:cond delay="indefinite"/>
                      </p:stCondLst>
                      <p:childTnLst>
                        <p:par>
                          <p:cTn id="70" fill="hold">
                            <p:stCondLst>
                              <p:cond delay="0"/>
                            </p:stCondLst>
                            <p:childTnLst>
                              <p:par>
                                <p:cTn id="71" presetID="55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73" dur="1000" fill="hold"/>
                                        <p:tgtEl>
                                          <p:spTgt spid="14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w*0.7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74" dur="1000" fill="hold"/>
                                        <p:tgtEl>
                                          <p:spTgt spid="14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h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75" dur="1000"/>
                                        <p:tgtEl>
                                          <p:spTgt spid="1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6" fill="hold">
                      <p:stCondLst>
                        <p:cond delay="indefinite"/>
                      </p:stCondLst>
                      <p:childTnLst>
                        <p:par>
                          <p:cTn id="77" fill="hold">
                            <p:stCondLst>
                              <p:cond delay="0"/>
                            </p:stCondLst>
                            <p:childTnLst>
                              <p:par>
                                <p:cTn id="78" presetID="1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slide(fromLeft)">
                                      <p:cBhvr>
                                        <p:cTn id="80" dur="50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1" fill="hold">
                      <p:stCondLst>
                        <p:cond delay="indefinite"/>
                      </p:stCondLst>
                      <p:childTnLst>
                        <p:par>
                          <p:cTn id="82" fill="hold">
                            <p:stCondLst>
                              <p:cond delay="0"/>
                            </p:stCondLst>
                            <p:childTnLst>
                              <p:par>
                                <p:cTn id="83" presetID="55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85" dur="1000" fill="hold"/>
                                        <p:tgtEl>
                                          <p:spTgt spid="15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w*0.7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86" dur="1000" fill="hold"/>
                                        <p:tgtEl>
                                          <p:spTgt spid="15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h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87" dur="100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8" fill="hold">
                      <p:stCondLst>
                        <p:cond delay="indefinite"/>
                      </p:stCondLst>
                      <p:childTnLst>
                        <p:par>
                          <p:cTn id="89" fill="hold">
                            <p:stCondLst>
                              <p:cond delay="0"/>
                            </p:stCondLst>
                            <p:childTnLst>
                              <p:par>
                                <p:cTn id="90" presetID="1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slide(fromLeft)">
                                      <p:cBhvr>
                                        <p:cTn id="92" dur="50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3" fill="hold">
                      <p:stCondLst>
                        <p:cond delay="indefinite"/>
                      </p:stCondLst>
                      <p:childTnLst>
                        <p:par>
                          <p:cTn id="94" fill="hold">
                            <p:stCondLst>
                              <p:cond delay="0"/>
                            </p:stCondLst>
                            <p:childTnLst>
                              <p:par>
                                <p:cTn id="9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7" fill="hold">
                      <p:stCondLst>
                        <p:cond delay="indefinite"/>
                      </p:stCondLst>
                      <p:childTnLst>
                        <p:par>
                          <p:cTn id="98" fill="hold">
                            <p:stCondLst>
                              <p:cond delay="0"/>
                            </p:stCondLst>
                            <p:childTnLst>
                              <p:par>
                                <p:cTn id="9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1217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01" fill="hold">
                      <p:stCondLst>
                        <p:cond delay="indefinite"/>
                      </p:stCondLst>
                      <p:childTnLst>
                        <p:par>
                          <p:cTn id="102" fill="hold">
                            <p:stCondLst>
                              <p:cond delay="0"/>
                            </p:stCondLst>
                            <p:childTnLst>
                              <p:par>
                                <p:cTn id="103" presetID="1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slide(fromLeft)">
                                      <p:cBhvr>
                                        <p:cTn id="105" dur="50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412117" grpId="0"/>
      <p:bldP spid="1412118" grpId="0"/>
      <p:bldP spid="1412177" grpId="0"/>
      <p:bldP spid="17" grpId="0" bldLvl="0" animBg="1"/>
      <p:bldP spid="97" grpId="0" bldLvl="0" animBg="1"/>
    </p:bldLst>
  </p:timing>
</p:sld>
</file>

<file path=ppt/slides/slide4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5" name="灯片编号占位符 5"/>
          <p:cNvSpPr txBox="1">
            <a:spLocks noGrp="1"/>
          </p:cNvSpPr>
          <p:nvPr>
            <p:ph type="sldNum" sz="quarter" idx="4"/>
          </p:nvPr>
        </p:nvSpPr>
        <p:spPr bwMode="auto"/>
        <p:txBody>
          <a:bodyPr wrap="square" lIns="91440" tIns="45720" rIns="91440" bIns="45720" numCol="1" anchor="b" anchorCtr="0" compatLnSpc="1"/>
          <a:lstStyle>
            <a:lvl1pPr eaLnBrk="0" hangingPunct="0">
              <a:defRPr sz="2000" b="1">
                <a:solidFill>
                  <a:schemeClr val="tx1"/>
                </a:solidFill>
                <a:latin typeface="Tahoma" panose="020B0604030504040204" pitchFamily="34" charset="0"/>
                <a:ea typeface="黑体" panose="02010609060101010101" pitchFamily="49" charset="-122"/>
              </a:defRPr>
            </a:lvl1pPr>
            <a:lvl2pPr marL="742950" indent="-285750" eaLnBrk="0" hangingPunct="0">
              <a:defRPr sz="2000" b="1">
                <a:solidFill>
                  <a:schemeClr val="tx1"/>
                </a:solidFill>
                <a:latin typeface="Tahoma" panose="020B0604030504040204" pitchFamily="34" charset="0"/>
                <a:ea typeface="黑体" panose="02010609060101010101" pitchFamily="49" charset="-122"/>
              </a:defRPr>
            </a:lvl2pPr>
            <a:lvl3pPr marL="1143000" indent="-228600" eaLnBrk="0" hangingPunct="0">
              <a:defRPr sz="2000" b="1">
                <a:solidFill>
                  <a:schemeClr val="tx1"/>
                </a:solidFill>
                <a:latin typeface="Tahoma" panose="020B0604030504040204" pitchFamily="34" charset="0"/>
                <a:ea typeface="黑体" panose="02010609060101010101" pitchFamily="49" charset="-122"/>
              </a:defRPr>
            </a:lvl3pPr>
            <a:lvl4pPr marL="1600200" indent="-228600" eaLnBrk="0" hangingPunct="0">
              <a:defRPr sz="2000" b="1">
                <a:solidFill>
                  <a:schemeClr val="tx1"/>
                </a:solidFill>
                <a:latin typeface="Tahoma" panose="020B0604030504040204" pitchFamily="34" charset="0"/>
                <a:ea typeface="黑体" panose="02010609060101010101" pitchFamily="49" charset="-122"/>
              </a:defRPr>
            </a:lvl4pPr>
            <a:lvl5pPr marL="2057400" indent="-228600" eaLnBrk="0" hangingPunct="0">
              <a:defRPr sz="2000" b="1">
                <a:solidFill>
                  <a:schemeClr val="tx1"/>
                </a:solidFill>
                <a:latin typeface="Tahoma" panose="020B0604030504040204" pitchFamily="34" charset="0"/>
                <a:ea typeface="黑体" panose="02010609060101010101" pitchFamily="49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000" b="1">
                <a:solidFill>
                  <a:schemeClr val="tx1"/>
                </a:solidFill>
                <a:latin typeface="Tahoma" panose="020B0604030504040204" pitchFamily="34" charset="0"/>
                <a:ea typeface="黑体" panose="02010609060101010101" pitchFamily="49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000" b="1">
                <a:solidFill>
                  <a:schemeClr val="tx1"/>
                </a:solidFill>
                <a:latin typeface="Tahoma" panose="020B0604030504040204" pitchFamily="34" charset="0"/>
                <a:ea typeface="黑体" panose="02010609060101010101" pitchFamily="49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000" b="1">
                <a:solidFill>
                  <a:schemeClr val="tx1"/>
                </a:solidFill>
                <a:latin typeface="Tahoma" panose="020B0604030504040204" pitchFamily="34" charset="0"/>
                <a:ea typeface="黑体" panose="02010609060101010101" pitchFamily="49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000" b="1">
                <a:solidFill>
                  <a:schemeClr val="tx1"/>
                </a:solidFill>
                <a:latin typeface="Tahoma" panose="020B0604030504040204" pitchFamily="34" charset="0"/>
                <a:ea typeface="黑体" panose="02010609060101010101" pitchFamily="49" charset="-122"/>
              </a:defRPr>
            </a:lvl9pPr>
          </a:lstStyle>
          <a:p>
            <a:pPr marL="0" marR="0" lvl="0" indent="0" algn="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fld id="{B53897B4-9274-434F-987A-AB77A8865F49}" type="slidenum">
              <a:rPr kumimoji="0" lang="en-US" altLang="zh-CN" sz="1200" b="0" i="0" u="none" strike="noStrike" kern="1200" cap="none" spc="0" normalizeH="0" baseline="0" noProof="0">
                <a:ln>
                  <a:noFill/>
                </a:ln>
                <a:solidFill>
                  <a:schemeClr val="tx1"/>
                </a:solidFill>
                <a:effectLst>
                  <a:outerShdw blurRad="38100" dist="38100" dir="2700000" algn="tl">
                    <a:srgbClr val="000000"/>
                  </a:outerShdw>
                </a:effectLst>
                <a:uLnTx/>
                <a:uFillTx/>
                <a:latin typeface="Tahoma" panose="020B0604030504040204" pitchFamily="34" charset="0"/>
                <a:ea typeface="宋体" panose="02010600030101010101" pitchFamily="2" charset="-122"/>
                <a:cs typeface="+mn-cs"/>
              </a:rPr>
            </a:fld>
            <a:endParaRPr kumimoji="0" lang="en-US" altLang="zh-CN" sz="1200" b="0" i="0" u="none" strike="noStrike" kern="1200" cap="none" spc="0" normalizeH="0" baseline="0" noProof="0">
              <a:ln>
                <a:noFill/>
              </a:ln>
              <a:solidFill>
                <a:schemeClr val="tx1"/>
              </a:solidFill>
              <a:effectLst>
                <a:outerShdw blurRad="38100" dist="38100" dir="2700000" algn="tl">
                  <a:srgbClr val="000000"/>
                </a:outerShdw>
              </a:effectLst>
              <a:uLnTx/>
              <a:uFillTx/>
              <a:latin typeface="Tahoma" panose="020B0604030504040204" pitchFamily="34" charset="0"/>
              <a:ea typeface="宋体" panose="02010600030101010101" pitchFamily="2" charset="-122"/>
              <a:cs typeface="+mn-cs"/>
            </a:endParaRPr>
          </a:p>
        </p:txBody>
      </p:sp>
      <p:sp>
        <p:nvSpPr>
          <p:cNvPr id="1414147" name="Rectangle 3"/>
          <p:cNvSpPr>
            <a:spLocks noGrp="1" noChangeArrowheads="1"/>
          </p:cNvSpPr>
          <p:nvPr>
            <p:ph idx="1"/>
          </p:nvPr>
        </p:nvSpPr>
        <p:spPr>
          <a:xfrm>
            <a:off x="0" y="188913"/>
            <a:ext cx="12192000" cy="5256213"/>
          </a:xfrm>
        </p:spPr>
        <p:txBody>
          <a:bodyPr vert="horz" wrap="square" lIns="91440" tIns="45720" rIns="91440" bIns="45720" numCol="1" anchor="t" anchorCtr="0" compatLnSpc="1"/>
          <a:lstStyle/>
          <a:p>
            <a:pPr marL="342900" marR="0" lvl="0" indent="-342900" algn="l" defTabSz="914400" rtl="0" eaLnBrk="1" fontAlgn="base" latinLnBrk="0" hangingPunct="1">
              <a:lnSpc>
                <a:spcPct val="100000"/>
              </a:lnSpc>
              <a:spcBef>
                <a:spcPct val="35000"/>
              </a:spcBef>
              <a:spcAft>
                <a:spcPct val="35000"/>
              </a:spcAft>
              <a:buClr>
                <a:schemeClr val="hlink"/>
              </a:buClr>
              <a:buSzPct val="80000"/>
              <a:buFont typeface="Wingdings" panose="05000000000000000000" pitchFamily="2" charset="2"/>
              <a:buNone/>
              <a:defRPr/>
            </a:pPr>
            <a:r>
              <a:rPr kumimoji="0" lang="zh-CN" altLang="en-US" sz="2400" b="1" i="0" u="none" strike="noStrike" kern="0" cap="none" spc="0" normalizeH="0" baseline="0" noProof="0" dirty="0">
                <a:ln>
                  <a:noFill/>
                </a:ln>
                <a:solidFill>
                  <a:schemeClr val="tx1"/>
                </a:solidFill>
                <a:effectLst>
                  <a:outerShdw blurRad="38100" dist="38100" dir="2700000" algn="tl">
                    <a:srgbClr val="000000"/>
                  </a:outerShdw>
                </a:effectLst>
                <a:uLnTx/>
                <a:uFillTx/>
                <a:latin typeface="+mn-lt"/>
                <a:ea typeface="黑体" panose="02010609060101010101" pitchFamily="49" charset="-122"/>
                <a:cs typeface="+mn-cs"/>
              </a:rPr>
              <a:t>         用一个 </a:t>
            </a:r>
            <a:r>
              <a:rPr kumimoji="0" lang="en-US" altLang="zh-CN" sz="2400" b="1" i="0" u="none" strike="noStrike" kern="0" cap="none" spc="0" normalizeH="0" baseline="0" noProof="0" dirty="0">
                <a:ln>
                  <a:noFill/>
                </a:ln>
                <a:solidFill>
                  <a:schemeClr val="tx1"/>
                </a:solidFill>
                <a:effectLst>
                  <a:outerShdw blurRad="38100" dist="38100" dir="2700000" algn="tl">
                    <a:srgbClr val="000000"/>
                  </a:outerShdw>
                </a:effectLst>
                <a:uLnTx/>
                <a:uFillTx/>
                <a:latin typeface="+mn-lt"/>
                <a:ea typeface="黑体" panose="02010609060101010101" pitchFamily="49" charset="-122"/>
                <a:cs typeface="+mn-cs"/>
              </a:rPr>
              <a:t>bool </a:t>
            </a:r>
            <a:r>
              <a:rPr kumimoji="0" lang="zh-CN" altLang="en-US" sz="2400" b="1" i="0" u="none" strike="noStrike" kern="0" cap="none" spc="0" normalizeH="0" baseline="0" noProof="0" dirty="0">
                <a:ln>
                  <a:noFill/>
                </a:ln>
                <a:solidFill>
                  <a:schemeClr val="tx1"/>
                </a:solidFill>
                <a:effectLst>
                  <a:outerShdw blurRad="38100" dist="38100" dir="2700000" algn="tl">
                    <a:srgbClr val="000000"/>
                  </a:outerShdw>
                </a:effectLst>
                <a:uLnTx/>
                <a:uFillTx/>
                <a:latin typeface="+mn-lt"/>
                <a:ea typeface="黑体" panose="02010609060101010101" pitchFamily="49" charset="-122"/>
                <a:cs typeface="+mn-cs"/>
              </a:rPr>
              <a:t>型变量</a:t>
            </a:r>
            <a:r>
              <a:rPr kumimoji="0" lang="en-US" altLang="zh-CN" sz="2400" b="1" i="0" u="none" strike="noStrike" kern="0" cap="none" spc="0" normalizeH="0" baseline="0" noProof="0" dirty="0">
                <a:ln>
                  <a:noFill/>
                </a:ln>
                <a:solidFill>
                  <a:schemeClr val="tx1"/>
                </a:solidFill>
                <a:effectLst>
                  <a:outerShdw blurRad="38100" dist="38100" dir="2700000" algn="tl">
                    <a:srgbClr val="000000"/>
                  </a:outerShdw>
                </a:effectLst>
                <a:uLnTx/>
                <a:uFillTx/>
                <a:latin typeface="+mn-lt"/>
                <a:ea typeface="黑体" panose="02010609060101010101" pitchFamily="49" charset="-122"/>
                <a:cs typeface="+mn-cs"/>
              </a:rPr>
              <a:t>flag</a:t>
            </a:r>
            <a:r>
              <a:rPr kumimoji="0" lang="zh-CN" altLang="en-US" sz="2400" b="1" i="0" u="none" strike="noStrike" kern="0" cap="none" spc="0" normalizeH="0" baseline="0" noProof="0" dirty="0">
                <a:ln>
                  <a:noFill/>
                </a:ln>
                <a:solidFill>
                  <a:schemeClr val="tx1"/>
                </a:solidFill>
                <a:effectLst>
                  <a:outerShdw blurRad="38100" dist="38100" dir="2700000" algn="tl">
                    <a:srgbClr val="000000"/>
                  </a:outerShdw>
                </a:effectLst>
                <a:uLnTx/>
                <a:uFillTx/>
                <a:latin typeface="+mn-lt"/>
                <a:ea typeface="黑体" panose="02010609060101010101" pitchFamily="49" charset="-122"/>
                <a:cs typeface="+mn-cs"/>
              </a:rPr>
              <a:t>，标志一次扫描过程中是否有数据交换，判断是否需要进行下一轮扫描步骤</a:t>
            </a:r>
            <a:endParaRPr kumimoji="0" lang="zh-CN" altLang="en-US" sz="2400" b="1" i="0" u="none" strike="noStrike" kern="0" cap="none" spc="0" normalizeH="0" baseline="0" noProof="0" dirty="0">
              <a:ln>
                <a:noFill/>
              </a:ln>
              <a:solidFill>
                <a:schemeClr val="tx1"/>
              </a:solidFill>
              <a:effectLst>
                <a:outerShdw blurRad="38100" dist="38100" dir="2700000" algn="tl">
                  <a:srgbClr val="000000"/>
                </a:outerShdw>
              </a:effectLst>
              <a:uLnTx/>
              <a:uFillTx/>
              <a:latin typeface="+mn-lt"/>
              <a:ea typeface="黑体" panose="02010609060101010101" pitchFamily="49" charset="-122"/>
              <a:cs typeface="+mn-cs"/>
            </a:endParaRPr>
          </a:p>
          <a:p>
            <a:pPr marL="342900" marR="0" lvl="0" indent="-342900" algn="l" defTabSz="914400" rtl="0" eaLnBrk="1" fontAlgn="base" latinLnBrk="0" hangingPunct="1">
              <a:lnSpc>
                <a:spcPct val="100000"/>
              </a:lnSpc>
              <a:spcBef>
                <a:spcPct val="35000"/>
              </a:spcBef>
              <a:spcAft>
                <a:spcPct val="35000"/>
              </a:spcAft>
              <a:buClr>
                <a:schemeClr val="hlink"/>
              </a:buClr>
              <a:buSzPct val="80000"/>
              <a:buFont typeface="Wingdings" panose="05000000000000000000" pitchFamily="2" charset="2"/>
              <a:buNone/>
              <a:defRPr/>
            </a:pPr>
            <a:endParaRPr kumimoji="0" lang="zh-CN" altLang="en-US" sz="2400" b="1" i="0" u="none" strike="noStrike" kern="0" cap="none" spc="0" normalizeH="0" baseline="0" noProof="0" dirty="0">
              <a:ln>
                <a:noFill/>
              </a:ln>
              <a:solidFill>
                <a:schemeClr val="tx1"/>
              </a:solidFill>
              <a:effectLst>
                <a:outerShdw blurRad="38100" dist="38100" dir="2700000" algn="tl">
                  <a:srgbClr val="000000"/>
                </a:outerShdw>
              </a:effectLst>
              <a:uLnTx/>
              <a:uFillTx/>
              <a:latin typeface="+mn-lt"/>
              <a:ea typeface="黑体" panose="02010609060101010101" pitchFamily="49" charset="-122"/>
              <a:cs typeface="+mn-cs"/>
            </a:endParaRPr>
          </a:p>
          <a:p>
            <a:pPr marL="742950" marR="0" lvl="1" indent="-285750" algn="l" defTabSz="914400" rtl="0" eaLnBrk="1" fontAlgn="base" latinLnBrk="0" hangingPunct="1">
              <a:lnSpc>
                <a:spcPct val="100000"/>
              </a:lnSpc>
              <a:spcBef>
                <a:spcPct val="35000"/>
              </a:spcBef>
              <a:spcAft>
                <a:spcPct val="35000"/>
              </a:spcAft>
              <a:buClr>
                <a:schemeClr val="tx1"/>
              </a:buClr>
              <a:buSzTx/>
              <a:buFontTx/>
              <a:buChar char="–"/>
              <a:defRPr/>
            </a:pPr>
            <a:r>
              <a:rPr kumimoji="0" lang="zh-CN" altLang="en-US" sz="2400" b="1" i="0" u="none" strike="noStrike" kern="0" cap="none" spc="0" normalizeH="0" baseline="0" noProof="0" dirty="0">
                <a:ln>
                  <a:noFill/>
                </a:ln>
                <a:solidFill>
                  <a:schemeClr val="tx1"/>
                </a:solidFill>
                <a:effectLst>
                  <a:outerShdw blurRad="38100" dist="38100" dir="2700000" algn="tl">
                    <a:srgbClr val="000000"/>
                  </a:outerShdw>
                </a:effectLst>
                <a:uLnTx/>
                <a:uFillTx/>
                <a:latin typeface="+mn-lt"/>
                <a:ea typeface="黑体" panose="02010609060101010101" pitchFamily="49" charset="-122"/>
              </a:rPr>
              <a:t>每次扫描开始令 </a:t>
            </a:r>
            <a:r>
              <a:rPr kumimoji="0" lang="en-US" altLang="zh-CN" sz="2400" b="1" i="0" u="none" strike="noStrike" kern="0" cap="none" spc="0" normalizeH="0" baseline="0" noProof="0" dirty="0">
                <a:ln>
                  <a:noFill/>
                </a:ln>
                <a:solidFill>
                  <a:schemeClr val="tx1"/>
                </a:solidFill>
                <a:effectLst>
                  <a:outerShdw blurRad="38100" dist="38100" dir="2700000" algn="tl">
                    <a:srgbClr val="000000"/>
                  </a:outerShdw>
                </a:effectLst>
                <a:uLnTx/>
                <a:uFillTx/>
                <a:latin typeface="+mn-lt"/>
                <a:ea typeface="黑体" panose="02010609060101010101" pitchFamily="49" charset="-122"/>
              </a:rPr>
              <a:t>flag=false </a:t>
            </a:r>
            <a:r>
              <a:rPr kumimoji="0" lang="zh-CN" altLang="en-US" sz="2400" b="1" i="0" u="none" strike="noStrike" kern="0" cap="none" spc="0" normalizeH="0" baseline="0" noProof="0" dirty="0">
                <a:ln>
                  <a:noFill/>
                </a:ln>
                <a:solidFill>
                  <a:schemeClr val="tx1"/>
                </a:solidFill>
                <a:effectLst>
                  <a:outerShdw blurRad="38100" dist="38100" dir="2700000" algn="tl">
                    <a:srgbClr val="000000"/>
                  </a:outerShdw>
                </a:effectLst>
                <a:uLnTx/>
                <a:uFillTx/>
                <a:latin typeface="+mn-lt"/>
                <a:ea typeface="黑体" panose="02010609060101010101" pitchFamily="49" charset="-122"/>
              </a:rPr>
              <a:t>，假设没有数据交换</a:t>
            </a:r>
            <a:endParaRPr kumimoji="0" lang="zh-CN" altLang="en-US" sz="2400" b="1" i="0" u="none" strike="noStrike" kern="0" cap="none" spc="0" normalizeH="0" baseline="0" noProof="0" dirty="0">
              <a:ln>
                <a:noFill/>
              </a:ln>
              <a:solidFill>
                <a:schemeClr val="tx1"/>
              </a:solidFill>
              <a:effectLst>
                <a:outerShdw blurRad="38100" dist="38100" dir="2700000" algn="tl">
                  <a:srgbClr val="000000"/>
                </a:outerShdw>
              </a:effectLst>
              <a:uLnTx/>
              <a:uFillTx/>
              <a:latin typeface="+mn-lt"/>
              <a:ea typeface="黑体" panose="02010609060101010101" pitchFamily="49" charset="-122"/>
            </a:endParaRPr>
          </a:p>
          <a:p>
            <a:pPr marL="742950" marR="0" lvl="1" indent="-285750" algn="l" defTabSz="914400" rtl="0" eaLnBrk="1" fontAlgn="base" latinLnBrk="0" hangingPunct="1">
              <a:lnSpc>
                <a:spcPct val="100000"/>
              </a:lnSpc>
              <a:spcBef>
                <a:spcPct val="35000"/>
              </a:spcBef>
              <a:spcAft>
                <a:spcPct val="35000"/>
              </a:spcAft>
              <a:buClr>
                <a:schemeClr val="tx1"/>
              </a:buClr>
              <a:buSzTx/>
              <a:buFontTx/>
              <a:buChar char="–"/>
              <a:defRPr/>
            </a:pPr>
            <a:r>
              <a:rPr kumimoji="0" lang="zh-CN" altLang="en-US" sz="2400" b="1" i="0" u="none" strike="noStrike" kern="0" cap="none" spc="0" normalizeH="0" baseline="0" noProof="0" dirty="0">
                <a:ln>
                  <a:noFill/>
                </a:ln>
                <a:solidFill>
                  <a:schemeClr val="tx1"/>
                </a:solidFill>
                <a:effectLst>
                  <a:outerShdw blurRad="38100" dist="38100" dir="2700000" algn="tl">
                    <a:srgbClr val="000000"/>
                  </a:outerShdw>
                </a:effectLst>
                <a:uLnTx/>
                <a:uFillTx/>
                <a:latin typeface="+mn-lt"/>
                <a:ea typeface="黑体" panose="02010609060101010101" pitchFamily="49" charset="-122"/>
              </a:rPr>
              <a:t>然后，当有数据交换时令 </a:t>
            </a:r>
            <a:r>
              <a:rPr kumimoji="0" lang="en-US" altLang="zh-CN" sz="2400" b="1" i="0" u="none" strike="noStrike" kern="0" cap="none" spc="0" normalizeH="0" baseline="0" noProof="0" dirty="0">
                <a:ln>
                  <a:noFill/>
                </a:ln>
                <a:solidFill>
                  <a:schemeClr val="tx1"/>
                </a:solidFill>
                <a:effectLst>
                  <a:outerShdw blurRad="38100" dist="38100" dir="2700000" algn="tl">
                    <a:srgbClr val="000000"/>
                  </a:outerShdw>
                </a:effectLst>
                <a:uLnTx/>
                <a:uFillTx/>
                <a:latin typeface="+mn-lt"/>
                <a:ea typeface="黑体" panose="02010609060101010101" pitchFamily="49" charset="-122"/>
              </a:rPr>
              <a:t>flag=true</a:t>
            </a:r>
            <a:endParaRPr kumimoji="0" lang="en-US" altLang="zh-CN" sz="2400" b="1" i="0" u="none" strike="noStrike" kern="0" cap="none" spc="0" normalizeH="0" baseline="0" noProof="0" dirty="0">
              <a:ln>
                <a:noFill/>
              </a:ln>
              <a:solidFill>
                <a:schemeClr val="tx1"/>
              </a:solidFill>
              <a:effectLst>
                <a:outerShdw blurRad="38100" dist="38100" dir="2700000" algn="tl">
                  <a:srgbClr val="000000"/>
                </a:outerShdw>
              </a:effectLst>
              <a:uLnTx/>
              <a:uFillTx/>
              <a:latin typeface="+mn-lt"/>
              <a:ea typeface="黑体" panose="02010609060101010101" pitchFamily="49" charset="-122"/>
            </a:endParaRPr>
          </a:p>
          <a:p>
            <a:pPr marL="742950" marR="0" lvl="1" indent="-285750" algn="l" defTabSz="914400" rtl="0" eaLnBrk="1" fontAlgn="base" latinLnBrk="0" hangingPunct="1">
              <a:lnSpc>
                <a:spcPct val="100000"/>
              </a:lnSpc>
              <a:spcBef>
                <a:spcPct val="35000"/>
              </a:spcBef>
              <a:spcAft>
                <a:spcPct val="35000"/>
              </a:spcAft>
              <a:buClr>
                <a:schemeClr val="tx1"/>
              </a:buClr>
              <a:buSzTx/>
              <a:buFontTx/>
              <a:buChar char="–"/>
              <a:defRPr/>
            </a:pPr>
            <a:r>
              <a:rPr kumimoji="0" lang="zh-CN" altLang="en-US" sz="2400" b="1" i="0" u="none" strike="noStrike" kern="0" cap="none" spc="0" normalizeH="0" baseline="0" noProof="0" dirty="0">
                <a:ln>
                  <a:noFill/>
                </a:ln>
                <a:solidFill>
                  <a:schemeClr val="tx1"/>
                </a:solidFill>
                <a:effectLst>
                  <a:outerShdw blurRad="38100" dist="38100" dir="2700000" algn="tl">
                    <a:srgbClr val="000000"/>
                  </a:outerShdw>
                </a:effectLst>
                <a:uLnTx/>
                <a:uFillTx/>
                <a:latin typeface="+mn-lt"/>
                <a:ea typeface="黑体" panose="02010609060101010101" pitchFamily="49" charset="-122"/>
              </a:rPr>
              <a:t>最后在一遍扫描结束后</a:t>
            </a:r>
            <a:r>
              <a:rPr kumimoji="0" lang="en-US" altLang="zh-CN" sz="2400" b="1" i="0" u="none" strike="noStrike" kern="0" cap="none" spc="0" normalizeH="0" baseline="0" noProof="0" dirty="0">
                <a:ln>
                  <a:noFill/>
                </a:ln>
                <a:solidFill>
                  <a:schemeClr val="tx1"/>
                </a:solidFill>
                <a:effectLst>
                  <a:outerShdw blurRad="38100" dist="38100" dir="2700000" algn="tl">
                    <a:srgbClr val="000000"/>
                  </a:outerShdw>
                </a:effectLst>
                <a:uLnTx/>
                <a:uFillTx/>
                <a:latin typeface="+mn-lt"/>
                <a:ea typeface="黑体" panose="02010609060101010101" pitchFamily="49" charset="-122"/>
              </a:rPr>
              <a:t>:</a:t>
            </a:r>
            <a:endParaRPr kumimoji="0" lang="en-US" altLang="zh-CN" sz="2400" b="1" i="0" u="none" strike="noStrike" kern="0" cap="none" spc="0" normalizeH="0" baseline="0" noProof="0" dirty="0">
              <a:ln>
                <a:noFill/>
              </a:ln>
              <a:solidFill>
                <a:schemeClr val="tx1"/>
              </a:solidFill>
              <a:effectLst>
                <a:outerShdw blurRad="38100" dist="38100" dir="2700000" algn="tl">
                  <a:srgbClr val="000000"/>
                </a:outerShdw>
              </a:effectLst>
              <a:uLnTx/>
              <a:uFillTx/>
              <a:latin typeface="+mn-lt"/>
              <a:ea typeface="黑体" panose="02010609060101010101" pitchFamily="49" charset="-122"/>
            </a:endParaRPr>
          </a:p>
          <a:p>
            <a:pPr marL="1143000" marR="0" lvl="2" indent="-228600" algn="l" defTabSz="914400" rtl="0" eaLnBrk="1" fontAlgn="base" latinLnBrk="0" hangingPunct="1">
              <a:lnSpc>
                <a:spcPct val="100000"/>
              </a:lnSpc>
              <a:spcBef>
                <a:spcPct val="35000"/>
              </a:spcBef>
              <a:spcAft>
                <a:spcPct val="35000"/>
              </a:spcAft>
              <a:buClr>
                <a:schemeClr val="hlink"/>
              </a:buClr>
              <a:buSzTx/>
              <a:buFont typeface="Wingdings" panose="05000000000000000000" pitchFamily="2" charset="2"/>
              <a:buChar char="§"/>
              <a:defRPr/>
            </a:pPr>
            <a:r>
              <a:rPr kumimoji="0" lang="zh-CN" altLang="en-US" sz="2400" b="1" i="0" u="none" strike="noStrike" kern="0" cap="none" spc="0" normalizeH="0" baseline="0" noProof="0" dirty="0">
                <a:ln>
                  <a:noFill/>
                </a:ln>
                <a:solidFill>
                  <a:schemeClr val="tx1"/>
                </a:solidFill>
                <a:effectLst>
                  <a:outerShdw blurRad="38100" dist="38100" dir="2700000" algn="tl">
                    <a:srgbClr val="000000"/>
                  </a:outerShdw>
                </a:effectLst>
                <a:uLnTx/>
                <a:uFillTx/>
                <a:latin typeface="+mn-lt"/>
                <a:ea typeface="黑体" panose="02010609060101010101" pitchFamily="49" charset="-122"/>
              </a:rPr>
              <a:t>若 </a:t>
            </a:r>
            <a:r>
              <a:rPr kumimoji="0" lang="en-US" altLang="zh-CN" sz="2400" b="1" i="0" u="none" strike="noStrike" kern="0" cap="none" spc="0" normalizeH="0" baseline="0" noProof="0" dirty="0">
                <a:ln>
                  <a:noFill/>
                </a:ln>
                <a:solidFill>
                  <a:schemeClr val="tx1"/>
                </a:solidFill>
                <a:effectLst>
                  <a:outerShdw blurRad="38100" dist="38100" dir="2700000" algn="tl">
                    <a:srgbClr val="000000"/>
                  </a:outerShdw>
                </a:effectLst>
                <a:uLnTx/>
                <a:uFillTx/>
                <a:latin typeface="+mn-lt"/>
                <a:ea typeface="黑体" panose="02010609060101010101" pitchFamily="49" charset="-122"/>
              </a:rPr>
              <a:t>flag==true </a:t>
            </a:r>
            <a:r>
              <a:rPr kumimoji="0" lang="zh-CN" altLang="en-US" sz="2400" b="1" i="0" u="none" strike="noStrike" kern="0" cap="none" spc="0" normalizeH="0" baseline="0" noProof="0" dirty="0">
                <a:ln>
                  <a:noFill/>
                </a:ln>
                <a:solidFill>
                  <a:schemeClr val="tx1"/>
                </a:solidFill>
                <a:effectLst>
                  <a:outerShdw blurRad="38100" dist="38100" dir="2700000" algn="tl">
                    <a:srgbClr val="000000"/>
                  </a:outerShdw>
                </a:effectLst>
                <a:uLnTx/>
                <a:uFillTx/>
                <a:latin typeface="+mn-lt"/>
                <a:ea typeface="黑体" panose="02010609060101010101" pitchFamily="49" charset="-122"/>
              </a:rPr>
              <a:t>则说明本次扫描有数据交换，还应进行下一次扫描</a:t>
            </a:r>
            <a:endParaRPr kumimoji="0" lang="zh-CN" altLang="en-US" sz="2400" b="1" i="0" u="none" strike="noStrike" kern="0" cap="none" spc="0" normalizeH="0" baseline="0" noProof="0" dirty="0">
              <a:ln>
                <a:noFill/>
              </a:ln>
              <a:solidFill>
                <a:schemeClr val="tx1"/>
              </a:solidFill>
              <a:effectLst>
                <a:outerShdw blurRad="38100" dist="38100" dir="2700000" algn="tl">
                  <a:srgbClr val="000000"/>
                </a:outerShdw>
              </a:effectLst>
              <a:uLnTx/>
              <a:uFillTx/>
              <a:latin typeface="+mn-lt"/>
              <a:ea typeface="黑体" panose="02010609060101010101" pitchFamily="49" charset="-122"/>
            </a:endParaRPr>
          </a:p>
          <a:p>
            <a:pPr marL="1143000" marR="0" lvl="2" indent="-228600" algn="l" defTabSz="914400" rtl="0" eaLnBrk="1" fontAlgn="base" latinLnBrk="0" hangingPunct="1">
              <a:lnSpc>
                <a:spcPct val="100000"/>
              </a:lnSpc>
              <a:spcBef>
                <a:spcPct val="35000"/>
              </a:spcBef>
              <a:spcAft>
                <a:spcPct val="35000"/>
              </a:spcAft>
              <a:buClr>
                <a:schemeClr val="hlink"/>
              </a:buClr>
              <a:buSzTx/>
              <a:buFont typeface="Wingdings" panose="05000000000000000000" pitchFamily="2" charset="2"/>
              <a:buChar char="§"/>
              <a:defRPr/>
            </a:pPr>
            <a:r>
              <a:rPr kumimoji="0" lang="zh-CN" altLang="en-US" sz="2400" b="1" i="0" u="none" strike="noStrike" kern="0" cap="none" spc="0" normalizeH="0" baseline="0" noProof="0" dirty="0">
                <a:ln>
                  <a:noFill/>
                </a:ln>
                <a:solidFill>
                  <a:schemeClr val="tx1"/>
                </a:solidFill>
                <a:effectLst>
                  <a:outerShdw blurRad="38100" dist="38100" dir="2700000" algn="tl">
                    <a:srgbClr val="000000"/>
                  </a:outerShdw>
                </a:effectLst>
                <a:uLnTx/>
                <a:uFillTx/>
                <a:latin typeface="+mn-lt"/>
                <a:ea typeface="黑体" panose="02010609060101010101" pitchFamily="49" charset="-122"/>
              </a:rPr>
              <a:t>否则扫描终止</a:t>
            </a:r>
            <a:endParaRPr kumimoji="0" lang="zh-CN" altLang="en-US" sz="2400" b="1" i="0" u="none" strike="noStrike" kern="0" cap="none" spc="0" normalizeH="0" baseline="0" noProof="0" dirty="0">
              <a:ln>
                <a:noFill/>
              </a:ln>
              <a:solidFill>
                <a:schemeClr val="tx1"/>
              </a:solidFill>
              <a:effectLst>
                <a:outerShdw blurRad="38100" dist="38100" dir="2700000" algn="tl">
                  <a:srgbClr val="000000"/>
                </a:outerShdw>
              </a:effectLst>
              <a:uLnTx/>
              <a:uFillTx/>
              <a:latin typeface="+mn-lt"/>
              <a:ea typeface="黑体" panose="02010609060101010101" pitchFamily="49" charset="-122"/>
            </a:endParaRPr>
          </a:p>
        </p:txBody>
      </p:sp>
    </p:spTree>
  </p:cSld>
  <p:clrMapOvr>
    <a:masterClrMapping/>
  </p:clrMapOvr>
  <p:transition>
    <p:random/>
  </p:transition>
</p:sld>
</file>

<file path=ppt/slides/slide4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30" name="灯片编号占位符 5"/>
          <p:cNvSpPr txBox="1">
            <a:spLocks noGrp="1"/>
          </p:cNvSpPr>
          <p:nvPr>
            <p:ph type="sldNum" sz="quarter" idx="4"/>
          </p:nvPr>
        </p:nvSpPr>
        <p:spPr bwMode="auto"/>
        <p:txBody>
          <a:bodyPr wrap="square" lIns="91440" tIns="45720" rIns="91440" bIns="45720" numCol="1" anchor="b" anchorCtr="0" compatLnSpc="1"/>
          <a:lstStyle>
            <a:lvl1pPr eaLnBrk="0" hangingPunct="0">
              <a:defRPr sz="2000" b="1">
                <a:solidFill>
                  <a:schemeClr val="tx1"/>
                </a:solidFill>
                <a:latin typeface="Tahoma" panose="020B0604030504040204" pitchFamily="34" charset="0"/>
                <a:ea typeface="黑体" panose="02010609060101010101" pitchFamily="49" charset="-122"/>
              </a:defRPr>
            </a:lvl1pPr>
            <a:lvl2pPr marL="742950" indent="-285750" eaLnBrk="0" hangingPunct="0">
              <a:defRPr sz="2000" b="1">
                <a:solidFill>
                  <a:schemeClr val="tx1"/>
                </a:solidFill>
                <a:latin typeface="Tahoma" panose="020B0604030504040204" pitchFamily="34" charset="0"/>
                <a:ea typeface="黑体" panose="02010609060101010101" pitchFamily="49" charset="-122"/>
              </a:defRPr>
            </a:lvl2pPr>
            <a:lvl3pPr marL="1143000" indent="-228600" eaLnBrk="0" hangingPunct="0">
              <a:defRPr sz="2000" b="1">
                <a:solidFill>
                  <a:schemeClr val="tx1"/>
                </a:solidFill>
                <a:latin typeface="Tahoma" panose="020B0604030504040204" pitchFamily="34" charset="0"/>
                <a:ea typeface="黑体" panose="02010609060101010101" pitchFamily="49" charset="-122"/>
              </a:defRPr>
            </a:lvl3pPr>
            <a:lvl4pPr marL="1600200" indent="-228600" eaLnBrk="0" hangingPunct="0">
              <a:defRPr sz="2000" b="1">
                <a:solidFill>
                  <a:schemeClr val="tx1"/>
                </a:solidFill>
                <a:latin typeface="Tahoma" panose="020B0604030504040204" pitchFamily="34" charset="0"/>
                <a:ea typeface="黑体" panose="02010609060101010101" pitchFamily="49" charset="-122"/>
              </a:defRPr>
            </a:lvl4pPr>
            <a:lvl5pPr marL="2057400" indent="-228600" eaLnBrk="0" hangingPunct="0">
              <a:defRPr sz="2000" b="1">
                <a:solidFill>
                  <a:schemeClr val="tx1"/>
                </a:solidFill>
                <a:latin typeface="Tahoma" panose="020B0604030504040204" pitchFamily="34" charset="0"/>
                <a:ea typeface="黑体" panose="02010609060101010101" pitchFamily="49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000" b="1">
                <a:solidFill>
                  <a:schemeClr val="tx1"/>
                </a:solidFill>
                <a:latin typeface="Tahoma" panose="020B0604030504040204" pitchFamily="34" charset="0"/>
                <a:ea typeface="黑体" panose="02010609060101010101" pitchFamily="49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000" b="1">
                <a:solidFill>
                  <a:schemeClr val="tx1"/>
                </a:solidFill>
                <a:latin typeface="Tahoma" panose="020B0604030504040204" pitchFamily="34" charset="0"/>
                <a:ea typeface="黑体" panose="02010609060101010101" pitchFamily="49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000" b="1">
                <a:solidFill>
                  <a:schemeClr val="tx1"/>
                </a:solidFill>
                <a:latin typeface="Tahoma" panose="020B0604030504040204" pitchFamily="34" charset="0"/>
                <a:ea typeface="黑体" panose="02010609060101010101" pitchFamily="49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000" b="1">
                <a:solidFill>
                  <a:schemeClr val="tx1"/>
                </a:solidFill>
                <a:latin typeface="Tahoma" panose="020B0604030504040204" pitchFamily="34" charset="0"/>
                <a:ea typeface="黑体" panose="02010609060101010101" pitchFamily="49" charset="-122"/>
              </a:defRPr>
            </a:lvl9pPr>
          </a:lstStyle>
          <a:p>
            <a:pPr marL="0" marR="0" lvl="0" indent="0" algn="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fld id="{5FE5E91C-DEF8-4FC3-94A1-3765316FF149}" type="slidenum">
              <a:rPr kumimoji="0" lang="en-US" altLang="zh-CN" sz="1200" b="0" i="0" u="none" strike="noStrike" kern="1200" cap="none" spc="0" normalizeH="0" baseline="0" noProof="0">
                <a:ln>
                  <a:noFill/>
                </a:ln>
                <a:solidFill>
                  <a:schemeClr val="tx1"/>
                </a:solidFill>
                <a:effectLst>
                  <a:outerShdw blurRad="38100" dist="38100" dir="2700000" algn="tl">
                    <a:srgbClr val="000000"/>
                  </a:outerShdw>
                </a:effectLst>
                <a:uLnTx/>
                <a:uFillTx/>
                <a:latin typeface="Tahoma" panose="020B0604030504040204" pitchFamily="34" charset="0"/>
                <a:ea typeface="宋体" panose="02010600030101010101" pitchFamily="2" charset="-122"/>
                <a:cs typeface="+mn-cs"/>
              </a:rPr>
            </a:fld>
            <a:endParaRPr kumimoji="0" lang="en-US" altLang="zh-CN" sz="1200" b="0" i="0" u="none" strike="noStrike" kern="1200" cap="none" spc="0" normalizeH="0" baseline="0" noProof="0">
              <a:ln>
                <a:noFill/>
              </a:ln>
              <a:solidFill>
                <a:schemeClr val="tx1"/>
              </a:solidFill>
              <a:effectLst>
                <a:outerShdw blurRad="38100" dist="38100" dir="2700000" algn="tl">
                  <a:srgbClr val="000000"/>
                </a:outerShdw>
              </a:effectLst>
              <a:uLnTx/>
              <a:uFillTx/>
              <a:latin typeface="Tahoma" panose="020B0604030504040204" pitchFamily="34" charset="0"/>
              <a:ea typeface="宋体" panose="02010600030101010101" pitchFamily="2" charset="-122"/>
              <a:cs typeface="+mn-cs"/>
            </a:endParaRPr>
          </a:p>
        </p:txBody>
      </p:sp>
      <p:grpSp>
        <p:nvGrpSpPr>
          <p:cNvPr id="53251" name="Group 4"/>
          <p:cNvGrpSpPr/>
          <p:nvPr/>
        </p:nvGrpSpPr>
        <p:grpSpPr>
          <a:xfrm>
            <a:off x="982663" y="1268413"/>
            <a:ext cx="2224087" cy="503237"/>
            <a:chOff x="2107" y="9573"/>
            <a:chExt cx="897" cy="248"/>
          </a:xfrm>
        </p:grpSpPr>
        <p:sp>
          <p:nvSpPr>
            <p:cNvPr id="53275" name="Rectangle 5"/>
            <p:cNvSpPr/>
            <p:nvPr/>
          </p:nvSpPr>
          <p:spPr>
            <a:xfrm>
              <a:off x="2107" y="9581"/>
              <a:ext cx="897" cy="235"/>
            </a:xfrm>
            <a:prstGeom prst="rect">
              <a:avLst/>
            </a:prstGeom>
            <a:noFill/>
            <a:ln w="57150">
              <a:noFill/>
            </a:ln>
          </p:spPr>
          <p:txBody>
            <a:bodyPr lIns="12700" tIns="12700" rIns="12700" bIns="12700"/>
            <a:lstStyle>
              <a:lvl1pPr marL="342900" indent="-342900" algn="l" rtl="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hlink"/>
                </a:buClr>
                <a:buSzPct val="80000"/>
                <a:buFont typeface="Wingdings" panose="05000000000000000000" pitchFamily="2" charset="2"/>
                <a:buChar char="n"/>
                <a:defRPr sz="3200" b="0">
                  <a:solidFill>
                    <a:schemeClr val="tx1"/>
                  </a:solidFill>
                  <a:effectLst/>
                  <a:latin typeface="+mn-lt"/>
                  <a:ea typeface="+mn-ea"/>
                  <a:cs typeface="+mn-cs"/>
                </a:defRPr>
              </a:lvl1pPr>
              <a:lvl2pPr marL="742950" indent="-285750" algn="l" rtl="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tx1"/>
                </a:buClr>
                <a:buChar char="–"/>
                <a:defRPr sz="2800">
                  <a:solidFill>
                    <a:schemeClr val="tx1"/>
                  </a:solidFill>
                  <a:effectLst/>
                  <a:latin typeface="+mn-lt"/>
                  <a:ea typeface="+mn-ea"/>
                </a:defRPr>
              </a:lvl2pPr>
              <a:lvl3pPr marL="11430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hlink"/>
                </a:buClr>
                <a:buFont typeface="Wingdings" panose="05000000000000000000" pitchFamily="2" charset="2"/>
                <a:buChar char="§"/>
                <a:defRPr sz="2400">
                  <a:solidFill>
                    <a:schemeClr val="tx1"/>
                  </a:solidFill>
                  <a:effectLst/>
                  <a:latin typeface="+mn-lt"/>
                  <a:ea typeface="+mn-ea"/>
                </a:defRPr>
              </a:lvl3pPr>
              <a:lvl4pPr marL="16002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–"/>
                <a:defRPr sz="2000">
                  <a:solidFill>
                    <a:schemeClr val="tx1"/>
                  </a:solidFill>
                  <a:effectLst/>
                  <a:latin typeface="+mn-lt"/>
                  <a:ea typeface="+mn-ea"/>
                </a:defRPr>
              </a:lvl4pPr>
              <a:lvl5pPr marL="20574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hlink"/>
                </a:buClr>
                <a:buFont typeface="Wingdings" panose="05000000000000000000" pitchFamily="2" charset="2"/>
                <a:buChar char="§"/>
                <a:defRPr sz="2000">
                  <a:solidFill>
                    <a:schemeClr val="tx1"/>
                  </a:solidFill>
                  <a:effectLst/>
                  <a:latin typeface="+mn-lt"/>
                  <a:ea typeface="+mn-ea"/>
                </a:defRPr>
              </a:lvl5pPr>
            </a:lstStyle>
            <a:p>
              <a:pPr marL="0" lvl="0" indent="0" algn="ctr" eaLnBrk="1" hangingPunct="1">
                <a:spcBef>
                  <a:spcPct val="0"/>
                </a:spcBef>
                <a:buClrTx/>
                <a:buSzTx/>
                <a:buFontTx/>
                <a:buNone/>
              </a:pPr>
              <a:r>
                <a:rPr lang="zh-CN" altLang="en-US" sz="2800" b="1" dirty="0">
                  <a:latin typeface="Arial" panose="020B0604020202020204" pitchFamily="34" charset="0"/>
                  <a:ea typeface="黑体" panose="02010609060101010101" pitchFamily="49" charset="-122"/>
                </a:rPr>
                <a:t>冒泡排序</a:t>
              </a:r>
              <a:endParaRPr lang="zh-CN" altLang="en-US" sz="2800" b="1" dirty="0">
                <a:latin typeface="Arial" panose="020B0604020202020204" pitchFamily="34" charset="0"/>
                <a:ea typeface="黑体" panose="02010609060101010101" pitchFamily="49" charset="-122"/>
              </a:endParaRPr>
            </a:p>
          </p:txBody>
        </p:sp>
        <p:sp>
          <p:nvSpPr>
            <p:cNvPr id="53276" name="Oval 6"/>
            <p:cNvSpPr/>
            <p:nvPr/>
          </p:nvSpPr>
          <p:spPr>
            <a:xfrm>
              <a:off x="2207" y="9573"/>
              <a:ext cx="668" cy="248"/>
            </a:xfrm>
            <a:prstGeom prst="ellipse">
              <a:avLst/>
            </a:prstGeom>
            <a:noFill/>
            <a:ln w="57150" cap="flat" cmpd="sng">
              <a:solidFill>
                <a:schemeClr val="tx1"/>
              </a:solidFill>
              <a:prstDash val="solid"/>
              <a:headEnd type="none" w="med" len="med"/>
              <a:tailEnd type="none" w="med" len="med"/>
            </a:ln>
          </p:spPr>
          <p:txBody>
            <a:bodyPr/>
            <a:lstStyle>
              <a:lvl1pPr marL="342900" indent="-342900" algn="l" rtl="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hlink"/>
                </a:buClr>
                <a:buSzPct val="80000"/>
                <a:buFont typeface="Wingdings" panose="05000000000000000000" pitchFamily="2" charset="2"/>
                <a:buChar char="n"/>
                <a:defRPr sz="3200" b="0">
                  <a:solidFill>
                    <a:schemeClr val="tx1"/>
                  </a:solidFill>
                  <a:effectLst/>
                  <a:latin typeface="+mn-lt"/>
                  <a:ea typeface="+mn-ea"/>
                  <a:cs typeface="+mn-cs"/>
                </a:defRPr>
              </a:lvl1pPr>
              <a:lvl2pPr marL="742950" indent="-285750" algn="l" rtl="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tx1"/>
                </a:buClr>
                <a:buChar char="–"/>
                <a:defRPr sz="2800">
                  <a:solidFill>
                    <a:schemeClr val="tx1"/>
                  </a:solidFill>
                  <a:effectLst/>
                  <a:latin typeface="+mn-lt"/>
                  <a:ea typeface="+mn-ea"/>
                </a:defRPr>
              </a:lvl2pPr>
              <a:lvl3pPr marL="11430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hlink"/>
                </a:buClr>
                <a:buFont typeface="Wingdings" panose="05000000000000000000" pitchFamily="2" charset="2"/>
                <a:buChar char="§"/>
                <a:defRPr sz="2400">
                  <a:solidFill>
                    <a:schemeClr val="tx1"/>
                  </a:solidFill>
                  <a:effectLst/>
                  <a:latin typeface="+mn-lt"/>
                  <a:ea typeface="+mn-ea"/>
                </a:defRPr>
              </a:lvl3pPr>
              <a:lvl4pPr marL="16002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–"/>
                <a:defRPr sz="2000">
                  <a:solidFill>
                    <a:schemeClr val="tx1"/>
                  </a:solidFill>
                  <a:effectLst/>
                  <a:latin typeface="+mn-lt"/>
                  <a:ea typeface="+mn-ea"/>
                </a:defRPr>
              </a:lvl4pPr>
              <a:lvl5pPr marL="20574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hlink"/>
                </a:buClr>
                <a:buFont typeface="Wingdings" panose="05000000000000000000" pitchFamily="2" charset="2"/>
                <a:buChar char="§"/>
                <a:defRPr sz="2000">
                  <a:solidFill>
                    <a:schemeClr val="tx1"/>
                  </a:solidFill>
                  <a:effectLst/>
                  <a:latin typeface="+mn-lt"/>
                  <a:ea typeface="+mn-ea"/>
                </a:defRPr>
              </a:lvl5pPr>
            </a:lstStyle>
            <a:p>
              <a:pPr marL="0" lvl="0" indent="0" eaLnBrk="1" hangingPunct="1">
                <a:spcBef>
                  <a:spcPct val="0"/>
                </a:spcBef>
                <a:buClrTx/>
                <a:buSzTx/>
                <a:buFontTx/>
                <a:buNone/>
              </a:pPr>
              <a:endParaRPr lang="zh-CN" altLang="en-US" sz="2000" b="1" dirty="0">
                <a:ea typeface="黑体" panose="02010609060101010101" pitchFamily="49" charset="-122"/>
              </a:endParaRPr>
            </a:p>
          </p:txBody>
        </p:sp>
      </p:grpSp>
      <p:sp>
        <p:nvSpPr>
          <p:cNvPr id="53252" name="Line 7"/>
          <p:cNvSpPr/>
          <p:nvPr/>
        </p:nvSpPr>
        <p:spPr>
          <a:xfrm flipH="1">
            <a:off x="1774825" y="1773238"/>
            <a:ext cx="0" cy="2592387"/>
          </a:xfrm>
          <a:prstGeom prst="line">
            <a:avLst/>
          </a:prstGeom>
          <a:ln w="57150" cap="flat" cmpd="sng">
            <a:solidFill>
              <a:schemeClr val="tx1"/>
            </a:solidFill>
            <a:prstDash val="solid"/>
            <a:headEnd type="none" w="sm" len="sm"/>
            <a:tailEnd type="none" w="sm" len="sm"/>
          </a:ln>
        </p:spPr>
      </p:sp>
      <p:grpSp>
        <p:nvGrpSpPr>
          <p:cNvPr id="53253" name="Group 8"/>
          <p:cNvGrpSpPr/>
          <p:nvPr/>
        </p:nvGrpSpPr>
        <p:grpSpPr>
          <a:xfrm>
            <a:off x="1235075" y="4365625"/>
            <a:ext cx="1258888" cy="647700"/>
            <a:chOff x="-1" y="0"/>
            <a:chExt cx="20001" cy="20000"/>
          </a:xfrm>
        </p:grpSpPr>
        <p:sp>
          <p:nvSpPr>
            <p:cNvPr id="53273" name="Rectangle 9"/>
            <p:cNvSpPr/>
            <p:nvPr/>
          </p:nvSpPr>
          <p:spPr>
            <a:xfrm>
              <a:off x="3883" y="2161"/>
              <a:ext cx="15007" cy="17839"/>
            </a:xfrm>
            <a:prstGeom prst="rect">
              <a:avLst/>
            </a:prstGeom>
            <a:noFill/>
            <a:ln w="57150">
              <a:noFill/>
            </a:ln>
          </p:spPr>
          <p:txBody>
            <a:bodyPr lIns="12700" tIns="12700" rIns="12700" bIns="12700"/>
            <a:lstStyle>
              <a:lvl1pPr marL="342900" indent="-342900" algn="l" rtl="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hlink"/>
                </a:buClr>
                <a:buSzPct val="80000"/>
                <a:buFont typeface="Wingdings" panose="05000000000000000000" pitchFamily="2" charset="2"/>
                <a:buChar char="n"/>
                <a:defRPr sz="3200" b="0">
                  <a:solidFill>
                    <a:schemeClr val="tx1"/>
                  </a:solidFill>
                  <a:effectLst/>
                  <a:latin typeface="+mn-lt"/>
                  <a:ea typeface="+mn-ea"/>
                  <a:cs typeface="+mn-cs"/>
                </a:defRPr>
              </a:lvl1pPr>
              <a:lvl2pPr marL="742950" indent="-285750" algn="l" rtl="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tx1"/>
                </a:buClr>
                <a:buChar char="–"/>
                <a:defRPr sz="2800">
                  <a:solidFill>
                    <a:schemeClr val="tx1"/>
                  </a:solidFill>
                  <a:effectLst/>
                  <a:latin typeface="+mn-lt"/>
                  <a:ea typeface="+mn-ea"/>
                </a:defRPr>
              </a:lvl2pPr>
              <a:lvl3pPr marL="11430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hlink"/>
                </a:buClr>
                <a:buFont typeface="Wingdings" panose="05000000000000000000" pitchFamily="2" charset="2"/>
                <a:buChar char="§"/>
                <a:defRPr sz="2400">
                  <a:solidFill>
                    <a:schemeClr val="tx1"/>
                  </a:solidFill>
                  <a:effectLst/>
                  <a:latin typeface="+mn-lt"/>
                  <a:ea typeface="+mn-ea"/>
                </a:defRPr>
              </a:lvl3pPr>
              <a:lvl4pPr marL="16002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–"/>
                <a:defRPr sz="2000">
                  <a:solidFill>
                    <a:schemeClr val="tx1"/>
                  </a:solidFill>
                  <a:effectLst/>
                  <a:latin typeface="+mn-lt"/>
                  <a:ea typeface="+mn-ea"/>
                </a:defRPr>
              </a:lvl4pPr>
              <a:lvl5pPr marL="20574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hlink"/>
                </a:buClr>
                <a:buFont typeface="Wingdings" panose="05000000000000000000" pitchFamily="2" charset="2"/>
                <a:buChar char="§"/>
                <a:defRPr sz="2000">
                  <a:solidFill>
                    <a:schemeClr val="tx1"/>
                  </a:solidFill>
                  <a:effectLst/>
                  <a:latin typeface="+mn-lt"/>
                  <a:ea typeface="+mn-ea"/>
                </a:defRPr>
              </a:lvl5pPr>
            </a:lstStyle>
            <a:p>
              <a:pPr marL="0" lvl="0" indent="0" algn="just" eaLnBrk="1" hangingPunct="1">
                <a:spcBef>
                  <a:spcPct val="0"/>
                </a:spcBef>
                <a:buClrTx/>
                <a:buSzTx/>
                <a:buFontTx/>
                <a:buNone/>
              </a:pPr>
              <a:r>
                <a:rPr lang="zh-CN" altLang="en-US" sz="2800" b="1" dirty="0">
                  <a:latin typeface="Arial" panose="020B0604020202020204" pitchFamily="34" charset="0"/>
                  <a:ea typeface="黑体" panose="02010609060101010101" pitchFamily="49" charset="-122"/>
                </a:rPr>
                <a:t>结束</a:t>
              </a:r>
              <a:endParaRPr lang="zh-CN" altLang="en-US" sz="2800" b="1" dirty="0">
                <a:latin typeface="Arial" panose="020B0604020202020204" pitchFamily="34" charset="0"/>
                <a:ea typeface="黑体" panose="02010609060101010101" pitchFamily="49" charset="-122"/>
              </a:endParaRPr>
            </a:p>
          </p:txBody>
        </p:sp>
        <p:sp>
          <p:nvSpPr>
            <p:cNvPr id="53274" name="Oval 10"/>
            <p:cNvSpPr/>
            <p:nvPr/>
          </p:nvSpPr>
          <p:spPr>
            <a:xfrm>
              <a:off x="-1" y="0"/>
              <a:ext cx="20001" cy="18891"/>
            </a:xfrm>
            <a:prstGeom prst="ellipse">
              <a:avLst/>
            </a:prstGeom>
            <a:noFill/>
            <a:ln w="57150" cap="flat" cmpd="sng">
              <a:solidFill>
                <a:schemeClr val="tx1"/>
              </a:solidFill>
              <a:prstDash val="solid"/>
              <a:headEnd type="none" w="med" len="med"/>
              <a:tailEnd type="none" w="med" len="med"/>
            </a:ln>
          </p:spPr>
          <p:txBody>
            <a:bodyPr/>
            <a:lstStyle>
              <a:lvl1pPr marL="342900" indent="-342900" algn="l" rtl="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hlink"/>
                </a:buClr>
                <a:buSzPct val="80000"/>
                <a:buFont typeface="Wingdings" panose="05000000000000000000" pitchFamily="2" charset="2"/>
                <a:buChar char="n"/>
                <a:defRPr sz="3200" b="0">
                  <a:solidFill>
                    <a:schemeClr val="tx1"/>
                  </a:solidFill>
                  <a:effectLst/>
                  <a:latin typeface="+mn-lt"/>
                  <a:ea typeface="+mn-ea"/>
                  <a:cs typeface="+mn-cs"/>
                </a:defRPr>
              </a:lvl1pPr>
              <a:lvl2pPr marL="742950" indent="-285750" algn="l" rtl="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tx1"/>
                </a:buClr>
                <a:buChar char="–"/>
                <a:defRPr sz="2800">
                  <a:solidFill>
                    <a:schemeClr val="tx1"/>
                  </a:solidFill>
                  <a:effectLst/>
                  <a:latin typeface="+mn-lt"/>
                  <a:ea typeface="+mn-ea"/>
                </a:defRPr>
              </a:lvl2pPr>
              <a:lvl3pPr marL="11430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hlink"/>
                </a:buClr>
                <a:buFont typeface="Wingdings" panose="05000000000000000000" pitchFamily="2" charset="2"/>
                <a:buChar char="§"/>
                <a:defRPr sz="2400">
                  <a:solidFill>
                    <a:schemeClr val="tx1"/>
                  </a:solidFill>
                  <a:effectLst/>
                  <a:latin typeface="+mn-lt"/>
                  <a:ea typeface="+mn-ea"/>
                </a:defRPr>
              </a:lvl3pPr>
              <a:lvl4pPr marL="16002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–"/>
                <a:defRPr sz="2000">
                  <a:solidFill>
                    <a:schemeClr val="tx1"/>
                  </a:solidFill>
                  <a:effectLst/>
                  <a:latin typeface="+mn-lt"/>
                  <a:ea typeface="+mn-ea"/>
                </a:defRPr>
              </a:lvl4pPr>
              <a:lvl5pPr marL="20574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hlink"/>
                </a:buClr>
                <a:buFont typeface="Wingdings" panose="05000000000000000000" pitchFamily="2" charset="2"/>
                <a:buChar char="§"/>
                <a:defRPr sz="2000">
                  <a:solidFill>
                    <a:schemeClr val="tx1"/>
                  </a:solidFill>
                  <a:effectLst/>
                  <a:latin typeface="+mn-lt"/>
                  <a:ea typeface="+mn-ea"/>
                </a:defRPr>
              </a:lvl5pPr>
            </a:lstStyle>
            <a:p>
              <a:pPr marL="0" lvl="0" indent="0" eaLnBrk="1" hangingPunct="1">
                <a:spcBef>
                  <a:spcPct val="0"/>
                </a:spcBef>
                <a:buClrTx/>
                <a:buSzTx/>
                <a:buFontTx/>
                <a:buNone/>
              </a:pPr>
              <a:endParaRPr lang="zh-CN" altLang="en-US" sz="2000" b="1" dirty="0">
                <a:ea typeface="黑体" panose="02010609060101010101" pitchFamily="49" charset="-122"/>
              </a:endParaRPr>
            </a:p>
          </p:txBody>
        </p:sp>
      </p:grpSp>
      <p:sp>
        <p:nvSpPr>
          <p:cNvPr id="53254" name="Rectangle 11"/>
          <p:cNvSpPr/>
          <p:nvPr/>
        </p:nvSpPr>
        <p:spPr>
          <a:xfrm>
            <a:off x="1774825" y="3068638"/>
            <a:ext cx="144463" cy="503237"/>
          </a:xfrm>
          <a:prstGeom prst="rect">
            <a:avLst/>
          </a:prstGeom>
          <a:noFill/>
          <a:ln w="57150" cap="flat" cmpd="sng">
            <a:solidFill>
              <a:schemeClr val="tx1"/>
            </a:solidFill>
            <a:prstDash val="solid"/>
            <a:miter/>
            <a:headEnd type="none" w="med" len="med"/>
            <a:tailEnd type="none" w="med" len="med"/>
          </a:ln>
        </p:spPr>
        <p:txBody>
          <a:bodyPr/>
          <a:lstStyle>
            <a:lvl1pPr marL="342900" indent="-3429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80000"/>
              <a:buFont typeface="Wingdings" panose="05000000000000000000" pitchFamily="2" charset="2"/>
              <a:buChar char="n"/>
              <a:defRPr sz="3200" b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defRPr>
            </a:lvl1pPr>
            <a:lvl2pPr marL="742950" indent="-28575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Char char="–"/>
              <a:defRPr sz="2800">
                <a:solidFill>
                  <a:schemeClr val="tx1"/>
                </a:solidFill>
                <a:effectLst/>
                <a:latin typeface="+mn-lt"/>
                <a:ea typeface="+mn-ea"/>
              </a:defRPr>
            </a:lvl2pPr>
            <a:lvl3pPr marL="11430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Font typeface="Wingdings" panose="05000000000000000000" pitchFamily="2" charset="2"/>
              <a:buChar char="§"/>
              <a:defRPr sz="2400">
                <a:solidFill>
                  <a:schemeClr val="tx1"/>
                </a:solidFill>
                <a:effectLst/>
                <a:latin typeface="+mn-lt"/>
                <a:ea typeface="+mn-ea"/>
              </a:defRPr>
            </a:lvl3pPr>
            <a:lvl4pPr marL="16002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–"/>
              <a:defRPr sz="2000">
                <a:solidFill>
                  <a:schemeClr val="tx1"/>
                </a:solidFill>
                <a:effectLst/>
                <a:latin typeface="+mn-lt"/>
                <a:ea typeface="+mn-ea"/>
              </a:defRPr>
            </a:lvl4pPr>
            <a:lvl5pPr marL="20574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effectLst/>
                <a:latin typeface="+mn-lt"/>
                <a:ea typeface="+mn-ea"/>
              </a:defRPr>
            </a:lvl5pPr>
          </a:lstStyle>
          <a:p>
            <a:pPr marL="0" lvl="0" indent="0" eaLnBrk="1" hangingPunct="1">
              <a:spcBef>
                <a:spcPct val="0"/>
              </a:spcBef>
              <a:buClrTx/>
              <a:buSzTx/>
              <a:buFontTx/>
              <a:buNone/>
            </a:pPr>
            <a:endParaRPr lang="zh-CN" altLang="en-US" sz="2000" b="1" dirty="0">
              <a:ea typeface="黑体" panose="02010609060101010101" pitchFamily="49" charset="-122"/>
            </a:endParaRPr>
          </a:p>
        </p:txBody>
      </p:sp>
      <p:sp>
        <p:nvSpPr>
          <p:cNvPr id="53255" name="Rectangle 12"/>
          <p:cNvSpPr/>
          <p:nvPr/>
        </p:nvSpPr>
        <p:spPr>
          <a:xfrm>
            <a:off x="1919288" y="3068638"/>
            <a:ext cx="1314450" cy="504825"/>
          </a:xfrm>
          <a:prstGeom prst="rect">
            <a:avLst/>
          </a:prstGeom>
          <a:noFill/>
          <a:ln w="57150" cap="flat" cmpd="sng">
            <a:solidFill>
              <a:schemeClr val="tx1"/>
            </a:solidFill>
            <a:prstDash val="solid"/>
            <a:miter/>
            <a:headEnd type="none" w="med" len="med"/>
            <a:tailEnd type="none" w="med" len="med"/>
          </a:ln>
        </p:spPr>
        <p:txBody>
          <a:bodyPr lIns="12700" tIns="12700" rIns="12700" bIns="12700"/>
          <a:lstStyle>
            <a:lvl1pPr marL="342900" indent="-3429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80000"/>
              <a:buFont typeface="Wingdings" panose="05000000000000000000" pitchFamily="2" charset="2"/>
              <a:buChar char="n"/>
              <a:defRPr sz="3200" b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defRPr>
            </a:lvl1pPr>
            <a:lvl2pPr marL="742950" indent="-28575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Char char="–"/>
              <a:defRPr sz="2800">
                <a:solidFill>
                  <a:schemeClr val="tx1"/>
                </a:solidFill>
                <a:effectLst/>
                <a:latin typeface="+mn-lt"/>
                <a:ea typeface="+mn-ea"/>
              </a:defRPr>
            </a:lvl2pPr>
            <a:lvl3pPr marL="11430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Font typeface="Wingdings" panose="05000000000000000000" pitchFamily="2" charset="2"/>
              <a:buChar char="§"/>
              <a:defRPr sz="2400">
                <a:solidFill>
                  <a:schemeClr val="tx1"/>
                </a:solidFill>
                <a:effectLst/>
                <a:latin typeface="+mn-lt"/>
                <a:ea typeface="+mn-ea"/>
              </a:defRPr>
            </a:lvl3pPr>
            <a:lvl4pPr marL="16002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–"/>
              <a:defRPr sz="2000">
                <a:solidFill>
                  <a:schemeClr val="tx1"/>
                </a:solidFill>
                <a:effectLst/>
                <a:latin typeface="+mn-lt"/>
                <a:ea typeface="+mn-ea"/>
              </a:defRPr>
            </a:lvl4pPr>
            <a:lvl5pPr marL="20574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effectLst/>
                <a:latin typeface="+mn-lt"/>
                <a:ea typeface="+mn-ea"/>
              </a:defRPr>
            </a:lvl5pPr>
          </a:lstStyle>
          <a:p>
            <a:pPr marL="0" lvl="0" indent="0" algn="ctr" eaLnBrk="1" hangingPunct="1">
              <a:spcBef>
                <a:spcPct val="0"/>
              </a:spcBef>
              <a:buClrTx/>
              <a:buSzTx/>
              <a:buFontTx/>
              <a:buNone/>
            </a:pPr>
            <a:r>
              <a:rPr lang="en-US" altLang="zh-CN" sz="2000" b="1" dirty="0">
                <a:solidFill>
                  <a:schemeClr val="hlink"/>
                </a:solidFill>
                <a:latin typeface="Arial" panose="020B0604020202020204" pitchFamily="34" charset="0"/>
              </a:rPr>
              <a:t>while(flag)</a:t>
            </a:r>
            <a:endParaRPr lang="en-US" altLang="zh-CN" sz="2000" b="1" dirty="0">
              <a:solidFill>
                <a:schemeClr val="hlink"/>
              </a:solidFill>
              <a:latin typeface="Arial" panose="020B0604020202020204" pitchFamily="34" charset="0"/>
            </a:endParaRPr>
          </a:p>
        </p:txBody>
      </p:sp>
      <p:sp>
        <p:nvSpPr>
          <p:cNvPr id="53256" name="Rectangle 13"/>
          <p:cNvSpPr/>
          <p:nvPr/>
        </p:nvSpPr>
        <p:spPr>
          <a:xfrm>
            <a:off x="3540125" y="3139440"/>
            <a:ext cx="149860" cy="786130"/>
          </a:xfrm>
          <a:prstGeom prst="rect">
            <a:avLst/>
          </a:prstGeom>
          <a:noFill/>
          <a:ln w="57150" cap="flat" cmpd="sng">
            <a:solidFill>
              <a:schemeClr val="tx1"/>
            </a:solidFill>
            <a:prstDash val="solid"/>
            <a:miter/>
            <a:headEnd type="none" w="med" len="med"/>
            <a:tailEnd type="none" w="med" len="med"/>
          </a:ln>
        </p:spPr>
        <p:txBody>
          <a:bodyPr/>
          <a:lstStyle>
            <a:lvl1pPr marL="342900" indent="-3429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80000"/>
              <a:buFont typeface="Wingdings" panose="05000000000000000000" pitchFamily="2" charset="2"/>
              <a:buChar char="n"/>
              <a:defRPr sz="3200" b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defRPr>
            </a:lvl1pPr>
            <a:lvl2pPr marL="742950" indent="-28575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Char char="–"/>
              <a:defRPr sz="2800">
                <a:solidFill>
                  <a:schemeClr val="tx1"/>
                </a:solidFill>
                <a:effectLst/>
                <a:latin typeface="+mn-lt"/>
                <a:ea typeface="+mn-ea"/>
              </a:defRPr>
            </a:lvl2pPr>
            <a:lvl3pPr marL="11430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Font typeface="Wingdings" panose="05000000000000000000" pitchFamily="2" charset="2"/>
              <a:buChar char="§"/>
              <a:defRPr sz="2400">
                <a:solidFill>
                  <a:schemeClr val="tx1"/>
                </a:solidFill>
                <a:effectLst/>
                <a:latin typeface="+mn-lt"/>
                <a:ea typeface="+mn-ea"/>
              </a:defRPr>
            </a:lvl3pPr>
            <a:lvl4pPr marL="16002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–"/>
              <a:defRPr sz="2000">
                <a:solidFill>
                  <a:schemeClr val="tx1"/>
                </a:solidFill>
                <a:effectLst/>
                <a:latin typeface="+mn-lt"/>
                <a:ea typeface="+mn-ea"/>
              </a:defRPr>
            </a:lvl4pPr>
            <a:lvl5pPr marL="20574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effectLst/>
                <a:latin typeface="+mn-lt"/>
                <a:ea typeface="+mn-ea"/>
              </a:defRPr>
            </a:lvl5pPr>
          </a:lstStyle>
          <a:p>
            <a:pPr marL="0" lvl="0" indent="0" eaLnBrk="1" hangingPunct="1">
              <a:spcBef>
                <a:spcPct val="0"/>
              </a:spcBef>
              <a:buClrTx/>
              <a:buSzTx/>
              <a:buFontTx/>
              <a:buNone/>
            </a:pPr>
            <a:endParaRPr lang="zh-CN" altLang="en-US" sz="2000" b="1" dirty="0">
              <a:ea typeface="黑体" panose="02010609060101010101" pitchFamily="49" charset="-122"/>
            </a:endParaRPr>
          </a:p>
        </p:txBody>
      </p:sp>
      <p:sp>
        <p:nvSpPr>
          <p:cNvPr id="95241" name="Rectangle 14"/>
          <p:cNvSpPr>
            <a:spLocks noChangeArrowheads="1"/>
          </p:cNvSpPr>
          <p:nvPr/>
        </p:nvSpPr>
        <p:spPr bwMode="auto">
          <a:xfrm>
            <a:off x="3655060" y="3141980"/>
            <a:ext cx="3178810" cy="783590"/>
          </a:xfrm>
          <a:prstGeom prst="rect">
            <a:avLst/>
          </a:prstGeom>
          <a:noFill/>
          <a:ln w="57150">
            <a:solidFill>
              <a:schemeClr val="tx1"/>
            </a:solidFill>
            <a:miter lim="800000"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lIns="12700" tIns="12700" rIns="12700" bIns="12700" anchor="ctr" anchorCtr="0"/>
          <a:lstStyle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r>
              <a:rPr kumimoji="0" lang="en-US" altLang="zh-CN" sz="2800" b="1" i="0" u="none" strike="noStrike" kern="1200" cap="none" spc="0" normalizeH="0" baseline="0" noProof="0" dirty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Arial" panose="020B0604020202020204" pitchFamily="34" charset="0"/>
                <a:ea typeface="宋体" panose="02010600030101010101" pitchFamily="2" charset="-122"/>
                <a:cs typeface="+mn-cs"/>
              </a:rPr>
              <a:t> for(i=0;i&lt;</a:t>
            </a:r>
            <a:r>
              <a:rPr kumimoji="0" lang="en-US" altLang="zh-CN" sz="2800" b="1" i="0" u="none" strike="noStrike" kern="1200" cap="none" spc="0" normalizeH="0" baseline="0" noProof="0" dirty="0">
                <a:ln>
                  <a:noFill/>
                </a:ln>
                <a:solidFill>
                  <a:schemeClr val="accent2">
                    <a:lumMod val="60000"/>
                    <a:lumOff val="40000"/>
                  </a:schemeClr>
                </a:solidFill>
                <a:effectLst/>
                <a:uLnTx/>
                <a:uFillTx/>
                <a:latin typeface="Arial" panose="020B0604020202020204" pitchFamily="34" charset="0"/>
                <a:ea typeface="宋体" panose="02010600030101010101" pitchFamily="2" charset="-122"/>
                <a:cs typeface="+mn-cs"/>
              </a:rPr>
              <a:t>n-1</a:t>
            </a:r>
            <a:r>
              <a:rPr kumimoji="0" lang="en-US" altLang="zh-CN" sz="2800" b="1" i="0" u="none" strike="noStrike" kern="1200" cap="none" spc="0" normalizeH="0" baseline="0" noProof="0" dirty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Arial" panose="020B0604020202020204" pitchFamily="34" charset="0"/>
                <a:ea typeface="宋体" panose="02010600030101010101" pitchFamily="2" charset="-122"/>
                <a:cs typeface="+mn-cs"/>
              </a:rPr>
              <a:t>; i++)</a:t>
            </a:r>
            <a:endParaRPr kumimoji="0" lang="en-US" altLang="zh-CN" sz="2800" b="1" i="0" u="none" strike="noStrike" kern="1200" cap="none" spc="0" normalizeH="0" baseline="0" noProof="0" dirty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Arial" panose="020B0604020202020204" pitchFamily="34" charset="0"/>
              <a:ea typeface="宋体" panose="02010600030101010101" pitchFamily="2" charset="-122"/>
              <a:cs typeface="+mn-cs"/>
            </a:endParaRPr>
          </a:p>
        </p:txBody>
      </p:sp>
      <p:sp>
        <p:nvSpPr>
          <p:cNvPr id="53258" name="Rectangle 15"/>
          <p:cNvSpPr/>
          <p:nvPr/>
        </p:nvSpPr>
        <p:spPr>
          <a:xfrm>
            <a:off x="3550920" y="2362200"/>
            <a:ext cx="1944688" cy="498475"/>
          </a:xfrm>
          <a:prstGeom prst="rect">
            <a:avLst/>
          </a:prstGeom>
          <a:noFill/>
          <a:ln w="57150" cap="flat" cmpd="sng">
            <a:solidFill>
              <a:schemeClr val="tx1"/>
            </a:solidFill>
            <a:prstDash val="solid"/>
            <a:miter/>
            <a:headEnd type="none" w="med" len="med"/>
            <a:tailEnd type="none" w="med" len="med"/>
          </a:ln>
        </p:spPr>
        <p:txBody>
          <a:bodyPr lIns="12700" tIns="12700" rIns="12700" bIns="12700"/>
          <a:lstStyle>
            <a:lvl1pPr marL="342900" indent="-3429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80000"/>
              <a:buFont typeface="Wingdings" panose="05000000000000000000" pitchFamily="2" charset="2"/>
              <a:buChar char="n"/>
              <a:defRPr sz="3200" b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defRPr>
            </a:lvl1pPr>
            <a:lvl2pPr marL="742950" indent="-28575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Char char="–"/>
              <a:defRPr sz="2800">
                <a:solidFill>
                  <a:schemeClr val="tx1"/>
                </a:solidFill>
                <a:effectLst/>
                <a:latin typeface="+mn-lt"/>
                <a:ea typeface="+mn-ea"/>
              </a:defRPr>
            </a:lvl2pPr>
            <a:lvl3pPr marL="11430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Font typeface="Wingdings" panose="05000000000000000000" pitchFamily="2" charset="2"/>
              <a:buChar char="§"/>
              <a:defRPr sz="2400">
                <a:solidFill>
                  <a:schemeClr val="tx1"/>
                </a:solidFill>
                <a:effectLst/>
                <a:latin typeface="+mn-lt"/>
                <a:ea typeface="+mn-ea"/>
              </a:defRPr>
            </a:lvl3pPr>
            <a:lvl4pPr marL="16002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–"/>
              <a:defRPr sz="2000">
                <a:solidFill>
                  <a:schemeClr val="tx1"/>
                </a:solidFill>
                <a:effectLst/>
                <a:latin typeface="+mn-lt"/>
                <a:ea typeface="+mn-ea"/>
              </a:defRPr>
            </a:lvl4pPr>
            <a:lvl5pPr marL="20574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effectLst/>
                <a:latin typeface="+mn-lt"/>
                <a:ea typeface="+mn-ea"/>
              </a:defRPr>
            </a:lvl5pPr>
          </a:lstStyle>
          <a:p>
            <a:pPr marL="0" lvl="0" indent="0" algn="ctr" eaLnBrk="1" hangingPunct="1">
              <a:spcBef>
                <a:spcPct val="0"/>
              </a:spcBef>
              <a:buClrTx/>
              <a:buSzTx/>
              <a:buFontTx/>
              <a:buNone/>
            </a:pPr>
            <a:r>
              <a:rPr lang="en-US" altLang="zh-CN" sz="2800" b="1" dirty="0">
                <a:solidFill>
                  <a:schemeClr val="hlink"/>
                </a:solidFill>
                <a:latin typeface="Arial" panose="020B0604020202020204" pitchFamily="34" charset="0"/>
              </a:rPr>
              <a:t>flag=false</a:t>
            </a:r>
            <a:endParaRPr lang="en-US" altLang="zh-CN" sz="2800" b="1" dirty="0">
              <a:solidFill>
                <a:schemeClr val="hlink"/>
              </a:solidFill>
              <a:latin typeface="Arial" panose="020B0604020202020204" pitchFamily="34" charset="0"/>
            </a:endParaRPr>
          </a:p>
        </p:txBody>
      </p:sp>
      <p:sp>
        <p:nvSpPr>
          <p:cNvPr id="53259" name="Line 16"/>
          <p:cNvSpPr/>
          <p:nvPr/>
        </p:nvSpPr>
        <p:spPr>
          <a:xfrm flipH="1">
            <a:off x="3540760" y="2565400"/>
            <a:ext cx="7620" cy="1360170"/>
          </a:xfrm>
          <a:prstGeom prst="line">
            <a:avLst/>
          </a:prstGeom>
          <a:ln w="57150" cap="flat" cmpd="sng">
            <a:solidFill>
              <a:schemeClr val="tx1"/>
            </a:solidFill>
            <a:prstDash val="solid"/>
            <a:headEnd type="none" w="sm" len="sm"/>
            <a:tailEnd type="none" w="sm" len="sm"/>
          </a:ln>
        </p:spPr>
      </p:sp>
      <p:sp>
        <p:nvSpPr>
          <p:cNvPr id="53260" name="Line 17"/>
          <p:cNvSpPr/>
          <p:nvPr/>
        </p:nvSpPr>
        <p:spPr>
          <a:xfrm>
            <a:off x="6888163" y="3573463"/>
            <a:ext cx="177800" cy="0"/>
          </a:xfrm>
          <a:prstGeom prst="line">
            <a:avLst/>
          </a:prstGeom>
          <a:ln w="57150" cap="flat" cmpd="sng">
            <a:solidFill>
              <a:schemeClr val="tx1"/>
            </a:solidFill>
            <a:prstDash val="solid"/>
            <a:headEnd type="none" w="sm" len="sm"/>
            <a:tailEnd type="none" w="sm" len="sm"/>
          </a:ln>
        </p:spPr>
      </p:sp>
      <p:sp>
        <p:nvSpPr>
          <p:cNvPr id="53261" name="Rectangle 18"/>
          <p:cNvSpPr/>
          <p:nvPr/>
        </p:nvSpPr>
        <p:spPr>
          <a:xfrm>
            <a:off x="9334500" y="2492375"/>
            <a:ext cx="2054225" cy="1368425"/>
          </a:xfrm>
          <a:prstGeom prst="rect">
            <a:avLst/>
          </a:prstGeom>
          <a:noFill/>
          <a:ln w="57150" cap="flat" cmpd="sng">
            <a:solidFill>
              <a:schemeClr val="tx1"/>
            </a:solidFill>
            <a:prstDash val="solid"/>
            <a:miter/>
            <a:headEnd type="none" w="med" len="med"/>
            <a:tailEnd type="none" w="med" len="med"/>
          </a:ln>
        </p:spPr>
        <p:txBody>
          <a:bodyPr lIns="12700" tIns="12700" rIns="12700" bIns="12700"/>
          <a:lstStyle>
            <a:lvl1pPr marL="342900" indent="-3429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80000"/>
              <a:buFont typeface="Wingdings" panose="05000000000000000000" pitchFamily="2" charset="2"/>
              <a:buChar char="n"/>
              <a:defRPr sz="3200" b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defRPr>
            </a:lvl1pPr>
            <a:lvl2pPr marL="742950" indent="-28575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Char char="–"/>
              <a:defRPr sz="2800">
                <a:solidFill>
                  <a:schemeClr val="tx1"/>
                </a:solidFill>
                <a:effectLst/>
                <a:latin typeface="+mn-lt"/>
                <a:ea typeface="+mn-ea"/>
              </a:defRPr>
            </a:lvl2pPr>
            <a:lvl3pPr marL="11430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Font typeface="Wingdings" panose="05000000000000000000" pitchFamily="2" charset="2"/>
              <a:buChar char="§"/>
              <a:defRPr sz="2400">
                <a:solidFill>
                  <a:schemeClr val="tx1"/>
                </a:solidFill>
                <a:effectLst/>
                <a:latin typeface="+mn-lt"/>
                <a:ea typeface="+mn-ea"/>
              </a:defRPr>
            </a:lvl3pPr>
            <a:lvl4pPr marL="16002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–"/>
              <a:defRPr sz="2000">
                <a:solidFill>
                  <a:schemeClr val="tx1"/>
                </a:solidFill>
                <a:effectLst/>
                <a:latin typeface="+mn-lt"/>
                <a:ea typeface="+mn-ea"/>
              </a:defRPr>
            </a:lvl4pPr>
            <a:lvl5pPr marL="20574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effectLst/>
                <a:latin typeface="+mn-lt"/>
                <a:ea typeface="+mn-ea"/>
              </a:defRPr>
            </a:lvl5pPr>
          </a:lstStyle>
          <a:p>
            <a:pPr marL="0" lvl="0" indent="0" algn="ctr" eaLnBrk="1" hangingPunct="1">
              <a:spcBef>
                <a:spcPct val="0"/>
              </a:spcBef>
              <a:buClrTx/>
              <a:buSzTx/>
              <a:buFontTx/>
              <a:buNone/>
            </a:pPr>
            <a:endParaRPr lang="en-US" altLang="zh-CN" sz="2400" b="1" dirty="0">
              <a:latin typeface="Arial" panose="020B0604020202020204" pitchFamily="34" charset="0"/>
              <a:ea typeface="黑体" panose="02010609060101010101" pitchFamily="49" charset="-122"/>
            </a:endParaRPr>
          </a:p>
          <a:p>
            <a:pPr marL="0" lvl="0" indent="0" algn="ctr" eaLnBrk="1" hangingPunct="1">
              <a:spcBef>
                <a:spcPct val="0"/>
              </a:spcBef>
              <a:buClrTx/>
              <a:buSzTx/>
              <a:buFontTx/>
              <a:buNone/>
            </a:pPr>
            <a:r>
              <a:rPr lang="zh-CN" altLang="en-US" sz="2400" b="1" dirty="0">
                <a:latin typeface="Arial" panose="020B0604020202020204" pitchFamily="34" charset="0"/>
                <a:ea typeface="黑体" panose="02010609060101010101" pitchFamily="49" charset="-122"/>
              </a:rPr>
              <a:t>交换</a:t>
            </a:r>
            <a:r>
              <a:rPr lang="en-US" altLang="zh-CN" sz="2400" b="1" dirty="0">
                <a:latin typeface="Arial" panose="020B0604020202020204" pitchFamily="34" charset="0"/>
              </a:rPr>
              <a:t>a[i],a[i+1]</a:t>
            </a:r>
            <a:endParaRPr lang="en-US" altLang="zh-CN" sz="2400" b="1" dirty="0">
              <a:latin typeface="Arial" panose="020B0604020202020204" pitchFamily="34" charset="0"/>
            </a:endParaRPr>
          </a:p>
          <a:p>
            <a:pPr marL="0" lvl="0" indent="0" algn="ctr" eaLnBrk="1" hangingPunct="1">
              <a:spcBef>
                <a:spcPct val="0"/>
              </a:spcBef>
              <a:buClrTx/>
              <a:buSzTx/>
              <a:buFontTx/>
              <a:buNone/>
            </a:pPr>
            <a:r>
              <a:rPr lang="en-US" altLang="zh-CN" sz="2800" b="1" dirty="0">
                <a:solidFill>
                  <a:schemeClr val="accent6">
                    <a:lumMod val="60000"/>
                    <a:lumOff val="40000"/>
                  </a:schemeClr>
                </a:solidFill>
                <a:latin typeface="Arial" panose="020B0604020202020204" pitchFamily="34" charset="0"/>
              </a:rPr>
              <a:t>flag=true</a:t>
            </a:r>
            <a:endParaRPr lang="en-US" altLang="zh-CN" sz="2800" b="1" dirty="0">
              <a:solidFill>
                <a:schemeClr val="accent6">
                  <a:lumMod val="60000"/>
                  <a:lumOff val="40000"/>
                </a:schemeClr>
              </a:solidFill>
              <a:latin typeface="Arial" panose="020B0604020202020204" pitchFamily="34" charset="0"/>
            </a:endParaRPr>
          </a:p>
        </p:txBody>
      </p:sp>
      <p:sp>
        <p:nvSpPr>
          <p:cNvPr id="92176" name="Rectangle 19"/>
          <p:cNvSpPr/>
          <p:nvPr/>
        </p:nvSpPr>
        <p:spPr>
          <a:xfrm>
            <a:off x="1774825" y="1916113"/>
            <a:ext cx="1657350" cy="465137"/>
          </a:xfrm>
          <a:prstGeom prst="rect">
            <a:avLst/>
          </a:prstGeom>
          <a:noFill/>
          <a:ln w="57150" cap="flat" cmpd="sng">
            <a:solidFill>
              <a:schemeClr val="tx1"/>
            </a:solidFill>
            <a:prstDash val="solid"/>
            <a:miter/>
            <a:headEnd type="none" w="med" len="med"/>
            <a:tailEnd type="none" w="med" len="med"/>
          </a:ln>
        </p:spPr>
        <p:txBody>
          <a:bodyPr lIns="12700" tIns="12700" rIns="12700" bIns="12700"/>
          <a:lstStyle>
            <a:lvl1pPr marL="342900" indent="-3429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80000"/>
              <a:buFont typeface="Wingdings" panose="05000000000000000000" pitchFamily="2" charset="2"/>
              <a:buChar char="n"/>
              <a:defRPr sz="3200" b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defRPr>
            </a:lvl1pPr>
            <a:lvl2pPr marL="742950" indent="-28575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Char char="–"/>
              <a:defRPr sz="2800">
                <a:solidFill>
                  <a:schemeClr val="tx1"/>
                </a:solidFill>
                <a:effectLst/>
                <a:latin typeface="+mn-lt"/>
                <a:ea typeface="+mn-ea"/>
              </a:defRPr>
            </a:lvl2pPr>
            <a:lvl3pPr marL="11430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Font typeface="Wingdings" panose="05000000000000000000" pitchFamily="2" charset="2"/>
              <a:buChar char="§"/>
              <a:defRPr sz="2400">
                <a:solidFill>
                  <a:schemeClr val="tx1"/>
                </a:solidFill>
                <a:effectLst/>
                <a:latin typeface="+mn-lt"/>
                <a:ea typeface="+mn-ea"/>
              </a:defRPr>
            </a:lvl3pPr>
            <a:lvl4pPr marL="16002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–"/>
              <a:defRPr sz="2000">
                <a:solidFill>
                  <a:schemeClr val="tx1"/>
                </a:solidFill>
                <a:effectLst/>
                <a:latin typeface="+mn-lt"/>
                <a:ea typeface="+mn-ea"/>
              </a:defRPr>
            </a:lvl4pPr>
            <a:lvl5pPr marL="20574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effectLst/>
                <a:latin typeface="+mn-lt"/>
                <a:ea typeface="+mn-ea"/>
              </a:defRPr>
            </a:lvl5pPr>
          </a:lstStyle>
          <a:p>
            <a:pPr marL="0" lvl="0" indent="0" algn="ctr" eaLnBrk="1" hangingPunct="1">
              <a:spcBef>
                <a:spcPct val="0"/>
              </a:spcBef>
              <a:buClrTx/>
              <a:buSzTx/>
              <a:buFontTx/>
              <a:buNone/>
            </a:pPr>
            <a:r>
              <a:rPr lang="en-US" altLang="zh-CN" sz="2800" b="1" dirty="0">
                <a:solidFill>
                  <a:schemeClr val="accent6">
                    <a:lumMod val="60000"/>
                    <a:lumOff val="40000"/>
                  </a:schemeClr>
                </a:solidFill>
                <a:latin typeface="Arial" panose="020B0604020202020204" pitchFamily="34" charset="0"/>
              </a:rPr>
              <a:t>flag=true</a:t>
            </a:r>
            <a:endParaRPr lang="en-US" altLang="zh-CN" sz="2800" b="1" dirty="0">
              <a:solidFill>
                <a:schemeClr val="accent6">
                  <a:lumMod val="60000"/>
                  <a:lumOff val="40000"/>
                </a:schemeClr>
              </a:solidFill>
              <a:latin typeface="Arial" panose="020B0604020202020204" pitchFamily="34" charset="0"/>
            </a:endParaRPr>
          </a:p>
        </p:txBody>
      </p:sp>
      <p:grpSp>
        <p:nvGrpSpPr>
          <p:cNvPr id="53263" name="Group 20"/>
          <p:cNvGrpSpPr/>
          <p:nvPr/>
        </p:nvGrpSpPr>
        <p:grpSpPr>
          <a:xfrm>
            <a:off x="7104063" y="3141663"/>
            <a:ext cx="2232025" cy="792162"/>
            <a:chOff x="2608" y="436"/>
            <a:chExt cx="1406" cy="499"/>
          </a:xfrm>
        </p:grpSpPr>
        <p:sp>
          <p:nvSpPr>
            <p:cNvPr id="53266" name="Rectangle 21"/>
            <p:cNvSpPr/>
            <p:nvPr/>
          </p:nvSpPr>
          <p:spPr>
            <a:xfrm>
              <a:off x="2608" y="527"/>
              <a:ext cx="1134" cy="355"/>
            </a:xfrm>
            <a:prstGeom prst="rect">
              <a:avLst/>
            </a:prstGeom>
            <a:noFill/>
            <a:ln w="57150">
              <a:noFill/>
            </a:ln>
          </p:spPr>
          <p:txBody>
            <a:bodyPr lIns="12700" tIns="12700" rIns="12700" bIns="12700"/>
            <a:lstStyle>
              <a:lvl1pPr marL="342900" indent="-342900" algn="l" rtl="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hlink"/>
                </a:buClr>
                <a:buSzPct val="80000"/>
                <a:buFont typeface="Wingdings" panose="05000000000000000000" pitchFamily="2" charset="2"/>
                <a:buChar char="n"/>
                <a:defRPr sz="3200" b="0">
                  <a:solidFill>
                    <a:schemeClr val="tx1"/>
                  </a:solidFill>
                  <a:effectLst/>
                  <a:latin typeface="+mn-lt"/>
                  <a:ea typeface="+mn-ea"/>
                  <a:cs typeface="+mn-cs"/>
                </a:defRPr>
              </a:lvl1pPr>
              <a:lvl2pPr marL="742950" indent="-285750" algn="l" rtl="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tx1"/>
                </a:buClr>
                <a:buChar char="–"/>
                <a:defRPr sz="2800">
                  <a:solidFill>
                    <a:schemeClr val="tx1"/>
                  </a:solidFill>
                  <a:effectLst/>
                  <a:latin typeface="+mn-lt"/>
                  <a:ea typeface="+mn-ea"/>
                </a:defRPr>
              </a:lvl2pPr>
              <a:lvl3pPr marL="11430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hlink"/>
                </a:buClr>
                <a:buFont typeface="Wingdings" panose="05000000000000000000" pitchFamily="2" charset="2"/>
                <a:buChar char="§"/>
                <a:defRPr sz="2400">
                  <a:solidFill>
                    <a:schemeClr val="tx1"/>
                  </a:solidFill>
                  <a:effectLst/>
                  <a:latin typeface="+mn-lt"/>
                  <a:ea typeface="+mn-ea"/>
                </a:defRPr>
              </a:lvl3pPr>
              <a:lvl4pPr marL="16002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–"/>
                <a:defRPr sz="2000">
                  <a:solidFill>
                    <a:schemeClr val="tx1"/>
                  </a:solidFill>
                  <a:effectLst/>
                  <a:latin typeface="+mn-lt"/>
                  <a:ea typeface="+mn-ea"/>
                </a:defRPr>
              </a:lvl4pPr>
              <a:lvl5pPr marL="20574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hlink"/>
                </a:buClr>
                <a:buFont typeface="Wingdings" panose="05000000000000000000" pitchFamily="2" charset="2"/>
                <a:buChar char="§"/>
                <a:defRPr sz="2000">
                  <a:solidFill>
                    <a:schemeClr val="tx1"/>
                  </a:solidFill>
                  <a:effectLst/>
                  <a:latin typeface="+mn-lt"/>
                  <a:ea typeface="+mn-ea"/>
                </a:defRPr>
              </a:lvl5pPr>
            </a:lstStyle>
            <a:p>
              <a:pPr marL="0" lvl="0" indent="0" algn="ctr" eaLnBrk="1" hangingPunct="1">
                <a:spcBef>
                  <a:spcPct val="0"/>
                </a:spcBef>
                <a:buClrTx/>
                <a:buSzTx/>
                <a:buFontTx/>
                <a:buNone/>
              </a:pPr>
              <a:r>
                <a:rPr lang="en-US" altLang="zh-CN" sz="2800" b="1" dirty="0">
                  <a:latin typeface="Arial" panose="020B0604020202020204" pitchFamily="34" charset="0"/>
                </a:rPr>
                <a:t>a[i]&gt;a[i+1]</a:t>
              </a:r>
              <a:endParaRPr lang="en-US" altLang="zh-CN" sz="2800" b="1" dirty="0">
                <a:latin typeface="Arial" panose="020B0604020202020204" pitchFamily="34" charset="0"/>
              </a:endParaRPr>
            </a:p>
          </p:txBody>
        </p:sp>
        <p:grpSp>
          <p:nvGrpSpPr>
            <p:cNvPr id="53267" name="Group 22"/>
            <p:cNvGrpSpPr/>
            <p:nvPr/>
          </p:nvGrpSpPr>
          <p:grpSpPr>
            <a:xfrm>
              <a:off x="2608" y="436"/>
              <a:ext cx="1406" cy="499"/>
              <a:chOff x="2925" y="436"/>
              <a:chExt cx="1134" cy="499"/>
            </a:xfrm>
          </p:grpSpPr>
          <p:sp>
            <p:nvSpPr>
              <p:cNvPr id="53268" name="Line 23"/>
              <p:cNvSpPr/>
              <p:nvPr/>
            </p:nvSpPr>
            <p:spPr>
              <a:xfrm>
                <a:off x="2925" y="436"/>
                <a:ext cx="1134" cy="0"/>
              </a:xfrm>
              <a:prstGeom prst="line">
                <a:avLst/>
              </a:prstGeom>
              <a:ln w="57150" cap="flat" cmpd="sng">
                <a:solidFill>
                  <a:schemeClr val="tx1"/>
                </a:solidFill>
                <a:prstDash val="solid"/>
                <a:headEnd type="none" w="med" len="med"/>
                <a:tailEnd type="none" w="med" len="med"/>
              </a:ln>
            </p:spPr>
          </p:sp>
          <p:sp>
            <p:nvSpPr>
              <p:cNvPr id="53269" name="Line 24"/>
              <p:cNvSpPr/>
              <p:nvPr/>
            </p:nvSpPr>
            <p:spPr>
              <a:xfrm>
                <a:off x="2925" y="436"/>
                <a:ext cx="0" cy="499"/>
              </a:xfrm>
              <a:prstGeom prst="line">
                <a:avLst/>
              </a:prstGeom>
              <a:ln w="57150" cap="flat" cmpd="sng">
                <a:solidFill>
                  <a:schemeClr val="tx1"/>
                </a:solidFill>
                <a:prstDash val="solid"/>
                <a:headEnd type="none" w="med" len="med"/>
                <a:tailEnd type="none" w="med" len="med"/>
              </a:ln>
            </p:spPr>
          </p:sp>
          <p:sp>
            <p:nvSpPr>
              <p:cNvPr id="53270" name="Line 25"/>
              <p:cNvSpPr/>
              <p:nvPr/>
            </p:nvSpPr>
            <p:spPr>
              <a:xfrm>
                <a:off x="2925" y="935"/>
                <a:ext cx="1134" cy="0"/>
              </a:xfrm>
              <a:prstGeom prst="line">
                <a:avLst/>
              </a:prstGeom>
              <a:ln w="57150" cap="flat" cmpd="sng">
                <a:solidFill>
                  <a:schemeClr val="tx1"/>
                </a:solidFill>
                <a:prstDash val="solid"/>
                <a:headEnd type="none" w="med" len="med"/>
                <a:tailEnd type="none" w="med" len="med"/>
              </a:ln>
            </p:spPr>
          </p:sp>
          <p:sp>
            <p:nvSpPr>
              <p:cNvPr id="53271" name="Line 26"/>
              <p:cNvSpPr/>
              <p:nvPr/>
            </p:nvSpPr>
            <p:spPr>
              <a:xfrm flipH="1">
                <a:off x="3833" y="436"/>
                <a:ext cx="226" cy="227"/>
              </a:xfrm>
              <a:prstGeom prst="line">
                <a:avLst/>
              </a:prstGeom>
              <a:ln w="57150" cap="flat" cmpd="sng">
                <a:solidFill>
                  <a:schemeClr val="tx1"/>
                </a:solidFill>
                <a:prstDash val="solid"/>
                <a:headEnd type="none" w="med" len="med"/>
                <a:tailEnd type="none" w="med" len="med"/>
              </a:ln>
            </p:spPr>
          </p:sp>
          <p:sp>
            <p:nvSpPr>
              <p:cNvPr id="53272" name="Line 27"/>
              <p:cNvSpPr/>
              <p:nvPr/>
            </p:nvSpPr>
            <p:spPr>
              <a:xfrm>
                <a:off x="3833" y="663"/>
                <a:ext cx="226" cy="272"/>
              </a:xfrm>
              <a:prstGeom prst="line">
                <a:avLst/>
              </a:prstGeom>
              <a:ln w="57150" cap="flat" cmpd="sng">
                <a:solidFill>
                  <a:schemeClr val="tx1"/>
                </a:solidFill>
                <a:prstDash val="solid"/>
                <a:headEnd type="none" w="med" len="med"/>
                <a:tailEnd type="none" w="med" len="med"/>
              </a:ln>
            </p:spPr>
          </p:sp>
        </p:grpSp>
      </p:grpSp>
      <p:sp>
        <p:nvSpPr>
          <p:cNvPr id="53264" name="Freeform 28"/>
          <p:cNvSpPr/>
          <p:nvPr/>
        </p:nvSpPr>
        <p:spPr>
          <a:xfrm rot="-1220438" flipV="1">
            <a:off x="3233738" y="3286125"/>
            <a:ext cx="306387" cy="117475"/>
          </a:xfrm>
          <a:custGeom>
            <a:avLst/>
            <a:gdLst>
              <a:gd name="txL" fmla="*/ 0 w 113"/>
              <a:gd name="txT" fmla="*/ 0 h 13"/>
              <a:gd name="txR" fmla="*/ 113 w 113"/>
              <a:gd name="txB" fmla="*/ 13 h 13"/>
            </a:gdLst>
            <a:ahLst/>
            <a:cxnLst>
              <a:cxn ang="0">
                <a:pos x="0" y="2147483646"/>
              </a:cxn>
              <a:cxn ang="0">
                <a:pos x="2147483646" y="0"/>
              </a:cxn>
            </a:cxnLst>
            <a:rect l="txL" t="txT" r="txR" b="txB"/>
            <a:pathLst>
              <a:path w="113" h="13">
                <a:moveTo>
                  <a:pt x="0" y="13"/>
                </a:moveTo>
                <a:lnTo>
                  <a:pt x="113" y="0"/>
                </a:lnTo>
              </a:path>
            </a:pathLst>
          </a:custGeom>
          <a:noFill/>
          <a:ln w="57150" cap="flat" cmpd="sng">
            <a:solidFill>
              <a:schemeClr val="tx1">
                <a:alpha val="100000"/>
              </a:schemeClr>
            </a:solidFill>
            <a:prstDash val="solid"/>
            <a:round/>
            <a:headEnd type="none" w="med" len="med"/>
            <a:tailEnd type="none" w="med" len="med"/>
          </a:ln>
        </p:spPr>
        <p:txBody>
          <a:bodyPr/>
          <a:p>
            <a:endParaRPr lang="zh-CN" altLang="en-US"/>
          </a:p>
        </p:txBody>
      </p:sp>
    </p:spTree>
  </p:cSld>
  <p:clrMapOvr>
    <a:masterClrMapping/>
  </p:clrMapOvr>
  <p:transition>
    <p:random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6" presetClass="entr" presetSubtype="16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217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circle(in)">
                                      <p:cBhvr>
                                        <p:cTn id="7" dur="2000"/>
                                        <p:tgtEl>
                                          <p:spTgt spid="9217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92176" grpId="0" bldLvl="0" animBg="1"/>
    </p:bldLst>
  </p:timing>
</p:sld>
</file>

<file path=ppt/slides/slide4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5" name="灯片编号占位符 5"/>
          <p:cNvSpPr txBox="1">
            <a:spLocks noGrp="1"/>
          </p:cNvSpPr>
          <p:nvPr>
            <p:ph type="sldNum" sz="quarter" idx="4"/>
          </p:nvPr>
        </p:nvSpPr>
        <p:spPr bwMode="auto"/>
        <p:txBody>
          <a:bodyPr wrap="square" lIns="91440" tIns="45720" rIns="91440" bIns="45720" numCol="1" anchor="b" anchorCtr="0" compatLnSpc="1"/>
          <a:lstStyle>
            <a:lvl1pPr eaLnBrk="0" hangingPunct="0">
              <a:defRPr sz="2000" b="1">
                <a:solidFill>
                  <a:schemeClr val="tx1"/>
                </a:solidFill>
                <a:latin typeface="Tahoma" panose="020B0604030504040204" pitchFamily="34" charset="0"/>
                <a:ea typeface="黑体" panose="02010609060101010101" pitchFamily="49" charset="-122"/>
              </a:defRPr>
            </a:lvl1pPr>
            <a:lvl2pPr marL="742950" indent="-285750" eaLnBrk="0" hangingPunct="0">
              <a:defRPr sz="2000" b="1">
                <a:solidFill>
                  <a:schemeClr val="tx1"/>
                </a:solidFill>
                <a:latin typeface="Tahoma" panose="020B0604030504040204" pitchFamily="34" charset="0"/>
                <a:ea typeface="黑体" panose="02010609060101010101" pitchFamily="49" charset="-122"/>
              </a:defRPr>
            </a:lvl2pPr>
            <a:lvl3pPr marL="1143000" indent="-228600" eaLnBrk="0" hangingPunct="0">
              <a:defRPr sz="2000" b="1">
                <a:solidFill>
                  <a:schemeClr val="tx1"/>
                </a:solidFill>
                <a:latin typeface="Tahoma" panose="020B0604030504040204" pitchFamily="34" charset="0"/>
                <a:ea typeface="黑体" panose="02010609060101010101" pitchFamily="49" charset="-122"/>
              </a:defRPr>
            </a:lvl3pPr>
            <a:lvl4pPr marL="1600200" indent="-228600" eaLnBrk="0" hangingPunct="0">
              <a:defRPr sz="2000" b="1">
                <a:solidFill>
                  <a:schemeClr val="tx1"/>
                </a:solidFill>
                <a:latin typeface="Tahoma" panose="020B0604030504040204" pitchFamily="34" charset="0"/>
                <a:ea typeface="黑体" panose="02010609060101010101" pitchFamily="49" charset="-122"/>
              </a:defRPr>
            </a:lvl4pPr>
            <a:lvl5pPr marL="2057400" indent="-228600" eaLnBrk="0" hangingPunct="0">
              <a:defRPr sz="2000" b="1">
                <a:solidFill>
                  <a:schemeClr val="tx1"/>
                </a:solidFill>
                <a:latin typeface="Tahoma" panose="020B0604030504040204" pitchFamily="34" charset="0"/>
                <a:ea typeface="黑体" panose="02010609060101010101" pitchFamily="49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000" b="1">
                <a:solidFill>
                  <a:schemeClr val="tx1"/>
                </a:solidFill>
                <a:latin typeface="Tahoma" panose="020B0604030504040204" pitchFamily="34" charset="0"/>
                <a:ea typeface="黑体" panose="02010609060101010101" pitchFamily="49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000" b="1">
                <a:solidFill>
                  <a:schemeClr val="tx1"/>
                </a:solidFill>
                <a:latin typeface="Tahoma" panose="020B0604030504040204" pitchFamily="34" charset="0"/>
                <a:ea typeface="黑体" panose="02010609060101010101" pitchFamily="49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000" b="1">
                <a:solidFill>
                  <a:schemeClr val="tx1"/>
                </a:solidFill>
                <a:latin typeface="Tahoma" panose="020B0604030504040204" pitchFamily="34" charset="0"/>
                <a:ea typeface="黑体" panose="02010609060101010101" pitchFamily="49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000" b="1">
                <a:solidFill>
                  <a:schemeClr val="tx1"/>
                </a:solidFill>
                <a:latin typeface="Tahoma" panose="020B0604030504040204" pitchFamily="34" charset="0"/>
                <a:ea typeface="黑体" panose="02010609060101010101" pitchFamily="49" charset="-122"/>
              </a:defRPr>
            </a:lvl9pPr>
          </a:lstStyle>
          <a:p>
            <a:pPr marL="0" marR="0" lvl="0" indent="0" algn="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fld id="{3DE67EE3-B981-42FC-95DF-54DE4035EFA2}" type="slidenum">
              <a:rPr kumimoji="0" lang="en-US" altLang="zh-CN" sz="1200" b="0" i="0" u="none" strike="noStrike" kern="1200" cap="none" spc="0" normalizeH="0" baseline="0" noProof="0">
                <a:ln>
                  <a:noFill/>
                </a:ln>
                <a:solidFill>
                  <a:schemeClr val="tx1"/>
                </a:solidFill>
                <a:effectLst>
                  <a:outerShdw blurRad="38100" dist="38100" dir="2700000" algn="tl">
                    <a:srgbClr val="000000"/>
                  </a:outerShdw>
                </a:effectLst>
                <a:uLnTx/>
                <a:uFillTx/>
                <a:latin typeface="Tahoma" panose="020B0604030504040204" pitchFamily="34" charset="0"/>
                <a:ea typeface="宋体" panose="02010600030101010101" pitchFamily="2" charset="-122"/>
                <a:cs typeface="+mn-cs"/>
              </a:rPr>
            </a:fld>
            <a:endParaRPr kumimoji="0" lang="en-US" altLang="zh-CN" sz="1200" b="0" i="0" u="none" strike="noStrike" kern="1200" cap="none" spc="0" normalizeH="0" baseline="0" noProof="0">
              <a:ln>
                <a:noFill/>
              </a:ln>
              <a:solidFill>
                <a:schemeClr val="tx1"/>
              </a:solidFill>
              <a:effectLst>
                <a:outerShdw blurRad="38100" dist="38100" dir="2700000" algn="tl">
                  <a:srgbClr val="000000"/>
                </a:outerShdw>
              </a:effectLst>
              <a:uLnTx/>
              <a:uFillTx/>
              <a:latin typeface="Tahoma" panose="020B0604030504040204" pitchFamily="34" charset="0"/>
              <a:ea typeface="宋体" panose="02010600030101010101" pitchFamily="2" charset="-122"/>
              <a:cs typeface="+mn-cs"/>
            </a:endParaRPr>
          </a:p>
        </p:txBody>
      </p:sp>
      <p:sp>
        <p:nvSpPr>
          <p:cNvPr id="93187" name="Rectangle 3"/>
          <p:cNvSpPr>
            <a:spLocks noChangeArrowheads="1"/>
          </p:cNvSpPr>
          <p:nvPr/>
        </p:nvSpPr>
        <p:spPr bwMode="auto">
          <a:xfrm>
            <a:off x="304800" y="258763"/>
            <a:ext cx="11582400" cy="618553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/>
          <a:p>
            <a:pPr marL="0" marR="0" lvl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r>
              <a:rPr kumimoji="0" lang="en-US" altLang="zh-CN" sz="2800" b="1" i="0" u="none" strike="noStrike" kern="1200" cap="none" spc="0" normalizeH="0" baseline="0" noProof="0" dirty="0">
                <a:ln>
                  <a:noFill/>
                </a:ln>
                <a:solidFill>
                  <a:schemeClr val="tx1">
                    <a:lumMod val="50000"/>
                  </a:schemeClr>
                </a:solidFill>
                <a:effectLst/>
                <a:uLnTx/>
                <a:uFillTx/>
                <a:latin typeface="Tahoma" panose="020B0604030504040204" pitchFamily="34" charset="0"/>
                <a:ea typeface="黑体" panose="02010609060101010101" pitchFamily="49" charset="-122"/>
                <a:cs typeface="+mn-cs"/>
              </a:rPr>
              <a:t>// </a:t>
            </a:r>
            <a:r>
              <a:rPr kumimoji="0" lang="zh-CN" altLang="en-US" sz="2800" b="1" i="0" u="none" strike="noStrike" kern="1200" cap="none" spc="0" normalizeH="0" baseline="0" noProof="0" dirty="0">
                <a:ln>
                  <a:noFill/>
                </a:ln>
                <a:solidFill>
                  <a:schemeClr val="tx1">
                    <a:lumMod val="50000"/>
                  </a:schemeClr>
                </a:solidFill>
                <a:effectLst/>
                <a:uLnTx/>
                <a:uFillTx/>
                <a:latin typeface="Tahoma" panose="020B0604030504040204" pitchFamily="34" charset="0"/>
                <a:ea typeface="黑体" panose="02010609060101010101" pitchFamily="49" charset="-122"/>
                <a:cs typeface="+mn-cs"/>
              </a:rPr>
              <a:t>对数组</a:t>
            </a:r>
            <a:r>
              <a:rPr kumimoji="0" lang="en-US" altLang="zh-CN" sz="2800" b="1" i="0" u="none" strike="noStrike" kern="1200" cap="none" spc="0" normalizeH="0" baseline="0" noProof="0" dirty="0">
                <a:ln>
                  <a:noFill/>
                </a:ln>
                <a:solidFill>
                  <a:schemeClr val="tx1">
                    <a:lumMod val="50000"/>
                  </a:schemeClr>
                </a:solidFill>
                <a:effectLst/>
                <a:uLnTx/>
                <a:uFillTx/>
                <a:latin typeface="Tahoma" panose="020B0604030504040204" pitchFamily="34" charset="0"/>
                <a:ea typeface="黑体" panose="02010609060101010101" pitchFamily="49" charset="-122"/>
                <a:cs typeface="+mn-cs"/>
              </a:rPr>
              <a:t>s</a:t>
            </a:r>
            <a:r>
              <a:rPr kumimoji="0" lang="zh-CN" altLang="en-US" sz="2800" b="1" i="0" u="none" strike="noStrike" kern="1200" cap="none" spc="0" normalizeH="0" baseline="0" noProof="0" dirty="0">
                <a:ln>
                  <a:noFill/>
                </a:ln>
                <a:solidFill>
                  <a:schemeClr val="tx1">
                    <a:lumMod val="50000"/>
                  </a:schemeClr>
                </a:solidFill>
                <a:effectLst/>
                <a:uLnTx/>
                <a:uFillTx/>
                <a:latin typeface="Tahoma" panose="020B0604030504040204" pitchFamily="34" charset="0"/>
                <a:ea typeface="黑体" panose="02010609060101010101" pitchFamily="49" charset="-122"/>
                <a:cs typeface="+mn-cs"/>
              </a:rPr>
              <a:t>进行</a:t>
            </a:r>
            <a:r>
              <a:rPr kumimoji="0" lang="en-US" altLang="zh-CN" sz="3200" b="1" i="0" u="none" strike="noStrike" kern="0" cap="none" spc="0" normalizeH="0" baseline="0" noProof="0" dirty="0" err="1">
                <a:ln>
                  <a:noFill/>
                </a:ln>
                <a:solidFill>
                  <a:schemeClr val="accent2">
                    <a:lumMod val="60000"/>
                    <a:lumOff val="40000"/>
                  </a:schemeClr>
                </a:solidFill>
                <a:effectLst>
                  <a:outerShdw blurRad="38100" dist="38100" dir="2700000" algn="tl">
                    <a:srgbClr val="000000"/>
                  </a:outerShdw>
                </a:effectLst>
                <a:uLnTx/>
                <a:uFillTx/>
                <a:latin typeface="+mn-lt"/>
                <a:ea typeface="+mn-ea"/>
                <a:cs typeface="+mn-cs"/>
              </a:rPr>
              <a:t>冒泡排序 P140 </a:t>
            </a:r>
            <a:endParaRPr kumimoji="0" lang="en-US" altLang="zh-CN" sz="3200" b="1" i="0" u="none" strike="noStrike" kern="0" cap="none" spc="0" normalizeH="0" baseline="0" noProof="0" dirty="0" err="1">
              <a:ln>
                <a:noFill/>
              </a:ln>
              <a:solidFill>
                <a:schemeClr val="accent2">
                  <a:lumMod val="60000"/>
                  <a:lumOff val="40000"/>
                </a:schemeClr>
              </a:solidFill>
              <a:effectLst>
                <a:outerShdw blurRad="38100" dist="38100" dir="2700000" algn="tl">
                  <a:srgbClr val="000000"/>
                </a:outerShdw>
              </a:effectLst>
              <a:uLnTx/>
              <a:uFillTx/>
              <a:latin typeface="+mn-lt"/>
              <a:ea typeface="+mn-ea"/>
              <a:cs typeface="+mn-cs"/>
            </a:endParaRPr>
          </a:p>
          <a:p>
            <a:pPr marL="0" marR="0" lvl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0" lang="zh-CN" altLang="en-US" sz="2800" b="1" i="0" u="none" strike="noStrike" kern="1200" cap="none" spc="0" normalizeH="0" baseline="0" noProof="0" dirty="0">
              <a:ln>
                <a:noFill/>
              </a:ln>
              <a:solidFill>
                <a:schemeClr val="tx1">
                  <a:lumMod val="50000"/>
                </a:schemeClr>
              </a:solidFill>
              <a:effectLst/>
              <a:uLnTx/>
              <a:uFillTx/>
              <a:latin typeface="Tahoma" panose="020B0604030504040204" pitchFamily="34" charset="0"/>
              <a:ea typeface="黑体" panose="02010609060101010101" pitchFamily="49" charset="-122"/>
              <a:cs typeface="+mn-cs"/>
            </a:endParaRPr>
          </a:p>
          <a:p>
            <a:pPr marL="0" marR="0" lvl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r>
              <a:rPr kumimoji="0" lang="en-US" altLang="zh-CN" sz="2400" b="1" i="0" u="none" strike="noStrike" kern="1200" cap="none" spc="0" normalizeH="0" baseline="0" noProof="0" dirty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Tahoma" panose="020B0604030504040204" pitchFamily="34" charset="0"/>
                <a:ea typeface="黑体" panose="02010609060101010101" pitchFamily="49" charset="-122"/>
                <a:cs typeface="+mn-cs"/>
              </a:rPr>
              <a:t>void  </a:t>
            </a:r>
            <a:r>
              <a:rPr kumimoji="0" lang="en-US" altLang="zh-CN" sz="2400" b="1" i="0" u="none" strike="noStrike" kern="1200" cap="none" spc="0" normalizeH="0" baseline="0" noProof="0" dirty="0" err="1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Tahoma" panose="020B0604030504040204" pitchFamily="34" charset="0"/>
                <a:ea typeface="黑体" panose="02010609060101010101" pitchFamily="49" charset="-122"/>
                <a:cs typeface="+mn-cs"/>
              </a:rPr>
              <a:t>sortofup</a:t>
            </a:r>
            <a:r>
              <a:rPr kumimoji="0" lang="en-US" altLang="zh-CN" sz="2400" b="1" i="0" u="none" strike="noStrike" kern="1200" cap="none" spc="0" normalizeH="0" baseline="0" noProof="0" dirty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Tahoma" panose="020B0604030504040204" pitchFamily="34" charset="0"/>
                <a:ea typeface="黑体" panose="02010609060101010101" pitchFamily="49" charset="-122"/>
                <a:cs typeface="+mn-cs"/>
              </a:rPr>
              <a:t> (</a:t>
            </a:r>
            <a:r>
              <a:rPr kumimoji="0" lang="en-US" altLang="zh-CN" sz="2400" b="1" i="0" u="none" strike="noStrike" kern="1200" cap="none" spc="0" normalizeH="0" baseline="0" noProof="0" dirty="0">
                <a:ln>
                  <a:noFill/>
                </a:ln>
                <a:solidFill>
                  <a:srgbClr val="FFFF00"/>
                </a:solidFill>
                <a:effectLst/>
                <a:uLnTx/>
                <a:uFillTx/>
                <a:latin typeface="Tahoma" panose="020B0604030504040204" pitchFamily="34" charset="0"/>
                <a:ea typeface="黑体" panose="02010609060101010101" pitchFamily="49" charset="-122"/>
                <a:cs typeface="+mn-cs"/>
              </a:rPr>
              <a:t> </a:t>
            </a:r>
            <a:r>
              <a:rPr kumimoji="0" lang="en-US" altLang="zh-CN" sz="2400" b="1" i="0" u="none" strike="noStrike" kern="1200" cap="none" spc="0" normalizeH="0" baseline="0" noProof="0" dirty="0" err="1">
                <a:ln>
                  <a:noFill/>
                </a:ln>
                <a:solidFill>
                  <a:srgbClr val="FC3AF5"/>
                </a:solidFill>
                <a:effectLst/>
                <a:uLnTx/>
                <a:uFillTx/>
                <a:latin typeface="Tahoma" panose="020B0604030504040204" pitchFamily="34" charset="0"/>
                <a:ea typeface="黑体" panose="02010609060101010101" pitchFamily="49" charset="-122"/>
                <a:cs typeface="+mn-cs"/>
              </a:rPr>
              <a:t>int</a:t>
            </a:r>
            <a:r>
              <a:rPr kumimoji="0" lang="en-US" altLang="zh-CN" sz="2400" b="1" i="0" u="none" strike="noStrike" kern="1200" cap="none" spc="0" normalizeH="0" baseline="0" noProof="0" dirty="0">
                <a:ln>
                  <a:noFill/>
                </a:ln>
                <a:solidFill>
                  <a:srgbClr val="FC3AF5"/>
                </a:solidFill>
                <a:effectLst/>
                <a:uLnTx/>
                <a:uFillTx/>
                <a:latin typeface="Tahoma" panose="020B0604030504040204" pitchFamily="34" charset="0"/>
                <a:ea typeface="黑体" panose="02010609060101010101" pitchFamily="49" charset="-122"/>
                <a:cs typeface="+mn-cs"/>
              </a:rPr>
              <a:t> s[50]</a:t>
            </a:r>
            <a:r>
              <a:rPr kumimoji="0" lang="zh-CN" altLang="en-US" sz="2400" b="1" i="0" u="none" strike="noStrike" kern="1200" cap="none" spc="0" normalizeH="0" baseline="0" noProof="0" dirty="0">
                <a:ln>
                  <a:noFill/>
                </a:ln>
                <a:solidFill>
                  <a:srgbClr val="FC3AF5"/>
                </a:solidFill>
                <a:effectLst/>
                <a:uLnTx/>
                <a:uFillTx/>
                <a:latin typeface="Tahoma" panose="020B0604030504040204" pitchFamily="34" charset="0"/>
                <a:ea typeface="黑体" panose="02010609060101010101" pitchFamily="49" charset="-122"/>
                <a:cs typeface="+mn-cs"/>
              </a:rPr>
              <a:t>，</a:t>
            </a:r>
            <a:r>
              <a:rPr kumimoji="0" lang="en-US" altLang="zh-CN" sz="2400" b="1" i="0" u="none" strike="noStrike" kern="1200" cap="none" spc="0" normalizeH="0" baseline="0" noProof="0" dirty="0">
                <a:ln>
                  <a:noFill/>
                </a:ln>
                <a:solidFill>
                  <a:srgbClr val="FC3AF5"/>
                </a:solidFill>
                <a:effectLst/>
                <a:uLnTx/>
                <a:uFillTx/>
                <a:latin typeface="Tahoma" panose="020B0604030504040204" pitchFamily="34" charset="0"/>
                <a:ea typeface="黑体" panose="02010609060101010101" pitchFamily="49" charset="-122"/>
                <a:cs typeface="+mn-cs"/>
              </a:rPr>
              <a:t>int n</a:t>
            </a:r>
            <a:r>
              <a:rPr kumimoji="0" lang="en-US" altLang="zh-CN" sz="2400" b="1" i="0" u="none" strike="noStrike" kern="1200" cap="none" spc="0" normalizeH="0" baseline="0" noProof="0" dirty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Tahoma" panose="020B0604030504040204" pitchFamily="34" charset="0"/>
                <a:ea typeface="黑体" panose="02010609060101010101" pitchFamily="49" charset="-122"/>
                <a:cs typeface="+mn-cs"/>
              </a:rPr>
              <a:t> ) {  </a:t>
            </a:r>
            <a:endParaRPr kumimoji="0" lang="en-US" altLang="zh-CN" sz="1800" b="1" i="0" u="none" strike="noStrike" kern="1200" cap="none" spc="0" normalizeH="0" baseline="0" noProof="0" dirty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Tahoma" panose="020B0604030504040204" pitchFamily="34" charset="0"/>
              <a:ea typeface="黑体" panose="02010609060101010101" pitchFamily="49" charset="-122"/>
              <a:cs typeface="+mn-cs"/>
            </a:endParaRPr>
          </a:p>
          <a:p>
            <a:pPr marL="0" marR="0" lvl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r>
              <a:rPr kumimoji="0" lang="en-US" altLang="zh-CN" sz="2400" b="1" i="0" u="none" strike="noStrike" kern="1200" cap="none" spc="0" normalizeH="0" baseline="0" noProof="0" dirty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Tahoma" panose="020B0604030504040204" pitchFamily="34" charset="0"/>
                <a:ea typeface="黑体" panose="02010609060101010101" pitchFamily="49" charset="-122"/>
                <a:cs typeface="+mn-cs"/>
              </a:rPr>
              <a:t>   </a:t>
            </a:r>
            <a:r>
              <a:rPr kumimoji="0" lang="en-US" altLang="zh-CN" sz="2400" b="1" i="0" u="none" strike="noStrike" kern="1200" cap="none" spc="0" normalizeH="0" baseline="0" noProof="0" dirty="0" err="1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Tahoma" panose="020B0604030504040204" pitchFamily="34" charset="0"/>
                <a:ea typeface="黑体" panose="02010609060101010101" pitchFamily="49" charset="-122"/>
                <a:cs typeface="+mn-cs"/>
              </a:rPr>
              <a:t>int</a:t>
            </a:r>
            <a:r>
              <a:rPr kumimoji="0" lang="en-US" altLang="zh-CN" sz="2400" b="1" i="0" u="none" strike="noStrike" kern="1200" cap="none" spc="0" normalizeH="0" baseline="0" noProof="0" dirty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Tahoma" panose="020B0604030504040204" pitchFamily="34" charset="0"/>
                <a:ea typeface="黑体" panose="02010609060101010101" pitchFamily="49" charset="-122"/>
                <a:cs typeface="+mn-cs"/>
              </a:rPr>
              <a:t> </a:t>
            </a:r>
            <a:r>
              <a:rPr kumimoji="0" lang="en-US" altLang="zh-CN" sz="2400" b="1" i="0" u="none" strike="noStrike" kern="1200" cap="none" spc="0" normalizeH="0" baseline="0" noProof="0" dirty="0" err="1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Tahoma" panose="020B0604030504040204" pitchFamily="34" charset="0"/>
                <a:ea typeface="黑体" panose="02010609060101010101" pitchFamily="49" charset="-122"/>
                <a:cs typeface="+mn-cs"/>
              </a:rPr>
              <a:t>i,r</a:t>
            </a:r>
            <a:r>
              <a:rPr kumimoji="0" lang="en-US" altLang="zh-CN" sz="2400" b="1" i="0" u="none" strike="noStrike" kern="1200" cap="none" spc="0" normalizeH="0" baseline="0" noProof="0" dirty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Tahoma" panose="020B0604030504040204" pitchFamily="34" charset="0"/>
                <a:ea typeface="黑体" panose="02010609060101010101" pitchFamily="49" charset="-122"/>
                <a:cs typeface="+mn-cs"/>
              </a:rPr>
              <a:t> ;</a:t>
            </a:r>
            <a:endParaRPr kumimoji="0" lang="en-US" altLang="zh-CN" sz="2400" b="1" i="0" u="none" strike="noStrike" kern="1200" cap="none" spc="0" normalizeH="0" baseline="0" noProof="0" dirty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Tahoma" panose="020B0604030504040204" pitchFamily="34" charset="0"/>
              <a:ea typeface="黑体" panose="02010609060101010101" pitchFamily="49" charset="-122"/>
              <a:cs typeface="+mn-cs"/>
            </a:endParaRPr>
          </a:p>
          <a:p>
            <a:pPr marL="0" marR="0" lvl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r>
              <a:rPr kumimoji="0" lang="en-US" altLang="zh-CN" sz="2400" b="1" i="0" u="none" strike="noStrike" kern="1200" cap="none" spc="0" normalizeH="0" baseline="0" noProof="0" dirty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Tahoma" panose="020B0604030504040204" pitchFamily="34" charset="0"/>
                <a:ea typeface="黑体" panose="02010609060101010101" pitchFamily="49" charset="-122"/>
                <a:cs typeface="+mn-cs"/>
              </a:rPr>
              <a:t>   bool  </a:t>
            </a:r>
            <a:r>
              <a:rPr kumimoji="0" lang="en-US" altLang="zh-CN" sz="2400" b="1" i="0" u="none" strike="noStrike" kern="1200" cap="none" spc="0" normalizeH="0" baseline="0" noProof="0" dirty="0">
                <a:ln>
                  <a:noFill/>
                </a:ln>
                <a:solidFill>
                  <a:srgbClr val="FFFF00"/>
                </a:solidFill>
                <a:effectLst/>
                <a:uLnTx/>
                <a:uFillTx/>
                <a:latin typeface="Tahoma" panose="020B0604030504040204" pitchFamily="34" charset="0"/>
                <a:ea typeface="黑体" panose="02010609060101010101" pitchFamily="49" charset="-122"/>
                <a:cs typeface="+mn-cs"/>
              </a:rPr>
              <a:t>flag = true ;</a:t>
            </a:r>
            <a:r>
              <a:rPr kumimoji="0" lang="en-US" altLang="zh-CN" sz="2400" b="1" i="0" u="none" strike="noStrike" kern="1200" cap="none" spc="0" normalizeH="0" baseline="0" noProof="0" dirty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Tahoma" panose="020B0604030504040204" pitchFamily="34" charset="0"/>
                <a:ea typeface="黑体" panose="02010609060101010101" pitchFamily="49" charset="-122"/>
                <a:cs typeface="+mn-cs"/>
              </a:rPr>
              <a:t>//</a:t>
            </a:r>
            <a:r>
              <a:rPr kumimoji="0" lang="zh-CN" altLang="en-US" sz="2400" b="1" i="0" u="none" strike="noStrike" kern="1200" cap="none" spc="0" normalizeH="0" baseline="0" noProof="0" dirty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Tahoma" panose="020B0604030504040204" pitchFamily="34" charset="0"/>
                <a:ea typeface="黑体" panose="02010609060101010101" pitchFamily="49" charset="-122"/>
                <a:cs typeface="+mn-cs"/>
              </a:rPr>
              <a:t>确保第</a:t>
            </a:r>
            <a:r>
              <a:rPr kumimoji="0" lang="en-US" altLang="zh-CN" sz="2400" b="1" i="0" u="none" strike="noStrike" kern="1200" cap="none" spc="0" normalizeH="0" baseline="0" noProof="0" dirty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Tahoma" panose="020B0604030504040204" pitchFamily="34" charset="0"/>
                <a:ea typeface="黑体" panose="02010609060101010101" pitchFamily="49" charset="-122"/>
                <a:cs typeface="+mn-cs"/>
              </a:rPr>
              <a:t>1</a:t>
            </a:r>
            <a:r>
              <a:rPr kumimoji="0" lang="zh-CN" altLang="en-US" sz="2400" b="1" i="0" u="none" strike="noStrike" kern="1200" cap="none" spc="0" normalizeH="0" baseline="0" noProof="0" dirty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Tahoma" panose="020B0604030504040204" pitchFamily="34" charset="0"/>
                <a:ea typeface="黑体" panose="02010609060101010101" pitchFamily="49" charset="-122"/>
                <a:cs typeface="+mn-cs"/>
              </a:rPr>
              <a:t>次进入循环</a:t>
            </a:r>
            <a:endParaRPr kumimoji="0" lang="en-US" altLang="zh-CN" sz="2400" b="1" i="0" u="none" strike="noStrike" kern="1200" cap="none" spc="0" normalizeH="0" baseline="0" noProof="0" dirty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Tahoma" panose="020B0604030504040204" pitchFamily="34" charset="0"/>
              <a:ea typeface="黑体" panose="02010609060101010101" pitchFamily="49" charset="-122"/>
              <a:cs typeface="+mn-cs"/>
            </a:endParaRPr>
          </a:p>
          <a:p>
            <a:pPr marL="0" marR="0" lvl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r>
              <a:rPr kumimoji="0" lang="en-US" altLang="zh-CN" sz="2400" b="1" i="0" u="none" strike="noStrike" kern="1200" cap="none" spc="0" normalizeH="0" baseline="0" noProof="0" dirty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Tahoma" panose="020B0604030504040204" pitchFamily="34" charset="0"/>
                <a:ea typeface="黑体" panose="02010609060101010101" pitchFamily="49" charset="-122"/>
                <a:cs typeface="+mn-cs"/>
              </a:rPr>
              <a:t>   while ( </a:t>
            </a:r>
            <a:r>
              <a:rPr kumimoji="0" lang="en-US" altLang="zh-CN" sz="2400" b="1" i="0" u="none" strike="noStrike" kern="1200" cap="none" spc="0" normalizeH="0" baseline="0" noProof="0" dirty="0">
                <a:ln>
                  <a:noFill/>
                </a:ln>
                <a:solidFill>
                  <a:srgbClr val="FFFF00"/>
                </a:solidFill>
                <a:effectLst/>
                <a:uLnTx/>
                <a:uFillTx/>
                <a:latin typeface="Tahoma" panose="020B0604030504040204" pitchFamily="34" charset="0"/>
                <a:ea typeface="黑体" panose="02010609060101010101" pitchFamily="49" charset="-122"/>
                <a:cs typeface="+mn-cs"/>
              </a:rPr>
              <a:t>flag</a:t>
            </a:r>
            <a:r>
              <a:rPr kumimoji="0" lang="en-US" altLang="zh-CN" sz="2400" b="1" i="0" u="none" strike="noStrike" kern="1200" cap="none" spc="0" normalizeH="0" baseline="0" noProof="0" dirty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Tahoma" panose="020B0604030504040204" pitchFamily="34" charset="0"/>
                <a:ea typeface="黑体" panose="02010609060101010101" pitchFamily="49" charset="-122"/>
                <a:cs typeface="+mn-cs"/>
              </a:rPr>
              <a:t> ) {				</a:t>
            </a:r>
            <a:r>
              <a:rPr kumimoji="0" lang="en-US" altLang="zh-CN" sz="2400" b="1" i="0" u="none" strike="noStrike" kern="1200" cap="none" spc="0" normalizeH="0" baseline="0" noProof="0" dirty="0">
                <a:ln>
                  <a:noFill/>
                </a:ln>
                <a:solidFill>
                  <a:schemeClr val="tx1">
                    <a:lumMod val="50000"/>
                  </a:schemeClr>
                </a:solidFill>
                <a:effectLst/>
                <a:uLnTx/>
                <a:uFillTx/>
                <a:latin typeface="Tahoma" panose="020B0604030504040204" pitchFamily="34" charset="0"/>
                <a:ea typeface="黑体" panose="02010609060101010101" pitchFamily="49" charset="-122"/>
                <a:cs typeface="+mn-cs"/>
              </a:rPr>
              <a:t>// </a:t>
            </a:r>
            <a:r>
              <a:rPr kumimoji="0" lang="zh-CN" altLang="en-US" sz="2400" b="1" i="0" u="none" strike="noStrike" kern="1200" cap="none" spc="0" normalizeH="0" baseline="0" noProof="0" dirty="0">
                <a:ln>
                  <a:noFill/>
                </a:ln>
                <a:solidFill>
                  <a:schemeClr val="tx1">
                    <a:lumMod val="50000"/>
                  </a:schemeClr>
                </a:solidFill>
                <a:effectLst/>
                <a:uLnTx/>
                <a:uFillTx/>
                <a:latin typeface="Tahoma" panose="020B0604030504040204" pitchFamily="34" charset="0"/>
                <a:ea typeface="黑体" panose="02010609060101010101" pitchFamily="49" charset="-122"/>
                <a:cs typeface="+mn-cs"/>
              </a:rPr>
              <a:t>扫描一次</a:t>
            </a:r>
            <a:endParaRPr kumimoji="0" lang="zh-CN" altLang="en-US" sz="2400" b="1" i="0" u="none" strike="noStrike" kern="1200" cap="none" spc="0" normalizeH="0" baseline="0" noProof="0" dirty="0">
              <a:ln>
                <a:noFill/>
              </a:ln>
              <a:solidFill>
                <a:schemeClr val="tx1">
                  <a:lumMod val="50000"/>
                </a:schemeClr>
              </a:solidFill>
              <a:effectLst/>
              <a:uLnTx/>
              <a:uFillTx/>
              <a:latin typeface="Tahoma" panose="020B0604030504040204" pitchFamily="34" charset="0"/>
              <a:ea typeface="黑体" panose="02010609060101010101" pitchFamily="49" charset="-122"/>
              <a:cs typeface="+mn-cs"/>
            </a:endParaRPr>
          </a:p>
          <a:p>
            <a:pPr marL="0" marR="0" lvl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r>
              <a:rPr kumimoji="0" lang="zh-CN" altLang="en-US" sz="2400" b="1" i="0" u="none" strike="noStrike" kern="1200" cap="none" spc="0" normalizeH="0" baseline="0" noProof="0" dirty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Tahoma" panose="020B0604030504040204" pitchFamily="34" charset="0"/>
                <a:ea typeface="黑体" panose="02010609060101010101" pitchFamily="49" charset="-122"/>
                <a:cs typeface="+mn-cs"/>
              </a:rPr>
              <a:t>             </a:t>
            </a:r>
            <a:r>
              <a:rPr kumimoji="0" lang="en-US" altLang="zh-CN" sz="2400" b="1" i="0" u="none" strike="noStrike" kern="1200" cap="none" spc="0" normalizeH="0" baseline="0" noProof="0" dirty="0">
                <a:ln>
                  <a:noFill/>
                </a:ln>
                <a:solidFill>
                  <a:srgbClr val="FFFF00"/>
                </a:solidFill>
                <a:effectLst/>
                <a:uLnTx/>
                <a:uFillTx/>
                <a:latin typeface="Tahoma" panose="020B0604030504040204" pitchFamily="34" charset="0"/>
                <a:ea typeface="黑体" panose="02010609060101010101" pitchFamily="49" charset="-122"/>
                <a:cs typeface="+mn-cs"/>
              </a:rPr>
              <a:t>flag = false ;  </a:t>
            </a:r>
            <a:r>
              <a:rPr kumimoji="0" lang="en-US" altLang="zh-CN" sz="2400" b="1" i="0" u="none" strike="noStrike" kern="1200" cap="none" spc="0" normalizeH="0" baseline="0" noProof="0" dirty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Tahoma" panose="020B0604030504040204" pitchFamily="34" charset="0"/>
                <a:ea typeface="黑体" panose="02010609060101010101" pitchFamily="49" charset="-122"/>
                <a:cs typeface="+mn-cs"/>
              </a:rPr>
              <a:t>			</a:t>
            </a:r>
            <a:r>
              <a:rPr kumimoji="0" lang="en-US" altLang="zh-CN" sz="2400" b="1" i="0" u="none" strike="noStrike" kern="1200" cap="none" spc="0" normalizeH="0" baseline="0" noProof="0" dirty="0">
                <a:ln>
                  <a:noFill/>
                </a:ln>
                <a:solidFill>
                  <a:schemeClr val="tx1">
                    <a:lumMod val="50000"/>
                  </a:schemeClr>
                </a:solidFill>
                <a:effectLst/>
                <a:uLnTx/>
                <a:uFillTx/>
                <a:latin typeface="Tahoma" panose="020B0604030504040204" pitchFamily="34" charset="0"/>
                <a:ea typeface="黑体" panose="02010609060101010101" pitchFamily="49" charset="-122"/>
                <a:cs typeface="+mn-cs"/>
              </a:rPr>
              <a:t>// </a:t>
            </a:r>
            <a:r>
              <a:rPr kumimoji="0" lang="zh-CN" altLang="en-US" sz="2400" b="1" i="0" u="none" strike="noStrike" kern="1200" cap="none" spc="0" normalizeH="0" baseline="0" noProof="0" dirty="0">
                <a:ln>
                  <a:noFill/>
                </a:ln>
                <a:solidFill>
                  <a:schemeClr val="tx1">
                    <a:lumMod val="50000"/>
                  </a:schemeClr>
                </a:solidFill>
                <a:effectLst/>
                <a:uLnTx/>
                <a:uFillTx/>
                <a:latin typeface="Tahoma" panose="020B0604030504040204" pitchFamily="34" charset="0"/>
                <a:ea typeface="黑体" panose="02010609060101010101" pitchFamily="49" charset="-122"/>
                <a:cs typeface="+mn-cs"/>
              </a:rPr>
              <a:t>先假设本次无交换，</a:t>
            </a:r>
            <a:r>
              <a:rPr kumimoji="0" lang="en-US" altLang="zh-CN" sz="2400" b="1" i="0" u="none" strike="noStrike" kern="1200" cap="none" spc="0" normalizeH="0" baseline="0" noProof="0" dirty="0">
                <a:ln>
                  <a:noFill/>
                </a:ln>
                <a:solidFill>
                  <a:schemeClr val="tx1">
                    <a:lumMod val="50000"/>
                  </a:schemeClr>
                </a:solidFill>
                <a:effectLst/>
                <a:uLnTx/>
                <a:uFillTx/>
                <a:latin typeface="Tahoma" panose="020B0604030504040204" pitchFamily="34" charset="0"/>
                <a:ea typeface="黑体" panose="02010609060101010101" pitchFamily="49" charset="-122"/>
                <a:cs typeface="+mn-cs"/>
              </a:rPr>
              <a:t>flag</a:t>
            </a:r>
            <a:r>
              <a:rPr kumimoji="0" lang="zh-CN" altLang="en-US" sz="2400" b="1" i="0" u="none" strike="noStrike" kern="1200" cap="none" spc="0" normalizeH="0" baseline="0" noProof="0" dirty="0">
                <a:ln>
                  <a:noFill/>
                </a:ln>
                <a:solidFill>
                  <a:schemeClr val="tx1">
                    <a:lumMod val="50000"/>
                  </a:schemeClr>
                </a:solidFill>
                <a:effectLst/>
                <a:uLnTx/>
                <a:uFillTx/>
                <a:latin typeface="Tahoma" panose="020B0604030504040204" pitchFamily="34" charset="0"/>
                <a:ea typeface="黑体" panose="02010609060101010101" pitchFamily="49" charset="-122"/>
                <a:cs typeface="+mn-cs"/>
              </a:rPr>
              <a:t>为</a:t>
            </a:r>
            <a:r>
              <a:rPr kumimoji="0" lang="en-US" altLang="zh-CN" sz="2400" b="1" i="0" u="none" strike="noStrike" kern="1200" cap="none" spc="0" normalizeH="0" baseline="0" noProof="0" dirty="0">
                <a:ln>
                  <a:noFill/>
                </a:ln>
                <a:solidFill>
                  <a:schemeClr val="tx1">
                    <a:lumMod val="50000"/>
                  </a:schemeClr>
                </a:solidFill>
                <a:effectLst/>
                <a:uLnTx/>
                <a:uFillTx/>
                <a:latin typeface="Tahoma" panose="020B0604030504040204" pitchFamily="34" charset="0"/>
                <a:ea typeface="黑体" panose="02010609060101010101" pitchFamily="49" charset="-122"/>
                <a:cs typeface="+mn-cs"/>
              </a:rPr>
              <a:t>false</a:t>
            </a:r>
            <a:endParaRPr kumimoji="0" lang="en-US" altLang="zh-CN" sz="2400" b="1" i="0" u="none" strike="noStrike" kern="1200" cap="none" spc="0" normalizeH="0" baseline="0" noProof="0" dirty="0">
              <a:ln>
                <a:noFill/>
              </a:ln>
              <a:solidFill>
                <a:schemeClr val="tx1">
                  <a:lumMod val="50000"/>
                </a:schemeClr>
              </a:solidFill>
              <a:effectLst/>
              <a:uLnTx/>
              <a:uFillTx/>
              <a:latin typeface="Tahoma" panose="020B0604030504040204" pitchFamily="34" charset="0"/>
              <a:ea typeface="黑体" panose="02010609060101010101" pitchFamily="49" charset="-122"/>
              <a:cs typeface="+mn-cs"/>
            </a:endParaRPr>
          </a:p>
          <a:p>
            <a:pPr marL="0" marR="0" lvl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r>
              <a:rPr kumimoji="0" lang="en-US" altLang="zh-CN" sz="2400" b="1" i="0" u="none" strike="noStrike" kern="1200" cap="none" spc="0" normalizeH="0" baseline="0" noProof="0" dirty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Tahoma" panose="020B0604030504040204" pitchFamily="34" charset="0"/>
                <a:ea typeface="黑体" panose="02010609060101010101" pitchFamily="49" charset="-122"/>
                <a:cs typeface="+mn-cs"/>
              </a:rPr>
              <a:t>             for ( i=0 ; i&lt;</a:t>
            </a:r>
            <a:r>
              <a:rPr kumimoji="0" lang="en-US" altLang="zh-CN" sz="2400" b="1" i="0" u="none" strike="noStrike" kern="1200" cap="none" spc="0" normalizeH="0" baseline="0" noProof="0" dirty="0">
                <a:ln>
                  <a:noFill/>
                </a:ln>
                <a:solidFill>
                  <a:srgbClr val="FC3AF5"/>
                </a:solidFill>
                <a:effectLst/>
                <a:uLnTx/>
                <a:uFillTx/>
                <a:latin typeface="Tahoma" panose="020B0604030504040204" pitchFamily="34" charset="0"/>
                <a:ea typeface="黑体" panose="02010609060101010101" pitchFamily="49" charset="-122"/>
                <a:cs typeface="+mn-cs"/>
              </a:rPr>
              <a:t>n-1</a:t>
            </a:r>
            <a:r>
              <a:rPr kumimoji="0" lang="en-US" altLang="zh-CN" sz="2400" b="1" i="0" u="none" strike="noStrike" kern="1200" cap="none" spc="0" normalizeH="0" baseline="0" noProof="0" dirty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Tahoma" panose="020B0604030504040204" pitchFamily="34" charset="0"/>
                <a:ea typeface="黑体" panose="02010609060101010101" pitchFamily="49" charset="-122"/>
                <a:cs typeface="+mn-cs"/>
              </a:rPr>
              <a:t> ; i++ )	</a:t>
            </a:r>
            <a:r>
              <a:rPr kumimoji="0" lang="en-US" altLang="zh-CN" sz="2400" b="1" i="0" u="none" strike="noStrike" kern="1200" cap="none" spc="0" normalizeH="0" baseline="0" noProof="0" dirty="0">
                <a:ln>
                  <a:noFill/>
                </a:ln>
                <a:solidFill>
                  <a:schemeClr val="tx1">
                    <a:lumMod val="50000"/>
                  </a:schemeClr>
                </a:solidFill>
                <a:effectLst/>
                <a:uLnTx/>
                <a:uFillTx/>
                <a:latin typeface="Tahoma" panose="020B0604030504040204" pitchFamily="34" charset="0"/>
                <a:ea typeface="黑体" panose="02010609060101010101" pitchFamily="49" charset="-122"/>
                <a:cs typeface="+mn-cs"/>
              </a:rPr>
              <a:t>// </a:t>
            </a:r>
            <a:r>
              <a:rPr kumimoji="0" lang="zh-CN" altLang="en-US" sz="2400" b="1" i="0" u="none" strike="noStrike" kern="1200" cap="none" spc="0" normalizeH="0" baseline="0" noProof="0" dirty="0">
                <a:ln>
                  <a:noFill/>
                </a:ln>
                <a:solidFill>
                  <a:schemeClr val="tx1">
                    <a:lumMod val="50000"/>
                  </a:schemeClr>
                </a:solidFill>
                <a:effectLst/>
                <a:uLnTx/>
                <a:uFillTx/>
                <a:latin typeface="Tahoma" panose="020B0604030504040204" pitchFamily="34" charset="0"/>
                <a:ea typeface="黑体" panose="02010609060101010101" pitchFamily="49" charset="-122"/>
                <a:cs typeface="+mn-cs"/>
              </a:rPr>
              <a:t>扫描</a:t>
            </a:r>
            <a:endParaRPr kumimoji="0" lang="zh-CN" altLang="en-US" sz="2400" b="1" i="0" u="none" strike="noStrike" kern="1200" cap="none" spc="0" normalizeH="0" baseline="0" noProof="0" dirty="0">
              <a:ln>
                <a:noFill/>
              </a:ln>
              <a:solidFill>
                <a:schemeClr val="tx1">
                  <a:lumMod val="50000"/>
                </a:schemeClr>
              </a:solidFill>
              <a:effectLst/>
              <a:uLnTx/>
              <a:uFillTx/>
              <a:latin typeface="Tahoma" panose="020B0604030504040204" pitchFamily="34" charset="0"/>
              <a:ea typeface="黑体" panose="02010609060101010101" pitchFamily="49" charset="-122"/>
              <a:cs typeface="+mn-cs"/>
            </a:endParaRPr>
          </a:p>
          <a:p>
            <a:pPr marL="0" marR="0" lvl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r>
              <a:rPr kumimoji="0" lang="zh-CN" altLang="en-US" sz="2400" b="1" i="0" u="none" strike="noStrike" kern="1200" cap="none" spc="0" normalizeH="0" baseline="0" noProof="0" dirty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Tahoma" panose="020B0604030504040204" pitchFamily="34" charset="0"/>
                <a:ea typeface="黑体" panose="02010609060101010101" pitchFamily="49" charset="-122"/>
                <a:cs typeface="+mn-cs"/>
              </a:rPr>
              <a:t>                 </a:t>
            </a:r>
            <a:r>
              <a:rPr kumimoji="0" lang="en-US" altLang="zh-CN" sz="2400" b="1" i="0" u="none" strike="noStrike" kern="1200" cap="none" spc="0" normalizeH="0" baseline="0" noProof="0" dirty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Tahoma" panose="020B0604030504040204" pitchFamily="34" charset="0"/>
                <a:ea typeface="黑体" panose="02010609060101010101" pitchFamily="49" charset="-122"/>
                <a:cs typeface="+mn-cs"/>
              </a:rPr>
              <a:t>	if ( s[i] &gt; s[i+1] ){</a:t>
            </a:r>
            <a:endParaRPr kumimoji="0" lang="en-US" altLang="zh-CN" sz="2400" b="1" i="0" u="none" strike="noStrike" kern="1200" cap="none" spc="0" normalizeH="0" baseline="0" noProof="0" dirty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Tahoma" panose="020B0604030504040204" pitchFamily="34" charset="0"/>
              <a:ea typeface="黑体" panose="02010609060101010101" pitchFamily="49" charset="-122"/>
              <a:cs typeface="+mn-cs"/>
            </a:endParaRPr>
          </a:p>
          <a:p>
            <a:pPr marL="0" marR="0" lvl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r>
              <a:rPr kumimoji="0" lang="en-US" altLang="zh-CN" sz="2400" b="1" i="0" u="none" strike="noStrike" kern="1200" cap="none" spc="0" normalizeH="0" baseline="0" noProof="0" dirty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Tahoma" panose="020B0604030504040204" pitchFamily="34" charset="0"/>
                <a:ea typeface="黑体" panose="02010609060101010101" pitchFamily="49" charset="-122"/>
                <a:cs typeface="+mn-cs"/>
              </a:rPr>
              <a:t>                        	r = s[i] ;		</a:t>
            </a:r>
            <a:r>
              <a:rPr kumimoji="0" lang="en-US" altLang="zh-CN" sz="2400" b="1" i="0" u="none" strike="noStrike" kern="1200" cap="none" spc="0" normalizeH="0" baseline="0" noProof="0" dirty="0">
                <a:ln>
                  <a:noFill/>
                </a:ln>
                <a:solidFill>
                  <a:schemeClr val="tx1">
                    <a:lumMod val="50000"/>
                  </a:schemeClr>
                </a:solidFill>
                <a:effectLst/>
                <a:uLnTx/>
                <a:uFillTx/>
                <a:latin typeface="Tahoma" panose="020B0604030504040204" pitchFamily="34" charset="0"/>
                <a:ea typeface="黑体" panose="02010609060101010101" pitchFamily="49" charset="-122"/>
                <a:cs typeface="+mn-cs"/>
              </a:rPr>
              <a:t>// </a:t>
            </a:r>
            <a:r>
              <a:rPr kumimoji="0" lang="zh-CN" altLang="en-US" sz="2400" b="1" i="0" u="none" strike="noStrike" kern="1200" cap="none" spc="0" normalizeH="0" baseline="0" noProof="0" dirty="0">
                <a:ln>
                  <a:noFill/>
                </a:ln>
                <a:solidFill>
                  <a:schemeClr val="tx1">
                    <a:lumMod val="50000"/>
                  </a:schemeClr>
                </a:solidFill>
                <a:effectLst/>
                <a:uLnTx/>
                <a:uFillTx/>
                <a:latin typeface="Tahoma" panose="020B0604030504040204" pitchFamily="34" charset="0"/>
                <a:ea typeface="黑体" panose="02010609060101010101" pitchFamily="49" charset="-122"/>
                <a:cs typeface="+mn-cs"/>
              </a:rPr>
              <a:t>交换</a:t>
            </a:r>
            <a:endParaRPr kumimoji="0" lang="zh-CN" altLang="en-US" sz="2400" b="1" i="0" u="none" strike="noStrike" kern="1200" cap="none" spc="0" normalizeH="0" baseline="0" noProof="0" dirty="0">
              <a:ln>
                <a:noFill/>
              </a:ln>
              <a:solidFill>
                <a:schemeClr val="tx1">
                  <a:lumMod val="50000"/>
                </a:schemeClr>
              </a:solidFill>
              <a:effectLst/>
              <a:uLnTx/>
              <a:uFillTx/>
              <a:latin typeface="Tahoma" panose="020B0604030504040204" pitchFamily="34" charset="0"/>
              <a:ea typeface="黑体" panose="02010609060101010101" pitchFamily="49" charset="-122"/>
              <a:cs typeface="+mn-cs"/>
            </a:endParaRPr>
          </a:p>
          <a:p>
            <a:pPr marL="0" marR="0" lvl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r>
              <a:rPr kumimoji="0" lang="zh-CN" altLang="en-US" sz="2400" b="1" i="0" u="none" strike="noStrike" kern="1200" cap="none" spc="0" normalizeH="0" baseline="0" noProof="0" dirty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Tahoma" panose="020B0604030504040204" pitchFamily="34" charset="0"/>
                <a:ea typeface="黑体" panose="02010609060101010101" pitchFamily="49" charset="-122"/>
                <a:cs typeface="+mn-cs"/>
              </a:rPr>
              <a:t>                        </a:t>
            </a:r>
            <a:r>
              <a:rPr kumimoji="0" lang="en-US" altLang="zh-CN" sz="2400" b="1" i="0" u="none" strike="noStrike" kern="1200" cap="none" spc="0" normalizeH="0" baseline="0" noProof="0" dirty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Tahoma" panose="020B0604030504040204" pitchFamily="34" charset="0"/>
                <a:ea typeface="黑体" panose="02010609060101010101" pitchFamily="49" charset="-122"/>
                <a:cs typeface="+mn-cs"/>
              </a:rPr>
              <a:t>	s[i] = s[i+1] ;</a:t>
            </a:r>
            <a:endParaRPr kumimoji="0" lang="en-US" altLang="zh-CN" sz="2400" b="1" i="0" u="none" strike="noStrike" kern="1200" cap="none" spc="0" normalizeH="0" baseline="0" noProof="0" dirty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Tahoma" panose="020B0604030504040204" pitchFamily="34" charset="0"/>
              <a:ea typeface="黑体" panose="02010609060101010101" pitchFamily="49" charset="-122"/>
              <a:cs typeface="+mn-cs"/>
            </a:endParaRPr>
          </a:p>
          <a:p>
            <a:pPr marL="0" marR="0" lvl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r>
              <a:rPr kumimoji="0" lang="en-US" altLang="zh-CN" sz="2400" b="1" i="0" u="none" strike="noStrike" kern="1200" cap="none" spc="0" normalizeH="0" baseline="0" noProof="0" dirty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Tahoma" panose="020B0604030504040204" pitchFamily="34" charset="0"/>
                <a:ea typeface="黑体" panose="02010609060101010101" pitchFamily="49" charset="-122"/>
                <a:cs typeface="+mn-cs"/>
              </a:rPr>
              <a:t>                        	s[i+1] = r ;</a:t>
            </a:r>
            <a:endParaRPr kumimoji="0" lang="en-US" altLang="zh-CN" sz="2400" b="1" i="0" u="none" strike="noStrike" kern="1200" cap="none" spc="0" normalizeH="0" baseline="0" noProof="0" dirty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Tahoma" panose="020B0604030504040204" pitchFamily="34" charset="0"/>
              <a:ea typeface="黑体" panose="02010609060101010101" pitchFamily="49" charset="-122"/>
              <a:cs typeface="+mn-cs"/>
            </a:endParaRPr>
          </a:p>
          <a:p>
            <a:pPr marL="0" marR="0" lvl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r>
              <a:rPr kumimoji="0" lang="en-US" altLang="zh-CN" sz="2400" b="1" i="0" u="none" strike="noStrike" kern="1200" cap="none" spc="0" normalizeH="0" baseline="0" noProof="0" dirty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Tahoma" panose="020B0604030504040204" pitchFamily="34" charset="0"/>
                <a:ea typeface="黑体" panose="02010609060101010101" pitchFamily="49" charset="-122"/>
                <a:cs typeface="+mn-cs"/>
              </a:rPr>
              <a:t>                        	</a:t>
            </a:r>
            <a:r>
              <a:rPr kumimoji="0" lang="en-US" altLang="zh-CN" sz="2400" b="1" i="0" u="none" strike="noStrike" kern="1200" cap="none" spc="0" normalizeH="0" baseline="0" noProof="0" dirty="0">
                <a:ln>
                  <a:noFill/>
                </a:ln>
                <a:solidFill>
                  <a:srgbClr val="FFFF00"/>
                </a:solidFill>
                <a:effectLst/>
                <a:uLnTx/>
                <a:uFillTx/>
                <a:latin typeface="Tahoma" panose="020B0604030504040204" pitchFamily="34" charset="0"/>
                <a:ea typeface="黑体" panose="02010609060101010101" pitchFamily="49" charset="-122"/>
                <a:cs typeface="+mn-cs"/>
              </a:rPr>
              <a:t>flag=true;</a:t>
            </a:r>
            <a:r>
              <a:rPr kumimoji="0" lang="en-US" altLang="zh-CN" sz="2400" b="1" i="0" u="none" strike="noStrike" kern="1200" cap="none" spc="0" normalizeH="0" baseline="0" noProof="0" dirty="0">
                <a:ln>
                  <a:noFill/>
                </a:ln>
                <a:solidFill>
                  <a:srgbClr val="FC3AF5"/>
                </a:solidFill>
                <a:effectLst/>
                <a:uLnTx/>
                <a:uFillTx/>
                <a:latin typeface="Tahoma" panose="020B0604030504040204" pitchFamily="34" charset="0"/>
                <a:ea typeface="黑体" panose="02010609060101010101" pitchFamily="49" charset="-122"/>
                <a:cs typeface="+mn-cs"/>
              </a:rPr>
              <a:t>	</a:t>
            </a:r>
            <a:r>
              <a:rPr kumimoji="0" lang="en-US" altLang="zh-CN" sz="2400" b="1" i="0" u="none" strike="noStrike" kern="1200" cap="none" spc="0" normalizeH="0" baseline="0" noProof="0" dirty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Tahoma" panose="020B0604030504040204" pitchFamily="34" charset="0"/>
                <a:ea typeface="黑体" panose="02010609060101010101" pitchFamily="49" charset="-122"/>
                <a:cs typeface="+mn-cs"/>
              </a:rPr>
              <a:t>	</a:t>
            </a:r>
            <a:r>
              <a:rPr kumimoji="0" lang="en-US" altLang="zh-CN" sz="2400" b="1" i="0" u="none" strike="noStrike" kern="1200" cap="none" spc="0" normalizeH="0" baseline="0" noProof="0" dirty="0">
                <a:ln>
                  <a:noFill/>
                </a:ln>
                <a:solidFill>
                  <a:schemeClr val="tx1">
                    <a:lumMod val="50000"/>
                  </a:schemeClr>
                </a:solidFill>
                <a:effectLst/>
                <a:uLnTx/>
                <a:uFillTx/>
                <a:latin typeface="Tahoma" panose="020B0604030504040204" pitchFamily="34" charset="0"/>
                <a:ea typeface="黑体" panose="02010609060101010101" pitchFamily="49" charset="-122"/>
                <a:cs typeface="+mn-cs"/>
              </a:rPr>
              <a:t>// </a:t>
            </a:r>
            <a:r>
              <a:rPr kumimoji="0" lang="zh-CN" altLang="en-US" sz="2400" b="1" i="0" u="none" strike="noStrike" kern="1200" cap="none" spc="0" normalizeH="0" baseline="0" noProof="0" dirty="0">
                <a:ln>
                  <a:noFill/>
                </a:ln>
                <a:solidFill>
                  <a:schemeClr val="tx1">
                    <a:lumMod val="50000"/>
                  </a:schemeClr>
                </a:solidFill>
                <a:effectLst/>
                <a:uLnTx/>
                <a:uFillTx/>
                <a:latin typeface="Tahoma" panose="020B0604030504040204" pitchFamily="34" charset="0"/>
                <a:ea typeface="黑体" panose="02010609060101010101" pitchFamily="49" charset="-122"/>
                <a:cs typeface="+mn-cs"/>
              </a:rPr>
              <a:t>有交换，则</a:t>
            </a:r>
            <a:r>
              <a:rPr kumimoji="0" lang="en-US" altLang="zh-CN" sz="2400" b="1" i="0" u="none" strike="noStrike" kern="1200" cap="none" spc="0" normalizeH="0" baseline="0" noProof="0" dirty="0">
                <a:ln>
                  <a:noFill/>
                </a:ln>
                <a:solidFill>
                  <a:schemeClr val="tx1">
                    <a:lumMod val="50000"/>
                  </a:schemeClr>
                </a:solidFill>
                <a:effectLst/>
                <a:uLnTx/>
                <a:uFillTx/>
                <a:latin typeface="Tahoma" panose="020B0604030504040204" pitchFamily="34" charset="0"/>
                <a:ea typeface="黑体" panose="02010609060101010101" pitchFamily="49" charset="-122"/>
                <a:cs typeface="+mn-cs"/>
              </a:rPr>
              <a:t>flag</a:t>
            </a:r>
            <a:r>
              <a:rPr kumimoji="0" lang="zh-CN" altLang="en-US" sz="2400" b="1" i="0" u="none" strike="noStrike" kern="1200" cap="none" spc="0" normalizeH="0" baseline="0" noProof="0" dirty="0">
                <a:ln>
                  <a:noFill/>
                </a:ln>
                <a:solidFill>
                  <a:schemeClr val="tx1">
                    <a:lumMod val="50000"/>
                  </a:schemeClr>
                </a:solidFill>
                <a:effectLst/>
                <a:uLnTx/>
                <a:uFillTx/>
                <a:latin typeface="Tahoma" panose="020B0604030504040204" pitchFamily="34" charset="0"/>
                <a:ea typeface="黑体" panose="02010609060101010101" pitchFamily="49" charset="-122"/>
                <a:cs typeface="+mn-cs"/>
              </a:rPr>
              <a:t>为</a:t>
            </a:r>
            <a:r>
              <a:rPr kumimoji="0" lang="en-US" altLang="zh-CN" sz="2400" b="1" i="0" u="none" strike="noStrike" kern="1200" cap="none" spc="0" normalizeH="0" baseline="0" noProof="0" dirty="0">
                <a:ln>
                  <a:noFill/>
                </a:ln>
                <a:solidFill>
                  <a:schemeClr val="tx1">
                    <a:lumMod val="50000"/>
                  </a:schemeClr>
                </a:solidFill>
                <a:effectLst/>
                <a:uLnTx/>
                <a:uFillTx/>
                <a:latin typeface="Tahoma" panose="020B0604030504040204" pitchFamily="34" charset="0"/>
                <a:ea typeface="黑体" panose="02010609060101010101" pitchFamily="49" charset="-122"/>
                <a:cs typeface="+mn-cs"/>
              </a:rPr>
              <a:t>true</a:t>
            </a:r>
            <a:endParaRPr kumimoji="0" lang="en-US" altLang="zh-CN" sz="2400" b="1" i="0" u="none" strike="noStrike" kern="1200" cap="none" spc="0" normalizeH="0" baseline="0" noProof="0" dirty="0">
              <a:ln>
                <a:noFill/>
              </a:ln>
              <a:solidFill>
                <a:schemeClr val="tx1">
                  <a:lumMod val="50000"/>
                </a:schemeClr>
              </a:solidFill>
              <a:effectLst/>
              <a:uLnTx/>
              <a:uFillTx/>
              <a:latin typeface="Tahoma" panose="020B0604030504040204" pitchFamily="34" charset="0"/>
              <a:ea typeface="黑体" panose="02010609060101010101" pitchFamily="49" charset="-122"/>
              <a:cs typeface="+mn-cs"/>
            </a:endParaRPr>
          </a:p>
          <a:p>
            <a:pPr marL="0" marR="0" lvl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r>
              <a:rPr kumimoji="0" lang="en-US" altLang="zh-CN" sz="2400" b="1" i="0" u="none" strike="noStrike" kern="1200" cap="none" spc="0" normalizeH="0" baseline="0" noProof="0" dirty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Tahoma" panose="020B0604030504040204" pitchFamily="34" charset="0"/>
                <a:ea typeface="黑体" panose="02010609060101010101" pitchFamily="49" charset="-122"/>
                <a:cs typeface="+mn-cs"/>
              </a:rPr>
              <a:t>                 }</a:t>
            </a:r>
            <a:endParaRPr kumimoji="0" lang="en-US" altLang="zh-CN" sz="2400" b="1" i="0" u="none" strike="noStrike" kern="1200" cap="none" spc="0" normalizeH="0" baseline="0" noProof="0" dirty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Tahoma" panose="020B0604030504040204" pitchFamily="34" charset="0"/>
              <a:ea typeface="黑体" panose="02010609060101010101" pitchFamily="49" charset="-122"/>
              <a:cs typeface="+mn-cs"/>
            </a:endParaRPr>
          </a:p>
          <a:p>
            <a:pPr marL="0" marR="0" lvl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r>
              <a:rPr kumimoji="0" lang="en-US" altLang="zh-CN" sz="2400" b="1" i="0" u="none" strike="noStrike" kern="1200" cap="none" spc="0" normalizeH="0" baseline="0" noProof="0" dirty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Tahoma" panose="020B0604030504040204" pitchFamily="34" charset="0"/>
                <a:ea typeface="黑体" panose="02010609060101010101" pitchFamily="49" charset="-122"/>
                <a:cs typeface="+mn-cs"/>
              </a:rPr>
              <a:t>   }</a:t>
            </a:r>
            <a:endParaRPr kumimoji="0" lang="en-US" altLang="zh-CN" sz="2400" b="1" i="0" u="none" strike="noStrike" kern="1200" cap="none" spc="0" normalizeH="0" baseline="0" noProof="0" dirty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Tahoma" panose="020B0604030504040204" pitchFamily="34" charset="0"/>
              <a:ea typeface="黑体" panose="02010609060101010101" pitchFamily="49" charset="-122"/>
              <a:cs typeface="+mn-cs"/>
            </a:endParaRPr>
          </a:p>
          <a:p>
            <a:pPr marL="0" marR="0" lvl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r>
              <a:rPr kumimoji="0" lang="en-US" altLang="zh-CN" sz="2400" b="1" i="0" u="none" strike="noStrike" kern="1200" cap="none" spc="0" normalizeH="0" baseline="0" noProof="0" dirty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Tahoma" panose="020B0604030504040204" pitchFamily="34" charset="0"/>
                <a:ea typeface="黑体" panose="02010609060101010101" pitchFamily="49" charset="-122"/>
                <a:cs typeface="+mn-cs"/>
              </a:rPr>
              <a:t>}</a:t>
            </a:r>
            <a:endParaRPr kumimoji="0" lang="en-US" altLang="zh-CN" sz="2400" b="1" i="0" u="none" strike="noStrike" kern="1200" cap="none" spc="0" normalizeH="0" baseline="0" noProof="0" dirty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Tahoma" panose="020B0604030504040204" pitchFamily="34" charset="0"/>
              <a:ea typeface="黑体" panose="02010609060101010101" pitchFamily="49" charset="-122"/>
              <a:cs typeface="+mn-cs"/>
            </a:endParaRPr>
          </a:p>
        </p:txBody>
      </p:sp>
    </p:spTree>
  </p:cSld>
  <p:clrMapOvr>
    <a:masterClrMapping/>
  </p:clrMapOvr>
  <p:transition>
    <p:random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3187">
                                            <p:txEl>
                                              <p:charRg st="193" end="238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3187">
                                            <p:txEl>
                                              <p:charRg st="238" end="278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1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3187">
                                            <p:txEl>
                                              <p:charRg st="455" end="47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3187">
                                            <p:txEl>
                                              <p:charRg st="278" end="32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7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3187">
                                            <p:txEl>
                                              <p:charRg st="321" end="36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9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3187">
                                            <p:txEl>
                                              <p:charRg st="362" end="40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1" fill="hold">
                      <p:stCondLst>
                        <p:cond delay="indefinite"/>
                      </p:stCondLst>
                      <p:childTnLst>
                        <p:par>
                          <p:cTn id="22" fill="hold">
                            <p:stCondLst>
                              <p:cond delay="0"/>
                            </p:stCondLst>
                            <p:childTnLst>
                              <p:par>
                                <p:cTn id="2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3187">
                                            <p:txEl>
                                              <p:charRg st="400" end="45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5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8" name="灯片编号占位符 5"/>
          <p:cNvSpPr txBox="1">
            <a:spLocks noGrp="1"/>
          </p:cNvSpPr>
          <p:nvPr>
            <p:ph type="sldNum" sz="quarter" idx="4"/>
          </p:nvPr>
        </p:nvSpPr>
        <p:spPr bwMode="auto"/>
        <p:txBody>
          <a:bodyPr wrap="square" lIns="91440" tIns="45720" rIns="91440" bIns="45720" numCol="1" anchor="b" anchorCtr="0" compatLnSpc="1"/>
          <a:lstStyle>
            <a:lvl1pPr eaLnBrk="0" hangingPunct="0">
              <a:defRPr sz="2000" b="1">
                <a:solidFill>
                  <a:schemeClr val="tx1"/>
                </a:solidFill>
                <a:latin typeface="Tahoma" panose="020B0604030504040204" pitchFamily="34" charset="0"/>
                <a:ea typeface="黑体" panose="02010609060101010101" pitchFamily="49" charset="-122"/>
              </a:defRPr>
            </a:lvl1pPr>
            <a:lvl2pPr marL="742950" indent="-285750" eaLnBrk="0" hangingPunct="0">
              <a:defRPr sz="2000" b="1">
                <a:solidFill>
                  <a:schemeClr val="tx1"/>
                </a:solidFill>
                <a:latin typeface="Tahoma" panose="020B0604030504040204" pitchFamily="34" charset="0"/>
                <a:ea typeface="黑体" panose="02010609060101010101" pitchFamily="49" charset="-122"/>
              </a:defRPr>
            </a:lvl2pPr>
            <a:lvl3pPr marL="1143000" indent="-228600" eaLnBrk="0" hangingPunct="0">
              <a:defRPr sz="2000" b="1">
                <a:solidFill>
                  <a:schemeClr val="tx1"/>
                </a:solidFill>
                <a:latin typeface="Tahoma" panose="020B0604030504040204" pitchFamily="34" charset="0"/>
                <a:ea typeface="黑体" panose="02010609060101010101" pitchFamily="49" charset="-122"/>
              </a:defRPr>
            </a:lvl3pPr>
            <a:lvl4pPr marL="1600200" indent="-228600" eaLnBrk="0" hangingPunct="0">
              <a:defRPr sz="2000" b="1">
                <a:solidFill>
                  <a:schemeClr val="tx1"/>
                </a:solidFill>
                <a:latin typeface="Tahoma" panose="020B0604030504040204" pitchFamily="34" charset="0"/>
                <a:ea typeface="黑体" panose="02010609060101010101" pitchFamily="49" charset="-122"/>
              </a:defRPr>
            </a:lvl4pPr>
            <a:lvl5pPr marL="2057400" indent="-228600" eaLnBrk="0" hangingPunct="0">
              <a:defRPr sz="2000" b="1">
                <a:solidFill>
                  <a:schemeClr val="tx1"/>
                </a:solidFill>
                <a:latin typeface="Tahoma" panose="020B0604030504040204" pitchFamily="34" charset="0"/>
                <a:ea typeface="黑体" panose="02010609060101010101" pitchFamily="49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000" b="1">
                <a:solidFill>
                  <a:schemeClr val="tx1"/>
                </a:solidFill>
                <a:latin typeface="Tahoma" panose="020B0604030504040204" pitchFamily="34" charset="0"/>
                <a:ea typeface="黑体" panose="02010609060101010101" pitchFamily="49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000" b="1">
                <a:solidFill>
                  <a:schemeClr val="tx1"/>
                </a:solidFill>
                <a:latin typeface="Tahoma" panose="020B0604030504040204" pitchFamily="34" charset="0"/>
                <a:ea typeface="黑体" panose="02010609060101010101" pitchFamily="49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000" b="1">
                <a:solidFill>
                  <a:schemeClr val="tx1"/>
                </a:solidFill>
                <a:latin typeface="Tahoma" panose="020B0604030504040204" pitchFamily="34" charset="0"/>
                <a:ea typeface="黑体" panose="02010609060101010101" pitchFamily="49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000" b="1">
                <a:solidFill>
                  <a:schemeClr val="tx1"/>
                </a:solidFill>
                <a:latin typeface="Tahoma" panose="020B0604030504040204" pitchFamily="34" charset="0"/>
                <a:ea typeface="黑体" panose="02010609060101010101" pitchFamily="49" charset="-122"/>
              </a:defRPr>
            </a:lvl9pPr>
          </a:lstStyle>
          <a:p>
            <a:pPr marL="0" marR="0" lvl="0" indent="0" algn="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fld id="{C96C16ED-484A-40B7-97D7-1B28E2B4801E}" type="slidenum">
              <a:rPr kumimoji="0" lang="en-US" altLang="zh-CN" sz="1200" b="0" i="0" u="none" strike="noStrike" kern="1200" cap="none" spc="0" normalizeH="0" baseline="0" noProof="0">
                <a:ln>
                  <a:noFill/>
                </a:ln>
                <a:solidFill>
                  <a:schemeClr val="tx1"/>
                </a:solidFill>
                <a:effectLst>
                  <a:outerShdw blurRad="38100" dist="38100" dir="2700000" algn="tl">
                    <a:srgbClr val="000000"/>
                  </a:outerShdw>
                </a:effectLst>
                <a:uLnTx/>
                <a:uFillTx/>
                <a:latin typeface="Tahoma" panose="020B0604030504040204" pitchFamily="34" charset="0"/>
                <a:ea typeface="宋体" panose="02010600030101010101" pitchFamily="2" charset="-122"/>
                <a:cs typeface="+mn-cs"/>
              </a:rPr>
            </a:fld>
            <a:endParaRPr kumimoji="0" lang="en-US" altLang="zh-CN" sz="1200" b="0" i="0" u="none" strike="noStrike" kern="1200" cap="none" spc="0" normalizeH="0" baseline="0" noProof="0">
              <a:ln>
                <a:noFill/>
              </a:ln>
              <a:solidFill>
                <a:schemeClr val="tx1"/>
              </a:solidFill>
              <a:effectLst>
                <a:outerShdw blurRad="38100" dist="38100" dir="2700000" algn="tl">
                  <a:srgbClr val="000000"/>
                </a:outerShdw>
              </a:effectLst>
              <a:uLnTx/>
              <a:uFillTx/>
              <a:latin typeface="Tahoma" panose="020B0604030504040204" pitchFamily="34" charset="0"/>
              <a:ea typeface="宋体" panose="02010600030101010101" pitchFamily="2" charset="-122"/>
              <a:cs typeface="+mn-cs"/>
            </a:endParaRPr>
          </a:p>
        </p:txBody>
      </p:sp>
      <p:sp>
        <p:nvSpPr>
          <p:cNvPr id="1550338" name="Rectangle 2"/>
          <p:cNvSpPr>
            <a:spLocks noGrp="1" noChangeArrowheads="1"/>
          </p:cNvSpPr>
          <p:nvPr>
            <p:ph type="title"/>
          </p:nvPr>
        </p:nvSpPr>
        <p:spPr>
          <a:xfrm>
            <a:off x="52388" y="58738"/>
            <a:ext cx="8229600" cy="633413"/>
          </a:xfrm>
        </p:spPr>
        <p:txBody>
          <a:bodyPr vert="horz" wrap="square" lIns="91440" tIns="45720" rIns="91440" bIns="45720" numCol="1" anchor="ctr" anchorCtr="0" compatLnSpc="1"/>
          <a:lstStyle/>
          <a:p>
            <a:pPr marL="0" marR="0" lvl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r>
              <a:rPr kumimoji="0" lang="zh-CN" altLang="en-US" sz="4000" b="1" i="0" u="none" strike="noStrike" kern="0" cap="none" spc="0" normalizeH="0" baseline="0" noProof="0" dirty="0">
                <a:ln>
                  <a:noFill/>
                </a:ln>
                <a:solidFill>
                  <a:srgbClr val="FFFF66"/>
                </a:solidFill>
                <a:effectLst>
                  <a:outerShdw blurRad="38100" dist="38100" dir="2700000" algn="tl">
                    <a:srgbClr val="000000"/>
                  </a:outerShdw>
                </a:effectLst>
                <a:uLnTx/>
                <a:uFillTx/>
                <a:latin typeface="+mj-lt"/>
                <a:ea typeface="+mj-ea"/>
                <a:cs typeface="+mj-cs"/>
              </a:rPr>
              <a:t>源程序（完整）：</a:t>
            </a:r>
            <a:endParaRPr kumimoji="0" lang="zh-CN" altLang="en-US" sz="4000" b="1" i="0" u="none" strike="noStrike" kern="0" cap="none" spc="0" normalizeH="0" baseline="0" noProof="0" dirty="0">
              <a:ln>
                <a:noFill/>
              </a:ln>
              <a:solidFill>
                <a:srgbClr val="FFFF66"/>
              </a:solidFill>
              <a:effectLst>
                <a:outerShdw blurRad="38100" dist="38100" dir="2700000" algn="tl">
                  <a:srgbClr val="000000"/>
                </a:outerShdw>
              </a:effectLst>
              <a:uLnTx/>
              <a:uFillTx/>
              <a:latin typeface="+mj-lt"/>
              <a:ea typeface="+mj-ea"/>
              <a:cs typeface="+mj-cs"/>
            </a:endParaRPr>
          </a:p>
        </p:txBody>
      </p:sp>
      <p:sp>
        <p:nvSpPr>
          <p:cNvPr id="1550339" name="Rectangle 3"/>
          <p:cNvSpPr>
            <a:spLocks noGrp="1" noChangeArrowheads="1"/>
          </p:cNvSpPr>
          <p:nvPr>
            <p:ph idx="1"/>
          </p:nvPr>
        </p:nvSpPr>
        <p:spPr>
          <a:xfrm>
            <a:off x="76200" y="692150"/>
            <a:ext cx="10483850" cy="5805488"/>
          </a:xfrm>
        </p:spPr>
        <p:txBody>
          <a:bodyPr vert="horz" wrap="square" lIns="91440" tIns="45720" rIns="91440" bIns="45720" numCol="1" anchor="t" anchorCtr="0" compatLnSpc="1"/>
          <a:lstStyle/>
          <a:p>
            <a:pPr marL="342900" marR="0" lvl="0" indent="-342900" algn="l" defTabSz="914400" rtl="0" eaLnBrk="1" fontAlgn="base" latinLnBrk="0" hangingPunct="1">
              <a:lnSpc>
                <a:spcPct val="100000"/>
              </a:lnSpc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80000"/>
              <a:buFont typeface="Wingdings" panose="05000000000000000000" pitchFamily="2" charset="2"/>
              <a:buNone/>
              <a:defRPr/>
            </a:pPr>
            <a:r>
              <a:rPr kumimoji="0" lang="en-US" altLang="zh-CN" sz="3200" b="1" i="0" u="none" strike="noStrike" kern="0" cap="none" spc="0" normalizeH="0" baseline="0" noProof="0" dirty="0">
                <a:ln>
                  <a:noFill/>
                </a:ln>
                <a:solidFill>
                  <a:schemeClr val="tx1"/>
                </a:solidFill>
                <a:effectLst>
                  <a:outerShdw blurRad="38100" dist="38100" dir="2700000" algn="tl">
                    <a:srgbClr val="000000"/>
                  </a:outerShdw>
                </a:effectLst>
                <a:uLnTx/>
                <a:uFillTx/>
                <a:latin typeface="+mn-lt"/>
                <a:ea typeface="+mn-ea"/>
                <a:cs typeface="+mn-cs"/>
              </a:rPr>
              <a:t>#include&lt;</a:t>
            </a:r>
            <a:r>
              <a:rPr kumimoji="0" lang="en-US" altLang="zh-CN" sz="3200" b="1" i="0" u="none" strike="noStrike" kern="0" cap="none" spc="0" normalizeH="0" baseline="0" noProof="0" dirty="0" err="1">
                <a:ln>
                  <a:noFill/>
                </a:ln>
                <a:solidFill>
                  <a:schemeClr val="tx1"/>
                </a:solidFill>
                <a:effectLst>
                  <a:outerShdw blurRad="38100" dist="38100" dir="2700000" algn="tl">
                    <a:srgbClr val="000000"/>
                  </a:outerShdw>
                </a:effectLst>
                <a:uLnTx/>
                <a:uFillTx/>
                <a:latin typeface="+mn-lt"/>
                <a:ea typeface="+mn-ea"/>
                <a:cs typeface="+mn-cs"/>
              </a:rPr>
              <a:t>stdio.h</a:t>
            </a:r>
            <a:r>
              <a:rPr kumimoji="0" lang="en-US" altLang="zh-CN" sz="3200" b="1" i="0" u="none" strike="noStrike" kern="0" cap="none" spc="0" normalizeH="0" baseline="0" noProof="0" dirty="0">
                <a:ln>
                  <a:noFill/>
                </a:ln>
                <a:solidFill>
                  <a:schemeClr val="tx1"/>
                </a:solidFill>
                <a:effectLst>
                  <a:outerShdw blurRad="38100" dist="38100" dir="2700000" algn="tl">
                    <a:srgbClr val="000000"/>
                  </a:outerShdw>
                </a:effectLst>
                <a:uLnTx/>
                <a:uFillTx/>
                <a:latin typeface="+mn-lt"/>
                <a:ea typeface="+mn-ea"/>
                <a:cs typeface="+mn-cs"/>
              </a:rPr>
              <a:t>&gt;</a:t>
            </a:r>
            <a:endParaRPr kumimoji="0" lang="en-US" altLang="zh-CN" sz="3200" b="1" i="0" u="none" strike="noStrike" kern="0" cap="none" spc="0" normalizeH="0" baseline="0" noProof="0" dirty="0">
              <a:ln>
                <a:noFill/>
              </a:ln>
              <a:solidFill>
                <a:schemeClr val="tx1"/>
              </a:solidFill>
              <a:effectLst>
                <a:outerShdw blurRad="38100" dist="38100" dir="2700000" algn="tl">
                  <a:srgbClr val="000000"/>
                </a:outerShdw>
              </a:effectLst>
              <a:uLnTx/>
              <a:uFillTx/>
              <a:latin typeface="+mn-lt"/>
              <a:ea typeface="+mn-ea"/>
              <a:cs typeface="+mn-cs"/>
            </a:endParaRPr>
          </a:p>
          <a:p>
            <a:pPr marL="342900" marR="0" lvl="0" indent="-342900" algn="l" defTabSz="914400" rtl="0" eaLnBrk="1" fontAlgn="base" latinLnBrk="0" hangingPunct="1">
              <a:lnSpc>
                <a:spcPct val="100000"/>
              </a:lnSpc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80000"/>
              <a:buFont typeface="Wingdings" panose="05000000000000000000" pitchFamily="2" charset="2"/>
              <a:buNone/>
              <a:defRPr/>
            </a:pPr>
            <a:r>
              <a:rPr kumimoji="0" lang="en-US" altLang="zh-CN" sz="3200" b="1" i="0" u="none" strike="noStrike" kern="0" cap="none" spc="0" normalizeH="0" baseline="0" noProof="0" dirty="0">
                <a:ln>
                  <a:noFill/>
                </a:ln>
                <a:solidFill>
                  <a:schemeClr val="tx1"/>
                </a:solidFill>
                <a:effectLst>
                  <a:outerShdw blurRad="38100" dist="38100" dir="2700000" algn="tl">
                    <a:srgbClr val="000000"/>
                  </a:outerShdw>
                </a:effectLst>
                <a:uLnTx/>
                <a:uFillTx/>
                <a:latin typeface="+mn-lt"/>
                <a:ea typeface="+mn-ea"/>
                <a:cs typeface="+mn-cs"/>
              </a:rPr>
              <a:t>void  </a:t>
            </a:r>
            <a:r>
              <a:rPr kumimoji="0" lang="en-US" altLang="zh-CN" sz="3200" b="1" i="0" u="none" strike="noStrike" kern="0" cap="none" spc="0" normalizeH="0" baseline="0" noProof="0" dirty="0" err="1">
                <a:ln>
                  <a:noFill/>
                </a:ln>
                <a:solidFill>
                  <a:schemeClr val="tx1"/>
                </a:solidFill>
                <a:effectLst>
                  <a:outerShdw blurRad="38100" dist="38100" dir="2700000" algn="tl">
                    <a:srgbClr val="000000"/>
                  </a:outerShdw>
                </a:effectLst>
                <a:uLnTx/>
                <a:uFillTx/>
                <a:latin typeface="+mn-lt"/>
                <a:ea typeface="+mn-ea"/>
                <a:cs typeface="+mn-cs"/>
              </a:rPr>
              <a:t>sortofup</a:t>
            </a:r>
            <a:r>
              <a:rPr kumimoji="0" lang="en-US" altLang="zh-CN" sz="3200" b="1" i="0" u="none" strike="noStrike" kern="0" cap="none" spc="0" normalizeH="0" baseline="0" noProof="0" dirty="0">
                <a:ln>
                  <a:noFill/>
                </a:ln>
                <a:solidFill>
                  <a:schemeClr val="tx1"/>
                </a:solidFill>
                <a:effectLst>
                  <a:outerShdw blurRad="38100" dist="38100" dir="2700000" algn="tl">
                    <a:srgbClr val="000000"/>
                  </a:outerShdw>
                </a:effectLst>
                <a:uLnTx/>
                <a:uFillTx/>
                <a:latin typeface="+mn-lt"/>
                <a:ea typeface="+mn-ea"/>
                <a:cs typeface="+mn-cs"/>
              </a:rPr>
              <a:t> ( </a:t>
            </a:r>
            <a:r>
              <a:rPr kumimoji="0" lang="en-US" altLang="zh-CN" sz="3200" b="1" i="0" u="none" strike="noStrike" kern="0" cap="none" spc="0" normalizeH="0" baseline="0" noProof="0" dirty="0">
                <a:ln>
                  <a:noFill/>
                </a:ln>
                <a:solidFill>
                  <a:schemeClr val="hlink"/>
                </a:solidFill>
                <a:effectLst>
                  <a:outerShdw blurRad="38100" dist="38100" dir="2700000" algn="tl">
                    <a:srgbClr val="000000"/>
                  </a:outerShdw>
                </a:effectLst>
                <a:uLnTx/>
                <a:uFillTx/>
                <a:latin typeface="+mn-lt"/>
                <a:ea typeface="+mn-ea"/>
                <a:cs typeface="+mn-cs"/>
              </a:rPr>
              <a:t>int s[5],</a:t>
            </a:r>
            <a:r>
              <a:rPr kumimoji="0" lang="en-US" altLang="zh-CN" sz="3200" b="1" i="0" u="none" strike="noStrike" kern="0" cap="none" spc="0" normalizeH="0" baseline="0" noProof="0" dirty="0">
                <a:ln>
                  <a:noFill/>
                </a:ln>
                <a:solidFill>
                  <a:schemeClr val="tx1"/>
                </a:solidFill>
                <a:effectLst>
                  <a:outerShdw blurRad="38100" dist="38100" dir="2700000" algn="tl">
                    <a:srgbClr val="000000"/>
                  </a:outerShdw>
                </a:effectLst>
                <a:uLnTx/>
                <a:uFillTx/>
                <a:latin typeface="+mn-lt"/>
                <a:ea typeface="+mn-ea"/>
                <a:cs typeface="+mn-cs"/>
              </a:rPr>
              <a:t>int n ); </a:t>
            </a:r>
            <a:r>
              <a:rPr kumimoji="0" lang="en-US" altLang="zh-CN" sz="3200" b="1" i="0" u="none" strike="noStrike" kern="0" cap="none" spc="0" normalizeH="0" baseline="0" noProof="0" dirty="0">
                <a:ln>
                  <a:noFill/>
                </a:ln>
                <a:solidFill>
                  <a:schemeClr val="tx1">
                    <a:lumMod val="50000"/>
                  </a:schemeClr>
                </a:solidFill>
                <a:effectLst>
                  <a:outerShdw blurRad="38100" dist="38100" dir="2700000" algn="tl">
                    <a:srgbClr val="000000"/>
                  </a:outerShdw>
                </a:effectLst>
                <a:uLnTx/>
                <a:uFillTx/>
                <a:latin typeface="+mn-lt"/>
                <a:ea typeface="+mn-ea"/>
                <a:cs typeface="+mn-cs"/>
              </a:rPr>
              <a:t>//</a:t>
            </a:r>
            <a:r>
              <a:rPr kumimoji="0" lang="zh-CN" altLang="en-US" sz="3200" b="1" i="0" u="none" strike="noStrike" kern="0" cap="none" spc="0" normalizeH="0" baseline="0" noProof="0" dirty="0">
                <a:ln>
                  <a:noFill/>
                </a:ln>
                <a:solidFill>
                  <a:schemeClr val="tx1">
                    <a:lumMod val="50000"/>
                  </a:schemeClr>
                </a:solidFill>
                <a:effectLst>
                  <a:outerShdw blurRad="38100" dist="38100" dir="2700000" algn="tl">
                    <a:srgbClr val="000000"/>
                  </a:outerShdw>
                </a:effectLst>
                <a:uLnTx/>
                <a:uFillTx/>
                <a:latin typeface="+mn-lt"/>
                <a:ea typeface="+mn-ea"/>
                <a:cs typeface="+mn-cs"/>
              </a:rPr>
              <a:t>函数原型</a:t>
            </a:r>
            <a:endParaRPr kumimoji="0" lang="en-US" altLang="zh-CN" sz="3200" b="1" i="0" u="none" strike="noStrike" kern="0" cap="none" spc="0" normalizeH="0" baseline="0" noProof="0" dirty="0">
              <a:ln>
                <a:noFill/>
              </a:ln>
              <a:solidFill>
                <a:schemeClr val="tx1">
                  <a:lumMod val="50000"/>
                </a:schemeClr>
              </a:solidFill>
              <a:effectLst>
                <a:outerShdw blurRad="38100" dist="38100" dir="2700000" algn="tl">
                  <a:srgbClr val="000000"/>
                </a:outerShdw>
              </a:effectLst>
              <a:uLnTx/>
              <a:uFillTx/>
              <a:latin typeface="+mn-lt"/>
              <a:ea typeface="+mn-ea"/>
              <a:cs typeface="+mn-cs"/>
            </a:endParaRPr>
          </a:p>
          <a:p>
            <a:pPr marL="342900" marR="0" lvl="0" indent="-342900" algn="l" defTabSz="914400" rtl="0" eaLnBrk="1" fontAlgn="base" latinLnBrk="0" hangingPunct="1">
              <a:lnSpc>
                <a:spcPct val="100000"/>
              </a:lnSpc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80000"/>
              <a:buFont typeface="Wingdings" panose="05000000000000000000" pitchFamily="2" charset="2"/>
              <a:buNone/>
              <a:defRPr/>
            </a:pPr>
            <a:r>
              <a:rPr kumimoji="0" lang="en-US" altLang="zh-CN" sz="3200" b="1" i="0" u="none" strike="noStrike" kern="0" cap="none" spc="0" normalizeH="0" baseline="0" noProof="0" dirty="0" err="1">
                <a:ln>
                  <a:noFill/>
                </a:ln>
                <a:solidFill>
                  <a:schemeClr val="tx1"/>
                </a:solidFill>
                <a:effectLst>
                  <a:outerShdw blurRad="38100" dist="38100" dir="2700000" algn="tl">
                    <a:srgbClr val="000000"/>
                  </a:outerShdw>
                </a:effectLst>
                <a:uLnTx/>
                <a:uFillTx/>
                <a:latin typeface="+mn-lt"/>
                <a:ea typeface="+mn-ea"/>
                <a:cs typeface="+mn-cs"/>
              </a:rPr>
              <a:t>int</a:t>
            </a:r>
            <a:r>
              <a:rPr kumimoji="0" lang="en-US" altLang="zh-CN" sz="3200" b="1" i="0" u="none" strike="noStrike" kern="0" cap="none" spc="0" normalizeH="0" baseline="0" noProof="0" dirty="0">
                <a:ln>
                  <a:noFill/>
                </a:ln>
                <a:solidFill>
                  <a:schemeClr val="tx1"/>
                </a:solidFill>
                <a:effectLst>
                  <a:outerShdw blurRad="38100" dist="38100" dir="2700000" algn="tl">
                    <a:srgbClr val="000000"/>
                  </a:outerShdw>
                </a:effectLst>
                <a:uLnTx/>
                <a:uFillTx/>
                <a:latin typeface="+mn-lt"/>
                <a:ea typeface="+mn-ea"/>
                <a:cs typeface="+mn-cs"/>
              </a:rPr>
              <a:t> main()</a:t>
            </a:r>
            <a:endParaRPr kumimoji="0" lang="en-US" altLang="zh-CN" sz="3200" b="1" i="0" u="none" strike="noStrike" kern="0" cap="none" spc="0" normalizeH="0" baseline="0" noProof="0" dirty="0">
              <a:ln>
                <a:noFill/>
              </a:ln>
              <a:solidFill>
                <a:schemeClr val="tx1"/>
              </a:solidFill>
              <a:effectLst>
                <a:outerShdw blurRad="38100" dist="38100" dir="2700000" algn="tl">
                  <a:srgbClr val="000000"/>
                </a:outerShdw>
              </a:effectLst>
              <a:uLnTx/>
              <a:uFillTx/>
              <a:latin typeface="+mn-lt"/>
              <a:ea typeface="+mn-ea"/>
              <a:cs typeface="+mn-cs"/>
            </a:endParaRPr>
          </a:p>
          <a:p>
            <a:pPr marL="342900" marR="0" lvl="0" indent="-342900" algn="l" defTabSz="914400" rtl="0" eaLnBrk="1" fontAlgn="base" latinLnBrk="0" hangingPunct="1">
              <a:lnSpc>
                <a:spcPct val="100000"/>
              </a:lnSpc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80000"/>
              <a:buFont typeface="Wingdings" panose="05000000000000000000" pitchFamily="2" charset="2"/>
              <a:buNone/>
              <a:defRPr/>
            </a:pPr>
            <a:r>
              <a:rPr kumimoji="0" lang="en-US" altLang="zh-CN" sz="3200" b="1" i="0" u="none" strike="noStrike" kern="0" cap="none" spc="0" normalizeH="0" baseline="0" noProof="0" dirty="0">
                <a:ln>
                  <a:noFill/>
                </a:ln>
                <a:solidFill>
                  <a:schemeClr val="tx1"/>
                </a:solidFill>
                <a:effectLst>
                  <a:outerShdw blurRad="38100" dist="38100" dir="2700000" algn="tl">
                    <a:srgbClr val="000000"/>
                  </a:outerShdw>
                </a:effectLst>
                <a:uLnTx/>
                <a:uFillTx/>
                <a:latin typeface="+mn-lt"/>
                <a:ea typeface="+mn-ea"/>
                <a:cs typeface="+mn-cs"/>
              </a:rPr>
              <a:t>{</a:t>
            </a:r>
            <a:endParaRPr kumimoji="0" lang="en-US" altLang="zh-CN" sz="3200" b="1" i="0" u="none" strike="noStrike" kern="0" cap="none" spc="0" normalizeH="0" baseline="0" noProof="0" dirty="0">
              <a:ln>
                <a:noFill/>
              </a:ln>
              <a:solidFill>
                <a:schemeClr val="tx1"/>
              </a:solidFill>
              <a:effectLst>
                <a:outerShdw blurRad="38100" dist="38100" dir="2700000" algn="tl">
                  <a:srgbClr val="000000"/>
                </a:outerShdw>
              </a:effectLst>
              <a:uLnTx/>
              <a:uFillTx/>
              <a:latin typeface="+mn-lt"/>
              <a:ea typeface="+mn-ea"/>
              <a:cs typeface="+mn-cs"/>
            </a:endParaRPr>
          </a:p>
          <a:p>
            <a:pPr marL="342900" marR="0" lvl="0" indent="-342900" algn="l" defTabSz="914400" rtl="0" eaLnBrk="1" fontAlgn="base" latinLnBrk="0" hangingPunct="1">
              <a:lnSpc>
                <a:spcPct val="100000"/>
              </a:lnSpc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80000"/>
              <a:buFont typeface="Wingdings" panose="05000000000000000000" pitchFamily="2" charset="2"/>
              <a:buNone/>
              <a:defRPr/>
            </a:pPr>
            <a:r>
              <a:rPr kumimoji="0" lang="en-US" altLang="zh-CN" sz="3200" b="1" i="0" u="none" strike="noStrike" kern="0" cap="none" spc="0" normalizeH="0" baseline="0" noProof="0" dirty="0">
                <a:ln>
                  <a:noFill/>
                </a:ln>
                <a:solidFill>
                  <a:schemeClr val="tx1"/>
                </a:solidFill>
                <a:effectLst>
                  <a:outerShdw blurRad="38100" dist="38100" dir="2700000" algn="tl">
                    <a:srgbClr val="000000"/>
                  </a:outerShdw>
                </a:effectLst>
                <a:uLnTx/>
                <a:uFillTx/>
                <a:latin typeface="+mn-lt"/>
                <a:ea typeface="+mn-ea"/>
                <a:cs typeface="+mn-cs"/>
              </a:rPr>
              <a:t>		int </a:t>
            </a:r>
            <a:r>
              <a:rPr kumimoji="0" lang="en-US" altLang="zh-CN" sz="3200" b="1" i="0" u="none" strike="noStrike" kern="0" cap="none" spc="0" normalizeH="0" baseline="0" noProof="0" dirty="0" err="1">
                <a:ln>
                  <a:noFill/>
                </a:ln>
                <a:solidFill>
                  <a:schemeClr val="tx1"/>
                </a:solidFill>
                <a:effectLst>
                  <a:outerShdw blurRad="38100" dist="38100" dir="2700000" algn="tl">
                    <a:srgbClr val="000000"/>
                  </a:outerShdw>
                </a:effectLst>
                <a:uLnTx/>
                <a:uFillTx/>
                <a:latin typeface="+mn-lt"/>
                <a:ea typeface="+mn-ea"/>
                <a:cs typeface="+mn-cs"/>
              </a:rPr>
              <a:t>i,data</a:t>
            </a:r>
            <a:r>
              <a:rPr kumimoji="0" lang="en-US" altLang="zh-CN" sz="3200" b="1" i="0" u="none" strike="noStrike" kern="0" cap="none" spc="0" normalizeH="0" baseline="0" noProof="0" dirty="0">
                <a:ln>
                  <a:noFill/>
                </a:ln>
                <a:solidFill>
                  <a:schemeClr val="tx1"/>
                </a:solidFill>
                <a:effectLst>
                  <a:outerShdw blurRad="38100" dist="38100" dir="2700000" algn="tl">
                    <a:srgbClr val="000000"/>
                  </a:outerShdw>
                </a:effectLst>
                <a:uLnTx/>
                <a:uFillTx/>
                <a:latin typeface="+mn-lt"/>
                <a:ea typeface="+mn-ea"/>
                <a:cs typeface="+mn-cs"/>
              </a:rPr>
              <a:t>[5]={90,87,76,69,50}; </a:t>
            </a:r>
            <a:r>
              <a:rPr kumimoji="0" lang="en-US" altLang="zh-CN" sz="3200" b="1" i="0" u="none" strike="noStrike" kern="0" cap="none" spc="0" normalizeH="0" baseline="0" noProof="0" dirty="0">
                <a:ln>
                  <a:noFill/>
                </a:ln>
                <a:solidFill>
                  <a:schemeClr val="tx1">
                    <a:lumMod val="50000"/>
                  </a:schemeClr>
                </a:solidFill>
                <a:effectLst>
                  <a:outerShdw blurRad="38100" dist="38100" dir="2700000" algn="tl">
                    <a:srgbClr val="000000"/>
                  </a:outerShdw>
                </a:effectLst>
                <a:uLnTx/>
                <a:uFillTx/>
                <a:latin typeface="+mn-lt"/>
                <a:ea typeface="+mn-ea"/>
                <a:cs typeface="+mn-cs"/>
              </a:rPr>
              <a:t>//</a:t>
            </a:r>
            <a:r>
              <a:rPr kumimoji="0" lang="zh-CN" altLang="en-US" sz="3200" b="1" i="0" u="none" strike="noStrike" kern="0" cap="none" spc="0" normalizeH="0" baseline="0" noProof="0" dirty="0">
                <a:ln>
                  <a:noFill/>
                </a:ln>
                <a:solidFill>
                  <a:schemeClr val="tx1">
                    <a:lumMod val="50000"/>
                  </a:schemeClr>
                </a:solidFill>
                <a:effectLst>
                  <a:outerShdw blurRad="38100" dist="38100" dir="2700000" algn="tl">
                    <a:srgbClr val="000000"/>
                  </a:outerShdw>
                </a:effectLst>
                <a:uLnTx/>
                <a:uFillTx/>
                <a:latin typeface="+mn-lt"/>
                <a:ea typeface="+mn-ea"/>
                <a:cs typeface="+mn-cs"/>
              </a:rPr>
              <a:t>初始化</a:t>
            </a:r>
            <a:endParaRPr kumimoji="0" lang="en-US" altLang="zh-CN" sz="3200" b="1" i="0" u="none" strike="noStrike" kern="0" cap="none" spc="0" normalizeH="0" baseline="0" noProof="0" dirty="0">
              <a:ln>
                <a:noFill/>
              </a:ln>
              <a:solidFill>
                <a:schemeClr val="tx1">
                  <a:lumMod val="50000"/>
                </a:schemeClr>
              </a:solidFill>
              <a:effectLst>
                <a:outerShdw blurRad="38100" dist="38100" dir="2700000" algn="tl">
                  <a:srgbClr val="000000"/>
                </a:outerShdw>
              </a:effectLst>
              <a:uLnTx/>
              <a:uFillTx/>
              <a:latin typeface="+mn-lt"/>
              <a:ea typeface="+mn-ea"/>
              <a:cs typeface="+mn-cs"/>
            </a:endParaRPr>
          </a:p>
          <a:p>
            <a:pPr marL="342900" marR="0" lvl="0" indent="-342900" algn="l" defTabSz="914400" rtl="0" eaLnBrk="1" fontAlgn="base" latinLnBrk="0" hangingPunct="1">
              <a:lnSpc>
                <a:spcPct val="100000"/>
              </a:lnSpc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80000"/>
              <a:buFont typeface="Wingdings" panose="05000000000000000000" pitchFamily="2" charset="2"/>
              <a:buNone/>
              <a:defRPr/>
            </a:pPr>
            <a:r>
              <a:rPr kumimoji="0" lang="en-US" altLang="zh-CN" sz="3200" b="1" i="0" u="none" strike="noStrike" kern="0" cap="none" spc="0" normalizeH="0" baseline="0" noProof="0" dirty="0">
                <a:ln>
                  <a:noFill/>
                </a:ln>
                <a:solidFill>
                  <a:schemeClr val="hlink"/>
                </a:solidFill>
                <a:effectLst>
                  <a:outerShdw blurRad="38100" dist="38100" dir="2700000" algn="tl">
                    <a:srgbClr val="000000"/>
                  </a:outerShdw>
                </a:effectLst>
                <a:uLnTx/>
                <a:uFillTx/>
                <a:latin typeface="+mn-lt"/>
                <a:ea typeface="+mn-ea"/>
                <a:cs typeface="+mn-cs"/>
              </a:rPr>
              <a:t>		</a:t>
            </a:r>
            <a:r>
              <a:rPr kumimoji="0" lang="en-US" altLang="zh-CN" sz="3200" b="1" i="0" u="none" strike="noStrike" kern="0" cap="none" spc="0" normalizeH="0" baseline="0" noProof="0" dirty="0" err="1">
                <a:ln>
                  <a:noFill/>
                </a:ln>
                <a:solidFill>
                  <a:schemeClr val="hlink"/>
                </a:solidFill>
                <a:effectLst>
                  <a:outerShdw blurRad="38100" dist="38100" dir="2700000" algn="tl">
                    <a:srgbClr val="000000"/>
                  </a:outerShdw>
                </a:effectLst>
                <a:uLnTx/>
                <a:uFillTx/>
                <a:latin typeface="+mn-lt"/>
                <a:ea typeface="+mn-ea"/>
                <a:cs typeface="+mn-cs"/>
              </a:rPr>
              <a:t>sortofup</a:t>
            </a:r>
            <a:r>
              <a:rPr kumimoji="0" lang="en-US" altLang="zh-CN" sz="3200" b="1" i="0" u="none" strike="noStrike" kern="0" cap="none" spc="0" normalizeH="0" baseline="0" noProof="0" dirty="0">
                <a:ln>
                  <a:noFill/>
                </a:ln>
                <a:solidFill>
                  <a:schemeClr val="hlink"/>
                </a:solidFill>
                <a:effectLst>
                  <a:outerShdw blurRad="38100" dist="38100" dir="2700000" algn="tl">
                    <a:srgbClr val="000000"/>
                  </a:outerShdw>
                </a:effectLst>
                <a:uLnTx/>
                <a:uFillTx/>
                <a:latin typeface="+mn-lt"/>
                <a:ea typeface="+mn-ea"/>
                <a:cs typeface="+mn-cs"/>
              </a:rPr>
              <a:t>(data,5);</a:t>
            </a:r>
            <a:endParaRPr kumimoji="0" lang="en-US" altLang="zh-CN" sz="3200" b="1" i="0" u="none" strike="noStrike" kern="0" cap="none" spc="0" normalizeH="0" baseline="0" noProof="0" dirty="0">
              <a:ln>
                <a:noFill/>
              </a:ln>
              <a:solidFill>
                <a:schemeClr val="hlink"/>
              </a:solidFill>
              <a:effectLst>
                <a:outerShdw blurRad="38100" dist="38100" dir="2700000" algn="tl">
                  <a:srgbClr val="000000"/>
                </a:outerShdw>
              </a:effectLst>
              <a:uLnTx/>
              <a:uFillTx/>
              <a:latin typeface="+mn-lt"/>
              <a:ea typeface="+mn-ea"/>
              <a:cs typeface="+mn-cs"/>
            </a:endParaRPr>
          </a:p>
          <a:p>
            <a:pPr marL="342900" marR="0" lvl="0" indent="-342900" algn="l" defTabSz="914400" rtl="0" eaLnBrk="1" fontAlgn="base" latinLnBrk="0" hangingPunct="1">
              <a:lnSpc>
                <a:spcPct val="100000"/>
              </a:lnSpc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80000"/>
              <a:buFont typeface="Wingdings" panose="05000000000000000000" pitchFamily="2" charset="2"/>
              <a:buNone/>
              <a:defRPr/>
            </a:pPr>
            <a:r>
              <a:rPr kumimoji="0" lang="en-US" altLang="zh-CN" sz="3200" b="1" i="0" u="none" strike="noStrike" kern="0" cap="none" spc="0" normalizeH="0" baseline="0" noProof="0" dirty="0">
                <a:ln>
                  <a:noFill/>
                </a:ln>
                <a:solidFill>
                  <a:schemeClr val="tx1"/>
                </a:solidFill>
                <a:effectLst>
                  <a:outerShdw blurRad="38100" dist="38100" dir="2700000" algn="tl">
                    <a:srgbClr val="000000"/>
                  </a:outerShdw>
                </a:effectLst>
                <a:uLnTx/>
                <a:uFillTx/>
                <a:latin typeface="+mn-lt"/>
                <a:ea typeface="+mn-ea"/>
                <a:cs typeface="+mn-cs"/>
              </a:rPr>
              <a:t>		for(i=0;i&lt;5;i++)</a:t>
            </a:r>
            <a:endParaRPr kumimoji="0" lang="en-US" altLang="zh-CN" sz="3200" b="1" i="0" u="none" strike="noStrike" kern="0" cap="none" spc="0" normalizeH="0" baseline="0" noProof="0" dirty="0">
              <a:ln>
                <a:noFill/>
              </a:ln>
              <a:solidFill>
                <a:schemeClr val="tx1"/>
              </a:solidFill>
              <a:effectLst>
                <a:outerShdw blurRad="38100" dist="38100" dir="2700000" algn="tl">
                  <a:srgbClr val="000000"/>
                </a:outerShdw>
              </a:effectLst>
              <a:uLnTx/>
              <a:uFillTx/>
              <a:latin typeface="+mn-lt"/>
              <a:ea typeface="+mn-ea"/>
              <a:cs typeface="+mn-cs"/>
            </a:endParaRPr>
          </a:p>
          <a:p>
            <a:pPr marL="342900" marR="0" lvl="0" indent="-342900" algn="l" defTabSz="914400" rtl="0" eaLnBrk="1" fontAlgn="base" latinLnBrk="0" hangingPunct="1">
              <a:lnSpc>
                <a:spcPct val="100000"/>
              </a:lnSpc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80000"/>
              <a:buFont typeface="Wingdings" panose="05000000000000000000" pitchFamily="2" charset="2"/>
              <a:buNone/>
              <a:defRPr/>
            </a:pPr>
            <a:r>
              <a:rPr kumimoji="0" lang="en-US" altLang="zh-CN" sz="3200" b="1" i="0" u="none" strike="noStrike" kern="0" cap="none" spc="0" normalizeH="0" baseline="0" noProof="0" dirty="0">
                <a:ln>
                  <a:noFill/>
                </a:ln>
                <a:solidFill>
                  <a:schemeClr val="tx1"/>
                </a:solidFill>
                <a:effectLst>
                  <a:outerShdw blurRad="38100" dist="38100" dir="2700000" algn="tl">
                    <a:srgbClr val="000000"/>
                  </a:outerShdw>
                </a:effectLst>
                <a:uLnTx/>
                <a:uFillTx/>
                <a:latin typeface="+mn-lt"/>
                <a:ea typeface="+mn-ea"/>
                <a:cs typeface="+mn-cs"/>
              </a:rPr>
              <a:t>			</a:t>
            </a:r>
            <a:r>
              <a:rPr kumimoji="0" lang="en-US" altLang="zh-CN" sz="3200" b="1" i="0" u="none" strike="noStrike" kern="0" cap="none" spc="0" normalizeH="0" baseline="0" noProof="0" dirty="0" err="1">
                <a:ln>
                  <a:noFill/>
                </a:ln>
                <a:solidFill>
                  <a:schemeClr val="tx1"/>
                </a:solidFill>
                <a:effectLst>
                  <a:outerShdw blurRad="38100" dist="38100" dir="2700000" algn="tl">
                    <a:srgbClr val="000000"/>
                  </a:outerShdw>
                </a:effectLst>
                <a:uLnTx/>
                <a:uFillTx/>
                <a:latin typeface="+mn-lt"/>
                <a:ea typeface="+mn-ea"/>
                <a:cs typeface="+mn-cs"/>
              </a:rPr>
              <a:t>printf</a:t>
            </a:r>
            <a:r>
              <a:rPr kumimoji="0" lang="en-US" altLang="zh-CN" sz="3200" b="1" i="0" u="none" strike="noStrike" kern="0" cap="none" spc="0" normalizeH="0" baseline="0" noProof="0" dirty="0">
                <a:ln>
                  <a:noFill/>
                </a:ln>
                <a:solidFill>
                  <a:schemeClr val="tx1"/>
                </a:solidFill>
                <a:effectLst>
                  <a:outerShdw blurRad="38100" dist="38100" dir="2700000" algn="tl">
                    <a:srgbClr val="000000"/>
                  </a:outerShdw>
                </a:effectLst>
                <a:uLnTx/>
                <a:uFillTx/>
                <a:latin typeface="+mn-lt"/>
                <a:ea typeface="+mn-ea"/>
                <a:cs typeface="+mn-cs"/>
              </a:rPr>
              <a:t>("%5d",data[</a:t>
            </a:r>
            <a:r>
              <a:rPr kumimoji="0" lang="en-US" altLang="zh-CN" sz="3200" b="1" i="0" u="none" strike="noStrike" kern="0" cap="none" spc="0" normalizeH="0" baseline="0" noProof="0" dirty="0" err="1">
                <a:ln>
                  <a:noFill/>
                </a:ln>
                <a:solidFill>
                  <a:schemeClr val="tx1"/>
                </a:solidFill>
                <a:effectLst>
                  <a:outerShdw blurRad="38100" dist="38100" dir="2700000" algn="tl">
                    <a:srgbClr val="000000"/>
                  </a:outerShdw>
                </a:effectLst>
                <a:uLnTx/>
                <a:uFillTx/>
                <a:latin typeface="+mn-lt"/>
                <a:ea typeface="+mn-ea"/>
                <a:cs typeface="+mn-cs"/>
              </a:rPr>
              <a:t>i</a:t>
            </a:r>
            <a:r>
              <a:rPr kumimoji="0" lang="en-US" altLang="zh-CN" sz="3200" b="1" i="0" u="none" strike="noStrike" kern="0" cap="none" spc="0" normalizeH="0" baseline="0" noProof="0" dirty="0">
                <a:ln>
                  <a:noFill/>
                </a:ln>
                <a:solidFill>
                  <a:schemeClr val="tx1"/>
                </a:solidFill>
                <a:effectLst>
                  <a:outerShdw blurRad="38100" dist="38100" dir="2700000" algn="tl">
                    <a:srgbClr val="000000"/>
                  </a:outerShdw>
                </a:effectLst>
                <a:uLnTx/>
                <a:uFillTx/>
                <a:latin typeface="+mn-lt"/>
                <a:ea typeface="+mn-ea"/>
                <a:cs typeface="+mn-cs"/>
              </a:rPr>
              <a:t>]);</a:t>
            </a:r>
            <a:endParaRPr kumimoji="0" lang="en-US" altLang="zh-CN" sz="3200" b="1" i="0" u="none" strike="noStrike" kern="0" cap="none" spc="0" normalizeH="0" baseline="0" noProof="0" dirty="0">
              <a:ln>
                <a:noFill/>
              </a:ln>
              <a:solidFill>
                <a:schemeClr val="tx1"/>
              </a:solidFill>
              <a:effectLst>
                <a:outerShdw blurRad="38100" dist="38100" dir="2700000" algn="tl">
                  <a:srgbClr val="000000"/>
                </a:outerShdw>
              </a:effectLst>
              <a:uLnTx/>
              <a:uFillTx/>
              <a:latin typeface="+mn-lt"/>
              <a:ea typeface="+mn-ea"/>
              <a:cs typeface="+mn-cs"/>
            </a:endParaRPr>
          </a:p>
          <a:p>
            <a:pPr marL="342900" marR="0" lvl="0" indent="-342900" algn="l" defTabSz="914400" rtl="0" eaLnBrk="1" fontAlgn="base" latinLnBrk="0" hangingPunct="1">
              <a:lnSpc>
                <a:spcPct val="100000"/>
              </a:lnSpc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80000"/>
              <a:buFont typeface="Wingdings" panose="05000000000000000000" pitchFamily="2" charset="2"/>
              <a:buNone/>
              <a:defRPr/>
            </a:pPr>
            <a:r>
              <a:rPr kumimoji="0" lang="en-US" altLang="zh-CN" sz="3200" b="1" i="0" u="none" strike="noStrike" kern="0" cap="none" spc="0" normalizeH="0" baseline="0" noProof="0" dirty="0">
                <a:ln>
                  <a:noFill/>
                </a:ln>
                <a:solidFill>
                  <a:schemeClr val="tx1"/>
                </a:solidFill>
                <a:effectLst>
                  <a:outerShdw blurRad="38100" dist="38100" dir="2700000" algn="tl">
                    <a:srgbClr val="000000"/>
                  </a:outerShdw>
                </a:effectLst>
                <a:uLnTx/>
                <a:uFillTx/>
                <a:latin typeface="+mn-lt"/>
                <a:ea typeface="+mn-ea"/>
                <a:cs typeface="+mn-cs"/>
              </a:rPr>
              <a:t>		return 0;</a:t>
            </a:r>
            <a:endParaRPr kumimoji="0" lang="en-US" altLang="zh-CN" sz="3200" b="1" i="0" u="none" strike="noStrike" kern="0" cap="none" spc="0" normalizeH="0" baseline="0" noProof="0" dirty="0">
              <a:ln>
                <a:noFill/>
              </a:ln>
              <a:solidFill>
                <a:schemeClr val="tx1"/>
              </a:solidFill>
              <a:effectLst>
                <a:outerShdw blurRad="38100" dist="38100" dir="2700000" algn="tl">
                  <a:srgbClr val="000000"/>
                </a:outerShdw>
              </a:effectLst>
              <a:uLnTx/>
              <a:uFillTx/>
              <a:latin typeface="+mn-lt"/>
              <a:ea typeface="+mn-ea"/>
              <a:cs typeface="+mn-cs"/>
            </a:endParaRPr>
          </a:p>
          <a:p>
            <a:pPr marL="342900" marR="0" lvl="0" indent="-342900" algn="l" defTabSz="914400" rtl="0" eaLnBrk="1" fontAlgn="base" latinLnBrk="0" hangingPunct="1">
              <a:lnSpc>
                <a:spcPct val="100000"/>
              </a:lnSpc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80000"/>
              <a:buFont typeface="Wingdings" panose="05000000000000000000" pitchFamily="2" charset="2"/>
              <a:buNone/>
              <a:defRPr/>
            </a:pPr>
            <a:r>
              <a:rPr kumimoji="0" lang="en-US" altLang="zh-CN" sz="3200" b="1" i="0" u="none" strike="noStrike" kern="0" cap="none" spc="0" normalizeH="0" baseline="0" noProof="0" dirty="0">
                <a:ln>
                  <a:noFill/>
                </a:ln>
                <a:solidFill>
                  <a:schemeClr val="tx1"/>
                </a:solidFill>
                <a:effectLst>
                  <a:outerShdw blurRad="38100" dist="38100" dir="2700000" algn="tl">
                    <a:srgbClr val="000000"/>
                  </a:outerShdw>
                </a:effectLst>
                <a:uLnTx/>
                <a:uFillTx/>
                <a:latin typeface="+mn-lt"/>
                <a:ea typeface="+mn-ea"/>
                <a:cs typeface="+mn-cs"/>
              </a:rPr>
              <a:t>	}</a:t>
            </a:r>
            <a:endParaRPr kumimoji="0" lang="en-US" altLang="zh-CN" sz="3200" b="1" i="0" u="none" strike="noStrike" kern="0" cap="none" spc="0" normalizeH="0" baseline="0" noProof="0" dirty="0">
              <a:ln>
                <a:noFill/>
              </a:ln>
              <a:solidFill>
                <a:schemeClr val="tx1"/>
              </a:solidFill>
              <a:effectLst>
                <a:outerShdw blurRad="38100" dist="38100" dir="2700000" algn="tl">
                  <a:srgbClr val="000000"/>
                </a:outerShdw>
              </a:effectLst>
              <a:uLnTx/>
              <a:uFillTx/>
              <a:latin typeface="+mn-lt"/>
              <a:ea typeface="+mn-ea"/>
              <a:cs typeface="+mn-cs"/>
            </a:endParaRPr>
          </a:p>
        </p:txBody>
      </p:sp>
      <p:sp>
        <p:nvSpPr>
          <p:cNvPr id="57349" name="Text Box 4"/>
          <p:cNvSpPr txBox="1"/>
          <p:nvPr/>
        </p:nvSpPr>
        <p:spPr>
          <a:xfrm>
            <a:off x="8558213" y="6269038"/>
            <a:ext cx="3527425" cy="476250"/>
          </a:xfrm>
          <a:prstGeom prst="rect">
            <a:avLst/>
          </a:prstGeom>
          <a:noFill/>
          <a:ln w="9525">
            <a:noFill/>
          </a:ln>
        </p:spPr>
        <p:txBody>
          <a:bodyPr>
            <a:spAutoFit/>
          </a:bodyPr>
          <a:lstStyle>
            <a:lvl1pPr marL="342900" indent="-3429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80000"/>
              <a:buFont typeface="Wingdings" panose="05000000000000000000" pitchFamily="2" charset="2"/>
              <a:buChar char="n"/>
              <a:defRPr sz="3200" b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defRPr>
            </a:lvl1pPr>
            <a:lvl2pPr marL="742950" indent="-28575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Char char="–"/>
              <a:defRPr sz="2800">
                <a:solidFill>
                  <a:schemeClr val="tx1"/>
                </a:solidFill>
                <a:effectLst/>
                <a:latin typeface="+mn-lt"/>
                <a:ea typeface="+mn-ea"/>
              </a:defRPr>
            </a:lvl2pPr>
            <a:lvl3pPr marL="11430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Font typeface="Wingdings" panose="05000000000000000000" pitchFamily="2" charset="2"/>
              <a:buChar char="§"/>
              <a:defRPr sz="2400">
                <a:solidFill>
                  <a:schemeClr val="tx1"/>
                </a:solidFill>
                <a:effectLst/>
                <a:latin typeface="+mn-lt"/>
                <a:ea typeface="+mn-ea"/>
              </a:defRPr>
            </a:lvl3pPr>
            <a:lvl4pPr marL="16002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–"/>
              <a:defRPr sz="2000">
                <a:solidFill>
                  <a:schemeClr val="tx1"/>
                </a:solidFill>
                <a:effectLst/>
                <a:latin typeface="+mn-lt"/>
                <a:ea typeface="+mn-ea"/>
              </a:defRPr>
            </a:lvl4pPr>
            <a:lvl5pPr marL="20574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effectLst/>
                <a:latin typeface="+mn-lt"/>
                <a:ea typeface="+mn-ea"/>
              </a:defRPr>
            </a:lvl5pPr>
          </a:lstStyle>
          <a:p>
            <a:pPr marL="742950" lvl="0" indent="-285750" algn="just" eaLnBrk="1" hangingPunct="1">
              <a:lnSpc>
                <a:spcPct val="90000"/>
              </a:lnSpc>
              <a:spcBef>
                <a:spcPct val="50000"/>
              </a:spcBef>
              <a:buClr>
                <a:schemeClr val="tx1"/>
              </a:buClr>
              <a:buSzTx/>
              <a:buNone/>
            </a:pPr>
            <a:r>
              <a:rPr lang="zh-CN" altLang="en-US" sz="2800" b="1" dirty="0">
                <a:solidFill>
                  <a:schemeClr val="hlink"/>
                </a:solidFill>
                <a:latin typeface="Arial" panose="020B0604020202020204" pitchFamily="34" charset="0"/>
              </a:rPr>
              <a:t>未完，接下页</a:t>
            </a:r>
            <a:endParaRPr lang="zh-CN" altLang="en-US" sz="2800" b="1" dirty="0">
              <a:solidFill>
                <a:schemeClr val="hlink"/>
              </a:solidFill>
              <a:latin typeface="Arial" panose="020B0604020202020204" pitchFamily="34" charset="0"/>
            </a:endParaRPr>
          </a:p>
        </p:txBody>
      </p:sp>
      <p:sp>
        <p:nvSpPr>
          <p:cNvPr id="3" name="矩形 2"/>
          <p:cNvSpPr/>
          <p:nvPr/>
        </p:nvSpPr>
        <p:spPr>
          <a:xfrm>
            <a:off x="957263" y="6119813"/>
            <a:ext cx="4360863" cy="585788"/>
          </a:xfrm>
          <a:prstGeom prst="rect">
            <a:avLst/>
          </a:prstGeom>
          <a:solidFill>
            <a:schemeClr val="bg1">
              <a:lumMod val="50000"/>
            </a:schemeClr>
          </a:solidFill>
        </p:spPr>
        <p:txBody>
          <a:bodyPr wrap="none">
            <a:spAutoFit/>
          </a:bodyPr>
          <a:lstStyle/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r>
              <a:rPr kumimoji="0" lang="zh-CN" altLang="en-US" sz="3200" b="1" i="0" u="none" strike="noStrike" kern="1200" cap="none" spc="0" normalizeH="0" baseline="0" noProof="0" dirty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Tahoma" panose="020B0604030504040204" pitchFamily="34" charset="0"/>
                <a:ea typeface="宋体" panose="02010600030101010101" pitchFamily="2" charset="-122"/>
                <a:cs typeface="+mn-cs"/>
              </a:rPr>
              <a:t> 50   69   76   87   90</a:t>
            </a:r>
            <a:endParaRPr kumimoji="0" lang="zh-CN" altLang="en-US" sz="3200" b="1" i="0" u="none" strike="noStrike" kern="1200" cap="none" spc="0" normalizeH="0" baseline="0" noProof="0" dirty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Tahoma" panose="020B0604030504040204" pitchFamily="34" charset="0"/>
              <a:ea typeface="宋体" panose="02010600030101010101" pitchFamily="2" charset="-122"/>
              <a:cs typeface="+mn-cs"/>
            </a:endParaRPr>
          </a:p>
        </p:txBody>
      </p:sp>
    </p:spTree>
  </p:cSld>
  <p:clrMapOvr>
    <a:masterClrMapping/>
  </p:clrMapOvr>
  <p:transition spd="slow"/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50339">
                                            <p:txEl>
                                              <p:charRg st="113" end="13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50339">
                                            <p:txEl>
                                              <p:charRg st="133" end="15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1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50339">
                                            <p:txEl>
                                              <p:charRg st="152" end="178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" grpId="0" bldLvl="0" animBg="1"/>
    </p:bldLst>
  </p:timing>
</p:sld>
</file>

<file path=ppt/slides/slide5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1551363" name="Rectangle 3"/>
          <p:cNvSpPr>
            <a:spLocks noGrp="1" noChangeArrowheads="1"/>
          </p:cNvSpPr>
          <p:nvPr>
            <p:ph idx="1"/>
          </p:nvPr>
        </p:nvSpPr>
        <p:spPr>
          <a:xfrm>
            <a:off x="20638" y="0"/>
            <a:ext cx="7904163" cy="6858000"/>
          </a:xfrm>
        </p:spPr>
        <p:txBody>
          <a:bodyPr vert="horz" wrap="square" lIns="91440" tIns="45720" rIns="91440" bIns="45720" numCol="1" anchor="t" anchorCtr="0" compatLnSpc="1"/>
          <a:lstStyle/>
          <a:p>
            <a:pPr marL="342900" marR="0" lvl="0" indent="-34290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>
                <a:schemeClr val="hlink"/>
              </a:buClr>
              <a:buSzPct val="80000"/>
              <a:buFont typeface="Wingdings" panose="05000000000000000000" pitchFamily="2" charset="2"/>
              <a:buNone/>
              <a:defRPr/>
            </a:pPr>
            <a:r>
              <a:rPr kumimoji="0" lang="en-US" altLang="zh-CN" sz="3200" b="1" i="0" u="none" strike="noStrike" kern="0" cap="none" spc="0" normalizeH="0" baseline="0" noProof="0" dirty="0">
                <a:ln>
                  <a:noFill/>
                </a:ln>
                <a:solidFill>
                  <a:schemeClr val="tx1"/>
                </a:solidFill>
                <a:effectLst>
                  <a:outerShdw blurRad="38100" dist="38100" dir="2700000" algn="tl">
                    <a:srgbClr val="000000"/>
                  </a:outerShdw>
                </a:effectLst>
                <a:uLnTx/>
                <a:uFillTx/>
                <a:latin typeface="+mn-lt"/>
                <a:ea typeface="+mn-ea"/>
                <a:cs typeface="+mn-cs"/>
              </a:rPr>
              <a:t>void  </a:t>
            </a:r>
            <a:r>
              <a:rPr kumimoji="0" lang="en-US" altLang="zh-CN" sz="3200" b="1" i="0" u="none" strike="noStrike" kern="0" cap="none" spc="0" normalizeH="0" baseline="0" noProof="0" dirty="0" err="1">
                <a:ln>
                  <a:noFill/>
                </a:ln>
                <a:solidFill>
                  <a:schemeClr val="tx1"/>
                </a:solidFill>
                <a:effectLst>
                  <a:outerShdw blurRad="38100" dist="38100" dir="2700000" algn="tl">
                    <a:srgbClr val="000000"/>
                  </a:outerShdw>
                </a:effectLst>
                <a:uLnTx/>
                <a:uFillTx/>
                <a:latin typeface="+mn-lt"/>
                <a:ea typeface="+mn-ea"/>
                <a:cs typeface="+mn-cs"/>
              </a:rPr>
              <a:t>sortofup</a:t>
            </a:r>
            <a:r>
              <a:rPr kumimoji="0" lang="en-US" altLang="zh-CN" sz="3200" b="1" i="0" u="none" strike="noStrike" kern="0" cap="none" spc="0" normalizeH="0" baseline="0" noProof="0" dirty="0">
                <a:ln>
                  <a:noFill/>
                </a:ln>
                <a:solidFill>
                  <a:schemeClr val="tx1"/>
                </a:solidFill>
                <a:effectLst>
                  <a:outerShdw blurRad="38100" dist="38100" dir="2700000" algn="tl">
                    <a:srgbClr val="000000"/>
                  </a:outerShdw>
                </a:effectLst>
                <a:uLnTx/>
                <a:uFillTx/>
                <a:latin typeface="+mn-lt"/>
                <a:ea typeface="+mn-ea"/>
                <a:cs typeface="+mn-cs"/>
              </a:rPr>
              <a:t> ( </a:t>
            </a:r>
            <a:r>
              <a:rPr kumimoji="0" lang="en-US" altLang="zh-CN" sz="3200" b="1" i="0" u="none" strike="noStrike" kern="0" cap="none" spc="0" normalizeH="0" baseline="0" noProof="0" dirty="0" err="1">
                <a:ln>
                  <a:noFill/>
                </a:ln>
                <a:solidFill>
                  <a:srgbClr val="FFFF66"/>
                </a:solidFill>
                <a:effectLst>
                  <a:outerShdw blurRad="38100" dist="38100" dir="2700000" algn="tl">
                    <a:srgbClr val="000000"/>
                  </a:outerShdw>
                </a:effectLst>
                <a:uLnTx/>
                <a:uFillTx/>
                <a:latin typeface="+mn-lt"/>
                <a:ea typeface="+mn-ea"/>
                <a:cs typeface="+mn-cs"/>
              </a:rPr>
              <a:t>int</a:t>
            </a:r>
            <a:r>
              <a:rPr kumimoji="0" lang="en-US" altLang="zh-CN" sz="3200" b="1" i="0" u="none" strike="noStrike" kern="0" cap="none" spc="0" normalizeH="0" baseline="0" noProof="0" dirty="0">
                <a:ln>
                  <a:noFill/>
                </a:ln>
                <a:solidFill>
                  <a:srgbClr val="FFFF66"/>
                </a:solidFill>
                <a:effectLst>
                  <a:outerShdw blurRad="38100" dist="38100" dir="2700000" algn="tl">
                    <a:srgbClr val="000000"/>
                  </a:outerShdw>
                </a:effectLst>
                <a:uLnTx/>
                <a:uFillTx/>
                <a:latin typeface="+mn-lt"/>
                <a:ea typeface="+mn-ea"/>
                <a:cs typeface="+mn-cs"/>
              </a:rPr>
              <a:t> s[5],</a:t>
            </a:r>
            <a:r>
              <a:rPr kumimoji="0" lang="en-US" altLang="zh-CN" sz="3200" b="1" i="0" u="none" strike="noStrike" kern="0" cap="none" spc="0" normalizeH="0" baseline="0" noProof="0" dirty="0" err="1">
                <a:ln>
                  <a:noFill/>
                </a:ln>
                <a:solidFill>
                  <a:schemeClr val="accent2">
                    <a:lumMod val="60000"/>
                    <a:lumOff val="40000"/>
                  </a:schemeClr>
                </a:solidFill>
                <a:effectLst>
                  <a:outerShdw blurRad="38100" dist="38100" dir="2700000" algn="tl">
                    <a:srgbClr val="000000"/>
                  </a:outerShdw>
                </a:effectLst>
                <a:uLnTx/>
                <a:uFillTx/>
                <a:latin typeface="+mn-lt"/>
                <a:ea typeface="+mn-ea"/>
                <a:cs typeface="+mn-cs"/>
              </a:rPr>
              <a:t>int</a:t>
            </a:r>
            <a:r>
              <a:rPr kumimoji="0" lang="en-US" altLang="zh-CN" sz="3200" b="1" i="0" u="none" strike="noStrike" kern="0" cap="none" spc="0" normalizeH="0" baseline="0" noProof="0" dirty="0">
                <a:ln>
                  <a:noFill/>
                </a:ln>
                <a:solidFill>
                  <a:schemeClr val="accent2">
                    <a:lumMod val="60000"/>
                    <a:lumOff val="40000"/>
                  </a:schemeClr>
                </a:solidFill>
                <a:effectLst>
                  <a:outerShdw blurRad="38100" dist="38100" dir="2700000" algn="tl">
                    <a:srgbClr val="000000"/>
                  </a:outerShdw>
                </a:effectLst>
                <a:uLnTx/>
                <a:uFillTx/>
                <a:latin typeface="+mn-lt"/>
                <a:ea typeface="+mn-ea"/>
                <a:cs typeface="+mn-cs"/>
              </a:rPr>
              <a:t> n</a:t>
            </a:r>
            <a:r>
              <a:rPr kumimoji="0" lang="en-US" altLang="zh-CN" sz="3200" b="1" i="0" u="none" strike="noStrike" kern="0" cap="none" spc="0" normalizeH="0" baseline="0" noProof="0" dirty="0">
                <a:ln>
                  <a:noFill/>
                </a:ln>
                <a:solidFill>
                  <a:schemeClr val="accent6">
                    <a:lumMod val="20000"/>
                    <a:lumOff val="80000"/>
                  </a:schemeClr>
                </a:solidFill>
                <a:effectLst>
                  <a:outerShdw blurRad="38100" dist="38100" dir="2700000" algn="tl">
                    <a:srgbClr val="000000"/>
                  </a:outerShdw>
                </a:effectLst>
                <a:uLnTx/>
                <a:uFillTx/>
                <a:latin typeface="+mn-lt"/>
                <a:ea typeface="+mn-ea"/>
                <a:cs typeface="+mn-cs"/>
              </a:rPr>
              <a:t> </a:t>
            </a:r>
            <a:r>
              <a:rPr kumimoji="0" lang="en-US" altLang="zh-CN" sz="3200" b="1" i="0" u="none" strike="noStrike" kern="0" cap="none" spc="0" normalizeH="0" baseline="0" noProof="0" dirty="0">
                <a:ln>
                  <a:noFill/>
                </a:ln>
                <a:solidFill>
                  <a:schemeClr val="tx1"/>
                </a:solidFill>
                <a:effectLst>
                  <a:outerShdw blurRad="38100" dist="38100" dir="2700000" algn="tl">
                    <a:srgbClr val="000000"/>
                  </a:outerShdw>
                </a:effectLst>
                <a:uLnTx/>
                <a:uFillTx/>
                <a:latin typeface="+mn-lt"/>
                <a:ea typeface="+mn-ea"/>
                <a:cs typeface="+mn-cs"/>
              </a:rPr>
              <a:t>) {  </a:t>
            </a:r>
            <a:endParaRPr kumimoji="0" lang="en-US" altLang="zh-CN" sz="3200" b="1" i="0" u="none" strike="noStrike" kern="0" cap="none" spc="0" normalizeH="0" baseline="0" noProof="0" dirty="0">
              <a:ln>
                <a:noFill/>
              </a:ln>
              <a:solidFill>
                <a:schemeClr val="tx1"/>
              </a:solidFill>
              <a:effectLst>
                <a:outerShdw blurRad="38100" dist="38100" dir="2700000" algn="tl">
                  <a:srgbClr val="000000"/>
                </a:outerShdw>
              </a:effectLst>
              <a:uLnTx/>
              <a:uFillTx/>
              <a:latin typeface="+mn-lt"/>
              <a:ea typeface="+mn-ea"/>
              <a:cs typeface="+mn-cs"/>
            </a:endParaRPr>
          </a:p>
          <a:p>
            <a:pPr marL="342900" marR="0" lvl="0" indent="-34290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>
                <a:schemeClr val="hlink"/>
              </a:buClr>
              <a:buSzPct val="80000"/>
              <a:buFont typeface="Wingdings" panose="05000000000000000000" pitchFamily="2" charset="2"/>
              <a:buNone/>
              <a:defRPr/>
            </a:pPr>
            <a:r>
              <a:rPr kumimoji="0" lang="en-US" altLang="zh-CN" sz="3200" b="1" i="0" u="none" strike="noStrike" kern="0" cap="none" spc="0" normalizeH="0" baseline="0" noProof="0" dirty="0">
                <a:ln>
                  <a:noFill/>
                </a:ln>
                <a:solidFill>
                  <a:schemeClr val="tx1"/>
                </a:solidFill>
                <a:effectLst>
                  <a:outerShdw blurRad="38100" dist="38100" dir="2700000" algn="tl">
                    <a:srgbClr val="000000"/>
                  </a:outerShdw>
                </a:effectLst>
                <a:uLnTx/>
                <a:uFillTx/>
                <a:latin typeface="+mn-lt"/>
                <a:ea typeface="+mn-ea"/>
                <a:cs typeface="+mn-cs"/>
              </a:rPr>
              <a:t>   	int </a:t>
            </a:r>
            <a:r>
              <a:rPr kumimoji="0" lang="en-US" altLang="zh-CN" sz="3200" b="1" i="0" u="none" strike="noStrike" kern="0" cap="none" spc="0" normalizeH="0" baseline="0" noProof="0" dirty="0" err="1">
                <a:ln>
                  <a:noFill/>
                </a:ln>
                <a:solidFill>
                  <a:schemeClr val="tx1"/>
                </a:solidFill>
                <a:effectLst>
                  <a:outerShdw blurRad="38100" dist="38100" dir="2700000" algn="tl">
                    <a:srgbClr val="000000"/>
                  </a:outerShdw>
                </a:effectLst>
                <a:uLnTx/>
                <a:uFillTx/>
                <a:latin typeface="+mn-lt"/>
                <a:ea typeface="+mn-ea"/>
                <a:cs typeface="+mn-cs"/>
              </a:rPr>
              <a:t>i,r</a:t>
            </a:r>
            <a:r>
              <a:rPr kumimoji="0" lang="en-US" altLang="zh-CN" sz="3200" b="1" i="0" u="none" strike="noStrike" kern="0" cap="none" spc="0" normalizeH="0" baseline="0" noProof="0" dirty="0">
                <a:ln>
                  <a:noFill/>
                </a:ln>
                <a:solidFill>
                  <a:schemeClr val="tx1"/>
                </a:solidFill>
                <a:effectLst>
                  <a:outerShdw blurRad="38100" dist="38100" dir="2700000" algn="tl">
                    <a:srgbClr val="000000"/>
                  </a:outerShdw>
                </a:effectLst>
                <a:uLnTx/>
                <a:uFillTx/>
                <a:latin typeface="+mn-lt"/>
                <a:ea typeface="+mn-ea"/>
                <a:cs typeface="+mn-cs"/>
              </a:rPr>
              <a:t> ;   bool  flag ;</a:t>
            </a:r>
            <a:endParaRPr kumimoji="0" lang="en-US" altLang="zh-CN" sz="3200" b="1" i="0" u="none" strike="noStrike" kern="0" cap="none" spc="0" normalizeH="0" baseline="0" noProof="0" dirty="0">
              <a:ln>
                <a:noFill/>
              </a:ln>
              <a:solidFill>
                <a:schemeClr val="tx1"/>
              </a:solidFill>
              <a:effectLst>
                <a:outerShdw blurRad="38100" dist="38100" dir="2700000" algn="tl">
                  <a:srgbClr val="000000"/>
                </a:outerShdw>
              </a:effectLst>
              <a:uLnTx/>
              <a:uFillTx/>
              <a:latin typeface="+mn-lt"/>
              <a:ea typeface="+mn-ea"/>
              <a:cs typeface="+mn-cs"/>
            </a:endParaRPr>
          </a:p>
          <a:p>
            <a:pPr marL="342900" marR="0" lvl="0" indent="-34290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>
                <a:schemeClr val="hlink"/>
              </a:buClr>
              <a:buSzPct val="80000"/>
              <a:buFont typeface="Wingdings" panose="05000000000000000000" pitchFamily="2" charset="2"/>
              <a:buNone/>
              <a:defRPr/>
            </a:pPr>
            <a:r>
              <a:rPr kumimoji="0" lang="en-US" altLang="zh-CN" sz="3200" b="1" i="0" u="none" strike="noStrike" kern="0" cap="none" spc="0" normalizeH="0" baseline="0" noProof="0" dirty="0">
                <a:ln>
                  <a:noFill/>
                </a:ln>
                <a:solidFill>
                  <a:srgbClr val="FFFF66"/>
                </a:solidFill>
                <a:effectLst>
                  <a:outerShdw blurRad="38100" dist="38100" dir="2700000" algn="tl">
                    <a:srgbClr val="000000"/>
                  </a:outerShdw>
                </a:effectLst>
                <a:uLnTx/>
                <a:uFillTx/>
                <a:latin typeface="+mn-lt"/>
                <a:ea typeface="+mn-ea"/>
                <a:cs typeface="+mn-cs"/>
              </a:rPr>
              <a:t>   	</a:t>
            </a:r>
            <a:r>
              <a:rPr kumimoji="0" lang="en-US" altLang="zh-CN" sz="3200" b="1" i="0" u="none" strike="noStrike" kern="0" cap="none" spc="0" normalizeH="0" baseline="0" noProof="0" dirty="0">
                <a:ln>
                  <a:noFill/>
                </a:ln>
                <a:solidFill>
                  <a:schemeClr val="tx1"/>
                </a:solidFill>
                <a:effectLst>
                  <a:outerShdw blurRad="38100" dist="38100" dir="2700000" algn="tl">
                    <a:srgbClr val="000000"/>
                  </a:outerShdw>
                </a:effectLst>
                <a:uLnTx/>
                <a:uFillTx/>
                <a:latin typeface="+mn-lt"/>
                <a:ea typeface="+mn-ea"/>
                <a:cs typeface="+mn-cs"/>
              </a:rPr>
              <a:t>flag = true ;</a:t>
            </a:r>
            <a:endParaRPr kumimoji="0" lang="en-US" altLang="zh-CN" sz="3200" b="1" i="0" u="none" strike="noStrike" kern="0" cap="none" spc="0" normalizeH="0" baseline="0" noProof="0" dirty="0">
              <a:ln>
                <a:noFill/>
              </a:ln>
              <a:solidFill>
                <a:schemeClr val="tx1"/>
              </a:solidFill>
              <a:effectLst>
                <a:outerShdw blurRad="38100" dist="38100" dir="2700000" algn="tl">
                  <a:srgbClr val="000000"/>
                </a:outerShdw>
              </a:effectLst>
              <a:uLnTx/>
              <a:uFillTx/>
              <a:latin typeface="+mn-lt"/>
              <a:ea typeface="+mn-ea"/>
              <a:cs typeface="+mn-cs"/>
            </a:endParaRPr>
          </a:p>
          <a:p>
            <a:pPr marL="342900" marR="0" lvl="0" indent="-34290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>
                <a:schemeClr val="hlink"/>
              </a:buClr>
              <a:buSzPct val="80000"/>
              <a:buFont typeface="Wingdings" panose="05000000000000000000" pitchFamily="2" charset="2"/>
              <a:buNone/>
              <a:defRPr/>
            </a:pPr>
            <a:r>
              <a:rPr kumimoji="0" lang="en-US" altLang="zh-CN" sz="3200" b="1" i="0" u="none" strike="noStrike" kern="0" cap="none" spc="0" normalizeH="0" baseline="0" noProof="0" dirty="0">
                <a:ln>
                  <a:noFill/>
                </a:ln>
                <a:solidFill>
                  <a:schemeClr val="tx1"/>
                </a:solidFill>
                <a:effectLst>
                  <a:outerShdw blurRad="38100" dist="38100" dir="2700000" algn="tl">
                    <a:srgbClr val="000000"/>
                  </a:outerShdw>
                </a:effectLst>
                <a:uLnTx/>
                <a:uFillTx/>
                <a:latin typeface="+mn-lt"/>
                <a:ea typeface="+mn-ea"/>
                <a:cs typeface="+mn-cs"/>
              </a:rPr>
              <a:t>   	while ( flag ) {	      </a:t>
            </a:r>
            <a:endParaRPr kumimoji="0" lang="en-US" altLang="zh-CN" sz="3200" b="1" i="0" u="none" strike="noStrike" kern="0" cap="none" spc="0" normalizeH="0" baseline="0" noProof="0" dirty="0">
              <a:ln>
                <a:noFill/>
              </a:ln>
              <a:solidFill>
                <a:schemeClr val="tx1"/>
              </a:solidFill>
              <a:effectLst>
                <a:outerShdw blurRad="38100" dist="38100" dir="2700000" algn="tl">
                  <a:srgbClr val="000000"/>
                </a:outerShdw>
              </a:effectLst>
              <a:uLnTx/>
              <a:uFillTx/>
              <a:latin typeface="+mn-lt"/>
              <a:ea typeface="+mn-ea"/>
              <a:cs typeface="+mn-cs"/>
            </a:endParaRPr>
          </a:p>
          <a:p>
            <a:pPr marL="342900" marR="0" lvl="0" indent="-34290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>
                <a:schemeClr val="hlink"/>
              </a:buClr>
              <a:buSzPct val="80000"/>
              <a:buFont typeface="Wingdings" panose="05000000000000000000" pitchFamily="2" charset="2"/>
              <a:buNone/>
              <a:defRPr/>
            </a:pPr>
            <a:r>
              <a:rPr kumimoji="0" lang="en-US" altLang="zh-CN" sz="3200" b="1" i="0" u="none" strike="noStrike" kern="0" cap="none" spc="0" normalizeH="0" baseline="0" noProof="0" dirty="0">
                <a:ln>
                  <a:noFill/>
                </a:ln>
                <a:solidFill>
                  <a:schemeClr val="tx1"/>
                </a:solidFill>
                <a:effectLst>
                  <a:outerShdw blurRad="38100" dist="38100" dir="2700000" algn="tl">
                    <a:srgbClr val="000000"/>
                  </a:outerShdw>
                </a:effectLst>
                <a:uLnTx/>
                <a:uFillTx/>
                <a:latin typeface="+mn-lt"/>
                <a:ea typeface="+mn-ea"/>
                <a:cs typeface="+mn-cs"/>
              </a:rPr>
              <a:t>  			 flag = false ; </a:t>
            </a:r>
            <a:endParaRPr kumimoji="0" lang="en-US" altLang="zh-CN" sz="3200" b="1" i="0" u="none" strike="noStrike" kern="0" cap="none" spc="0" normalizeH="0" baseline="0" noProof="0" dirty="0">
              <a:ln>
                <a:noFill/>
              </a:ln>
              <a:solidFill>
                <a:schemeClr val="tx1"/>
              </a:solidFill>
              <a:effectLst>
                <a:outerShdw blurRad="38100" dist="38100" dir="2700000" algn="tl">
                  <a:srgbClr val="000000"/>
                </a:outerShdw>
              </a:effectLst>
              <a:uLnTx/>
              <a:uFillTx/>
              <a:latin typeface="+mn-lt"/>
              <a:ea typeface="+mn-ea"/>
              <a:cs typeface="+mn-cs"/>
            </a:endParaRPr>
          </a:p>
          <a:p>
            <a:pPr marL="342900" marR="0" lvl="0" indent="-34290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>
                <a:schemeClr val="hlink"/>
              </a:buClr>
              <a:buSzPct val="80000"/>
              <a:buFont typeface="Wingdings" panose="05000000000000000000" pitchFamily="2" charset="2"/>
              <a:buNone/>
              <a:defRPr/>
            </a:pPr>
            <a:r>
              <a:rPr kumimoji="0" lang="en-US" altLang="zh-CN" sz="3200" b="1" i="0" u="none" strike="noStrike" kern="0" cap="none" spc="0" normalizeH="0" baseline="0" noProof="0" dirty="0">
                <a:ln>
                  <a:noFill/>
                </a:ln>
                <a:solidFill>
                  <a:schemeClr val="tx1"/>
                </a:solidFill>
                <a:effectLst>
                  <a:outerShdw blurRad="38100" dist="38100" dir="2700000" algn="tl">
                    <a:srgbClr val="000000"/>
                  </a:outerShdw>
                </a:effectLst>
                <a:uLnTx/>
                <a:uFillTx/>
                <a:latin typeface="+mn-lt"/>
                <a:ea typeface="+mn-ea"/>
                <a:cs typeface="+mn-cs"/>
              </a:rPr>
              <a:t>		 	for ( </a:t>
            </a:r>
            <a:r>
              <a:rPr kumimoji="0" lang="en-US" altLang="zh-CN" sz="3200" b="1" i="0" u="none" strike="noStrike" kern="0" cap="none" spc="0" normalizeH="0" baseline="0" noProof="0" dirty="0" err="1">
                <a:ln>
                  <a:noFill/>
                </a:ln>
                <a:solidFill>
                  <a:schemeClr val="tx1"/>
                </a:solidFill>
                <a:effectLst>
                  <a:outerShdw blurRad="38100" dist="38100" dir="2700000" algn="tl">
                    <a:srgbClr val="000000"/>
                  </a:outerShdw>
                </a:effectLst>
                <a:uLnTx/>
                <a:uFillTx/>
                <a:latin typeface="+mn-lt"/>
                <a:ea typeface="+mn-ea"/>
                <a:cs typeface="+mn-cs"/>
              </a:rPr>
              <a:t>i</a:t>
            </a:r>
            <a:r>
              <a:rPr kumimoji="0" lang="en-US" altLang="zh-CN" sz="3200" b="1" i="0" u="none" strike="noStrike" kern="0" cap="none" spc="0" normalizeH="0" baseline="0" noProof="0" dirty="0">
                <a:ln>
                  <a:noFill/>
                </a:ln>
                <a:solidFill>
                  <a:schemeClr val="tx1"/>
                </a:solidFill>
                <a:effectLst>
                  <a:outerShdw blurRad="38100" dist="38100" dir="2700000" algn="tl">
                    <a:srgbClr val="000000"/>
                  </a:outerShdw>
                </a:effectLst>
                <a:uLnTx/>
                <a:uFillTx/>
                <a:latin typeface="+mn-lt"/>
                <a:ea typeface="+mn-ea"/>
                <a:cs typeface="+mn-cs"/>
              </a:rPr>
              <a:t>=0 ; </a:t>
            </a:r>
            <a:r>
              <a:rPr kumimoji="0" lang="en-US" altLang="zh-CN" sz="3200" b="1" i="0" u="none" strike="noStrike" kern="0" cap="none" spc="0" normalizeH="0" baseline="0" noProof="0" dirty="0" err="1">
                <a:ln>
                  <a:noFill/>
                </a:ln>
                <a:solidFill>
                  <a:schemeClr val="tx1"/>
                </a:solidFill>
                <a:effectLst>
                  <a:outerShdw blurRad="38100" dist="38100" dir="2700000" algn="tl">
                    <a:srgbClr val="000000"/>
                  </a:outerShdw>
                </a:effectLst>
                <a:uLnTx/>
                <a:uFillTx/>
                <a:latin typeface="+mn-lt"/>
                <a:ea typeface="+mn-ea"/>
                <a:cs typeface="+mn-cs"/>
              </a:rPr>
              <a:t>i</a:t>
            </a:r>
            <a:r>
              <a:rPr kumimoji="0" lang="en-US" altLang="zh-CN" sz="3200" b="1" i="0" u="none" strike="noStrike" kern="0" cap="none" spc="0" normalizeH="0" baseline="0" noProof="0" dirty="0">
                <a:ln>
                  <a:noFill/>
                </a:ln>
                <a:solidFill>
                  <a:schemeClr val="tx1"/>
                </a:solidFill>
                <a:effectLst>
                  <a:outerShdw blurRad="38100" dist="38100" dir="2700000" algn="tl">
                    <a:srgbClr val="000000"/>
                  </a:outerShdw>
                </a:effectLst>
                <a:uLnTx/>
                <a:uFillTx/>
                <a:latin typeface="+mn-lt"/>
                <a:ea typeface="+mn-ea"/>
                <a:cs typeface="+mn-cs"/>
              </a:rPr>
              <a:t>&lt;</a:t>
            </a:r>
            <a:r>
              <a:rPr kumimoji="0" lang="en-US" altLang="zh-CN" sz="3200" b="1" i="0" u="none" strike="noStrike" kern="0" cap="none" spc="0" normalizeH="0" baseline="0" noProof="0" dirty="0" err="1">
                <a:ln>
                  <a:noFill/>
                </a:ln>
                <a:solidFill>
                  <a:schemeClr val="accent2">
                    <a:lumMod val="60000"/>
                    <a:lumOff val="40000"/>
                  </a:schemeClr>
                </a:solidFill>
                <a:effectLst>
                  <a:outerShdw blurRad="38100" dist="38100" dir="2700000" algn="tl">
                    <a:srgbClr val="000000"/>
                  </a:outerShdw>
                </a:effectLst>
                <a:uLnTx/>
                <a:uFillTx/>
                <a:latin typeface="+mn-lt"/>
                <a:ea typeface="+mn-ea"/>
                <a:cs typeface="+mn-cs"/>
              </a:rPr>
              <a:t>n-1</a:t>
            </a:r>
            <a:r>
              <a:rPr kumimoji="0" lang="en-US" altLang="zh-CN" sz="3200" b="1" i="0" u="none" strike="noStrike" kern="0" cap="none" spc="0" normalizeH="0" baseline="0" noProof="0" dirty="0">
                <a:ln>
                  <a:noFill/>
                </a:ln>
                <a:solidFill>
                  <a:schemeClr val="tx1"/>
                </a:solidFill>
                <a:effectLst>
                  <a:outerShdw blurRad="38100" dist="38100" dir="2700000" algn="tl">
                    <a:srgbClr val="000000"/>
                  </a:outerShdw>
                </a:effectLst>
                <a:uLnTx/>
                <a:uFillTx/>
                <a:latin typeface="+mn-lt"/>
                <a:ea typeface="+mn-ea"/>
                <a:cs typeface="+mn-cs"/>
              </a:rPr>
              <a:t> ; </a:t>
            </a:r>
            <a:r>
              <a:rPr kumimoji="0" lang="en-US" altLang="zh-CN" sz="3200" b="1" i="0" u="none" strike="noStrike" kern="0" cap="none" spc="0" normalizeH="0" baseline="0" noProof="0" dirty="0" err="1">
                <a:ln>
                  <a:noFill/>
                </a:ln>
                <a:solidFill>
                  <a:schemeClr val="tx1"/>
                </a:solidFill>
                <a:effectLst>
                  <a:outerShdw blurRad="38100" dist="38100" dir="2700000" algn="tl">
                    <a:srgbClr val="000000"/>
                  </a:outerShdw>
                </a:effectLst>
                <a:uLnTx/>
                <a:uFillTx/>
                <a:latin typeface="+mn-lt"/>
                <a:ea typeface="+mn-ea"/>
                <a:cs typeface="+mn-cs"/>
              </a:rPr>
              <a:t>i</a:t>
            </a:r>
            <a:r>
              <a:rPr kumimoji="0" lang="en-US" altLang="zh-CN" sz="3200" b="1" i="0" u="none" strike="noStrike" kern="0" cap="none" spc="0" normalizeH="0" baseline="0" noProof="0" dirty="0">
                <a:ln>
                  <a:noFill/>
                </a:ln>
                <a:solidFill>
                  <a:schemeClr val="tx1"/>
                </a:solidFill>
                <a:effectLst>
                  <a:outerShdw blurRad="38100" dist="38100" dir="2700000" algn="tl">
                    <a:srgbClr val="000000"/>
                  </a:outerShdw>
                </a:effectLst>
                <a:uLnTx/>
                <a:uFillTx/>
                <a:latin typeface="+mn-lt"/>
                <a:ea typeface="+mn-ea"/>
                <a:cs typeface="+mn-cs"/>
              </a:rPr>
              <a:t>++ )	                 	 		if ( </a:t>
            </a:r>
            <a:r>
              <a:rPr kumimoji="0" lang="en-US" altLang="zh-CN" sz="3200" b="1" i="0" u="none" strike="noStrike" kern="0" cap="none" spc="0" normalizeH="0" baseline="0" noProof="0" dirty="0">
                <a:ln>
                  <a:noFill/>
                </a:ln>
                <a:solidFill>
                  <a:srgbClr val="FFFF00"/>
                </a:solidFill>
                <a:effectLst>
                  <a:outerShdw blurRad="38100" dist="38100" dir="2700000" algn="tl">
                    <a:srgbClr val="000000"/>
                  </a:outerShdw>
                </a:effectLst>
                <a:uLnTx/>
                <a:uFillTx/>
                <a:latin typeface="+mn-lt"/>
                <a:ea typeface="+mn-ea"/>
                <a:cs typeface="+mn-cs"/>
              </a:rPr>
              <a:t>s</a:t>
            </a:r>
            <a:r>
              <a:rPr kumimoji="0" lang="en-US" altLang="zh-CN" sz="3200" b="1" i="0" u="none" strike="noStrike" kern="0" cap="none" spc="0" normalizeH="0" baseline="0" noProof="0" dirty="0">
                <a:ln>
                  <a:noFill/>
                </a:ln>
                <a:solidFill>
                  <a:schemeClr val="tx1"/>
                </a:solidFill>
                <a:effectLst>
                  <a:outerShdw blurRad="38100" dist="38100" dir="2700000" algn="tl">
                    <a:srgbClr val="000000"/>
                  </a:outerShdw>
                </a:effectLst>
                <a:uLnTx/>
                <a:uFillTx/>
                <a:latin typeface="+mn-lt"/>
                <a:ea typeface="+mn-ea"/>
                <a:cs typeface="+mn-cs"/>
              </a:rPr>
              <a:t>[</a:t>
            </a:r>
            <a:r>
              <a:rPr kumimoji="0" lang="en-US" altLang="zh-CN" sz="3200" b="1" i="0" u="none" strike="noStrike" kern="0" cap="none" spc="0" normalizeH="0" baseline="0" noProof="0" dirty="0" err="1">
                <a:ln>
                  <a:noFill/>
                </a:ln>
                <a:solidFill>
                  <a:schemeClr val="tx1"/>
                </a:solidFill>
                <a:effectLst>
                  <a:outerShdw blurRad="38100" dist="38100" dir="2700000" algn="tl">
                    <a:srgbClr val="000000"/>
                  </a:outerShdw>
                </a:effectLst>
                <a:uLnTx/>
                <a:uFillTx/>
                <a:latin typeface="+mn-lt"/>
                <a:ea typeface="+mn-ea"/>
                <a:cs typeface="+mn-cs"/>
              </a:rPr>
              <a:t>i</a:t>
            </a:r>
            <a:r>
              <a:rPr kumimoji="0" lang="en-US" altLang="zh-CN" sz="3200" b="1" i="0" u="none" strike="noStrike" kern="0" cap="none" spc="0" normalizeH="0" baseline="0" noProof="0" dirty="0">
                <a:ln>
                  <a:noFill/>
                </a:ln>
                <a:solidFill>
                  <a:schemeClr val="tx1"/>
                </a:solidFill>
                <a:effectLst>
                  <a:outerShdw blurRad="38100" dist="38100" dir="2700000" algn="tl">
                    <a:srgbClr val="000000"/>
                  </a:outerShdw>
                </a:effectLst>
                <a:uLnTx/>
                <a:uFillTx/>
                <a:latin typeface="+mn-lt"/>
                <a:ea typeface="+mn-ea"/>
                <a:cs typeface="+mn-cs"/>
              </a:rPr>
              <a:t>] &gt; </a:t>
            </a:r>
            <a:r>
              <a:rPr kumimoji="0" lang="en-US" altLang="zh-CN" sz="3200" b="1" i="0" u="none" strike="noStrike" kern="0" cap="none" spc="0" normalizeH="0" baseline="0" noProof="0" dirty="0">
                <a:ln>
                  <a:noFill/>
                </a:ln>
                <a:solidFill>
                  <a:srgbClr val="FFFF00"/>
                </a:solidFill>
                <a:effectLst>
                  <a:outerShdw blurRad="38100" dist="38100" dir="2700000" algn="tl">
                    <a:srgbClr val="000000"/>
                  </a:outerShdw>
                </a:effectLst>
                <a:uLnTx/>
                <a:uFillTx/>
                <a:latin typeface="+mn-lt"/>
                <a:ea typeface="+mn-ea"/>
                <a:cs typeface="+mn-cs"/>
              </a:rPr>
              <a:t>s</a:t>
            </a:r>
            <a:r>
              <a:rPr kumimoji="0" lang="en-US" altLang="zh-CN" sz="3200" b="1" i="0" u="none" strike="noStrike" kern="0" cap="none" spc="0" normalizeH="0" baseline="0" noProof="0" dirty="0">
                <a:ln>
                  <a:noFill/>
                </a:ln>
                <a:solidFill>
                  <a:schemeClr val="tx1"/>
                </a:solidFill>
                <a:effectLst>
                  <a:outerShdw blurRad="38100" dist="38100" dir="2700000" algn="tl">
                    <a:srgbClr val="000000"/>
                  </a:outerShdw>
                </a:effectLst>
                <a:uLnTx/>
                <a:uFillTx/>
                <a:latin typeface="+mn-lt"/>
                <a:ea typeface="+mn-ea"/>
                <a:cs typeface="+mn-cs"/>
              </a:rPr>
              <a:t>[i+1] )</a:t>
            </a:r>
            <a:endParaRPr kumimoji="0" lang="en-US" altLang="zh-CN" sz="3200" b="1" i="0" u="none" strike="noStrike" kern="0" cap="none" spc="0" normalizeH="0" baseline="0" noProof="0" dirty="0">
              <a:ln>
                <a:noFill/>
              </a:ln>
              <a:solidFill>
                <a:schemeClr val="tx1"/>
              </a:solidFill>
              <a:effectLst>
                <a:outerShdw blurRad="38100" dist="38100" dir="2700000" algn="tl">
                  <a:srgbClr val="000000"/>
                </a:outerShdw>
              </a:effectLst>
              <a:uLnTx/>
              <a:uFillTx/>
              <a:latin typeface="+mn-lt"/>
              <a:ea typeface="+mn-ea"/>
              <a:cs typeface="+mn-cs"/>
            </a:endParaRPr>
          </a:p>
          <a:p>
            <a:pPr marL="342900" marR="0" lvl="0" indent="-34290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>
                <a:schemeClr val="hlink"/>
              </a:buClr>
              <a:buSzPct val="80000"/>
              <a:buFont typeface="Wingdings" panose="05000000000000000000" pitchFamily="2" charset="2"/>
              <a:buNone/>
              <a:defRPr/>
            </a:pPr>
            <a:r>
              <a:rPr kumimoji="0" lang="en-US" altLang="zh-CN" sz="3200" b="1" i="0" u="none" strike="noStrike" kern="0" cap="none" spc="0" normalizeH="0" baseline="0" noProof="0" dirty="0">
                <a:ln>
                  <a:noFill/>
                </a:ln>
                <a:solidFill>
                  <a:schemeClr val="tx1"/>
                </a:solidFill>
                <a:effectLst>
                  <a:outerShdw blurRad="38100" dist="38100" dir="2700000" algn="tl">
                    <a:srgbClr val="000000"/>
                  </a:outerShdw>
                </a:effectLst>
                <a:uLnTx/>
                <a:uFillTx/>
                <a:latin typeface="+mn-lt"/>
                <a:ea typeface="+mn-ea"/>
                <a:cs typeface="+mn-cs"/>
              </a:rPr>
              <a:t>				{      r = </a:t>
            </a:r>
            <a:r>
              <a:rPr kumimoji="0" lang="en-US" altLang="zh-CN" sz="3200" b="1" i="0" u="none" strike="noStrike" kern="0" cap="none" spc="0" normalizeH="0" baseline="0" noProof="0" dirty="0">
                <a:ln>
                  <a:noFill/>
                </a:ln>
                <a:solidFill>
                  <a:srgbClr val="FFFF00"/>
                </a:solidFill>
                <a:effectLst>
                  <a:outerShdw blurRad="38100" dist="38100" dir="2700000" algn="tl">
                    <a:srgbClr val="000000"/>
                  </a:outerShdw>
                </a:effectLst>
                <a:uLnTx/>
                <a:uFillTx/>
                <a:latin typeface="+mn-lt"/>
                <a:ea typeface="+mn-ea"/>
                <a:cs typeface="+mn-cs"/>
              </a:rPr>
              <a:t>s</a:t>
            </a:r>
            <a:r>
              <a:rPr kumimoji="0" lang="en-US" altLang="zh-CN" sz="3200" b="1" i="0" u="none" strike="noStrike" kern="0" cap="none" spc="0" normalizeH="0" baseline="0" noProof="0" dirty="0">
                <a:ln>
                  <a:noFill/>
                </a:ln>
                <a:solidFill>
                  <a:schemeClr val="tx1"/>
                </a:solidFill>
                <a:effectLst>
                  <a:outerShdw blurRad="38100" dist="38100" dir="2700000" algn="tl">
                    <a:srgbClr val="000000"/>
                  </a:outerShdw>
                </a:effectLst>
                <a:uLnTx/>
                <a:uFillTx/>
                <a:latin typeface="+mn-lt"/>
                <a:ea typeface="+mn-ea"/>
                <a:cs typeface="+mn-cs"/>
              </a:rPr>
              <a:t>[</a:t>
            </a:r>
            <a:r>
              <a:rPr kumimoji="0" lang="en-US" altLang="zh-CN" sz="3200" b="1" i="0" u="none" strike="noStrike" kern="0" cap="none" spc="0" normalizeH="0" baseline="0" noProof="0" dirty="0" err="1">
                <a:ln>
                  <a:noFill/>
                </a:ln>
                <a:solidFill>
                  <a:schemeClr val="tx1"/>
                </a:solidFill>
                <a:effectLst>
                  <a:outerShdw blurRad="38100" dist="38100" dir="2700000" algn="tl">
                    <a:srgbClr val="000000"/>
                  </a:outerShdw>
                </a:effectLst>
                <a:uLnTx/>
                <a:uFillTx/>
                <a:latin typeface="+mn-lt"/>
                <a:ea typeface="+mn-ea"/>
                <a:cs typeface="+mn-cs"/>
              </a:rPr>
              <a:t>i</a:t>
            </a:r>
            <a:r>
              <a:rPr kumimoji="0" lang="en-US" altLang="zh-CN" sz="3200" b="1" i="0" u="none" strike="noStrike" kern="0" cap="none" spc="0" normalizeH="0" baseline="0" noProof="0" dirty="0">
                <a:ln>
                  <a:noFill/>
                </a:ln>
                <a:solidFill>
                  <a:schemeClr val="tx1"/>
                </a:solidFill>
                <a:effectLst>
                  <a:outerShdw blurRad="38100" dist="38100" dir="2700000" algn="tl">
                    <a:srgbClr val="000000"/>
                  </a:outerShdw>
                </a:effectLst>
                <a:uLnTx/>
                <a:uFillTx/>
                <a:latin typeface="+mn-lt"/>
                <a:ea typeface="+mn-ea"/>
                <a:cs typeface="+mn-cs"/>
              </a:rPr>
              <a:t>] ;		                        				</a:t>
            </a:r>
            <a:r>
              <a:rPr kumimoji="0" lang="en-US" altLang="zh-CN" sz="3200" b="1" i="0" u="none" strike="noStrike" kern="0" cap="none" spc="0" normalizeH="0" baseline="0" noProof="0" dirty="0">
                <a:ln>
                  <a:noFill/>
                </a:ln>
                <a:solidFill>
                  <a:srgbClr val="FFFF00"/>
                </a:solidFill>
                <a:effectLst>
                  <a:outerShdw blurRad="38100" dist="38100" dir="2700000" algn="tl">
                    <a:srgbClr val="000000"/>
                  </a:outerShdw>
                </a:effectLst>
                <a:uLnTx/>
                <a:uFillTx/>
                <a:latin typeface="+mn-lt"/>
                <a:ea typeface="+mn-ea"/>
                <a:cs typeface="+mn-cs"/>
              </a:rPr>
              <a:t>s</a:t>
            </a:r>
            <a:r>
              <a:rPr kumimoji="0" lang="en-US" altLang="zh-CN" sz="3200" b="1" i="0" u="none" strike="noStrike" kern="0" cap="none" spc="0" normalizeH="0" baseline="0" noProof="0" dirty="0">
                <a:ln>
                  <a:noFill/>
                </a:ln>
                <a:solidFill>
                  <a:schemeClr val="tx1"/>
                </a:solidFill>
                <a:effectLst>
                  <a:outerShdw blurRad="38100" dist="38100" dir="2700000" algn="tl">
                    <a:srgbClr val="000000"/>
                  </a:outerShdw>
                </a:effectLst>
                <a:uLnTx/>
                <a:uFillTx/>
                <a:latin typeface="+mn-lt"/>
                <a:ea typeface="+mn-ea"/>
                <a:cs typeface="+mn-cs"/>
              </a:rPr>
              <a:t>[</a:t>
            </a:r>
            <a:r>
              <a:rPr kumimoji="0" lang="en-US" altLang="zh-CN" sz="3200" b="1" i="0" u="none" strike="noStrike" kern="0" cap="none" spc="0" normalizeH="0" baseline="0" noProof="0" dirty="0" err="1">
                <a:ln>
                  <a:noFill/>
                </a:ln>
                <a:solidFill>
                  <a:schemeClr val="tx1"/>
                </a:solidFill>
                <a:effectLst>
                  <a:outerShdw blurRad="38100" dist="38100" dir="2700000" algn="tl">
                    <a:srgbClr val="000000"/>
                  </a:outerShdw>
                </a:effectLst>
                <a:uLnTx/>
                <a:uFillTx/>
                <a:latin typeface="+mn-lt"/>
                <a:ea typeface="+mn-ea"/>
                <a:cs typeface="+mn-cs"/>
              </a:rPr>
              <a:t>i</a:t>
            </a:r>
            <a:r>
              <a:rPr kumimoji="0" lang="en-US" altLang="zh-CN" sz="3200" b="1" i="0" u="none" strike="noStrike" kern="0" cap="none" spc="0" normalizeH="0" baseline="0" noProof="0" dirty="0">
                <a:ln>
                  <a:noFill/>
                </a:ln>
                <a:solidFill>
                  <a:schemeClr val="tx1"/>
                </a:solidFill>
                <a:effectLst>
                  <a:outerShdw blurRad="38100" dist="38100" dir="2700000" algn="tl">
                    <a:srgbClr val="000000"/>
                  </a:outerShdw>
                </a:effectLst>
                <a:uLnTx/>
                <a:uFillTx/>
                <a:latin typeface="+mn-lt"/>
                <a:ea typeface="+mn-ea"/>
                <a:cs typeface="+mn-cs"/>
              </a:rPr>
              <a:t>] = </a:t>
            </a:r>
            <a:r>
              <a:rPr kumimoji="0" lang="en-US" altLang="zh-CN" sz="3200" b="1" i="0" u="none" strike="noStrike" kern="0" cap="none" spc="0" normalizeH="0" baseline="0" noProof="0" dirty="0">
                <a:ln>
                  <a:noFill/>
                </a:ln>
                <a:solidFill>
                  <a:srgbClr val="FFFF00"/>
                </a:solidFill>
                <a:effectLst>
                  <a:outerShdw blurRad="38100" dist="38100" dir="2700000" algn="tl">
                    <a:srgbClr val="000000"/>
                  </a:outerShdw>
                </a:effectLst>
                <a:uLnTx/>
                <a:uFillTx/>
                <a:latin typeface="+mn-lt"/>
                <a:ea typeface="+mn-ea"/>
                <a:cs typeface="+mn-cs"/>
              </a:rPr>
              <a:t>s</a:t>
            </a:r>
            <a:r>
              <a:rPr kumimoji="0" lang="en-US" altLang="zh-CN" sz="3200" b="1" i="0" u="none" strike="noStrike" kern="0" cap="none" spc="0" normalizeH="0" baseline="0" noProof="0" dirty="0">
                <a:ln>
                  <a:noFill/>
                </a:ln>
                <a:solidFill>
                  <a:schemeClr val="tx1"/>
                </a:solidFill>
                <a:effectLst>
                  <a:outerShdw blurRad="38100" dist="38100" dir="2700000" algn="tl">
                    <a:srgbClr val="000000"/>
                  </a:outerShdw>
                </a:effectLst>
                <a:uLnTx/>
                <a:uFillTx/>
                <a:latin typeface="+mn-lt"/>
                <a:ea typeface="+mn-ea"/>
                <a:cs typeface="+mn-cs"/>
              </a:rPr>
              <a:t>[i+1] ;</a:t>
            </a:r>
            <a:endParaRPr kumimoji="0" lang="en-US" altLang="zh-CN" sz="3200" b="1" i="0" u="none" strike="noStrike" kern="0" cap="none" spc="0" normalizeH="0" baseline="0" noProof="0" dirty="0">
              <a:ln>
                <a:noFill/>
              </a:ln>
              <a:solidFill>
                <a:schemeClr val="tx1"/>
              </a:solidFill>
              <a:effectLst>
                <a:outerShdw blurRad="38100" dist="38100" dir="2700000" algn="tl">
                  <a:srgbClr val="000000"/>
                </a:outerShdw>
              </a:effectLst>
              <a:uLnTx/>
              <a:uFillTx/>
              <a:latin typeface="+mn-lt"/>
              <a:ea typeface="+mn-ea"/>
              <a:cs typeface="+mn-cs"/>
            </a:endParaRPr>
          </a:p>
          <a:p>
            <a:pPr marL="342900" marR="0" lvl="0" indent="-34290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>
                <a:schemeClr val="hlink"/>
              </a:buClr>
              <a:buSzPct val="80000"/>
              <a:buFont typeface="Wingdings" panose="05000000000000000000" pitchFamily="2" charset="2"/>
              <a:buNone/>
              <a:defRPr/>
            </a:pPr>
            <a:r>
              <a:rPr kumimoji="0" lang="en-US" altLang="zh-CN" sz="3200" b="1" i="0" u="none" strike="noStrike" kern="0" cap="none" spc="0" normalizeH="0" baseline="0" noProof="0" dirty="0">
                <a:ln>
                  <a:noFill/>
                </a:ln>
                <a:solidFill>
                  <a:schemeClr val="tx1"/>
                </a:solidFill>
                <a:effectLst>
                  <a:outerShdw blurRad="38100" dist="38100" dir="2700000" algn="tl">
                    <a:srgbClr val="000000"/>
                  </a:outerShdw>
                </a:effectLst>
                <a:uLnTx/>
                <a:uFillTx/>
                <a:latin typeface="+mn-lt"/>
                <a:ea typeface="+mn-ea"/>
                <a:cs typeface="+mn-cs"/>
              </a:rPr>
              <a:t>		               		</a:t>
            </a:r>
            <a:r>
              <a:rPr kumimoji="0" lang="en-US" altLang="zh-CN" sz="3200" b="1" i="0" u="none" strike="noStrike" kern="0" cap="none" spc="0" normalizeH="0" baseline="0" noProof="0" dirty="0">
                <a:ln>
                  <a:noFill/>
                </a:ln>
                <a:solidFill>
                  <a:srgbClr val="FFFF00"/>
                </a:solidFill>
                <a:effectLst>
                  <a:outerShdw blurRad="38100" dist="38100" dir="2700000" algn="tl">
                    <a:srgbClr val="000000"/>
                  </a:outerShdw>
                </a:effectLst>
                <a:uLnTx/>
                <a:uFillTx/>
                <a:latin typeface="+mn-lt"/>
                <a:ea typeface="+mn-ea"/>
                <a:cs typeface="+mn-cs"/>
              </a:rPr>
              <a:t>s</a:t>
            </a:r>
            <a:r>
              <a:rPr kumimoji="0" lang="en-US" altLang="zh-CN" sz="3200" b="1" i="0" u="none" strike="noStrike" kern="0" cap="none" spc="0" normalizeH="0" baseline="0" noProof="0" dirty="0">
                <a:ln>
                  <a:noFill/>
                </a:ln>
                <a:solidFill>
                  <a:schemeClr val="tx1"/>
                </a:solidFill>
                <a:effectLst>
                  <a:outerShdw blurRad="38100" dist="38100" dir="2700000" algn="tl">
                    <a:srgbClr val="000000"/>
                  </a:outerShdw>
                </a:effectLst>
                <a:uLnTx/>
                <a:uFillTx/>
                <a:latin typeface="+mn-lt"/>
                <a:ea typeface="+mn-ea"/>
                <a:cs typeface="+mn-cs"/>
              </a:rPr>
              <a:t>[i+1] = r ;</a:t>
            </a:r>
            <a:endParaRPr kumimoji="0" lang="en-US" altLang="zh-CN" sz="3200" b="1" i="0" u="none" strike="noStrike" kern="0" cap="none" spc="0" normalizeH="0" baseline="0" noProof="0" dirty="0">
              <a:ln>
                <a:noFill/>
              </a:ln>
              <a:solidFill>
                <a:schemeClr val="tx1"/>
              </a:solidFill>
              <a:effectLst>
                <a:outerShdw blurRad="38100" dist="38100" dir="2700000" algn="tl">
                  <a:srgbClr val="000000"/>
                </a:outerShdw>
              </a:effectLst>
              <a:uLnTx/>
              <a:uFillTx/>
              <a:latin typeface="+mn-lt"/>
              <a:ea typeface="+mn-ea"/>
              <a:cs typeface="+mn-cs"/>
            </a:endParaRPr>
          </a:p>
          <a:p>
            <a:pPr marL="342900" marR="0" lvl="0" indent="-34290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>
                <a:schemeClr val="hlink"/>
              </a:buClr>
              <a:buSzPct val="80000"/>
              <a:buFont typeface="Wingdings" panose="05000000000000000000" pitchFamily="2" charset="2"/>
              <a:buNone/>
              <a:defRPr/>
            </a:pPr>
            <a:r>
              <a:rPr kumimoji="0" lang="en-US" altLang="zh-CN" sz="3200" b="1" i="0" u="none" strike="noStrike" kern="0" cap="none" spc="0" normalizeH="0" baseline="0" noProof="0" dirty="0">
                <a:ln>
                  <a:noFill/>
                </a:ln>
                <a:solidFill>
                  <a:schemeClr val="tx1"/>
                </a:solidFill>
                <a:effectLst>
                  <a:outerShdw blurRad="38100" dist="38100" dir="2700000" algn="tl">
                    <a:srgbClr val="000000"/>
                  </a:outerShdw>
                </a:effectLst>
                <a:uLnTx/>
                <a:uFillTx/>
                <a:latin typeface="+mn-lt"/>
                <a:ea typeface="+mn-ea"/>
                <a:cs typeface="+mn-cs"/>
              </a:rPr>
              <a:t>                       		flag=true;	</a:t>
            </a:r>
            <a:endParaRPr kumimoji="0" lang="en-US" altLang="zh-CN" sz="3200" b="1" i="0" u="none" strike="noStrike" kern="0" cap="none" spc="0" normalizeH="0" baseline="0" noProof="0" dirty="0">
              <a:ln>
                <a:noFill/>
              </a:ln>
              <a:solidFill>
                <a:schemeClr val="tx1"/>
              </a:solidFill>
              <a:effectLst>
                <a:outerShdw blurRad="38100" dist="38100" dir="2700000" algn="tl">
                  <a:srgbClr val="000000"/>
                </a:outerShdw>
              </a:effectLst>
              <a:uLnTx/>
              <a:uFillTx/>
              <a:latin typeface="+mn-lt"/>
              <a:ea typeface="+mn-ea"/>
              <a:cs typeface="+mn-cs"/>
            </a:endParaRPr>
          </a:p>
          <a:p>
            <a:pPr marL="342900" marR="0" lvl="0" indent="-34290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>
                <a:schemeClr val="hlink"/>
              </a:buClr>
              <a:buSzPct val="80000"/>
              <a:buFont typeface="Wingdings" panose="05000000000000000000" pitchFamily="2" charset="2"/>
              <a:buNone/>
              <a:defRPr/>
            </a:pPr>
            <a:r>
              <a:rPr kumimoji="0" lang="en-US" altLang="zh-CN" sz="3200" b="1" i="0" u="none" strike="noStrike" kern="0" cap="none" spc="0" normalizeH="0" baseline="0" noProof="0" dirty="0">
                <a:ln>
                  <a:noFill/>
                </a:ln>
                <a:solidFill>
                  <a:schemeClr val="tx1"/>
                </a:solidFill>
                <a:effectLst>
                  <a:outerShdw blurRad="38100" dist="38100" dir="2700000" algn="tl">
                    <a:srgbClr val="000000"/>
                  </a:outerShdw>
                </a:effectLst>
                <a:uLnTx/>
                <a:uFillTx/>
                <a:latin typeface="+mn-lt"/>
                <a:ea typeface="+mn-ea"/>
                <a:cs typeface="+mn-cs"/>
              </a:rPr>
              <a:t>				}</a:t>
            </a:r>
            <a:endParaRPr kumimoji="0" lang="en-US" altLang="zh-CN" sz="3200" b="1" i="0" u="none" strike="noStrike" kern="0" cap="none" spc="0" normalizeH="0" baseline="0" noProof="0" dirty="0">
              <a:ln>
                <a:noFill/>
              </a:ln>
              <a:solidFill>
                <a:schemeClr val="tx1"/>
              </a:solidFill>
              <a:effectLst>
                <a:outerShdw blurRad="38100" dist="38100" dir="2700000" algn="tl">
                  <a:srgbClr val="000000"/>
                </a:outerShdw>
              </a:effectLst>
              <a:uLnTx/>
              <a:uFillTx/>
              <a:latin typeface="+mn-lt"/>
              <a:ea typeface="+mn-ea"/>
              <a:cs typeface="+mn-cs"/>
            </a:endParaRPr>
          </a:p>
          <a:p>
            <a:pPr marL="342900" marR="0" lvl="0" indent="-34290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>
                <a:schemeClr val="hlink"/>
              </a:buClr>
              <a:buSzPct val="80000"/>
              <a:buFont typeface="Wingdings" panose="05000000000000000000" pitchFamily="2" charset="2"/>
              <a:buNone/>
              <a:defRPr/>
            </a:pPr>
            <a:r>
              <a:rPr kumimoji="0" lang="en-US" altLang="zh-CN" sz="3200" b="1" i="0" u="none" strike="noStrike" kern="0" cap="none" spc="0" normalizeH="0" baseline="0" noProof="0" dirty="0">
                <a:ln>
                  <a:noFill/>
                </a:ln>
                <a:solidFill>
                  <a:schemeClr val="tx1"/>
                </a:solidFill>
                <a:effectLst>
                  <a:outerShdw blurRad="38100" dist="38100" dir="2700000" algn="tl">
                    <a:srgbClr val="000000"/>
                  </a:outerShdw>
                </a:effectLst>
                <a:uLnTx/>
                <a:uFillTx/>
                <a:latin typeface="+mn-lt"/>
                <a:ea typeface="+mn-ea"/>
                <a:cs typeface="+mn-cs"/>
              </a:rPr>
              <a:t>		}</a:t>
            </a:r>
            <a:endParaRPr kumimoji="0" lang="en-US" altLang="zh-CN" sz="3200" b="1" i="0" u="none" strike="noStrike" kern="0" cap="none" spc="0" normalizeH="0" baseline="0" noProof="0" dirty="0">
              <a:ln>
                <a:noFill/>
              </a:ln>
              <a:solidFill>
                <a:schemeClr val="tx1"/>
              </a:solidFill>
              <a:effectLst>
                <a:outerShdw blurRad="38100" dist="38100" dir="2700000" algn="tl">
                  <a:srgbClr val="000000"/>
                </a:outerShdw>
              </a:effectLst>
              <a:uLnTx/>
              <a:uFillTx/>
              <a:latin typeface="+mn-lt"/>
              <a:ea typeface="+mn-ea"/>
              <a:cs typeface="+mn-cs"/>
            </a:endParaRPr>
          </a:p>
          <a:p>
            <a:pPr marL="342900" marR="0" lvl="0" indent="-34290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>
                <a:schemeClr val="hlink"/>
              </a:buClr>
              <a:buSzPct val="80000"/>
              <a:buFont typeface="Wingdings" panose="05000000000000000000" pitchFamily="2" charset="2"/>
              <a:buNone/>
              <a:defRPr/>
            </a:pPr>
            <a:r>
              <a:rPr kumimoji="0" lang="en-US" altLang="zh-CN" sz="3200" b="1" i="0" u="none" strike="noStrike" kern="0" cap="none" spc="0" normalizeH="0" baseline="0" noProof="0" dirty="0">
                <a:ln>
                  <a:noFill/>
                </a:ln>
                <a:solidFill>
                  <a:schemeClr val="tx1"/>
                </a:solidFill>
                <a:effectLst>
                  <a:outerShdw blurRad="38100" dist="38100" dir="2700000" algn="tl">
                    <a:srgbClr val="000000"/>
                  </a:outerShdw>
                </a:effectLst>
                <a:uLnTx/>
                <a:uFillTx/>
                <a:latin typeface="+mn-lt"/>
                <a:ea typeface="+mn-ea"/>
                <a:cs typeface="+mn-cs"/>
              </a:rPr>
              <a:t>}</a:t>
            </a:r>
            <a:endParaRPr kumimoji="0" lang="en-US" altLang="zh-CN" sz="3200" b="1" i="0" u="none" strike="noStrike" kern="0" cap="none" spc="0" normalizeH="0" baseline="0" noProof="0" dirty="0">
              <a:ln>
                <a:noFill/>
              </a:ln>
              <a:solidFill>
                <a:schemeClr val="tx1"/>
              </a:solidFill>
              <a:effectLst>
                <a:outerShdw blurRad="38100" dist="38100" dir="2700000" algn="tl">
                  <a:srgbClr val="000000"/>
                </a:outerShdw>
              </a:effectLst>
              <a:uLnTx/>
              <a:uFillTx/>
              <a:latin typeface="+mn-lt"/>
              <a:ea typeface="+mn-ea"/>
              <a:cs typeface="+mn-cs"/>
            </a:endParaRPr>
          </a:p>
        </p:txBody>
      </p:sp>
      <p:sp>
        <p:nvSpPr>
          <p:cNvPr id="58372" name="Rectangle 5"/>
          <p:cNvSpPr/>
          <p:nvPr/>
        </p:nvSpPr>
        <p:spPr>
          <a:xfrm>
            <a:off x="7827963" y="0"/>
            <a:ext cx="4343400" cy="583565"/>
          </a:xfrm>
          <a:prstGeom prst="rect">
            <a:avLst/>
          </a:prstGeom>
          <a:solidFill>
            <a:schemeClr val="accent1"/>
          </a:solidFill>
          <a:ln w="9525">
            <a:noFill/>
          </a:ln>
        </p:spPr>
        <p:txBody>
          <a:bodyPr>
            <a:spAutoFit/>
          </a:bodyPr>
          <a:lstStyle>
            <a:lvl1pPr marL="342900" indent="-3429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80000"/>
              <a:buFont typeface="Wingdings" panose="05000000000000000000" pitchFamily="2" charset="2"/>
              <a:buChar char="n"/>
              <a:defRPr sz="3200" b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defRPr>
            </a:lvl1pPr>
            <a:lvl2pPr marL="742950" indent="-28575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Char char="–"/>
              <a:defRPr sz="2800">
                <a:solidFill>
                  <a:schemeClr val="tx1"/>
                </a:solidFill>
                <a:effectLst/>
                <a:latin typeface="+mn-lt"/>
                <a:ea typeface="+mn-ea"/>
              </a:defRPr>
            </a:lvl2pPr>
            <a:lvl3pPr marL="11430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Font typeface="Wingdings" panose="05000000000000000000" pitchFamily="2" charset="2"/>
              <a:buChar char="§"/>
              <a:defRPr sz="2400">
                <a:solidFill>
                  <a:schemeClr val="tx1"/>
                </a:solidFill>
                <a:effectLst/>
                <a:latin typeface="+mn-lt"/>
                <a:ea typeface="+mn-ea"/>
              </a:defRPr>
            </a:lvl3pPr>
            <a:lvl4pPr marL="16002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–"/>
              <a:defRPr sz="2000">
                <a:solidFill>
                  <a:schemeClr val="tx1"/>
                </a:solidFill>
                <a:effectLst/>
                <a:latin typeface="+mn-lt"/>
                <a:ea typeface="+mn-ea"/>
              </a:defRPr>
            </a:lvl4pPr>
            <a:lvl5pPr marL="20574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effectLst/>
                <a:latin typeface="+mn-lt"/>
                <a:ea typeface="+mn-ea"/>
              </a:defRPr>
            </a:lvl5pPr>
          </a:lstStyle>
          <a:p>
            <a:pPr marL="0" lvl="0" indent="0" eaLnBrk="1" hangingPunct="1">
              <a:spcBef>
                <a:spcPct val="0"/>
              </a:spcBef>
              <a:buClrTx/>
              <a:buSzTx/>
              <a:buFontTx/>
              <a:buNone/>
            </a:pPr>
            <a:r>
              <a:rPr lang="zh-CN" altLang="en-US" b="1" dirty="0">
                <a:solidFill>
                  <a:schemeClr val="hlink"/>
                </a:solidFill>
                <a:latin typeface="Arial" panose="020B0604020202020204" pitchFamily="34" charset="0"/>
              </a:rPr>
              <a:t>数组作参数</a:t>
            </a:r>
            <a:r>
              <a:rPr lang="en-US" altLang="zh-CN" b="1" dirty="0">
                <a:solidFill>
                  <a:schemeClr val="hlink"/>
                </a:solidFill>
                <a:latin typeface="Arial" panose="020B0604020202020204" pitchFamily="34" charset="0"/>
              </a:rPr>
              <a:t>—</a:t>
            </a:r>
            <a:r>
              <a:rPr lang="zh-CN" altLang="en-US" b="1" dirty="0">
                <a:solidFill>
                  <a:schemeClr val="hlink"/>
                </a:solidFill>
                <a:latin typeface="Arial" panose="020B0604020202020204" pitchFamily="34" charset="0"/>
              </a:rPr>
              <a:t>函数定义</a:t>
            </a:r>
            <a:endParaRPr lang="zh-CN" altLang="en-US" b="1" dirty="0">
              <a:solidFill>
                <a:schemeClr val="hlink"/>
              </a:solidFill>
              <a:latin typeface="Arial" panose="020B0604020202020204" pitchFamily="34" charset="0"/>
            </a:endParaRPr>
          </a:p>
        </p:txBody>
      </p:sp>
    </p:spTree>
  </p:cSld>
  <p:clrMapOvr>
    <a:masterClrMapping/>
  </p:clrMapOvr>
  <p:transition spd="slow"/>
  <p:timing>
    <p:tnLst>
      <p:par>
        <p:cTn id="1" dur="indefinite" restart="never" nodeType="tmRoot"/>
      </p:par>
    </p:tnLst>
  </p:timing>
</p:sld>
</file>

<file path=ppt/slides/slide5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1554434" name="Rectangle 2"/>
          <p:cNvSpPr>
            <a:spLocks noChangeArrowheads="1"/>
          </p:cNvSpPr>
          <p:nvPr/>
        </p:nvSpPr>
        <p:spPr bwMode="auto">
          <a:xfrm>
            <a:off x="193675" y="698500"/>
            <a:ext cx="6084888" cy="5539105"/>
          </a:xfrm>
          <a:prstGeom prst="rect">
            <a:avLst/>
          </a:prstGeom>
          <a:noFill/>
          <a:ln>
            <a:noFill/>
          </a:ln>
          <a:effectLst/>
        </p:spPr>
        <p:txBody>
          <a:bodyPr>
            <a:spAutoFit/>
          </a:bodyPr>
          <a:lstStyle/>
          <a:p>
            <a:pPr marL="0" marR="0" lvl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r>
              <a:rPr lang="zh-CN" altLang="en-US" sz="2800" noProof="0" dirty="0">
                <a:ln>
                  <a:noFill/>
                </a:ln>
                <a:solidFill>
                  <a:srgbClr val="FFFF00"/>
                </a:solidFill>
                <a:effectLst/>
                <a:uLnTx/>
                <a:uFillTx/>
                <a:latin typeface="Arial" panose="020B0604020202020204" pitchFamily="34" charset="0"/>
                <a:sym typeface="+mn-ea"/>
              </a:rPr>
              <a:t>已有函数定义：</a:t>
            </a:r>
            <a:endParaRPr kumimoji="0" lang="zh-CN" altLang="en-US" sz="2800" b="1" i="0" u="none" strike="noStrike" kern="1200" cap="none" spc="0" normalizeH="0" baseline="0" noProof="0" dirty="0">
              <a:ln>
                <a:noFill/>
              </a:ln>
              <a:solidFill>
                <a:srgbClr val="FFFF00"/>
              </a:solidFill>
              <a:effectLst/>
              <a:uLnTx/>
              <a:uFillTx/>
              <a:latin typeface="Arial" panose="020B0604020202020204" pitchFamily="34" charset="0"/>
              <a:ea typeface="宋体" panose="02010600030101010101" pitchFamily="2" charset="-122"/>
              <a:cs typeface="+mn-cs"/>
            </a:endParaRPr>
          </a:p>
          <a:p>
            <a:pPr marL="0" marR="0" lvl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r>
              <a:rPr lang="en-US" altLang="zh-CN" sz="2800" noProof="0" dirty="0">
                <a:ln>
                  <a:noFill/>
                </a:ln>
                <a:effectLst/>
                <a:uLnTx/>
                <a:uFillTx/>
                <a:latin typeface="Arial" panose="020B0604020202020204" pitchFamily="34" charset="0"/>
                <a:sym typeface="+mn-ea"/>
              </a:rPr>
              <a:t>void </a:t>
            </a:r>
            <a:r>
              <a:rPr lang="en-US" altLang="zh-CN" sz="2800" noProof="0" dirty="0" err="1">
                <a:ln>
                  <a:noFill/>
                </a:ln>
                <a:effectLst/>
                <a:uLnTx/>
                <a:uFillTx/>
                <a:latin typeface="Arial" panose="020B0604020202020204" pitchFamily="34" charset="0"/>
                <a:sym typeface="+mn-ea"/>
              </a:rPr>
              <a:t>sortofup</a:t>
            </a:r>
            <a:r>
              <a:rPr lang="en-US" altLang="zh-CN" sz="2800" noProof="0" dirty="0">
                <a:ln>
                  <a:noFill/>
                </a:ln>
                <a:effectLst/>
                <a:uLnTx/>
                <a:uFillTx/>
                <a:latin typeface="Arial" panose="020B0604020202020204" pitchFamily="34" charset="0"/>
                <a:sym typeface="+mn-ea"/>
              </a:rPr>
              <a:t> (</a:t>
            </a:r>
            <a:r>
              <a:rPr lang="en-US" altLang="zh-CN" sz="2800" noProof="0" dirty="0">
                <a:ln>
                  <a:noFill/>
                </a:ln>
                <a:solidFill>
                  <a:srgbClr val="FFFF00"/>
                </a:solidFill>
                <a:effectLst/>
                <a:uLnTx/>
                <a:uFillTx/>
                <a:latin typeface="Arial" panose="020B0604020202020204" pitchFamily="34" charset="0"/>
                <a:sym typeface="+mn-ea"/>
              </a:rPr>
              <a:t>int s[5]</a:t>
            </a:r>
            <a:r>
              <a:rPr lang="en-US" altLang="zh-CN" sz="2800" noProof="0" dirty="0">
                <a:ln>
                  <a:noFill/>
                </a:ln>
                <a:solidFill>
                  <a:srgbClr val="FFFF00"/>
                </a:solidFill>
                <a:effectLst/>
                <a:uLnTx/>
                <a:uFillTx/>
                <a:latin typeface="Arial" panose="020B0604020202020204" pitchFamily="34" charset="0"/>
                <a:sym typeface="+mn-ea"/>
              </a:rPr>
              <a:t> ,int n</a:t>
            </a:r>
            <a:r>
              <a:rPr lang="en-US" altLang="zh-CN" sz="2800" noProof="0" dirty="0">
                <a:ln>
                  <a:noFill/>
                </a:ln>
                <a:effectLst/>
                <a:uLnTx/>
                <a:uFillTx/>
                <a:latin typeface="Arial" panose="020B0604020202020204" pitchFamily="34" charset="0"/>
                <a:sym typeface="+mn-ea"/>
              </a:rPr>
              <a:t>)</a:t>
            </a:r>
            <a:endParaRPr kumimoji="0" lang="en-US" altLang="zh-CN" sz="2800" b="1" i="0" u="none" strike="noStrike" kern="1200" cap="none" spc="0" normalizeH="0" baseline="0" noProof="0" dirty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Arial" panose="020B0604020202020204" pitchFamily="34" charset="0"/>
              <a:ea typeface="宋体" panose="02010600030101010101" pitchFamily="2" charset="-122"/>
              <a:cs typeface="+mn-cs"/>
            </a:endParaRPr>
          </a:p>
          <a:p>
            <a:pPr marL="0" marR="0" lvl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r>
              <a:rPr lang="en-US" altLang="zh-CN" sz="2800" noProof="0" dirty="0">
                <a:ln>
                  <a:noFill/>
                </a:ln>
                <a:effectLst/>
                <a:uLnTx/>
                <a:uFillTx/>
                <a:latin typeface="Arial" panose="020B0604020202020204" pitchFamily="34" charset="0"/>
                <a:sym typeface="+mn-ea"/>
              </a:rPr>
              <a:t>{……}</a:t>
            </a:r>
            <a:endParaRPr kumimoji="0" lang="zh-CN" altLang="en-US" sz="2800" b="1" i="0" u="none" strike="noStrike" kern="1200" cap="none" spc="0" normalizeH="0" baseline="0" noProof="0" dirty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Arial" panose="020B0604020202020204" pitchFamily="34" charset="0"/>
              <a:ea typeface="宋体" panose="02010600030101010101" pitchFamily="2" charset="-122"/>
              <a:cs typeface="+mn-cs"/>
            </a:endParaRPr>
          </a:p>
          <a:p>
            <a:pPr marL="0" marR="0" lvl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0" lang="zh-CN" altLang="en-US" sz="2800" b="1" i="0" u="none" strike="noStrike" kern="1200" cap="none" spc="0" normalizeH="0" baseline="0" noProof="0" dirty="0">
              <a:ln>
                <a:noFill/>
              </a:ln>
              <a:solidFill>
                <a:srgbClr val="FF0000"/>
              </a:solidFill>
              <a:effectLst/>
              <a:uLnTx/>
              <a:uFillTx/>
              <a:latin typeface="Arial" panose="020B0604020202020204" pitchFamily="34" charset="0"/>
              <a:ea typeface="宋体" panose="02010600030101010101" pitchFamily="2" charset="-122"/>
              <a:cs typeface="+mn-cs"/>
            </a:endParaRPr>
          </a:p>
          <a:p>
            <a:pPr marL="0" marR="0" lvl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r>
              <a:rPr kumimoji="0" lang="zh-CN" altLang="en-US" sz="2800" b="1" i="0" u="none" strike="noStrike" kern="1200" cap="none" spc="0" normalizeH="0" baseline="0" noProof="0" dirty="0">
                <a:ln>
                  <a:noFill/>
                </a:ln>
                <a:solidFill>
                  <a:srgbClr val="FFFF00"/>
                </a:solidFill>
                <a:effectLst/>
                <a:uLnTx/>
                <a:uFillTx/>
                <a:latin typeface="Arial" panose="020B0604020202020204" pitchFamily="34" charset="0"/>
                <a:ea typeface="宋体" panose="02010600030101010101" pitchFamily="2" charset="-122"/>
                <a:cs typeface="+mn-cs"/>
              </a:rPr>
              <a:t>调用形式：</a:t>
            </a:r>
            <a:endParaRPr kumimoji="0" lang="zh-CN" altLang="en-US" sz="2800" b="1" i="0" u="none" strike="noStrike" kern="1200" cap="none" spc="0" normalizeH="0" baseline="0" noProof="0" dirty="0">
              <a:ln>
                <a:noFill/>
              </a:ln>
              <a:solidFill>
                <a:srgbClr val="FFFF00"/>
              </a:solidFill>
              <a:effectLst/>
              <a:uLnTx/>
              <a:uFillTx/>
              <a:latin typeface="Arial" panose="020B0604020202020204" pitchFamily="34" charset="0"/>
              <a:ea typeface="宋体" panose="02010600030101010101" pitchFamily="2" charset="-122"/>
              <a:cs typeface="+mn-cs"/>
            </a:endParaRPr>
          </a:p>
          <a:p>
            <a:pPr marL="0" marR="0" lvl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r>
              <a:rPr kumimoji="0" lang="en-US" altLang="zh-CN" sz="2800" b="1" i="0" u="none" strike="noStrike" kern="1200" cap="none" spc="0" normalizeH="0" baseline="0" noProof="0" dirty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Arial" panose="020B0604020202020204" pitchFamily="34" charset="0"/>
                <a:ea typeface="宋体" panose="02010600030101010101" pitchFamily="2" charset="-122"/>
                <a:cs typeface="+mn-cs"/>
              </a:rPr>
              <a:t>int main()</a:t>
            </a:r>
            <a:endParaRPr kumimoji="0" lang="en-US" altLang="zh-CN" sz="2800" b="1" i="0" u="none" strike="noStrike" kern="1200" cap="none" spc="0" normalizeH="0" baseline="0" noProof="0" dirty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Arial" panose="020B0604020202020204" pitchFamily="34" charset="0"/>
              <a:ea typeface="宋体" panose="02010600030101010101" pitchFamily="2" charset="-122"/>
              <a:cs typeface="+mn-cs"/>
            </a:endParaRPr>
          </a:p>
          <a:p>
            <a:pPr marL="0" marR="0" lvl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r>
              <a:rPr kumimoji="0" lang="en-US" altLang="zh-CN" sz="2800" b="1" i="0" u="none" strike="noStrike" kern="1200" cap="none" spc="0" normalizeH="0" baseline="0" noProof="0" dirty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Arial" panose="020B0604020202020204" pitchFamily="34" charset="0"/>
                <a:ea typeface="宋体" panose="02010600030101010101" pitchFamily="2" charset="-122"/>
                <a:cs typeface="+mn-cs"/>
              </a:rPr>
              <a:t>{</a:t>
            </a:r>
            <a:endParaRPr kumimoji="0" lang="en-US" altLang="zh-CN" sz="2800" b="1" i="0" u="none" strike="noStrike" kern="1200" cap="none" spc="0" normalizeH="0" baseline="0" noProof="0" dirty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Arial" panose="020B0604020202020204" pitchFamily="34" charset="0"/>
              <a:ea typeface="宋体" panose="02010600030101010101" pitchFamily="2" charset="-122"/>
              <a:cs typeface="+mn-cs"/>
            </a:endParaRPr>
          </a:p>
          <a:p>
            <a:pPr marL="0" marR="0" lvl="0" indent="45720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r>
              <a:rPr kumimoji="0" lang="en-US" altLang="zh-CN" sz="2800" b="1" i="0" u="none" strike="noStrike" kern="1200" cap="none" spc="0" normalizeH="0" baseline="0" noProof="0" dirty="0" err="1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Arial" panose="020B0604020202020204" pitchFamily="34" charset="0"/>
                <a:ea typeface="宋体" panose="02010600030101010101" pitchFamily="2" charset="-122"/>
                <a:cs typeface="+mn-cs"/>
              </a:rPr>
              <a:t>int</a:t>
            </a:r>
            <a:r>
              <a:rPr kumimoji="0" lang="en-US" altLang="zh-CN" sz="2800" b="1" i="0" u="none" strike="noStrike" kern="1200" cap="none" spc="0" normalizeH="0" baseline="0" noProof="0" dirty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Arial" panose="020B0604020202020204" pitchFamily="34" charset="0"/>
                <a:ea typeface="宋体" panose="02010600030101010101" pitchFamily="2" charset="-122"/>
                <a:cs typeface="+mn-cs"/>
              </a:rPr>
              <a:t> data[5]={</a:t>
            </a:r>
            <a:r>
              <a:rPr kumimoji="0" lang="en-US" altLang="zh-CN" sz="2800" b="1" i="0" u="none" strike="noStrike" kern="1200" cap="none" spc="0" normalizeH="0" baseline="0" noProof="0" dirty="0">
                <a:ln>
                  <a:noFill/>
                </a:ln>
                <a:solidFill>
                  <a:schemeClr val="tx1"/>
                </a:solidFill>
                <a:effectLst>
                  <a:outerShdw blurRad="38100" dist="38100" dir="2700000" algn="tl">
                    <a:srgbClr val="000000"/>
                  </a:outerShdw>
                </a:effectLst>
                <a:uLnTx/>
                <a:uFillTx/>
                <a:latin typeface="Arial" panose="020B0604020202020204" pitchFamily="34" charset="0"/>
                <a:ea typeface="宋体" panose="02010600030101010101" pitchFamily="2" charset="-122"/>
                <a:cs typeface="+mn-cs"/>
              </a:rPr>
              <a:t>90,87,76,69,50</a:t>
            </a:r>
            <a:r>
              <a:rPr kumimoji="0" lang="en-US" altLang="zh-CN" sz="2800" b="1" i="0" u="none" strike="noStrike" kern="1200" cap="none" spc="0" normalizeH="0" baseline="0" noProof="0" dirty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Arial" panose="020B0604020202020204" pitchFamily="34" charset="0"/>
                <a:ea typeface="宋体" panose="02010600030101010101" pitchFamily="2" charset="-122"/>
                <a:cs typeface="+mn-cs"/>
              </a:rPr>
              <a:t>};</a:t>
            </a:r>
            <a:endParaRPr kumimoji="0" lang="en-US" altLang="zh-CN" sz="2800" b="1" i="0" u="none" strike="noStrike" kern="1200" cap="none" spc="0" normalizeH="0" baseline="0" noProof="0" dirty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Arial" panose="020B0604020202020204" pitchFamily="34" charset="0"/>
              <a:ea typeface="宋体" panose="02010600030101010101" pitchFamily="2" charset="-122"/>
              <a:cs typeface="+mn-cs"/>
            </a:endParaRPr>
          </a:p>
          <a:p>
            <a:pPr marL="0" marR="0" lvl="0" indent="45720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r>
              <a:rPr kumimoji="0" lang="en-US" altLang="zh-CN" sz="2800" b="1" i="0" u="none" strike="noStrike" kern="1200" cap="none" spc="0" normalizeH="0" baseline="0" noProof="0" dirty="0" err="1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Arial" panose="020B0604020202020204" pitchFamily="34" charset="0"/>
                <a:ea typeface="宋体" panose="02010600030101010101" pitchFamily="2" charset="-122"/>
                <a:cs typeface="+mn-cs"/>
              </a:rPr>
              <a:t>sortofup</a:t>
            </a:r>
            <a:r>
              <a:rPr kumimoji="0" lang="en-US" altLang="zh-CN" sz="2800" b="1" i="0" u="none" strike="noStrike" kern="1200" cap="none" spc="0" normalizeH="0" baseline="0" noProof="0" dirty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Arial" panose="020B0604020202020204" pitchFamily="34" charset="0"/>
                <a:ea typeface="宋体" panose="02010600030101010101" pitchFamily="2" charset="-122"/>
                <a:cs typeface="+mn-cs"/>
              </a:rPr>
              <a:t>(</a:t>
            </a:r>
            <a:r>
              <a:rPr kumimoji="0" lang="en-US" altLang="zh-CN" sz="2800" b="1" i="0" u="none" strike="noStrike" kern="1200" cap="none" spc="0" normalizeH="0" baseline="0" noProof="0" dirty="0">
                <a:ln>
                  <a:noFill/>
                </a:ln>
                <a:solidFill>
                  <a:srgbClr val="FFFF00"/>
                </a:solidFill>
                <a:effectLst/>
                <a:uLnTx/>
                <a:uFillTx/>
                <a:latin typeface="Arial" panose="020B0604020202020204" pitchFamily="34" charset="0"/>
                <a:ea typeface="宋体" panose="02010600030101010101" pitchFamily="2" charset="-122"/>
                <a:cs typeface="+mn-cs"/>
              </a:rPr>
              <a:t>data,</a:t>
            </a:r>
            <a:r>
              <a:rPr kumimoji="0" lang="en-US" altLang="zh-CN" sz="2800" b="1" i="0" u="none" strike="noStrike" kern="1200" cap="none" spc="0" normalizeH="0" baseline="0" noProof="0" dirty="0">
                <a:ln>
                  <a:noFill/>
                </a:ln>
                <a:solidFill>
                  <a:schemeClr val="hlink"/>
                </a:solidFill>
                <a:effectLst/>
                <a:uLnTx/>
                <a:uFillTx/>
                <a:latin typeface="Arial" panose="020B0604020202020204" pitchFamily="34" charset="0"/>
                <a:ea typeface="宋体" panose="02010600030101010101" pitchFamily="2" charset="-122"/>
                <a:cs typeface="+mn-cs"/>
              </a:rPr>
              <a:t>5</a:t>
            </a:r>
            <a:r>
              <a:rPr kumimoji="0" lang="en-US" altLang="zh-CN" sz="2800" b="1" i="0" u="none" strike="noStrike" kern="1200" cap="none" spc="0" normalizeH="0" baseline="0" noProof="0" dirty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Arial" panose="020B0604020202020204" pitchFamily="34" charset="0"/>
                <a:ea typeface="宋体" panose="02010600030101010101" pitchFamily="2" charset="-122"/>
                <a:cs typeface="+mn-cs"/>
              </a:rPr>
              <a:t>); </a:t>
            </a:r>
            <a:r>
              <a:rPr kumimoji="0" lang="en-US" altLang="zh-CN" sz="1800" b="1" i="0" u="none" strike="noStrike" kern="1200" cap="none" spc="0" normalizeH="0" baseline="0" noProof="0" dirty="0">
                <a:ln>
                  <a:noFill/>
                </a:ln>
                <a:solidFill>
                  <a:schemeClr val="tx1">
                    <a:lumMod val="65000"/>
                  </a:schemeClr>
                </a:solidFill>
                <a:effectLst/>
                <a:uLnTx/>
                <a:uFillTx/>
                <a:latin typeface="Arial" panose="020B0604020202020204" pitchFamily="34" charset="0"/>
                <a:ea typeface="宋体" panose="02010600030101010101" pitchFamily="2" charset="-122"/>
                <a:cs typeface="+mn-cs"/>
              </a:rPr>
              <a:t>//</a:t>
            </a:r>
            <a:r>
              <a:rPr kumimoji="0" lang="zh-CN" altLang="en-US" sz="1800" b="1" i="0" u="none" strike="noStrike" kern="1200" cap="none" spc="0" normalizeH="0" baseline="0" noProof="0" dirty="0">
                <a:ln>
                  <a:noFill/>
                </a:ln>
                <a:solidFill>
                  <a:schemeClr val="tx1">
                    <a:lumMod val="65000"/>
                  </a:schemeClr>
                </a:solidFill>
                <a:effectLst/>
                <a:uLnTx/>
                <a:uFillTx/>
                <a:latin typeface="Arial" panose="020B0604020202020204" pitchFamily="34" charset="0"/>
                <a:ea typeface="宋体" panose="02010600030101010101" pitchFamily="2" charset="-122"/>
                <a:cs typeface="+mn-cs"/>
              </a:rPr>
              <a:t>数组名作为实参</a:t>
            </a:r>
            <a:endParaRPr kumimoji="0" lang="zh-CN" altLang="en-US" sz="1800" b="1" i="0" u="none" strike="noStrike" kern="1200" cap="none" spc="0" normalizeH="0" baseline="0" noProof="0" dirty="0">
              <a:ln>
                <a:noFill/>
              </a:ln>
              <a:solidFill>
                <a:schemeClr val="tx1">
                  <a:lumMod val="65000"/>
                </a:schemeClr>
              </a:solidFill>
              <a:effectLst/>
              <a:uLnTx/>
              <a:uFillTx/>
              <a:latin typeface="Arial" panose="020B0604020202020204" pitchFamily="34" charset="0"/>
              <a:ea typeface="宋体" panose="02010600030101010101" pitchFamily="2" charset="-122"/>
              <a:cs typeface="+mn-cs"/>
            </a:endParaRPr>
          </a:p>
          <a:p>
            <a:pPr marL="0" marR="0" lvl="0" indent="45720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r>
              <a:rPr kumimoji="0" lang="en-US" altLang="zh-CN" sz="2800" b="1" i="0" u="none" strike="noStrike" kern="1200" cap="none" spc="0" normalizeH="0" baseline="0" noProof="0" dirty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Arial" panose="020B0604020202020204" pitchFamily="34" charset="0"/>
                <a:ea typeface="宋体" panose="02010600030101010101" pitchFamily="2" charset="-122"/>
                <a:cs typeface="+mn-cs"/>
              </a:rPr>
              <a:t>//</a:t>
            </a:r>
            <a:r>
              <a:rPr kumimoji="0" lang="en-US" altLang="zh-CN" sz="2800" b="1" i="0" u="none" strike="noStrike" kern="1200" cap="none" spc="0" normalizeH="0" baseline="0" noProof="0" dirty="0" err="1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Arial" panose="020B0604020202020204" pitchFamily="34" charset="0"/>
                <a:ea typeface="宋体" panose="02010600030101010101" pitchFamily="2" charset="-122"/>
                <a:cs typeface="+mn-cs"/>
              </a:rPr>
              <a:t>sortofup</a:t>
            </a:r>
            <a:r>
              <a:rPr kumimoji="0" lang="en-US" altLang="zh-CN" sz="2800" b="1" i="0" u="none" strike="noStrike" kern="1200" cap="none" spc="0" normalizeH="0" baseline="0" noProof="0" dirty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Arial" panose="020B0604020202020204" pitchFamily="34" charset="0"/>
                <a:ea typeface="宋体" panose="02010600030101010101" pitchFamily="2" charset="-122"/>
                <a:cs typeface="+mn-cs"/>
              </a:rPr>
              <a:t>(</a:t>
            </a:r>
            <a:r>
              <a:rPr kumimoji="0" lang="en-US" altLang="zh-CN" sz="2800" b="1" i="0" u="none" strike="noStrike" kern="1200" cap="none" spc="0" normalizeH="0" baseline="0" noProof="0" dirty="0">
                <a:ln>
                  <a:noFill/>
                </a:ln>
                <a:solidFill>
                  <a:srgbClr val="FFFF00"/>
                </a:solidFill>
                <a:effectLst/>
                <a:uLnTx/>
                <a:uFillTx/>
                <a:latin typeface="Arial" panose="020B0604020202020204" pitchFamily="34" charset="0"/>
                <a:ea typeface="宋体" panose="02010600030101010101" pitchFamily="2" charset="-122"/>
                <a:cs typeface="+mn-cs"/>
              </a:rPr>
              <a:t>&amp;data[0] </a:t>
            </a:r>
            <a:r>
              <a:rPr kumimoji="0" lang="en-US" altLang="zh-CN" sz="2800" b="1" i="0" u="none" strike="noStrike" kern="1200" cap="none" spc="0" normalizeH="0" baseline="0" noProof="0" dirty="0">
                <a:ln>
                  <a:noFill/>
                </a:ln>
                <a:solidFill>
                  <a:schemeClr val="hlink"/>
                </a:solidFill>
                <a:effectLst/>
                <a:uLnTx/>
                <a:uFillTx/>
                <a:latin typeface="Arial" panose="020B0604020202020204" pitchFamily="34" charset="0"/>
                <a:ea typeface="宋体" panose="02010600030101010101" pitchFamily="2" charset="-122"/>
                <a:cs typeface="+mn-cs"/>
              </a:rPr>
              <a:t>, 5 </a:t>
            </a:r>
            <a:r>
              <a:rPr kumimoji="0" lang="en-US" altLang="zh-CN" sz="2800" b="1" i="0" u="none" strike="noStrike" kern="1200" cap="none" spc="0" normalizeH="0" baseline="0" noProof="0" dirty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Arial" panose="020B0604020202020204" pitchFamily="34" charset="0"/>
                <a:ea typeface="宋体" panose="02010600030101010101" pitchFamily="2" charset="-122"/>
                <a:cs typeface="+mn-cs"/>
              </a:rPr>
              <a:t>);</a:t>
            </a:r>
            <a:r>
              <a:rPr kumimoji="0" lang="en-US" altLang="zh-CN" sz="1800" b="1" i="0" u="none" strike="noStrike" kern="1200" cap="none" spc="0" normalizeH="0" baseline="0" noProof="0" dirty="0">
                <a:ln>
                  <a:noFill/>
                </a:ln>
                <a:solidFill>
                  <a:schemeClr val="tx1">
                    <a:lumMod val="65000"/>
                  </a:schemeClr>
                </a:solidFill>
                <a:effectLst/>
                <a:uLnTx/>
                <a:uFillTx/>
                <a:latin typeface="Arial" panose="020B0604020202020204" pitchFamily="34" charset="0"/>
                <a:ea typeface="宋体" panose="02010600030101010101" pitchFamily="2" charset="-122"/>
                <a:cs typeface="+mn-cs"/>
              </a:rPr>
              <a:t> /*</a:t>
            </a:r>
            <a:r>
              <a:rPr kumimoji="0" lang="zh-CN" altLang="en-US" sz="1800" b="1" i="0" u="none" strike="noStrike" kern="1200" cap="none" spc="0" normalizeH="0" baseline="0" noProof="0" dirty="0">
                <a:ln>
                  <a:noFill/>
                </a:ln>
                <a:solidFill>
                  <a:schemeClr val="tx1">
                    <a:lumMod val="65000"/>
                  </a:schemeClr>
                </a:solidFill>
                <a:effectLst/>
                <a:uLnTx/>
                <a:uFillTx/>
                <a:latin typeface="Arial" panose="020B0604020202020204" pitchFamily="34" charset="0"/>
                <a:ea typeface="宋体" panose="02010600030101010101" pitchFamily="2" charset="-122"/>
                <a:cs typeface="+mn-cs"/>
              </a:rPr>
              <a:t>直接取</a:t>
            </a:r>
            <a:endParaRPr kumimoji="0" lang="zh-CN" altLang="en-US" sz="1800" b="1" i="0" u="none" strike="noStrike" kern="1200" cap="none" spc="0" normalizeH="0" baseline="0" noProof="0" dirty="0">
              <a:ln>
                <a:noFill/>
              </a:ln>
              <a:solidFill>
                <a:schemeClr val="tx1">
                  <a:lumMod val="65000"/>
                </a:schemeClr>
              </a:solidFill>
              <a:effectLst/>
              <a:uLnTx/>
              <a:uFillTx/>
              <a:latin typeface="Arial" panose="020B0604020202020204" pitchFamily="34" charset="0"/>
              <a:ea typeface="宋体" panose="02010600030101010101" pitchFamily="2" charset="-122"/>
              <a:cs typeface="+mn-cs"/>
            </a:endParaRPr>
          </a:p>
          <a:p>
            <a:pPr marL="0" marR="0" lvl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r>
              <a:rPr kumimoji="0" lang="zh-CN" altLang="en-US" sz="1800" b="1" i="0" u="none" strike="noStrike" kern="1200" cap="none" spc="0" normalizeH="0" baseline="0" noProof="0" dirty="0">
                <a:ln>
                  <a:noFill/>
                </a:ln>
                <a:solidFill>
                  <a:schemeClr val="tx1">
                    <a:lumMod val="65000"/>
                  </a:schemeClr>
                </a:solidFill>
                <a:effectLst/>
                <a:uLnTx/>
                <a:uFillTx/>
                <a:latin typeface="Arial" panose="020B0604020202020204" pitchFamily="34" charset="0"/>
                <a:ea typeface="宋体" panose="02010600030101010101" pitchFamily="2" charset="-122"/>
                <a:cs typeface="+mn-cs"/>
              </a:rPr>
              <a:t>                                              数组的起始地址作为实参*</a:t>
            </a:r>
            <a:r>
              <a:rPr kumimoji="0" lang="en-US" altLang="zh-CN" sz="1800" b="1" i="0" u="none" strike="noStrike" kern="1200" cap="none" spc="0" normalizeH="0" baseline="0" noProof="0" dirty="0">
                <a:ln>
                  <a:noFill/>
                </a:ln>
                <a:solidFill>
                  <a:schemeClr val="tx1">
                    <a:lumMod val="65000"/>
                  </a:schemeClr>
                </a:solidFill>
                <a:effectLst/>
                <a:uLnTx/>
                <a:uFillTx/>
                <a:latin typeface="Arial" panose="020B0604020202020204" pitchFamily="34" charset="0"/>
                <a:ea typeface="宋体" panose="02010600030101010101" pitchFamily="2" charset="-122"/>
                <a:cs typeface="+mn-cs"/>
              </a:rPr>
              <a:t>/</a:t>
            </a:r>
            <a:endParaRPr kumimoji="0" lang="en-US" altLang="zh-CN" sz="2800" b="1" i="0" u="none" strike="noStrike" kern="1200" cap="none" spc="0" normalizeH="0" baseline="0" noProof="0" dirty="0">
              <a:ln>
                <a:noFill/>
              </a:ln>
              <a:solidFill>
                <a:schemeClr val="tx1">
                  <a:lumMod val="65000"/>
                </a:schemeClr>
              </a:solidFill>
              <a:effectLst/>
              <a:uLnTx/>
              <a:uFillTx/>
              <a:latin typeface="Arial" panose="020B0604020202020204" pitchFamily="34" charset="0"/>
              <a:ea typeface="宋体" panose="02010600030101010101" pitchFamily="2" charset="-122"/>
              <a:cs typeface="+mn-cs"/>
            </a:endParaRPr>
          </a:p>
          <a:p>
            <a:pPr marL="0" marR="0" lvl="0" indent="45720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r>
              <a:rPr kumimoji="0" lang="en-US" altLang="zh-CN" sz="2800" b="1" i="0" u="none" strike="noStrike" kern="1200" cap="none" spc="0" normalizeH="0" baseline="0" noProof="0" dirty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Arial" panose="020B0604020202020204" pitchFamily="34" charset="0"/>
                <a:ea typeface="宋体" panose="02010600030101010101" pitchFamily="2" charset="-122"/>
                <a:cs typeface="+mn-cs"/>
              </a:rPr>
              <a:t>……</a:t>
            </a:r>
            <a:endParaRPr kumimoji="0" lang="en-US" altLang="zh-CN" sz="2800" b="1" i="0" u="none" strike="noStrike" kern="1200" cap="none" spc="0" normalizeH="0" baseline="0" noProof="0" dirty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Arial" panose="020B0604020202020204" pitchFamily="34" charset="0"/>
              <a:ea typeface="宋体" panose="02010600030101010101" pitchFamily="2" charset="-122"/>
              <a:cs typeface="+mn-cs"/>
            </a:endParaRPr>
          </a:p>
          <a:p>
            <a:pPr marL="0" marR="0" lvl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r>
              <a:rPr kumimoji="0" lang="en-US" altLang="zh-CN" sz="2800" b="1" i="0" u="none" strike="noStrike" kern="1200" cap="none" spc="0" normalizeH="0" baseline="0" noProof="0" dirty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Arial" panose="020B0604020202020204" pitchFamily="34" charset="0"/>
                <a:ea typeface="宋体" panose="02010600030101010101" pitchFamily="2" charset="-122"/>
                <a:cs typeface="+mn-cs"/>
              </a:rPr>
              <a:t>}</a:t>
            </a:r>
            <a:endParaRPr kumimoji="0" lang="zh-CN" altLang="en-US" sz="2800" b="1" i="0" u="none" strike="noStrike" kern="1200" cap="none" spc="0" normalizeH="0" baseline="0" noProof="0" dirty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Arial" panose="020B0604020202020204" pitchFamily="34" charset="0"/>
              <a:ea typeface="宋体" panose="02010600030101010101" pitchFamily="2" charset="-122"/>
              <a:cs typeface="+mn-cs"/>
            </a:endParaRPr>
          </a:p>
        </p:txBody>
      </p:sp>
      <p:sp>
        <p:nvSpPr>
          <p:cNvPr id="59395" name="Line 39"/>
          <p:cNvSpPr/>
          <p:nvPr/>
        </p:nvSpPr>
        <p:spPr>
          <a:xfrm flipV="1">
            <a:off x="3312160" y="1600200"/>
            <a:ext cx="1412240" cy="2722880"/>
          </a:xfrm>
          <a:prstGeom prst="line">
            <a:avLst/>
          </a:prstGeom>
          <a:ln w="38100" cap="flat" cmpd="sng">
            <a:solidFill>
              <a:schemeClr val="tx1"/>
            </a:solidFill>
            <a:prstDash val="solid"/>
            <a:headEnd type="none" w="med" len="med"/>
            <a:tailEnd type="arrow" w="med" len="med"/>
          </a:ln>
        </p:spPr>
      </p:sp>
      <p:sp>
        <p:nvSpPr>
          <p:cNvPr id="59396" name="Line 38"/>
          <p:cNvSpPr/>
          <p:nvPr/>
        </p:nvSpPr>
        <p:spPr>
          <a:xfrm flipV="1">
            <a:off x="2564130" y="1621790"/>
            <a:ext cx="831215" cy="2726690"/>
          </a:xfrm>
          <a:prstGeom prst="line">
            <a:avLst/>
          </a:prstGeom>
          <a:ln w="38100" cap="flat" cmpd="sng">
            <a:solidFill>
              <a:schemeClr val="tx1"/>
            </a:solidFill>
            <a:prstDash val="solid"/>
            <a:headEnd type="none" w="med" len="med"/>
            <a:tailEnd type="arrow" w="med" len="med"/>
          </a:ln>
        </p:spPr>
      </p:sp>
      <p:sp>
        <p:nvSpPr>
          <p:cNvPr id="59397" name="Rectangle 3"/>
          <p:cNvSpPr/>
          <p:nvPr/>
        </p:nvSpPr>
        <p:spPr>
          <a:xfrm>
            <a:off x="373063" y="50800"/>
            <a:ext cx="4264025" cy="583565"/>
          </a:xfrm>
          <a:prstGeom prst="rect">
            <a:avLst/>
          </a:prstGeom>
          <a:solidFill>
            <a:schemeClr val="accent1"/>
          </a:solidFill>
          <a:ln w="9525">
            <a:noFill/>
          </a:ln>
        </p:spPr>
        <p:txBody>
          <a:bodyPr wrap="none">
            <a:spAutoFit/>
          </a:bodyPr>
          <a:lstStyle>
            <a:lvl1pPr marL="342900" indent="-3429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80000"/>
              <a:buFont typeface="Wingdings" panose="05000000000000000000" pitchFamily="2" charset="2"/>
              <a:buChar char="n"/>
              <a:defRPr sz="3200" b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defRPr>
            </a:lvl1pPr>
            <a:lvl2pPr marL="742950" indent="-28575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Char char="–"/>
              <a:defRPr sz="2800">
                <a:solidFill>
                  <a:schemeClr val="tx1"/>
                </a:solidFill>
                <a:effectLst/>
                <a:latin typeface="+mn-lt"/>
                <a:ea typeface="+mn-ea"/>
              </a:defRPr>
            </a:lvl2pPr>
            <a:lvl3pPr marL="11430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Font typeface="Wingdings" panose="05000000000000000000" pitchFamily="2" charset="2"/>
              <a:buChar char="§"/>
              <a:defRPr sz="2400">
                <a:solidFill>
                  <a:schemeClr val="tx1"/>
                </a:solidFill>
                <a:effectLst/>
                <a:latin typeface="+mn-lt"/>
                <a:ea typeface="+mn-ea"/>
              </a:defRPr>
            </a:lvl3pPr>
            <a:lvl4pPr marL="16002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–"/>
              <a:defRPr sz="2000">
                <a:solidFill>
                  <a:schemeClr val="tx1"/>
                </a:solidFill>
                <a:effectLst/>
                <a:latin typeface="+mn-lt"/>
                <a:ea typeface="+mn-ea"/>
              </a:defRPr>
            </a:lvl4pPr>
            <a:lvl5pPr marL="20574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effectLst/>
                <a:latin typeface="+mn-lt"/>
                <a:ea typeface="+mn-ea"/>
              </a:defRPr>
            </a:lvl5pPr>
          </a:lstStyle>
          <a:p>
            <a:pPr marL="0" lvl="0" indent="0" eaLnBrk="1" hangingPunct="1">
              <a:spcBef>
                <a:spcPct val="0"/>
              </a:spcBef>
              <a:buClrTx/>
              <a:buSzTx/>
              <a:buFontTx/>
              <a:buNone/>
            </a:pPr>
            <a:r>
              <a:rPr lang="zh-CN" altLang="en-US" b="1" dirty="0">
                <a:solidFill>
                  <a:schemeClr val="hlink"/>
                </a:solidFill>
                <a:latin typeface="Arial" panose="020B0604020202020204" pitchFamily="34" charset="0"/>
              </a:rPr>
              <a:t>数组作参数</a:t>
            </a:r>
            <a:r>
              <a:rPr lang="en-US" altLang="zh-CN" b="1" dirty="0">
                <a:solidFill>
                  <a:schemeClr val="hlink"/>
                </a:solidFill>
                <a:latin typeface="Arial" panose="020B0604020202020204" pitchFamily="34" charset="0"/>
              </a:rPr>
              <a:t>—</a:t>
            </a:r>
            <a:r>
              <a:rPr lang="zh-CN" altLang="en-US" b="1" dirty="0">
                <a:solidFill>
                  <a:schemeClr val="hlink"/>
                </a:solidFill>
                <a:latin typeface="Arial" panose="020B0604020202020204" pitchFamily="34" charset="0"/>
              </a:rPr>
              <a:t>函数调用</a:t>
            </a:r>
            <a:endParaRPr lang="zh-CN" altLang="en-US" b="1" dirty="0">
              <a:solidFill>
                <a:schemeClr val="hlink"/>
              </a:solidFill>
              <a:latin typeface="Arial" panose="020B0604020202020204" pitchFamily="34" charset="0"/>
            </a:endParaRPr>
          </a:p>
        </p:txBody>
      </p:sp>
      <p:sp>
        <p:nvSpPr>
          <p:cNvPr id="1554436" name="Rectangle 4"/>
          <p:cNvSpPr/>
          <p:nvPr/>
        </p:nvSpPr>
        <p:spPr>
          <a:xfrm>
            <a:off x="8327708" y="3885883"/>
            <a:ext cx="1654175" cy="431800"/>
          </a:xfrm>
          <a:prstGeom prst="rect">
            <a:avLst/>
          </a:prstGeom>
          <a:noFill/>
          <a:ln w="9525" cap="flat" cmpd="sng">
            <a:noFill/>
            <a:prstDash val="solid"/>
            <a:miter/>
            <a:headEnd type="none" w="med" len="med"/>
            <a:tailEnd type="none" w="med" len="med"/>
          </a:ln>
        </p:spPr>
        <p:txBody>
          <a:bodyPr wrap="none" anchor="ctr" anchorCtr="0"/>
          <a:lstStyle>
            <a:lvl1pPr marL="342900" indent="-3429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80000"/>
              <a:buFont typeface="Wingdings" panose="05000000000000000000" pitchFamily="2" charset="2"/>
              <a:buChar char="n"/>
              <a:defRPr sz="3200" b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defRPr>
            </a:lvl1pPr>
            <a:lvl2pPr marL="742950" indent="-28575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Char char="–"/>
              <a:defRPr sz="2800">
                <a:solidFill>
                  <a:schemeClr val="tx1"/>
                </a:solidFill>
                <a:effectLst/>
                <a:latin typeface="+mn-lt"/>
                <a:ea typeface="+mn-ea"/>
              </a:defRPr>
            </a:lvl2pPr>
            <a:lvl3pPr marL="11430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Font typeface="Wingdings" panose="05000000000000000000" pitchFamily="2" charset="2"/>
              <a:buChar char="§"/>
              <a:defRPr sz="2400">
                <a:solidFill>
                  <a:schemeClr val="tx1"/>
                </a:solidFill>
                <a:effectLst/>
                <a:latin typeface="+mn-lt"/>
                <a:ea typeface="+mn-ea"/>
              </a:defRPr>
            </a:lvl3pPr>
            <a:lvl4pPr marL="16002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–"/>
              <a:defRPr sz="2000">
                <a:solidFill>
                  <a:schemeClr val="tx1"/>
                </a:solidFill>
                <a:effectLst/>
                <a:latin typeface="+mn-lt"/>
                <a:ea typeface="+mn-ea"/>
              </a:defRPr>
            </a:lvl4pPr>
            <a:lvl5pPr marL="20574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effectLst/>
                <a:latin typeface="+mn-lt"/>
                <a:ea typeface="+mn-ea"/>
              </a:defRPr>
            </a:lvl5pPr>
          </a:lstStyle>
          <a:p>
            <a:pPr marL="0" lvl="0" indent="0" algn="ctr" eaLnBrk="1" hangingPunct="1">
              <a:spcBef>
                <a:spcPct val="0"/>
              </a:spcBef>
              <a:buClrTx/>
              <a:buSzTx/>
              <a:buFontTx/>
              <a:buNone/>
            </a:pPr>
            <a:r>
              <a:rPr lang="en-US" altLang="zh-CN" sz="2400" b="1" dirty="0">
                <a:solidFill>
                  <a:schemeClr val="hlink"/>
                </a:solidFill>
                <a:latin typeface="Arial" panose="020B0604020202020204" pitchFamily="34" charset="0"/>
              </a:rPr>
              <a:t>int data[5];</a:t>
            </a:r>
            <a:endParaRPr lang="en-US" altLang="zh-CN" sz="2400" b="1" dirty="0">
              <a:solidFill>
                <a:schemeClr val="hlink"/>
              </a:solidFill>
              <a:latin typeface="Arial" panose="020B0604020202020204" pitchFamily="34" charset="0"/>
            </a:endParaRPr>
          </a:p>
        </p:txBody>
      </p:sp>
      <p:grpSp>
        <p:nvGrpSpPr>
          <p:cNvPr id="2" name="Group 9"/>
          <p:cNvGrpSpPr/>
          <p:nvPr/>
        </p:nvGrpSpPr>
        <p:grpSpPr>
          <a:xfrm flipV="1">
            <a:off x="7010400" y="1430655"/>
            <a:ext cx="1289050" cy="3166110"/>
            <a:chOff x="3107" y="1117"/>
            <a:chExt cx="1088" cy="2310"/>
          </a:xfrm>
        </p:grpSpPr>
        <p:sp>
          <p:nvSpPr>
            <p:cNvPr id="59432" name="Line 10"/>
            <p:cNvSpPr/>
            <p:nvPr/>
          </p:nvSpPr>
          <p:spPr>
            <a:xfrm flipH="1" flipV="1">
              <a:off x="3107" y="3415"/>
              <a:ext cx="998" cy="6"/>
            </a:xfrm>
            <a:prstGeom prst="line">
              <a:avLst/>
            </a:prstGeom>
            <a:ln w="38100" cap="flat" cmpd="sng">
              <a:solidFill>
                <a:schemeClr val="accent6">
                  <a:lumMod val="60000"/>
                  <a:lumOff val="40000"/>
                </a:schemeClr>
              </a:solidFill>
              <a:prstDash val="solid"/>
              <a:headEnd type="none" w="med" len="med"/>
              <a:tailEnd type="none" w="med" len="med"/>
            </a:ln>
          </p:spPr>
        </p:sp>
        <p:sp>
          <p:nvSpPr>
            <p:cNvPr id="59433" name="Line 11"/>
            <p:cNvSpPr/>
            <p:nvPr/>
          </p:nvSpPr>
          <p:spPr>
            <a:xfrm flipV="1">
              <a:off x="3107" y="1117"/>
              <a:ext cx="0" cy="2310"/>
            </a:xfrm>
            <a:prstGeom prst="line">
              <a:avLst/>
            </a:prstGeom>
            <a:ln w="38100" cap="flat" cmpd="sng">
              <a:solidFill>
                <a:schemeClr val="accent6">
                  <a:lumMod val="60000"/>
                  <a:lumOff val="40000"/>
                </a:schemeClr>
              </a:solidFill>
              <a:prstDash val="solid"/>
              <a:headEnd type="none" w="med" len="med"/>
              <a:tailEnd type="none" w="med" len="med"/>
            </a:ln>
          </p:spPr>
        </p:sp>
        <p:sp>
          <p:nvSpPr>
            <p:cNvPr id="59434" name="Line 12"/>
            <p:cNvSpPr/>
            <p:nvPr/>
          </p:nvSpPr>
          <p:spPr>
            <a:xfrm>
              <a:off x="3107" y="1117"/>
              <a:ext cx="1088" cy="0"/>
            </a:xfrm>
            <a:prstGeom prst="line">
              <a:avLst/>
            </a:prstGeom>
            <a:ln w="38100" cap="flat" cmpd="sng">
              <a:solidFill>
                <a:schemeClr val="accent6">
                  <a:lumMod val="60000"/>
                  <a:lumOff val="40000"/>
                </a:schemeClr>
              </a:solidFill>
              <a:prstDash val="solid"/>
              <a:headEnd type="none" w="med" len="med"/>
              <a:tailEnd type="arrow" w="med" len="med"/>
            </a:ln>
          </p:spPr>
        </p:sp>
      </p:grpSp>
      <p:grpSp>
        <p:nvGrpSpPr>
          <p:cNvPr id="3" name="Group 42"/>
          <p:cNvGrpSpPr/>
          <p:nvPr/>
        </p:nvGrpSpPr>
        <p:grpSpPr>
          <a:xfrm>
            <a:off x="7315200" y="4110038"/>
            <a:ext cx="3600450" cy="2543175"/>
            <a:chOff x="3492" y="709"/>
            <a:chExt cx="2268" cy="1602"/>
          </a:xfrm>
        </p:grpSpPr>
        <p:sp>
          <p:nvSpPr>
            <p:cNvPr id="59409" name="Text Box 30"/>
            <p:cNvSpPr txBox="1"/>
            <p:nvPr/>
          </p:nvSpPr>
          <p:spPr>
            <a:xfrm>
              <a:off x="4943" y="2023"/>
              <a:ext cx="817" cy="288"/>
            </a:xfrm>
            <a:prstGeom prst="rect">
              <a:avLst/>
            </a:prstGeom>
            <a:noFill/>
            <a:ln w="9525">
              <a:noFill/>
            </a:ln>
          </p:spPr>
          <p:txBody>
            <a:bodyPr>
              <a:spAutoFit/>
            </a:bodyPr>
            <a:lstStyle>
              <a:lvl1pPr marL="342900" indent="-342900" algn="l" rtl="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hlink"/>
                </a:buClr>
                <a:buSzPct val="80000"/>
                <a:buFont typeface="Wingdings" panose="05000000000000000000" pitchFamily="2" charset="2"/>
                <a:buChar char="n"/>
                <a:defRPr sz="3200" b="0">
                  <a:solidFill>
                    <a:schemeClr val="tx1"/>
                  </a:solidFill>
                  <a:effectLst/>
                  <a:latin typeface="+mn-lt"/>
                  <a:ea typeface="+mn-ea"/>
                  <a:cs typeface="+mn-cs"/>
                </a:defRPr>
              </a:lvl1pPr>
              <a:lvl2pPr marL="742950" indent="-285750" algn="l" rtl="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tx1"/>
                </a:buClr>
                <a:buChar char="–"/>
                <a:defRPr sz="2800">
                  <a:solidFill>
                    <a:schemeClr val="tx1"/>
                  </a:solidFill>
                  <a:effectLst/>
                  <a:latin typeface="+mn-lt"/>
                  <a:ea typeface="+mn-ea"/>
                </a:defRPr>
              </a:lvl2pPr>
              <a:lvl3pPr marL="11430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hlink"/>
                </a:buClr>
                <a:buFont typeface="Wingdings" panose="05000000000000000000" pitchFamily="2" charset="2"/>
                <a:buChar char="§"/>
                <a:defRPr sz="2400">
                  <a:solidFill>
                    <a:schemeClr val="tx1"/>
                  </a:solidFill>
                  <a:effectLst/>
                  <a:latin typeface="+mn-lt"/>
                  <a:ea typeface="+mn-ea"/>
                </a:defRPr>
              </a:lvl3pPr>
              <a:lvl4pPr marL="16002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–"/>
                <a:defRPr sz="2000">
                  <a:solidFill>
                    <a:schemeClr val="tx1"/>
                  </a:solidFill>
                  <a:effectLst/>
                  <a:latin typeface="+mn-lt"/>
                  <a:ea typeface="+mn-ea"/>
                </a:defRPr>
              </a:lvl4pPr>
              <a:lvl5pPr marL="20574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hlink"/>
                </a:buClr>
                <a:buFont typeface="Wingdings" panose="05000000000000000000" pitchFamily="2" charset="2"/>
                <a:buChar char="§"/>
                <a:defRPr sz="2000">
                  <a:solidFill>
                    <a:schemeClr val="tx1"/>
                  </a:solidFill>
                  <a:effectLst/>
                  <a:latin typeface="+mn-lt"/>
                  <a:ea typeface="+mn-ea"/>
                </a:defRPr>
              </a:lvl5pPr>
            </a:lstStyle>
            <a:p>
              <a:pPr marL="0" lvl="0" indent="0" eaLnBrk="1" hangingPunct="1">
                <a:spcBef>
                  <a:spcPct val="50000"/>
                </a:spcBef>
                <a:buClrTx/>
                <a:buSzTx/>
                <a:buFontTx/>
                <a:buNone/>
              </a:pPr>
              <a:r>
                <a:rPr lang="en-US" altLang="zh-CN" sz="2400" b="1" dirty="0">
                  <a:latin typeface="Arial" panose="020B0604020202020204" pitchFamily="34" charset="0"/>
                </a:rPr>
                <a:t>data[4]</a:t>
              </a:r>
              <a:endParaRPr lang="en-US" altLang="zh-CN" sz="2400" b="1" dirty="0">
                <a:latin typeface="Arial" panose="020B0604020202020204" pitchFamily="34" charset="0"/>
              </a:endParaRPr>
            </a:p>
          </p:txBody>
        </p:sp>
        <p:sp>
          <p:nvSpPr>
            <p:cNvPr id="59410" name="Text Box 31"/>
            <p:cNvSpPr txBox="1"/>
            <p:nvPr/>
          </p:nvSpPr>
          <p:spPr>
            <a:xfrm>
              <a:off x="4943" y="1751"/>
              <a:ext cx="817" cy="288"/>
            </a:xfrm>
            <a:prstGeom prst="rect">
              <a:avLst/>
            </a:prstGeom>
            <a:noFill/>
            <a:ln w="9525">
              <a:noFill/>
            </a:ln>
          </p:spPr>
          <p:txBody>
            <a:bodyPr>
              <a:spAutoFit/>
            </a:bodyPr>
            <a:lstStyle>
              <a:lvl1pPr marL="342900" indent="-342900" algn="l" rtl="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hlink"/>
                </a:buClr>
                <a:buSzPct val="80000"/>
                <a:buFont typeface="Wingdings" panose="05000000000000000000" pitchFamily="2" charset="2"/>
                <a:buChar char="n"/>
                <a:defRPr sz="3200" b="0">
                  <a:solidFill>
                    <a:schemeClr val="tx1"/>
                  </a:solidFill>
                  <a:effectLst/>
                  <a:latin typeface="+mn-lt"/>
                  <a:ea typeface="+mn-ea"/>
                  <a:cs typeface="+mn-cs"/>
                </a:defRPr>
              </a:lvl1pPr>
              <a:lvl2pPr marL="742950" indent="-285750" algn="l" rtl="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tx1"/>
                </a:buClr>
                <a:buChar char="–"/>
                <a:defRPr sz="2800">
                  <a:solidFill>
                    <a:schemeClr val="tx1"/>
                  </a:solidFill>
                  <a:effectLst/>
                  <a:latin typeface="+mn-lt"/>
                  <a:ea typeface="+mn-ea"/>
                </a:defRPr>
              </a:lvl2pPr>
              <a:lvl3pPr marL="11430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hlink"/>
                </a:buClr>
                <a:buFont typeface="Wingdings" panose="05000000000000000000" pitchFamily="2" charset="2"/>
                <a:buChar char="§"/>
                <a:defRPr sz="2400">
                  <a:solidFill>
                    <a:schemeClr val="tx1"/>
                  </a:solidFill>
                  <a:effectLst/>
                  <a:latin typeface="+mn-lt"/>
                  <a:ea typeface="+mn-ea"/>
                </a:defRPr>
              </a:lvl3pPr>
              <a:lvl4pPr marL="16002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–"/>
                <a:defRPr sz="2000">
                  <a:solidFill>
                    <a:schemeClr val="tx1"/>
                  </a:solidFill>
                  <a:effectLst/>
                  <a:latin typeface="+mn-lt"/>
                  <a:ea typeface="+mn-ea"/>
                </a:defRPr>
              </a:lvl4pPr>
              <a:lvl5pPr marL="20574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hlink"/>
                </a:buClr>
                <a:buFont typeface="Wingdings" panose="05000000000000000000" pitchFamily="2" charset="2"/>
                <a:buChar char="§"/>
                <a:defRPr sz="2000">
                  <a:solidFill>
                    <a:schemeClr val="tx1"/>
                  </a:solidFill>
                  <a:effectLst/>
                  <a:latin typeface="+mn-lt"/>
                  <a:ea typeface="+mn-ea"/>
                </a:defRPr>
              </a:lvl5pPr>
            </a:lstStyle>
            <a:p>
              <a:pPr marL="0" lvl="0" indent="0" eaLnBrk="1" hangingPunct="1">
                <a:spcBef>
                  <a:spcPct val="50000"/>
                </a:spcBef>
                <a:buClrTx/>
                <a:buSzTx/>
                <a:buFontTx/>
                <a:buNone/>
              </a:pPr>
              <a:r>
                <a:rPr lang="en-US" altLang="zh-CN" sz="2400" b="1" dirty="0">
                  <a:latin typeface="Arial" panose="020B0604020202020204" pitchFamily="34" charset="0"/>
                </a:rPr>
                <a:t>data[3]</a:t>
              </a:r>
              <a:endParaRPr lang="en-US" altLang="zh-CN" sz="2400" b="1" dirty="0">
                <a:latin typeface="Arial" panose="020B0604020202020204" pitchFamily="34" charset="0"/>
              </a:endParaRPr>
            </a:p>
          </p:txBody>
        </p:sp>
        <p:sp>
          <p:nvSpPr>
            <p:cNvPr id="59411" name="Text Box 33"/>
            <p:cNvSpPr txBox="1"/>
            <p:nvPr/>
          </p:nvSpPr>
          <p:spPr>
            <a:xfrm>
              <a:off x="4943" y="1207"/>
              <a:ext cx="817" cy="288"/>
            </a:xfrm>
            <a:prstGeom prst="rect">
              <a:avLst/>
            </a:prstGeom>
            <a:noFill/>
            <a:ln w="9525">
              <a:noFill/>
            </a:ln>
          </p:spPr>
          <p:txBody>
            <a:bodyPr>
              <a:spAutoFit/>
            </a:bodyPr>
            <a:lstStyle>
              <a:lvl1pPr marL="342900" indent="-342900" algn="l" rtl="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hlink"/>
                </a:buClr>
                <a:buSzPct val="80000"/>
                <a:buFont typeface="Wingdings" panose="05000000000000000000" pitchFamily="2" charset="2"/>
                <a:buChar char="n"/>
                <a:defRPr sz="3200" b="0">
                  <a:solidFill>
                    <a:schemeClr val="tx1"/>
                  </a:solidFill>
                  <a:effectLst/>
                  <a:latin typeface="+mn-lt"/>
                  <a:ea typeface="+mn-ea"/>
                  <a:cs typeface="+mn-cs"/>
                </a:defRPr>
              </a:lvl1pPr>
              <a:lvl2pPr marL="742950" indent="-285750" algn="l" rtl="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tx1"/>
                </a:buClr>
                <a:buChar char="–"/>
                <a:defRPr sz="2800">
                  <a:solidFill>
                    <a:schemeClr val="tx1"/>
                  </a:solidFill>
                  <a:effectLst/>
                  <a:latin typeface="+mn-lt"/>
                  <a:ea typeface="+mn-ea"/>
                </a:defRPr>
              </a:lvl2pPr>
              <a:lvl3pPr marL="11430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hlink"/>
                </a:buClr>
                <a:buFont typeface="Wingdings" panose="05000000000000000000" pitchFamily="2" charset="2"/>
                <a:buChar char="§"/>
                <a:defRPr sz="2400">
                  <a:solidFill>
                    <a:schemeClr val="tx1"/>
                  </a:solidFill>
                  <a:effectLst/>
                  <a:latin typeface="+mn-lt"/>
                  <a:ea typeface="+mn-ea"/>
                </a:defRPr>
              </a:lvl3pPr>
              <a:lvl4pPr marL="16002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–"/>
                <a:defRPr sz="2000">
                  <a:solidFill>
                    <a:schemeClr val="tx1"/>
                  </a:solidFill>
                  <a:effectLst/>
                  <a:latin typeface="+mn-lt"/>
                  <a:ea typeface="+mn-ea"/>
                </a:defRPr>
              </a:lvl4pPr>
              <a:lvl5pPr marL="20574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hlink"/>
                </a:buClr>
                <a:buFont typeface="Wingdings" panose="05000000000000000000" pitchFamily="2" charset="2"/>
                <a:buChar char="§"/>
                <a:defRPr sz="2000">
                  <a:solidFill>
                    <a:schemeClr val="tx1"/>
                  </a:solidFill>
                  <a:effectLst/>
                  <a:latin typeface="+mn-lt"/>
                  <a:ea typeface="+mn-ea"/>
                </a:defRPr>
              </a:lvl5pPr>
            </a:lstStyle>
            <a:p>
              <a:pPr marL="0" lvl="0" indent="0" eaLnBrk="1" hangingPunct="1">
                <a:spcBef>
                  <a:spcPct val="50000"/>
                </a:spcBef>
                <a:buClrTx/>
                <a:buSzTx/>
                <a:buFontTx/>
                <a:buNone/>
              </a:pPr>
              <a:r>
                <a:rPr lang="en-US" altLang="zh-CN" sz="2400" b="1" dirty="0">
                  <a:latin typeface="Arial" panose="020B0604020202020204" pitchFamily="34" charset="0"/>
                </a:rPr>
                <a:t>data[1]</a:t>
              </a:r>
              <a:endParaRPr lang="en-US" altLang="zh-CN" sz="2400" b="1" dirty="0">
                <a:latin typeface="Arial" panose="020B0604020202020204" pitchFamily="34" charset="0"/>
              </a:endParaRPr>
            </a:p>
          </p:txBody>
        </p:sp>
        <p:sp>
          <p:nvSpPr>
            <p:cNvPr id="59412" name="Text Box 34"/>
            <p:cNvSpPr txBox="1"/>
            <p:nvPr/>
          </p:nvSpPr>
          <p:spPr>
            <a:xfrm>
              <a:off x="4943" y="935"/>
              <a:ext cx="817" cy="288"/>
            </a:xfrm>
            <a:prstGeom prst="rect">
              <a:avLst/>
            </a:prstGeom>
            <a:noFill/>
            <a:ln w="9525">
              <a:noFill/>
            </a:ln>
          </p:spPr>
          <p:txBody>
            <a:bodyPr>
              <a:spAutoFit/>
            </a:bodyPr>
            <a:lstStyle>
              <a:lvl1pPr marL="342900" indent="-342900" algn="l" rtl="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hlink"/>
                </a:buClr>
                <a:buSzPct val="80000"/>
                <a:buFont typeface="Wingdings" panose="05000000000000000000" pitchFamily="2" charset="2"/>
                <a:buChar char="n"/>
                <a:defRPr sz="3200" b="0">
                  <a:solidFill>
                    <a:schemeClr val="tx1"/>
                  </a:solidFill>
                  <a:effectLst/>
                  <a:latin typeface="+mn-lt"/>
                  <a:ea typeface="+mn-ea"/>
                  <a:cs typeface="+mn-cs"/>
                </a:defRPr>
              </a:lvl1pPr>
              <a:lvl2pPr marL="742950" indent="-285750" algn="l" rtl="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tx1"/>
                </a:buClr>
                <a:buChar char="–"/>
                <a:defRPr sz="2800">
                  <a:solidFill>
                    <a:schemeClr val="tx1"/>
                  </a:solidFill>
                  <a:effectLst/>
                  <a:latin typeface="+mn-lt"/>
                  <a:ea typeface="+mn-ea"/>
                </a:defRPr>
              </a:lvl2pPr>
              <a:lvl3pPr marL="11430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hlink"/>
                </a:buClr>
                <a:buFont typeface="Wingdings" panose="05000000000000000000" pitchFamily="2" charset="2"/>
                <a:buChar char="§"/>
                <a:defRPr sz="2400">
                  <a:solidFill>
                    <a:schemeClr val="tx1"/>
                  </a:solidFill>
                  <a:effectLst/>
                  <a:latin typeface="+mn-lt"/>
                  <a:ea typeface="+mn-ea"/>
                </a:defRPr>
              </a:lvl3pPr>
              <a:lvl4pPr marL="16002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–"/>
                <a:defRPr sz="2000">
                  <a:solidFill>
                    <a:schemeClr val="tx1"/>
                  </a:solidFill>
                  <a:effectLst/>
                  <a:latin typeface="+mn-lt"/>
                  <a:ea typeface="+mn-ea"/>
                </a:defRPr>
              </a:lvl4pPr>
              <a:lvl5pPr marL="20574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hlink"/>
                </a:buClr>
                <a:buFont typeface="Wingdings" panose="05000000000000000000" pitchFamily="2" charset="2"/>
                <a:buChar char="§"/>
                <a:defRPr sz="2000">
                  <a:solidFill>
                    <a:schemeClr val="tx1"/>
                  </a:solidFill>
                  <a:effectLst/>
                  <a:latin typeface="+mn-lt"/>
                  <a:ea typeface="+mn-ea"/>
                </a:defRPr>
              </a:lvl5pPr>
            </a:lstStyle>
            <a:p>
              <a:pPr marL="0" lvl="0" indent="0" eaLnBrk="1" hangingPunct="1">
                <a:spcBef>
                  <a:spcPct val="50000"/>
                </a:spcBef>
                <a:buClrTx/>
                <a:buSzTx/>
                <a:buFontTx/>
                <a:buNone/>
              </a:pPr>
              <a:r>
                <a:rPr lang="en-US" altLang="zh-CN" sz="2400" b="1" dirty="0">
                  <a:latin typeface="Arial" panose="020B0604020202020204" pitchFamily="34" charset="0"/>
                </a:rPr>
                <a:t>data[0]</a:t>
              </a:r>
              <a:endParaRPr lang="en-US" altLang="zh-CN" sz="2400" b="1" dirty="0">
                <a:latin typeface="Arial" panose="020B0604020202020204" pitchFamily="34" charset="0"/>
              </a:endParaRPr>
            </a:p>
          </p:txBody>
        </p:sp>
        <p:grpSp>
          <p:nvGrpSpPr>
            <p:cNvPr id="59413" name="Group 41"/>
            <p:cNvGrpSpPr/>
            <p:nvPr/>
          </p:nvGrpSpPr>
          <p:grpSpPr>
            <a:xfrm>
              <a:off x="3492" y="709"/>
              <a:ext cx="2268" cy="1602"/>
              <a:chOff x="3492" y="709"/>
              <a:chExt cx="2268" cy="1602"/>
            </a:xfrm>
          </p:grpSpPr>
          <p:sp>
            <p:nvSpPr>
              <p:cNvPr id="59414" name="Text Box 32"/>
              <p:cNvSpPr txBox="1"/>
              <p:nvPr/>
            </p:nvSpPr>
            <p:spPr>
              <a:xfrm>
                <a:off x="4943" y="1479"/>
                <a:ext cx="817" cy="288"/>
              </a:xfrm>
              <a:prstGeom prst="rect">
                <a:avLst/>
              </a:prstGeom>
              <a:noFill/>
              <a:ln w="9525">
                <a:noFill/>
              </a:ln>
            </p:spPr>
            <p:txBody>
              <a:bodyPr>
                <a:spAutoFit/>
              </a:bodyPr>
              <a:lstStyle>
                <a:lvl1pPr marL="342900" indent="-342900" algn="l" rtl="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hlink"/>
                  </a:buClr>
                  <a:buSzPct val="80000"/>
                  <a:buFont typeface="Wingdings" panose="05000000000000000000" pitchFamily="2" charset="2"/>
                  <a:buChar char="n"/>
                  <a:defRPr sz="3200" b="0">
                    <a:solidFill>
                      <a:schemeClr val="tx1"/>
                    </a:solidFill>
                    <a:effectLst/>
                    <a:latin typeface="+mn-lt"/>
                    <a:ea typeface="+mn-ea"/>
                    <a:cs typeface="+mn-cs"/>
                  </a:defRPr>
                </a:lvl1pPr>
                <a:lvl2pPr marL="742950" indent="-285750" algn="l" rtl="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tx1"/>
                  </a:buClr>
                  <a:buChar char="–"/>
                  <a:defRPr sz="2800">
                    <a:solidFill>
                      <a:schemeClr val="tx1"/>
                    </a:solidFill>
                    <a:effectLst/>
                    <a:latin typeface="+mn-lt"/>
                    <a:ea typeface="+mn-ea"/>
                  </a:defRPr>
                </a:lvl2pPr>
                <a:lvl3pPr marL="1143000" indent="-228600" algn="l" rtl="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hlink"/>
                  </a:buClr>
                  <a:buFont typeface="Wingdings" panose="05000000000000000000" pitchFamily="2" charset="2"/>
                  <a:buChar char="§"/>
                  <a:defRPr sz="2400">
                    <a:solidFill>
                      <a:schemeClr val="tx1"/>
                    </a:solidFill>
                    <a:effectLst/>
                    <a:latin typeface="+mn-lt"/>
                    <a:ea typeface="+mn-ea"/>
                  </a:defRPr>
                </a:lvl3pPr>
                <a:lvl4pPr marL="1600200" indent="-228600" algn="l" rtl="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–"/>
                  <a:defRPr sz="2000">
                    <a:solidFill>
                      <a:schemeClr val="tx1"/>
                    </a:solidFill>
                    <a:effectLst/>
                    <a:latin typeface="+mn-lt"/>
                    <a:ea typeface="+mn-ea"/>
                  </a:defRPr>
                </a:lvl4pPr>
                <a:lvl5pPr marL="2057400" indent="-228600" algn="l" rtl="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hlink"/>
                  </a:buClr>
                  <a:buFont typeface="Wingdings" panose="05000000000000000000" pitchFamily="2" charset="2"/>
                  <a:buChar char="§"/>
                  <a:defRPr sz="2000">
                    <a:solidFill>
                      <a:schemeClr val="tx1"/>
                    </a:solidFill>
                    <a:effectLst/>
                    <a:latin typeface="+mn-lt"/>
                    <a:ea typeface="+mn-ea"/>
                  </a:defRPr>
                </a:lvl5pPr>
              </a:lstStyle>
              <a:p>
                <a:pPr marL="0" lvl="0" indent="0" eaLnBrk="1" hangingPunct="1">
                  <a:spcBef>
                    <a:spcPct val="50000"/>
                  </a:spcBef>
                  <a:buClrTx/>
                  <a:buSzTx/>
                  <a:buFontTx/>
                  <a:buNone/>
                </a:pPr>
                <a:r>
                  <a:rPr lang="en-US" altLang="zh-CN" sz="2400" b="1" dirty="0">
                    <a:latin typeface="Arial" panose="020B0604020202020204" pitchFamily="34" charset="0"/>
                  </a:rPr>
                  <a:t>data[2]</a:t>
                </a:r>
                <a:endParaRPr lang="en-US" altLang="zh-CN" sz="2400" b="1" dirty="0">
                  <a:latin typeface="Arial" panose="020B0604020202020204" pitchFamily="34" charset="0"/>
                </a:endParaRPr>
              </a:p>
            </p:txBody>
          </p:sp>
          <p:grpSp>
            <p:nvGrpSpPr>
              <p:cNvPr id="59415" name="Group 40"/>
              <p:cNvGrpSpPr/>
              <p:nvPr/>
            </p:nvGrpSpPr>
            <p:grpSpPr>
              <a:xfrm>
                <a:off x="3492" y="709"/>
                <a:ext cx="1497" cy="1602"/>
                <a:chOff x="3492" y="709"/>
                <a:chExt cx="1497" cy="1602"/>
              </a:xfrm>
            </p:grpSpPr>
            <p:sp>
              <p:nvSpPr>
                <p:cNvPr id="59416" name="Rectangle 15"/>
                <p:cNvSpPr/>
                <p:nvPr/>
              </p:nvSpPr>
              <p:spPr>
                <a:xfrm>
                  <a:off x="4173" y="935"/>
                  <a:ext cx="816" cy="288"/>
                </a:xfrm>
                <a:prstGeom prst="rect">
                  <a:avLst/>
                </a:prstGeom>
                <a:solidFill>
                  <a:schemeClr val="accent1"/>
                </a:solidFill>
                <a:ln w="9525" cap="flat" cmpd="sng">
                  <a:solidFill>
                    <a:schemeClr val="tx1"/>
                  </a:solidFill>
                  <a:prstDash val="solid"/>
                  <a:miter/>
                  <a:headEnd type="none" w="med" len="med"/>
                  <a:tailEnd type="none" w="med" len="med"/>
                </a:ln>
              </p:spPr>
              <p:txBody>
                <a:bodyPr wrap="none" anchor="ctr" anchorCtr="0"/>
                <a:lstStyle>
                  <a:lvl1pPr marL="342900" indent="-342900" algn="l" rtl="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lr>
                      <a:schemeClr val="hlink"/>
                    </a:buClr>
                    <a:buSzPct val="80000"/>
                    <a:buFont typeface="Wingdings" panose="05000000000000000000" pitchFamily="2" charset="2"/>
                    <a:buChar char="n"/>
                    <a:defRPr sz="3200" b="0">
                      <a:solidFill>
                        <a:schemeClr val="tx1"/>
                      </a:solidFill>
                      <a:effectLst/>
                      <a:latin typeface="+mn-lt"/>
                      <a:ea typeface="+mn-ea"/>
                      <a:cs typeface="+mn-cs"/>
                    </a:defRPr>
                  </a:lvl1pPr>
                  <a:lvl2pPr marL="742950" indent="-285750" algn="l" rtl="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lr>
                      <a:schemeClr val="tx1"/>
                    </a:buClr>
                    <a:buChar char="–"/>
                    <a:defRPr sz="2800">
                      <a:solidFill>
                        <a:schemeClr val="tx1"/>
                      </a:solidFill>
                      <a:effectLst/>
                      <a:latin typeface="+mn-lt"/>
                      <a:ea typeface="+mn-ea"/>
                    </a:defRPr>
                  </a:lvl2pPr>
                  <a:lvl3pPr marL="1143000" indent="-228600" algn="l" rtl="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lr>
                      <a:schemeClr val="hlink"/>
                    </a:buClr>
                    <a:buFont typeface="Wingdings" panose="05000000000000000000" pitchFamily="2" charset="2"/>
                    <a:buChar char="§"/>
                    <a:defRPr sz="2400">
                      <a:solidFill>
                        <a:schemeClr val="tx1"/>
                      </a:solidFill>
                      <a:effectLst/>
                      <a:latin typeface="+mn-lt"/>
                      <a:ea typeface="+mn-ea"/>
                    </a:defRPr>
                  </a:lvl3pPr>
                  <a:lvl4pPr marL="1600200" indent="-228600" algn="l" rtl="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har char="–"/>
                    <a:defRPr sz="2000">
                      <a:solidFill>
                        <a:schemeClr val="tx1"/>
                      </a:solidFill>
                      <a:effectLst/>
                      <a:latin typeface="+mn-lt"/>
                      <a:ea typeface="+mn-ea"/>
                    </a:defRPr>
                  </a:lvl4pPr>
                  <a:lvl5pPr marL="2057400" indent="-228600" algn="l" rtl="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lr>
                      <a:schemeClr val="hlink"/>
                    </a:buClr>
                    <a:buFont typeface="Wingdings" panose="05000000000000000000" pitchFamily="2" charset="2"/>
                    <a:buChar char="§"/>
                    <a:defRPr sz="2000">
                      <a:solidFill>
                        <a:schemeClr val="tx1"/>
                      </a:solidFill>
                      <a:effectLst/>
                      <a:latin typeface="+mn-lt"/>
                      <a:ea typeface="+mn-ea"/>
                    </a:defRPr>
                  </a:lvl5pPr>
                </a:lstStyle>
                <a:p>
                  <a:pPr marL="0" lvl="0" indent="0" algn="ctr" eaLnBrk="1" hangingPunct="1">
                    <a:spcBef>
                      <a:spcPct val="0"/>
                    </a:spcBef>
                    <a:buClrTx/>
                    <a:buSzTx/>
                    <a:buFontTx/>
                    <a:buNone/>
                  </a:pPr>
                  <a:endParaRPr lang="zh-CN" altLang="zh-CN" sz="1800" b="1" dirty="0">
                    <a:latin typeface="Arial" panose="020B0604020202020204" pitchFamily="34" charset="0"/>
                  </a:endParaRPr>
                </a:p>
              </p:txBody>
            </p:sp>
            <p:sp>
              <p:nvSpPr>
                <p:cNvPr id="59417" name="Rectangle 16"/>
                <p:cNvSpPr/>
                <p:nvPr/>
              </p:nvSpPr>
              <p:spPr>
                <a:xfrm>
                  <a:off x="4173" y="1207"/>
                  <a:ext cx="816" cy="272"/>
                </a:xfrm>
                <a:prstGeom prst="rect">
                  <a:avLst/>
                </a:prstGeom>
                <a:solidFill>
                  <a:schemeClr val="accent1"/>
                </a:solidFill>
                <a:ln w="9525" cap="flat" cmpd="sng">
                  <a:solidFill>
                    <a:schemeClr val="tx1"/>
                  </a:solidFill>
                  <a:prstDash val="solid"/>
                  <a:miter/>
                  <a:headEnd type="none" w="med" len="med"/>
                  <a:tailEnd type="none" w="med" len="med"/>
                </a:ln>
              </p:spPr>
              <p:txBody>
                <a:bodyPr wrap="none" anchor="ctr" anchorCtr="0"/>
                <a:lstStyle>
                  <a:lvl1pPr marL="342900" indent="-342900" algn="l" rtl="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lr>
                      <a:schemeClr val="hlink"/>
                    </a:buClr>
                    <a:buSzPct val="80000"/>
                    <a:buFont typeface="Wingdings" panose="05000000000000000000" pitchFamily="2" charset="2"/>
                    <a:buChar char="n"/>
                    <a:defRPr sz="3200" b="0">
                      <a:solidFill>
                        <a:schemeClr val="tx1"/>
                      </a:solidFill>
                      <a:effectLst/>
                      <a:latin typeface="+mn-lt"/>
                      <a:ea typeface="+mn-ea"/>
                      <a:cs typeface="+mn-cs"/>
                    </a:defRPr>
                  </a:lvl1pPr>
                  <a:lvl2pPr marL="742950" indent="-285750" algn="l" rtl="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lr>
                      <a:schemeClr val="tx1"/>
                    </a:buClr>
                    <a:buChar char="–"/>
                    <a:defRPr sz="2800">
                      <a:solidFill>
                        <a:schemeClr val="tx1"/>
                      </a:solidFill>
                      <a:effectLst/>
                      <a:latin typeface="+mn-lt"/>
                      <a:ea typeface="+mn-ea"/>
                    </a:defRPr>
                  </a:lvl2pPr>
                  <a:lvl3pPr marL="1143000" indent="-228600" algn="l" rtl="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lr>
                      <a:schemeClr val="hlink"/>
                    </a:buClr>
                    <a:buFont typeface="Wingdings" panose="05000000000000000000" pitchFamily="2" charset="2"/>
                    <a:buChar char="§"/>
                    <a:defRPr sz="2400">
                      <a:solidFill>
                        <a:schemeClr val="tx1"/>
                      </a:solidFill>
                      <a:effectLst/>
                      <a:latin typeface="+mn-lt"/>
                      <a:ea typeface="+mn-ea"/>
                    </a:defRPr>
                  </a:lvl3pPr>
                  <a:lvl4pPr marL="1600200" indent="-228600" algn="l" rtl="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har char="–"/>
                    <a:defRPr sz="2000">
                      <a:solidFill>
                        <a:schemeClr val="tx1"/>
                      </a:solidFill>
                      <a:effectLst/>
                      <a:latin typeface="+mn-lt"/>
                      <a:ea typeface="+mn-ea"/>
                    </a:defRPr>
                  </a:lvl4pPr>
                  <a:lvl5pPr marL="2057400" indent="-228600" algn="l" rtl="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lr>
                      <a:schemeClr val="hlink"/>
                    </a:buClr>
                    <a:buFont typeface="Wingdings" panose="05000000000000000000" pitchFamily="2" charset="2"/>
                    <a:buChar char="§"/>
                    <a:defRPr sz="2000">
                      <a:solidFill>
                        <a:schemeClr val="tx1"/>
                      </a:solidFill>
                      <a:effectLst/>
                      <a:latin typeface="+mn-lt"/>
                      <a:ea typeface="+mn-ea"/>
                    </a:defRPr>
                  </a:lvl5pPr>
                </a:lstStyle>
                <a:p>
                  <a:pPr marL="0" lvl="0" indent="0" algn="ctr" eaLnBrk="1" hangingPunct="1">
                    <a:spcBef>
                      <a:spcPct val="0"/>
                    </a:spcBef>
                    <a:buClrTx/>
                    <a:buSzTx/>
                    <a:buFontTx/>
                    <a:buNone/>
                  </a:pPr>
                  <a:endParaRPr lang="zh-CN" altLang="zh-CN" sz="1800" b="1" dirty="0">
                    <a:latin typeface="Arial" panose="020B0604020202020204" pitchFamily="34" charset="0"/>
                  </a:endParaRPr>
                </a:p>
              </p:txBody>
            </p:sp>
            <p:sp>
              <p:nvSpPr>
                <p:cNvPr id="59418" name="Rectangle 17"/>
                <p:cNvSpPr/>
                <p:nvPr/>
              </p:nvSpPr>
              <p:spPr>
                <a:xfrm>
                  <a:off x="4173" y="1479"/>
                  <a:ext cx="816" cy="272"/>
                </a:xfrm>
                <a:prstGeom prst="rect">
                  <a:avLst/>
                </a:prstGeom>
                <a:solidFill>
                  <a:schemeClr val="accent1"/>
                </a:solidFill>
                <a:ln w="9525" cap="flat" cmpd="sng">
                  <a:solidFill>
                    <a:schemeClr val="tx1"/>
                  </a:solidFill>
                  <a:prstDash val="solid"/>
                  <a:miter/>
                  <a:headEnd type="none" w="med" len="med"/>
                  <a:tailEnd type="none" w="med" len="med"/>
                </a:ln>
              </p:spPr>
              <p:txBody>
                <a:bodyPr wrap="none" anchor="ctr" anchorCtr="0"/>
                <a:lstStyle>
                  <a:lvl1pPr marL="342900" indent="-342900" algn="l" rtl="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lr>
                      <a:schemeClr val="hlink"/>
                    </a:buClr>
                    <a:buSzPct val="80000"/>
                    <a:buFont typeface="Wingdings" panose="05000000000000000000" pitchFamily="2" charset="2"/>
                    <a:buChar char="n"/>
                    <a:defRPr sz="3200" b="0">
                      <a:solidFill>
                        <a:schemeClr val="tx1"/>
                      </a:solidFill>
                      <a:effectLst/>
                      <a:latin typeface="+mn-lt"/>
                      <a:ea typeface="+mn-ea"/>
                      <a:cs typeface="+mn-cs"/>
                    </a:defRPr>
                  </a:lvl1pPr>
                  <a:lvl2pPr marL="742950" indent="-285750" algn="l" rtl="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lr>
                      <a:schemeClr val="tx1"/>
                    </a:buClr>
                    <a:buChar char="–"/>
                    <a:defRPr sz="2800">
                      <a:solidFill>
                        <a:schemeClr val="tx1"/>
                      </a:solidFill>
                      <a:effectLst/>
                      <a:latin typeface="+mn-lt"/>
                      <a:ea typeface="+mn-ea"/>
                    </a:defRPr>
                  </a:lvl2pPr>
                  <a:lvl3pPr marL="1143000" indent="-228600" algn="l" rtl="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lr>
                      <a:schemeClr val="hlink"/>
                    </a:buClr>
                    <a:buFont typeface="Wingdings" panose="05000000000000000000" pitchFamily="2" charset="2"/>
                    <a:buChar char="§"/>
                    <a:defRPr sz="2400">
                      <a:solidFill>
                        <a:schemeClr val="tx1"/>
                      </a:solidFill>
                      <a:effectLst/>
                      <a:latin typeface="+mn-lt"/>
                      <a:ea typeface="+mn-ea"/>
                    </a:defRPr>
                  </a:lvl3pPr>
                  <a:lvl4pPr marL="1600200" indent="-228600" algn="l" rtl="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har char="–"/>
                    <a:defRPr sz="2000">
                      <a:solidFill>
                        <a:schemeClr val="tx1"/>
                      </a:solidFill>
                      <a:effectLst/>
                      <a:latin typeface="+mn-lt"/>
                      <a:ea typeface="+mn-ea"/>
                    </a:defRPr>
                  </a:lvl4pPr>
                  <a:lvl5pPr marL="2057400" indent="-228600" algn="l" rtl="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lr>
                      <a:schemeClr val="hlink"/>
                    </a:buClr>
                    <a:buFont typeface="Wingdings" panose="05000000000000000000" pitchFamily="2" charset="2"/>
                    <a:buChar char="§"/>
                    <a:defRPr sz="2000">
                      <a:solidFill>
                        <a:schemeClr val="tx1"/>
                      </a:solidFill>
                      <a:effectLst/>
                      <a:latin typeface="+mn-lt"/>
                      <a:ea typeface="+mn-ea"/>
                    </a:defRPr>
                  </a:lvl5pPr>
                </a:lstStyle>
                <a:p>
                  <a:pPr marL="0" lvl="0" indent="0" algn="ctr" eaLnBrk="1" hangingPunct="1">
                    <a:spcBef>
                      <a:spcPct val="0"/>
                    </a:spcBef>
                    <a:buClrTx/>
                    <a:buSzTx/>
                    <a:buFontTx/>
                    <a:buNone/>
                  </a:pPr>
                  <a:endParaRPr lang="zh-CN" altLang="zh-CN" sz="1800" b="1" dirty="0">
                    <a:latin typeface="Arial" panose="020B0604020202020204" pitchFamily="34" charset="0"/>
                  </a:endParaRPr>
                </a:p>
              </p:txBody>
            </p:sp>
            <p:sp>
              <p:nvSpPr>
                <p:cNvPr id="59419" name="Rectangle 18"/>
                <p:cNvSpPr/>
                <p:nvPr/>
              </p:nvSpPr>
              <p:spPr>
                <a:xfrm>
                  <a:off x="4173" y="1751"/>
                  <a:ext cx="816" cy="272"/>
                </a:xfrm>
                <a:prstGeom prst="rect">
                  <a:avLst/>
                </a:prstGeom>
                <a:solidFill>
                  <a:schemeClr val="accent1"/>
                </a:solidFill>
                <a:ln w="9525" cap="flat" cmpd="sng">
                  <a:solidFill>
                    <a:schemeClr val="tx1"/>
                  </a:solidFill>
                  <a:prstDash val="solid"/>
                  <a:miter/>
                  <a:headEnd type="none" w="med" len="med"/>
                  <a:tailEnd type="none" w="med" len="med"/>
                </a:ln>
              </p:spPr>
              <p:txBody>
                <a:bodyPr wrap="none" anchor="ctr" anchorCtr="0"/>
                <a:lstStyle>
                  <a:lvl1pPr marL="342900" indent="-342900" algn="l" rtl="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lr>
                      <a:schemeClr val="hlink"/>
                    </a:buClr>
                    <a:buSzPct val="80000"/>
                    <a:buFont typeface="Wingdings" panose="05000000000000000000" pitchFamily="2" charset="2"/>
                    <a:buChar char="n"/>
                    <a:defRPr sz="3200" b="0">
                      <a:solidFill>
                        <a:schemeClr val="tx1"/>
                      </a:solidFill>
                      <a:effectLst/>
                      <a:latin typeface="+mn-lt"/>
                      <a:ea typeface="+mn-ea"/>
                      <a:cs typeface="+mn-cs"/>
                    </a:defRPr>
                  </a:lvl1pPr>
                  <a:lvl2pPr marL="742950" indent="-285750" algn="l" rtl="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lr>
                      <a:schemeClr val="tx1"/>
                    </a:buClr>
                    <a:buChar char="–"/>
                    <a:defRPr sz="2800">
                      <a:solidFill>
                        <a:schemeClr val="tx1"/>
                      </a:solidFill>
                      <a:effectLst/>
                      <a:latin typeface="+mn-lt"/>
                      <a:ea typeface="+mn-ea"/>
                    </a:defRPr>
                  </a:lvl2pPr>
                  <a:lvl3pPr marL="1143000" indent="-228600" algn="l" rtl="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lr>
                      <a:schemeClr val="hlink"/>
                    </a:buClr>
                    <a:buFont typeface="Wingdings" panose="05000000000000000000" pitchFamily="2" charset="2"/>
                    <a:buChar char="§"/>
                    <a:defRPr sz="2400">
                      <a:solidFill>
                        <a:schemeClr val="tx1"/>
                      </a:solidFill>
                      <a:effectLst/>
                      <a:latin typeface="+mn-lt"/>
                      <a:ea typeface="+mn-ea"/>
                    </a:defRPr>
                  </a:lvl3pPr>
                  <a:lvl4pPr marL="1600200" indent="-228600" algn="l" rtl="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har char="–"/>
                    <a:defRPr sz="2000">
                      <a:solidFill>
                        <a:schemeClr val="tx1"/>
                      </a:solidFill>
                      <a:effectLst/>
                      <a:latin typeface="+mn-lt"/>
                      <a:ea typeface="+mn-ea"/>
                    </a:defRPr>
                  </a:lvl4pPr>
                  <a:lvl5pPr marL="2057400" indent="-228600" algn="l" rtl="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lr>
                      <a:schemeClr val="hlink"/>
                    </a:buClr>
                    <a:buFont typeface="Wingdings" panose="05000000000000000000" pitchFamily="2" charset="2"/>
                    <a:buChar char="§"/>
                    <a:defRPr sz="2000">
                      <a:solidFill>
                        <a:schemeClr val="tx1"/>
                      </a:solidFill>
                      <a:effectLst/>
                      <a:latin typeface="+mn-lt"/>
                      <a:ea typeface="+mn-ea"/>
                    </a:defRPr>
                  </a:lvl5pPr>
                </a:lstStyle>
                <a:p>
                  <a:pPr marL="0" lvl="0" indent="0" algn="ctr" eaLnBrk="1" hangingPunct="1">
                    <a:spcBef>
                      <a:spcPct val="0"/>
                    </a:spcBef>
                    <a:buClrTx/>
                    <a:buSzTx/>
                    <a:buFontTx/>
                    <a:buNone/>
                  </a:pPr>
                  <a:endParaRPr lang="zh-CN" altLang="zh-CN" sz="1800" b="1" dirty="0">
                    <a:latin typeface="Arial" panose="020B0604020202020204" pitchFamily="34" charset="0"/>
                  </a:endParaRPr>
                </a:p>
              </p:txBody>
            </p:sp>
            <p:sp>
              <p:nvSpPr>
                <p:cNvPr id="59420" name="Rectangle 19"/>
                <p:cNvSpPr/>
                <p:nvPr/>
              </p:nvSpPr>
              <p:spPr>
                <a:xfrm>
                  <a:off x="4173" y="2023"/>
                  <a:ext cx="816" cy="272"/>
                </a:xfrm>
                <a:prstGeom prst="rect">
                  <a:avLst/>
                </a:prstGeom>
                <a:solidFill>
                  <a:schemeClr val="accent1"/>
                </a:solidFill>
                <a:ln w="9525" cap="flat" cmpd="sng">
                  <a:solidFill>
                    <a:schemeClr val="tx1"/>
                  </a:solidFill>
                  <a:prstDash val="solid"/>
                  <a:miter/>
                  <a:headEnd type="none" w="med" len="med"/>
                  <a:tailEnd type="none" w="med" len="med"/>
                </a:ln>
              </p:spPr>
              <p:txBody>
                <a:bodyPr wrap="none" anchor="ctr" anchorCtr="0"/>
                <a:lstStyle>
                  <a:lvl1pPr marL="342900" indent="-342900" algn="l" rtl="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lr>
                      <a:schemeClr val="hlink"/>
                    </a:buClr>
                    <a:buSzPct val="80000"/>
                    <a:buFont typeface="Wingdings" panose="05000000000000000000" pitchFamily="2" charset="2"/>
                    <a:buChar char="n"/>
                    <a:defRPr sz="3200" b="0">
                      <a:solidFill>
                        <a:schemeClr val="tx1"/>
                      </a:solidFill>
                      <a:effectLst/>
                      <a:latin typeface="+mn-lt"/>
                      <a:ea typeface="+mn-ea"/>
                      <a:cs typeface="+mn-cs"/>
                    </a:defRPr>
                  </a:lvl1pPr>
                  <a:lvl2pPr marL="742950" indent="-285750" algn="l" rtl="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lr>
                      <a:schemeClr val="tx1"/>
                    </a:buClr>
                    <a:buChar char="–"/>
                    <a:defRPr sz="2800">
                      <a:solidFill>
                        <a:schemeClr val="tx1"/>
                      </a:solidFill>
                      <a:effectLst/>
                      <a:latin typeface="+mn-lt"/>
                      <a:ea typeface="+mn-ea"/>
                    </a:defRPr>
                  </a:lvl2pPr>
                  <a:lvl3pPr marL="1143000" indent="-228600" algn="l" rtl="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lr>
                      <a:schemeClr val="hlink"/>
                    </a:buClr>
                    <a:buFont typeface="Wingdings" panose="05000000000000000000" pitchFamily="2" charset="2"/>
                    <a:buChar char="§"/>
                    <a:defRPr sz="2400">
                      <a:solidFill>
                        <a:schemeClr val="tx1"/>
                      </a:solidFill>
                      <a:effectLst/>
                      <a:latin typeface="+mn-lt"/>
                      <a:ea typeface="+mn-ea"/>
                    </a:defRPr>
                  </a:lvl3pPr>
                  <a:lvl4pPr marL="1600200" indent="-228600" algn="l" rtl="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har char="–"/>
                    <a:defRPr sz="2000">
                      <a:solidFill>
                        <a:schemeClr val="tx1"/>
                      </a:solidFill>
                      <a:effectLst/>
                      <a:latin typeface="+mn-lt"/>
                      <a:ea typeface="+mn-ea"/>
                    </a:defRPr>
                  </a:lvl4pPr>
                  <a:lvl5pPr marL="2057400" indent="-228600" algn="l" rtl="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lr>
                      <a:schemeClr val="hlink"/>
                    </a:buClr>
                    <a:buFont typeface="Wingdings" panose="05000000000000000000" pitchFamily="2" charset="2"/>
                    <a:buChar char="§"/>
                    <a:defRPr sz="2000">
                      <a:solidFill>
                        <a:schemeClr val="tx1"/>
                      </a:solidFill>
                      <a:effectLst/>
                      <a:latin typeface="+mn-lt"/>
                      <a:ea typeface="+mn-ea"/>
                    </a:defRPr>
                  </a:lvl5pPr>
                </a:lstStyle>
                <a:p>
                  <a:pPr marL="0" lvl="0" indent="0" algn="ctr" eaLnBrk="1" hangingPunct="1">
                    <a:spcBef>
                      <a:spcPct val="0"/>
                    </a:spcBef>
                    <a:buClrTx/>
                    <a:buSzTx/>
                    <a:buFontTx/>
                    <a:buNone/>
                  </a:pPr>
                  <a:endParaRPr lang="zh-CN" altLang="zh-CN" sz="1800" b="1" dirty="0">
                    <a:latin typeface="Arial" panose="020B0604020202020204" pitchFamily="34" charset="0"/>
                  </a:endParaRPr>
                </a:p>
              </p:txBody>
            </p:sp>
            <p:sp>
              <p:nvSpPr>
                <p:cNvPr id="59421" name="Text Box 20"/>
                <p:cNvSpPr txBox="1"/>
                <p:nvPr/>
              </p:nvSpPr>
              <p:spPr>
                <a:xfrm>
                  <a:off x="3492" y="2023"/>
                  <a:ext cx="635" cy="288"/>
                </a:xfrm>
                <a:prstGeom prst="rect">
                  <a:avLst/>
                </a:prstGeom>
                <a:noFill/>
                <a:ln w="9525">
                  <a:noFill/>
                </a:ln>
              </p:spPr>
              <p:txBody>
                <a:bodyPr>
                  <a:spAutoFit/>
                </a:bodyPr>
                <a:lstStyle>
                  <a:lvl1pPr marL="342900" indent="-342900" algn="l" rtl="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lr>
                      <a:schemeClr val="hlink"/>
                    </a:buClr>
                    <a:buSzPct val="80000"/>
                    <a:buFont typeface="Wingdings" panose="05000000000000000000" pitchFamily="2" charset="2"/>
                    <a:buChar char="n"/>
                    <a:defRPr sz="3200" b="0">
                      <a:solidFill>
                        <a:schemeClr val="tx1"/>
                      </a:solidFill>
                      <a:effectLst/>
                      <a:latin typeface="+mn-lt"/>
                      <a:ea typeface="+mn-ea"/>
                      <a:cs typeface="+mn-cs"/>
                    </a:defRPr>
                  </a:lvl1pPr>
                  <a:lvl2pPr marL="742950" indent="-285750" algn="l" rtl="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lr>
                      <a:schemeClr val="tx1"/>
                    </a:buClr>
                    <a:buChar char="–"/>
                    <a:defRPr sz="2800">
                      <a:solidFill>
                        <a:schemeClr val="tx1"/>
                      </a:solidFill>
                      <a:effectLst/>
                      <a:latin typeface="+mn-lt"/>
                      <a:ea typeface="+mn-ea"/>
                    </a:defRPr>
                  </a:lvl2pPr>
                  <a:lvl3pPr marL="1143000" indent="-228600" algn="l" rtl="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lr>
                      <a:schemeClr val="hlink"/>
                    </a:buClr>
                    <a:buFont typeface="Wingdings" panose="05000000000000000000" pitchFamily="2" charset="2"/>
                    <a:buChar char="§"/>
                    <a:defRPr sz="2400">
                      <a:solidFill>
                        <a:schemeClr val="tx1"/>
                      </a:solidFill>
                      <a:effectLst/>
                      <a:latin typeface="+mn-lt"/>
                      <a:ea typeface="+mn-ea"/>
                    </a:defRPr>
                  </a:lvl3pPr>
                  <a:lvl4pPr marL="1600200" indent="-228600" algn="l" rtl="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har char="–"/>
                    <a:defRPr sz="2000">
                      <a:solidFill>
                        <a:schemeClr val="tx1"/>
                      </a:solidFill>
                      <a:effectLst/>
                      <a:latin typeface="+mn-lt"/>
                      <a:ea typeface="+mn-ea"/>
                    </a:defRPr>
                  </a:lvl4pPr>
                  <a:lvl5pPr marL="2057400" indent="-228600" algn="l" rtl="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lr>
                      <a:schemeClr val="hlink"/>
                    </a:buClr>
                    <a:buFont typeface="Wingdings" panose="05000000000000000000" pitchFamily="2" charset="2"/>
                    <a:buChar char="§"/>
                    <a:defRPr sz="2000">
                      <a:solidFill>
                        <a:schemeClr val="tx1"/>
                      </a:solidFill>
                      <a:effectLst/>
                      <a:latin typeface="+mn-lt"/>
                      <a:ea typeface="+mn-ea"/>
                    </a:defRPr>
                  </a:lvl5pPr>
                </a:lstStyle>
                <a:p>
                  <a:pPr marL="0" lvl="0" indent="0" eaLnBrk="1" hangingPunct="1">
                    <a:spcBef>
                      <a:spcPct val="50000"/>
                    </a:spcBef>
                    <a:buClrTx/>
                    <a:buSzTx/>
                    <a:buFontTx/>
                    <a:buNone/>
                  </a:pPr>
                  <a:r>
                    <a:rPr lang="en-US" altLang="zh-CN" sz="2400" b="1" dirty="0">
                      <a:latin typeface="Arial" panose="020B0604020202020204" pitchFamily="34" charset="0"/>
                    </a:rPr>
                    <a:t>E9A2</a:t>
                  </a:r>
                  <a:endParaRPr lang="en-US" altLang="zh-CN" sz="2400" b="1" dirty="0">
                    <a:latin typeface="Arial" panose="020B0604020202020204" pitchFamily="34" charset="0"/>
                  </a:endParaRPr>
                </a:p>
              </p:txBody>
            </p:sp>
            <p:sp>
              <p:nvSpPr>
                <p:cNvPr id="59422" name="Text Box 21"/>
                <p:cNvSpPr txBox="1"/>
                <p:nvPr/>
              </p:nvSpPr>
              <p:spPr>
                <a:xfrm>
                  <a:off x="3492" y="1751"/>
                  <a:ext cx="590" cy="288"/>
                </a:xfrm>
                <a:prstGeom prst="rect">
                  <a:avLst/>
                </a:prstGeom>
                <a:noFill/>
                <a:ln w="9525">
                  <a:noFill/>
                </a:ln>
              </p:spPr>
              <p:txBody>
                <a:bodyPr>
                  <a:spAutoFit/>
                </a:bodyPr>
                <a:lstStyle>
                  <a:lvl1pPr marL="342900" indent="-342900" algn="l" rtl="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lr>
                      <a:schemeClr val="hlink"/>
                    </a:buClr>
                    <a:buSzPct val="80000"/>
                    <a:buFont typeface="Wingdings" panose="05000000000000000000" pitchFamily="2" charset="2"/>
                    <a:buChar char="n"/>
                    <a:defRPr sz="3200" b="0">
                      <a:solidFill>
                        <a:schemeClr val="tx1"/>
                      </a:solidFill>
                      <a:effectLst/>
                      <a:latin typeface="+mn-lt"/>
                      <a:ea typeface="+mn-ea"/>
                      <a:cs typeface="+mn-cs"/>
                    </a:defRPr>
                  </a:lvl1pPr>
                  <a:lvl2pPr marL="742950" indent="-285750" algn="l" rtl="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lr>
                      <a:schemeClr val="tx1"/>
                    </a:buClr>
                    <a:buChar char="–"/>
                    <a:defRPr sz="2800">
                      <a:solidFill>
                        <a:schemeClr val="tx1"/>
                      </a:solidFill>
                      <a:effectLst/>
                      <a:latin typeface="+mn-lt"/>
                      <a:ea typeface="+mn-ea"/>
                    </a:defRPr>
                  </a:lvl2pPr>
                  <a:lvl3pPr marL="1143000" indent="-228600" algn="l" rtl="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lr>
                      <a:schemeClr val="hlink"/>
                    </a:buClr>
                    <a:buFont typeface="Wingdings" panose="05000000000000000000" pitchFamily="2" charset="2"/>
                    <a:buChar char="§"/>
                    <a:defRPr sz="2400">
                      <a:solidFill>
                        <a:schemeClr val="tx1"/>
                      </a:solidFill>
                      <a:effectLst/>
                      <a:latin typeface="+mn-lt"/>
                      <a:ea typeface="+mn-ea"/>
                    </a:defRPr>
                  </a:lvl3pPr>
                  <a:lvl4pPr marL="1600200" indent="-228600" algn="l" rtl="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har char="–"/>
                    <a:defRPr sz="2000">
                      <a:solidFill>
                        <a:schemeClr val="tx1"/>
                      </a:solidFill>
                      <a:effectLst/>
                      <a:latin typeface="+mn-lt"/>
                      <a:ea typeface="+mn-ea"/>
                    </a:defRPr>
                  </a:lvl4pPr>
                  <a:lvl5pPr marL="2057400" indent="-228600" algn="l" rtl="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lr>
                      <a:schemeClr val="hlink"/>
                    </a:buClr>
                    <a:buFont typeface="Wingdings" panose="05000000000000000000" pitchFamily="2" charset="2"/>
                    <a:buChar char="§"/>
                    <a:defRPr sz="2000">
                      <a:solidFill>
                        <a:schemeClr val="tx1"/>
                      </a:solidFill>
                      <a:effectLst/>
                      <a:latin typeface="+mn-lt"/>
                      <a:ea typeface="+mn-ea"/>
                    </a:defRPr>
                  </a:lvl5pPr>
                </a:lstStyle>
                <a:p>
                  <a:pPr marL="0" lvl="0" indent="0" eaLnBrk="1" hangingPunct="1">
                    <a:spcBef>
                      <a:spcPct val="50000"/>
                    </a:spcBef>
                    <a:buClrTx/>
                    <a:buSzTx/>
                    <a:buFontTx/>
                    <a:buNone/>
                  </a:pPr>
                  <a:r>
                    <a:rPr lang="en-US" altLang="zh-CN" sz="2400" b="1" dirty="0">
                      <a:latin typeface="Arial" panose="020B0604020202020204" pitchFamily="34" charset="0"/>
                    </a:rPr>
                    <a:t>E99E</a:t>
                  </a:r>
                  <a:endParaRPr lang="en-US" altLang="zh-CN" sz="2400" b="1" dirty="0">
                    <a:latin typeface="Arial" panose="020B0604020202020204" pitchFamily="34" charset="0"/>
                  </a:endParaRPr>
                </a:p>
              </p:txBody>
            </p:sp>
            <p:sp>
              <p:nvSpPr>
                <p:cNvPr id="59423" name="Text Box 22"/>
                <p:cNvSpPr txBox="1"/>
                <p:nvPr/>
              </p:nvSpPr>
              <p:spPr>
                <a:xfrm>
                  <a:off x="3492" y="1479"/>
                  <a:ext cx="658" cy="291"/>
                </a:xfrm>
                <a:prstGeom prst="rect">
                  <a:avLst/>
                </a:prstGeom>
                <a:noFill/>
                <a:ln w="9525">
                  <a:noFill/>
                </a:ln>
              </p:spPr>
              <p:txBody>
                <a:bodyPr>
                  <a:spAutoFit/>
                </a:bodyPr>
                <a:lstStyle>
                  <a:lvl1pPr marL="342900" indent="-342900" algn="l" rtl="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lr>
                      <a:schemeClr val="hlink"/>
                    </a:buClr>
                    <a:buSzPct val="80000"/>
                    <a:buFont typeface="Wingdings" panose="05000000000000000000" pitchFamily="2" charset="2"/>
                    <a:buChar char="n"/>
                    <a:defRPr sz="3200" b="0">
                      <a:solidFill>
                        <a:schemeClr val="tx1"/>
                      </a:solidFill>
                      <a:effectLst/>
                      <a:latin typeface="+mn-lt"/>
                      <a:ea typeface="+mn-ea"/>
                      <a:cs typeface="+mn-cs"/>
                    </a:defRPr>
                  </a:lvl1pPr>
                  <a:lvl2pPr marL="742950" indent="-285750" algn="l" rtl="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lr>
                      <a:schemeClr val="tx1"/>
                    </a:buClr>
                    <a:buChar char="–"/>
                    <a:defRPr sz="2800">
                      <a:solidFill>
                        <a:schemeClr val="tx1"/>
                      </a:solidFill>
                      <a:effectLst/>
                      <a:latin typeface="+mn-lt"/>
                      <a:ea typeface="+mn-ea"/>
                    </a:defRPr>
                  </a:lvl2pPr>
                  <a:lvl3pPr marL="1143000" indent="-228600" algn="l" rtl="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lr>
                      <a:schemeClr val="hlink"/>
                    </a:buClr>
                    <a:buFont typeface="Wingdings" panose="05000000000000000000" pitchFamily="2" charset="2"/>
                    <a:buChar char="§"/>
                    <a:defRPr sz="2400">
                      <a:solidFill>
                        <a:schemeClr val="tx1"/>
                      </a:solidFill>
                      <a:effectLst/>
                      <a:latin typeface="+mn-lt"/>
                      <a:ea typeface="+mn-ea"/>
                    </a:defRPr>
                  </a:lvl3pPr>
                  <a:lvl4pPr marL="1600200" indent="-228600" algn="l" rtl="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har char="–"/>
                    <a:defRPr sz="2000">
                      <a:solidFill>
                        <a:schemeClr val="tx1"/>
                      </a:solidFill>
                      <a:effectLst/>
                      <a:latin typeface="+mn-lt"/>
                      <a:ea typeface="+mn-ea"/>
                    </a:defRPr>
                  </a:lvl4pPr>
                  <a:lvl5pPr marL="2057400" indent="-228600" algn="l" rtl="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lr>
                      <a:schemeClr val="hlink"/>
                    </a:buClr>
                    <a:buFont typeface="Wingdings" panose="05000000000000000000" pitchFamily="2" charset="2"/>
                    <a:buChar char="§"/>
                    <a:defRPr sz="2000">
                      <a:solidFill>
                        <a:schemeClr val="tx1"/>
                      </a:solidFill>
                      <a:effectLst/>
                      <a:latin typeface="+mn-lt"/>
                      <a:ea typeface="+mn-ea"/>
                    </a:defRPr>
                  </a:lvl5pPr>
                </a:lstStyle>
                <a:p>
                  <a:pPr marL="0" lvl="0" indent="0" eaLnBrk="1" hangingPunct="1">
                    <a:spcBef>
                      <a:spcPct val="50000"/>
                    </a:spcBef>
                    <a:buClrTx/>
                    <a:buSzTx/>
                    <a:buFontTx/>
                    <a:buNone/>
                  </a:pPr>
                  <a:r>
                    <a:rPr lang="en-US" altLang="zh-CN" sz="2400" b="1" dirty="0">
                      <a:latin typeface="Arial" panose="020B0604020202020204" pitchFamily="34" charset="0"/>
                    </a:rPr>
                    <a:t>E99A</a:t>
                  </a:r>
                  <a:endParaRPr lang="en-US" altLang="zh-CN" sz="2400" b="1" dirty="0">
                    <a:latin typeface="Arial" panose="020B0604020202020204" pitchFamily="34" charset="0"/>
                  </a:endParaRPr>
                </a:p>
              </p:txBody>
            </p:sp>
            <p:sp>
              <p:nvSpPr>
                <p:cNvPr id="59424" name="Text Box 23"/>
                <p:cNvSpPr txBox="1"/>
                <p:nvPr/>
              </p:nvSpPr>
              <p:spPr>
                <a:xfrm>
                  <a:off x="3492" y="1207"/>
                  <a:ext cx="590" cy="288"/>
                </a:xfrm>
                <a:prstGeom prst="rect">
                  <a:avLst/>
                </a:prstGeom>
                <a:noFill/>
                <a:ln w="9525">
                  <a:noFill/>
                </a:ln>
              </p:spPr>
              <p:txBody>
                <a:bodyPr>
                  <a:spAutoFit/>
                </a:bodyPr>
                <a:lstStyle>
                  <a:lvl1pPr marL="342900" indent="-342900" algn="l" rtl="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lr>
                      <a:schemeClr val="hlink"/>
                    </a:buClr>
                    <a:buSzPct val="80000"/>
                    <a:buFont typeface="Wingdings" panose="05000000000000000000" pitchFamily="2" charset="2"/>
                    <a:buChar char="n"/>
                    <a:defRPr sz="3200" b="0">
                      <a:solidFill>
                        <a:schemeClr val="tx1"/>
                      </a:solidFill>
                      <a:effectLst/>
                      <a:latin typeface="+mn-lt"/>
                      <a:ea typeface="+mn-ea"/>
                      <a:cs typeface="+mn-cs"/>
                    </a:defRPr>
                  </a:lvl1pPr>
                  <a:lvl2pPr marL="742950" indent="-285750" algn="l" rtl="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lr>
                      <a:schemeClr val="tx1"/>
                    </a:buClr>
                    <a:buChar char="–"/>
                    <a:defRPr sz="2800">
                      <a:solidFill>
                        <a:schemeClr val="tx1"/>
                      </a:solidFill>
                      <a:effectLst/>
                      <a:latin typeface="+mn-lt"/>
                      <a:ea typeface="+mn-ea"/>
                    </a:defRPr>
                  </a:lvl2pPr>
                  <a:lvl3pPr marL="1143000" indent="-228600" algn="l" rtl="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lr>
                      <a:schemeClr val="hlink"/>
                    </a:buClr>
                    <a:buFont typeface="Wingdings" panose="05000000000000000000" pitchFamily="2" charset="2"/>
                    <a:buChar char="§"/>
                    <a:defRPr sz="2400">
                      <a:solidFill>
                        <a:schemeClr val="tx1"/>
                      </a:solidFill>
                      <a:effectLst/>
                      <a:latin typeface="+mn-lt"/>
                      <a:ea typeface="+mn-ea"/>
                    </a:defRPr>
                  </a:lvl3pPr>
                  <a:lvl4pPr marL="1600200" indent="-228600" algn="l" rtl="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har char="–"/>
                    <a:defRPr sz="2000">
                      <a:solidFill>
                        <a:schemeClr val="tx1"/>
                      </a:solidFill>
                      <a:effectLst/>
                      <a:latin typeface="+mn-lt"/>
                      <a:ea typeface="+mn-ea"/>
                    </a:defRPr>
                  </a:lvl4pPr>
                  <a:lvl5pPr marL="2057400" indent="-228600" algn="l" rtl="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lr>
                      <a:schemeClr val="hlink"/>
                    </a:buClr>
                    <a:buFont typeface="Wingdings" panose="05000000000000000000" pitchFamily="2" charset="2"/>
                    <a:buChar char="§"/>
                    <a:defRPr sz="2000">
                      <a:solidFill>
                        <a:schemeClr val="tx1"/>
                      </a:solidFill>
                      <a:effectLst/>
                      <a:latin typeface="+mn-lt"/>
                      <a:ea typeface="+mn-ea"/>
                    </a:defRPr>
                  </a:lvl5pPr>
                </a:lstStyle>
                <a:p>
                  <a:pPr marL="0" lvl="0" indent="0" eaLnBrk="1" hangingPunct="1">
                    <a:spcBef>
                      <a:spcPct val="50000"/>
                    </a:spcBef>
                    <a:buClrTx/>
                    <a:buSzTx/>
                    <a:buFontTx/>
                    <a:buNone/>
                  </a:pPr>
                  <a:r>
                    <a:rPr lang="en-US" altLang="zh-CN" sz="2400" b="1" dirty="0">
                      <a:latin typeface="Arial" panose="020B0604020202020204" pitchFamily="34" charset="0"/>
                    </a:rPr>
                    <a:t>E996</a:t>
                  </a:r>
                  <a:endParaRPr lang="en-US" altLang="zh-CN" sz="2400" b="1" dirty="0">
                    <a:latin typeface="Arial" panose="020B0604020202020204" pitchFamily="34" charset="0"/>
                  </a:endParaRPr>
                </a:p>
              </p:txBody>
            </p:sp>
            <p:sp>
              <p:nvSpPr>
                <p:cNvPr id="59425" name="Text Box 24"/>
                <p:cNvSpPr txBox="1"/>
                <p:nvPr/>
              </p:nvSpPr>
              <p:spPr>
                <a:xfrm>
                  <a:off x="3492" y="935"/>
                  <a:ext cx="590" cy="288"/>
                </a:xfrm>
                <a:prstGeom prst="rect">
                  <a:avLst/>
                </a:prstGeom>
                <a:noFill/>
                <a:ln w="9525">
                  <a:noFill/>
                </a:ln>
              </p:spPr>
              <p:txBody>
                <a:bodyPr>
                  <a:spAutoFit/>
                </a:bodyPr>
                <a:lstStyle>
                  <a:lvl1pPr marL="342900" indent="-342900" algn="l" rtl="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lr>
                      <a:schemeClr val="hlink"/>
                    </a:buClr>
                    <a:buSzPct val="80000"/>
                    <a:buFont typeface="Wingdings" panose="05000000000000000000" pitchFamily="2" charset="2"/>
                    <a:buChar char="n"/>
                    <a:defRPr sz="3200" b="0">
                      <a:solidFill>
                        <a:schemeClr val="tx1"/>
                      </a:solidFill>
                      <a:effectLst/>
                      <a:latin typeface="+mn-lt"/>
                      <a:ea typeface="+mn-ea"/>
                      <a:cs typeface="+mn-cs"/>
                    </a:defRPr>
                  </a:lvl1pPr>
                  <a:lvl2pPr marL="742950" indent="-285750" algn="l" rtl="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lr>
                      <a:schemeClr val="tx1"/>
                    </a:buClr>
                    <a:buChar char="–"/>
                    <a:defRPr sz="2800">
                      <a:solidFill>
                        <a:schemeClr val="tx1"/>
                      </a:solidFill>
                      <a:effectLst/>
                      <a:latin typeface="+mn-lt"/>
                      <a:ea typeface="+mn-ea"/>
                    </a:defRPr>
                  </a:lvl2pPr>
                  <a:lvl3pPr marL="1143000" indent="-228600" algn="l" rtl="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lr>
                      <a:schemeClr val="hlink"/>
                    </a:buClr>
                    <a:buFont typeface="Wingdings" panose="05000000000000000000" pitchFamily="2" charset="2"/>
                    <a:buChar char="§"/>
                    <a:defRPr sz="2400">
                      <a:solidFill>
                        <a:schemeClr val="tx1"/>
                      </a:solidFill>
                      <a:effectLst/>
                      <a:latin typeface="+mn-lt"/>
                      <a:ea typeface="+mn-ea"/>
                    </a:defRPr>
                  </a:lvl3pPr>
                  <a:lvl4pPr marL="1600200" indent="-228600" algn="l" rtl="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har char="–"/>
                    <a:defRPr sz="2000">
                      <a:solidFill>
                        <a:schemeClr val="tx1"/>
                      </a:solidFill>
                      <a:effectLst/>
                      <a:latin typeface="+mn-lt"/>
                      <a:ea typeface="+mn-ea"/>
                    </a:defRPr>
                  </a:lvl4pPr>
                  <a:lvl5pPr marL="2057400" indent="-228600" algn="l" rtl="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lr>
                      <a:schemeClr val="hlink"/>
                    </a:buClr>
                    <a:buFont typeface="Wingdings" panose="05000000000000000000" pitchFamily="2" charset="2"/>
                    <a:buChar char="§"/>
                    <a:defRPr sz="2000">
                      <a:solidFill>
                        <a:schemeClr val="tx1"/>
                      </a:solidFill>
                      <a:effectLst/>
                      <a:latin typeface="+mn-lt"/>
                      <a:ea typeface="+mn-ea"/>
                    </a:defRPr>
                  </a:lvl5pPr>
                </a:lstStyle>
                <a:p>
                  <a:pPr marL="0" lvl="0" indent="0" eaLnBrk="1" hangingPunct="1">
                    <a:spcBef>
                      <a:spcPct val="50000"/>
                    </a:spcBef>
                    <a:buClrTx/>
                    <a:buSzTx/>
                    <a:buFontTx/>
                    <a:buNone/>
                  </a:pPr>
                  <a:r>
                    <a:rPr lang="en-US" altLang="zh-CN" sz="2400" b="1" dirty="0">
                      <a:solidFill>
                        <a:schemeClr val="accent2">
                          <a:lumMod val="60000"/>
                          <a:lumOff val="40000"/>
                        </a:schemeClr>
                      </a:solidFill>
                      <a:latin typeface="Arial" panose="020B0604020202020204" pitchFamily="34" charset="0"/>
                    </a:rPr>
                    <a:t>E992</a:t>
                  </a:r>
                  <a:endParaRPr lang="en-US" altLang="zh-CN" sz="2400" b="1" dirty="0">
                    <a:solidFill>
                      <a:schemeClr val="accent2">
                        <a:lumMod val="60000"/>
                        <a:lumOff val="40000"/>
                      </a:schemeClr>
                    </a:solidFill>
                    <a:latin typeface="Arial" panose="020B0604020202020204" pitchFamily="34" charset="0"/>
                  </a:endParaRPr>
                </a:p>
              </p:txBody>
            </p:sp>
            <p:sp>
              <p:nvSpPr>
                <p:cNvPr id="59426" name="Text Box 25"/>
                <p:cNvSpPr txBox="1"/>
                <p:nvPr/>
              </p:nvSpPr>
              <p:spPr>
                <a:xfrm>
                  <a:off x="4445" y="2023"/>
                  <a:ext cx="385" cy="288"/>
                </a:xfrm>
                <a:prstGeom prst="rect">
                  <a:avLst/>
                </a:prstGeom>
                <a:noFill/>
                <a:ln w="9525">
                  <a:noFill/>
                </a:ln>
              </p:spPr>
              <p:txBody>
                <a:bodyPr>
                  <a:spAutoFit/>
                </a:bodyPr>
                <a:lstStyle>
                  <a:lvl1pPr marL="342900" indent="-342900" algn="l" rtl="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lr>
                      <a:schemeClr val="hlink"/>
                    </a:buClr>
                    <a:buSzPct val="80000"/>
                    <a:buFont typeface="Wingdings" panose="05000000000000000000" pitchFamily="2" charset="2"/>
                    <a:buChar char="n"/>
                    <a:defRPr sz="3200" b="0">
                      <a:solidFill>
                        <a:schemeClr val="tx1"/>
                      </a:solidFill>
                      <a:effectLst/>
                      <a:latin typeface="+mn-lt"/>
                      <a:ea typeface="+mn-ea"/>
                      <a:cs typeface="+mn-cs"/>
                    </a:defRPr>
                  </a:lvl1pPr>
                  <a:lvl2pPr marL="742950" indent="-285750" algn="l" rtl="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lr>
                      <a:schemeClr val="tx1"/>
                    </a:buClr>
                    <a:buChar char="–"/>
                    <a:defRPr sz="2800">
                      <a:solidFill>
                        <a:schemeClr val="tx1"/>
                      </a:solidFill>
                      <a:effectLst/>
                      <a:latin typeface="+mn-lt"/>
                      <a:ea typeface="+mn-ea"/>
                    </a:defRPr>
                  </a:lvl2pPr>
                  <a:lvl3pPr marL="1143000" indent="-228600" algn="l" rtl="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lr>
                      <a:schemeClr val="hlink"/>
                    </a:buClr>
                    <a:buFont typeface="Wingdings" panose="05000000000000000000" pitchFamily="2" charset="2"/>
                    <a:buChar char="§"/>
                    <a:defRPr sz="2400">
                      <a:solidFill>
                        <a:schemeClr val="tx1"/>
                      </a:solidFill>
                      <a:effectLst/>
                      <a:latin typeface="+mn-lt"/>
                      <a:ea typeface="+mn-ea"/>
                    </a:defRPr>
                  </a:lvl3pPr>
                  <a:lvl4pPr marL="1600200" indent="-228600" algn="l" rtl="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har char="–"/>
                    <a:defRPr sz="2000">
                      <a:solidFill>
                        <a:schemeClr val="tx1"/>
                      </a:solidFill>
                      <a:effectLst/>
                      <a:latin typeface="+mn-lt"/>
                      <a:ea typeface="+mn-ea"/>
                    </a:defRPr>
                  </a:lvl4pPr>
                  <a:lvl5pPr marL="2057400" indent="-228600" algn="l" rtl="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lr>
                      <a:schemeClr val="hlink"/>
                    </a:buClr>
                    <a:buFont typeface="Wingdings" panose="05000000000000000000" pitchFamily="2" charset="2"/>
                    <a:buChar char="§"/>
                    <a:defRPr sz="2000">
                      <a:solidFill>
                        <a:schemeClr val="tx1"/>
                      </a:solidFill>
                      <a:effectLst/>
                      <a:latin typeface="+mn-lt"/>
                      <a:ea typeface="+mn-ea"/>
                    </a:defRPr>
                  </a:lvl5pPr>
                </a:lstStyle>
                <a:p>
                  <a:pPr marL="0" lvl="0" indent="0" eaLnBrk="1" hangingPunct="1">
                    <a:spcBef>
                      <a:spcPct val="50000"/>
                    </a:spcBef>
                    <a:buClrTx/>
                    <a:buSzTx/>
                    <a:buFontTx/>
                    <a:buNone/>
                  </a:pPr>
                  <a:r>
                    <a:rPr lang="en-US" altLang="zh-CN" sz="2400" b="1" dirty="0">
                      <a:latin typeface="Arial" panose="020B0604020202020204" pitchFamily="34" charset="0"/>
                    </a:rPr>
                    <a:t>50</a:t>
                  </a:r>
                  <a:endParaRPr lang="en-US" altLang="zh-CN" sz="2400" b="1" dirty="0">
                    <a:latin typeface="Arial" panose="020B0604020202020204" pitchFamily="34" charset="0"/>
                  </a:endParaRPr>
                </a:p>
              </p:txBody>
            </p:sp>
            <p:sp>
              <p:nvSpPr>
                <p:cNvPr id="59427" name="Text Box 26"/>
                <p:cNvSpPr txBox="1"/>
                <p:nvPr/>
              </p:nvSpPr>
              <p:spPr>
                <a:xfrm>
                  <a:off x="4446" y="1735"/>
                  <a:ext cx="339" cy="288"/>
                </a:xfrm>
                <a:prstGeom prst="rect">
                  <a:avLst/>
                </a:prstGeom>
                <a:noFill/>
                <a:ln w="9525">
                  <a:noFill/>
                </a:ln>
              </p:spPr>
              <p:txBody>
                <a:bodyPr>
                  <a:spAutoFit/>
                </a:bodyPr>
                <a:lstStyle>
                  <a:lvl1pPr marL="342900" indent="-342900" algn="l" rtl="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lr>
                      <a:schemeClr val="hlink"/>
                    </a:buClr>
                    <a:buSzPct val="80000"/>
                    <a:buFont typeface="Wingdings" panose="05000000000000000000" pitchFamily="2" charset="2"/>
                    <a:buChar char="n"/>
                    <a:defRPr sz="3200" b="0">
                      <a:solidFill>
                        <a:schemeClr val="tx1"/>
                      </a:solidFill>
                      <a:effectLst/>
                      <a:latin typeface="+mn-lt"/>
                      <a:ea typeface="+mn-ea"/>
                      <a:cs typeface="+mn-cs"/>
                    </a:defRPr>
                  </a:lvl1pPr>
                  <a:lvl2pPr marL="742950" indent="-285750" algn="l" rtl="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lr>
                      <a:schemeClr val="tx1"/>
                    </a:buClr>
                    <a:buChar char="–"/>
                    <a:defRPr sz="2800">
                      <a:solidFill>
                        <a:schemeClr val="tx1"/>
                      </a:solidFill>
                      <a:effectLst/>
                      <a:latin typeface="+mn-lt"/>
                      <a:ea typeface="+mn-ea"/>
                    </a:defRPr>
                  </a:lvl2pPr>
                  <a:lvl3pPr marL="1143000" indent="-228600" algn="l" rtl="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lr>
                      <a:schemeClr val="hlink"/>
                    </a:buClr>
                    <a:buFont typeface="Wingdings" panose="05000000000000000000" pitchFamily="2" charset="2"/>
                    <a:buChar char="§"/>
                    <a:defRPr sz="2400">
                      <a:solidFill>
                        <a:schemeClr val="tx1"/>
                      </a:solidFill>
                      <a:effectLst/>
                      <a:latin typeface="+mn-lt"/>
                      <a:ea typeface="+mn-ea"/>
                    </a:defRPr>
                  </a:lvl3pPr>
                  <a:lvl4pPr marL="1600200" indent="-228600" algn="l" rtl="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har char="–"/>
                    <a:defRPr sz="2000">
                      <a:solidFill>
                        <a:schemeClr val="tx1"/>
                      </a:solidFill>
                      <a:effectLst/>
                      <a:latin typeface="+mn-lt"/>
                      <a:ea typeface="+mn-ea"/>
                    </a:defRPr>
                  </a:lvl4pPr>
                  <a:lvl5pPr marL="2057400" indent="-228600" algn="l" rtl="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lr>
                      <a:schemeClr val="hlink"/>
                    </a:buClr>
                    <a:buFont typeface="Wingdings" panose="05000000000000000000" pitchFamily="2" charset="2"/>
                    <a:buChar char="§"/>
                    <a:defRPr sz="2000">
                      <a:solidFill>
                        <a:schemeClr val="tx1"/>
                      </a:solidFill>
                      <a:effectLst/>
                      <a:latin typeface="+mn-lt"/>
                      <a:ea typeface="+mn-ea"/>
                    </a:defRPr>
                  </a:lvl5pPr>
                </a:lstStyle>
                <a:p>
                  <a:pPr marL="0" lvl="0" indent="0" eaLnBrk="1" hangingPunct="1">
                    <a:spcBef>
                      <a:spcPct val="50000"/>
                    </a:spcBef>
                    <a:buClrTx/>
                    <a:buSzTx/>
                    <a:buFontTx/>
                    <a:buNone/>
                  </a:pPr>
                  <a:r>
                    <a:rPr lang="en-US" altLang="zh-CN" sz="2400" b="1" dirty="0">
                      <a:latin typeface="Arial" panose="020B0604020202020204" pitchFamily="34" charset="0"/>
                    </a:rPr>
                    <a:t>69</a:t>
                  </a:r>
                  <a:endParaRPr lang="en-US" altLang="zh-CN" sz="2400" b="1" dirty="0">
                    <a:latin typeface="Arial" panose="020B0604020202020204" pitchFamily="34" charset="0"/>
                  </a:endParaRPr>
                </a:p>
              </p:txBody>
            </p:sp>
            <p:sp>
              <p:nvSpPr>
                <p:cNvPr id="59428" name="Text Box 27"/>
                <p:cNvSpPr txBox="1"/>
                <p:nvPr/>
              </p:nvSpPr>
              <p:spPr>
                <a:xfrm>
                  <a:off x="4445" y="1479"/>
                  <a:ext cx="340" cy="288"/>
                </a:xfrm>
                <a:prstGeom prst="rect">
                  <a:avLst/>
                </a:prstGeom>
                <a:noFill/>
                <a:ln w="9525">
                  <a:noFill/>
                </a:ln>
              </p:spPr>
              <p:txBody>
                <a:bodyPr>
                  <a:spAutoFit/>
                </a:bodyPr>
                <a:lstStyle>
                  <a:lvl1pPr marL="342900" indent="-342900" algn="l" rtl="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lr>
                      <a:schemeClr val="hlink"/>
                    </a:buClr>
                    <a:buSzPct val="80000"/>
                    <a:buFont typeface="Wingdings" panose="05000000000000000000" pitchFamily="2" charset="2"/>
                    <a:buChar char="n"/>
                    <a:defRPr sz="3200" b="0">
                      <a:solidFill>
                        <a:schemeClr val="tx1"/>
                      </a:solidFill>
                      <a:effectLst/>
                      <a:latin typeface="+mn-lt"/>
                      <a:ea typeface="+mn-ea"/>
                      <a:cs typeface="+mn-cs"/>
                    </a:defRPr>
                  </a:lvl1pPr>
                  <a:lvl2pPr marL="742950" indent="-285750" algn="l" rtl="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lr>
                      <a:schemeClr val="tx1"/>
                    </a:buClr>
                    <a:buChar char="–"/>
                    <a:defRPr sz="2800">
                      <a:solidFill>
                        <a:schemeClr val="tx1"/>
                      </a:solidFill>
                      <a:effectLst/>
                      <a:latin typeface="+mn-lt"/>
                      <a:ea typeface="+mn-ea"/>
                    </a:defRPr>
                  </a:lvl2pPr>
                  <a:lvl3pPr marL="1143000" indent="-228600" algn="l" rtl="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lr>
                      <a:schemeClr val="hlink"/>
                    </a:buClr>
                    <a:buFont typeface="Wingdings" panose="05000000000000000000" pitchFamily="2" charset="2"/>
                    <a:buChar char="§"/>
                    <a:defRPr sz="2400">
                      <a:solidFill>
                        <a:schemeClr val="tx1"/>
                      </a:solidFill>
                      <a:effectLst/>
                      <a:latin typeface="+mn-lt"/>
                      <a:ea typeface="+mn-ea"/>
                    </a:defRPr>
                  </a:lvl3pPr>
                  <a:lvl4pPr marL="1600200" indent="-228600" algn="l" rtl="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har char="–"/>
                    <a:defRPr sz="2000">
                      <a:solidFill>
                        <a:schemeClr val="tx1"/>
                      </a:solidFill>
                      <a:effectLst/>
                      <a:latin typeface="+mn-lt"/>
                      <a:ea typeface="+mn-ea"/>
                    </a:defRPr>
                  </a:lvl4pPr>
                  <a:lvl5pPr marL="2057400" indent="-228600" algn="l" rtl="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lr>
                      <a:schemeClr val="hlink"/>
                    </a:buClr>
                    <a:buFont typeface="Wingdings" panose="05000000000000000000" pitchFamily="2" charset="2"/>
                    <a:buChar char="§"/>
                    <a:defRPr sz="2000">
                      <a:solidFill>
                        <a:schemeClr val="tx1"/>
                      </a:solidFill>
                      <a:effectLst/>
                      <a:latin typeface="+mn-lt"/>
                      <a:ea typeface="+mn-ea"/>
                    </a:defRPr>
                  </a:lvl5pPr>
                </a:lstStyle>
                <a:p>
                  <a:pPr marL="0" lvl="0" indent="0" eaLnBrk="1" hangingPunct="1">
                    <a:spcBef>
                      <a:spcPct val="50000"/>
                    </a:spcBef>
                    <a:buClrTx/>
                    <a:buSzTx/>
                    <a:buFontTx/>
                    <a:buNone/>
                  </a:pPr>
                  <a:r>
                    <a:rPr lang="en-US" altLang="zh-CN" sz="2400" b="1" dirty="0">
                      <a:latin typeface="Arial" panose="020B0604020202020204" pitchFamily="34" charset="0"/>
                    </a:rPr>
                    <a:t>76</a:t>
                  </a:r>
                  <a:endParaRPr lang="en-US" altLang="zh-CN" sz="2400" b="1" dirty="0">
                    <a:latin typeface="Arial" panose="020B0604020202020204" pitchFamily="34" charset="0"/>
                  </a:endParaRPr>
                </a:p>
              </p:txBody>
            </p:sp>
            <p:sp>
              <p:nvSpPr>
                <p:cNvPr id="59429" name="Text Box 28"/>
                <p:cNvSpPr txBox="1"/>
                <p:nvPr/>
              </p:nvSpPr>
              <p:spPr>
                <a:xfrm>
                  <a:off x="4422" y="1207"/>
                  <a:ext cx="408" cy="288"/>
                </a:xfrm>
                <a:prstGeom prst="rect">
                  <a:avLst/>
                </a:prstGeom>
                <a:noFill/>
                <a:ln w="9525">
                  <a:noFill/>
                </a:ln>
              </p:spPr>
              <p:txBody>
                <a:bodyPr>
                  <a:spAutoFit/>
                </a:bodyPr>
                <a:lstStyle>
                  <a:lvl1pPr marL="342900" indent="-342900" algn="l" rtl="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lr>
                      <a:schemeClr val="hlink"/>
                    </a:buClr>
                    <a:buSzPct val="80000"/>
                    <a:buFont typeface="Wingdings" panose="05000000000000000000" pitchFamily="2" charset="2"/>
                    <a:buChar char="n"/>
                    <a:defRPr sz="3200" b="0">
                      <a:solidFill>
                        <a:schemeClr val="tx1"/>
                      </a:solidFill>
                      <a:effectLst/>
                      <a:latin typeface="+mn-lt"/>
                      <a:ea typeface="+mn-ea"/>
                      <a:cs typeface="+mn-cs"/>
                    </a:defRPr>
                  </a:lvl1pPr>
                  <a:lvl2pPr marL="742950" indent="-285750" algn="l" rtl="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lr>
                      <a:schemeClr val="tx1"/>
                    </a:buClr>
                    <a:buChar char="–"/>
                    <a:defRPr sz="2800">
                      <a:solidFill>
                        <a:schemeClr val="tx1"/>
                      </a:solidFill>
                      <a:effectLst/>
                      <a:latin typeface="+mn-lt"/>
                      <a:ea typeface="+mn-ea"/>
                    </a:defRPr>
                  </a:lvl2pPr>
                  <a:lvl3pPr marL="1143000" indent="-228600" algn="l" rtl="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lr>
                      <a:schemeClr val="hlink"/>
                    </a:buClr>
                    <a:buFont typeface="Wingdings" panose="05000000000000000000" pitchFamily="2" charset="2"/>
                    <a:buChar char="§"/>
                    <a:defRPr sz="2400">
                      <a:solidFill>
                        <a:schemeClr val="tx1"/>
                      </a:solidFill>
                      <a:effectLst/>
                      <a:latin typeface="+mn-lt"/>
                      <a:ea typeface="+mn-ea"/>
                    </a:defRPr>
                  </a:lvl3pPr>
                  <a:lvl4pPr marL="1600200" indent="-228600" algn="l" rtl="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har char="–"/>
                    <a:defRPr sz="2000">
                      <a:solidFill>
                        <a:schemeClr val="tx1"/>
                      </a:solidFill>
                      <a:effectLst/>
                      <a:latin typeface="+mn-lt"/>
                      <a:ea typeface="+mn-ea"/>
                    </a:defRPr>
                  </a:lvl4pPr>
                  <a:lvl5pPr marL="2057400" indent="-228600" algn="l" rtl="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lr>
                      <a:schemeClr val="hlink"/>
                    </a:buClr>
                    <a:buFont typeface="Wingdings" panose="05000000000000000000" pitchFamily="2" charset="2"/>
                    <a:buChar char="§"/>
                    <a:defRPr sz="2000">
                      <a:solidFill>
                        <a:schemeClr val="tx1"/>
                      </a:solidFill>
                      <a:effectLst/>
                      <a:latin typeface="+mn-lt"/>
                      <a:ea typeface="+mn-ea"/>
                    </a:defRPr>
                  </a:lvl5pPr>
                </a:lstStyle>
                <a:p>
                  <a:pPr marL="0" lvl="0" indent="0" eaLnBrk="1" hangingPunct="1">
                    <a:spcBef>
                      <a:spcPct val="50000"/>
                    </a:spcBef>
                    <a:buClrTx/>
                    <a:buSzTx/>
                    <a:buFontTx/>
                    <a:buNone/>
                  </a:pPr>
                  <a:r>
                    <a:rPr lang="en-US" altLang="zh-CN" sz="2400" b="1" dirty="0">
                      <a:latin typeface="Arial" panose="020B0604020202020204" pitchFamily="34" charset="0"/>
                    </a:rPr>
                    <a:t>87</a:t>
                  </a:r>
                  <a:endParaRPr lang="en-US" altLang="zh-CN" sz="2400" b="1" dirty="0">
                    <a:latin typeface="Arial" panose="020B0604020202020204" pitchFamily="34" charset="0"/>
                  </a:endParaRPr>
                </a:p>
              </p:txBody>
            </p:sp>
            <p:sp>
              <p:nvSpPr>
                <p:cNvPr id="59430" name="Text Box 29"/>
                <p:cNvSpPr txBox="1"/>
                <p:nvPr/>
              </p:nvSpPr>
              <p:spPr>
                <a:xfrm>
                  <a:off x="4446" y="935"/>
                  <a:ext cx="339" cy="250"/>
                </a:xfrm>
                <a:prstGeom prst="rect">
                  <a:avLst/>
                </a:prstGeom>
                <a:noFill/>
                <a:ln w="9525">
                  <a:noFill/>
                </a:ln>
              </p:spPr>
              <p:txBody>
                <a:bodyPr>
                  <a:spAutoFit/>
                </a:bodyPr>
                <a:lstStyle>
                  <a:lvl1pPr marL="342900" indent="-342900" algn="l" rtl="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lr>
                      <a:schemeClr val="hlink"/>
                    </a:buClr>
                    <a:buSzPct val="80000"/>
                    <a:buFont typeface="Wingdings" panose="05000000000000000000" pitchFamily="2" charset="2"/>
                    <a:buChar char="n"/>
                    <a:defRPr sz="3200" b="0">
                      <a:solidFill>
                        <a:schemeClr val="tx1"/>
                      </a:solidFill>
                      <a:effectLst/>
                      <a:latin typeface="+mn-lt"/>
                      <a:ea typeface="+mn-ea"/>
                      <a:cs typeface="+mn-cs"/>
                    </a:defRPr>
                  </a:lvl1pPr>
                  <a:lvl2pPr marL="742950" indent="-285750" algn="l" rtl="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lr>
                      <a:schemeClr val="tx1"/>
                    </a:buClr>
                    <a:buChar char="–"/>
                    <a:defRPr sz="2800">
                      <a:solidFill>
                        <a:schemeClr val="tx1"/>
                      </a:solidFill>
                      <a:effectLst/>
                      <a:latin typeface="+mn-lt"/>
                      <a:ea typeface="+mn-ea"/>
                    </a:defRPr>
                  </a:lvl2pPr>
                  <a:lvl3pPr marL="1143000" indent="-228600" algn="l" rtl="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lr>
                      <a:schemeClr val="hlink"/>
                    </a:buClr>
                    <a:buFont typeface="Wingdings" panose="05000000000000000000" pitchFamily="2" charset="2"/>
                    <a:buChar char="§"/>
                    <a:defRPr sz="2400">
                      <a:solidFill>
                        <a:schemeClr val="tx1"/>
                      </a:solidFill>
                      <a:effectLst/>
                      <a:latin typeface="+mn-lt"/>
                      <a:ea typeface="+mn-ea"/>
                    </a:defRPr>
                  </a:lvl3pPr>
                  <a:lvl4pPr marL="1600200" indent="-228600" algn="l" rtl="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har char="–"/>
                    <a:defRPr sz="2000">
                      <a:solidFill>
                        <a:schemeClr val="tx1"/>
                      </a:solidFill>
                      <a:effectLst/>
                      <a:latin typeface="+mn-lt"/>
                      <a:ea typeface="+mn-ea"/>
                    </a:defRPr>
                  </a:lvl4pPr>
                  <a:lvl5pPr marL="2057400" indent="-228600" algn="l" rtl="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lr>
                      <a:schemeClr val="hlink"/>
                    </a:buClr>
                    <a:buFont typeface="Wingdings" panose="05000000000000000000" pitchFamily="2" charset="2"/>
                    <a:buChar char="§"/>
                    <a:defRPr sz="2000">
                      <a:solidFill>
                        <a:schemeClr val="tx1"/>
                      </a:solidFill>
                      <a:effectLst/>
                      <a:latin typeface="+mn-lt"/>
                      <a:ea typeface="+mn-ea"/>
                    </a:defRPr>
                  </a:lvl5pPr>
                </a:lstStyle>
                <a:p>
                  <a:pPr marL="0" lvl="0" indent="0" eaLnBrk="1" hangingPunct="1">
                    <a:spcBef>
                      <a:spcPct val="50000"/>
                    </a:spcBef>
                    <a:buClrTx/>
                    <a:buSzTx/>
                    <a:buFontTx/>
                    <a:buNone/>
                  </a:pPr>
                  <a:r>
                    <a:rPr lang="en-US" altLang="zh-CN" sz="2000" b="1" dirty="0">
                      <a:latin typeface="Arial" panose="020B0604020202020204" pitchFamily="34" charset="0"/>
                    </a:rPr>
                    <a:t>90</a:t>
                  </a:r>
                  <a:endParaRPr lang="en-US" altLang="zh-CN" sz="2000" b="1" dirty="0">
                    <a:latin typeface="Arial" panose="020B0604020202020204" pitchFamily="34" charset="0"/>
                  </a:endParaRPr>
                </a:p>
              </p:txBody>
            </p:sp>
            <p:sp>
              <p:nvSpPr>
                <p:cNvPr id="59431" name="Text Box 35"/>
                <p:cNvSpPr txBox="1"/>
                <p:nvPr/>
              </p:nvSpPr>
              <p:spPr>
                <a:xfrm>
                  <a:off x="3560" y="709"/>
                  <a:ext cx="499" cy="231"/>
                </a:xfrm>
                <a:prstGeom prst="rect">
                  <a:avLst/>
                </a:prstGeom>
                <a:noFill/>
                <a:ln w="9525">
                  <a:noFill/>
                </a:ln>
              </p:spPr>
              <p:txBody>
                <a:bodyPr>
                  <a:spAutoFit/>
                </a:bodyPr>
                <a:lstStyle>
                  <a:lvl1pPr marL="342900" indent="-342900" algn="l" rtl="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lr>
                      <a:schemeClr val="hlink"/>
                    </a:buClr>
                    <a:buSzPct val="80000"/>
                    <a:buFont typeface="Wingdings" panose="05000000000000000000" pitchFamily="2" charset="2"/>
                    <a:buChar char="n"/>
                    <a:defRPr sz="3200" b="0">
                      <a:solidFill>
                        <a:schemeClr val="tx1"/>
                      </a:solidFill>
                      <a:effectLst/>
                      <a:latin typeface="+mn-lt"/>
                      <a:ea typeface="+mn-ea"/>
                      <a:cs typeface="+mn-cs"/>
                    </a:defRPr>
                  </a:lvl1pPr>
                  <a:lvl2pPr marL="742950" indent="-285750" algn="l" rtl="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lr>
                      <a:schemeClr val="tx1"/>
                    </a:buClr>
                    <a:buChar char="–"/>
                    <a:defRPr sz="2800">
                      <a:solidFill>
                        <a:schemeClr val="tx1"/>
                      </a:solidFill>
                      <a:effectLst/>
                      <a:latin typeface="+mn-lt"/>
                      <a:ea typeface="+mn-ea"/>
                    </a:defRPr>
                  </a:lvl2pPr>
                  <a:lvl3pPr marL="1143000" indent="-228600" algn="l" rtl="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lr>
                      <a:schemeClr val="hlink"/>
                    </a:buClr>
                    <a:buFont typeface="Wingdings" panose="05000000000000000000" pitchFamily="2" charset="2"/>
                    <a:buChar char="§"/>
                    <a:defRPr sz="2400">
                      <a:solidFill>
                        <a:schemeClr val="tx1"/>
                      </a:solidFill>
                      <a:effectLst/>
                      <a:latin typeface="+mn-lt"/>
                      <a:ea typeface="+mn-ea"/>
                    </a:defRPr>
                  </a:lvl3pPr>
                  <a:lvl4pPr marL="1600200" indent="-228600" algn="l" rtl="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har char="–"/>
                    <a:defRPr sz="2000">
                      <a:solidFill>
                        <a:schemeClr val="tx1"/>
                      </a:solidFill>
                      <a:effectLst/>
                      <a:latin typeface="+mn-lt"/>
                      <a:ea typeface="+mn-ea"/>
                    </a:defRPr>
                  </a:lvl4pPr>
                  <a:lvl5pPr marL="2057400" indent="-228600" algn="l" rtl="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lr>
                      <a:schemeClr val="hlink"/>
                    </a:buClr>
                    <a:buFont typeface="Wingdings" panose="05000000000000000000" pitchFamily="2" charset="2"/>
                    <a:buChar char="§"/>
                    <a:defRPr sz="2000">
                      <a:solidFill>
                        <a:schemeClr val="tx1"/>
                      </a:solidFill>
                      <a:effectLst/>
                      <a:latin typeface="+mn-lt"/>
                      <a:ea typeface="+mn-ea"/>
                    </a:defRPr>
                  </a:lvl5pPr>
                </a:lstStyle>
                <a:p>
                  <a:pPr marL="0" lvl="0" indent="0" eaLnBrk="1" hangingPunct="1">
                    <a:spcBef>
                      <a:spcPct val="50000"/>
                    </a:spcBef>
                    <a:buClrTx/>
                    <a:buSzTx/>
                    <a:buFontTx/>
                    <a:buNone/>
                  </a:pPr>
                  <a:r>
                    <a:rPr lang="zh-CN" altLang="en-US" sz="1800" b="1" dirty="0">
                      <a:latin typeface="Arial" panose="020B0604020202020204" pitchFamily="34" charset="0"/>
                    </a:rPr>
                    <a:t>地址</a:t>
                  </a:r>
                  <a:endParaRPr lang="zh-CN" altLang="en-US" sz="1800" b="1" dirty="0">
                    <a:latin typeface="Arial" panose="020B0604020202020204" pitchFamily="34" charset="0"/>
                  </a:endParaRPr>
                </a:p>
              </p:txBody>
            </p:sp>
          </p:grpSp>
        </p:grpSp>
      </p:grpSp>
      <p:sp>
        <p:nvSpPr>
          <p:cNvPr id="41" name="灯片编号占位符 5"/>
          <p:cNvSpPr>
            <a:spLocks noGrp="1"/>
          </p:cNvSpPr>
          <p:nvPr/>
        </p:nvSpPr>
        <p:spPr bwMode="auto">
          <a:xfrm>
            <a:off x="9981883" y="6365875"/>
            <a:ext cx="2133600" cy="457200"/>
          </a:xfrm>
          <a:prstGeom prst="rect">
            <a:avLst/>
          </a:prstGeom>
          <a:noFill/>
          <a:ln>
            <a:noFill/>
          </a:ln>
          <a:effectLst/>
        </p:spPr>
        <p:txBody>
          <a:bodyPr anchor="b"/>
          <a:lstStyle>
            <a:lvl1pPr eaLnBrk="0" hangingPunct="0">
              <a:defRPr sz="2000" b="1">
                <a:solidFill>
                  <a:schemeClr val="tx1"/>
                </a:solidFill>
                <a:latin typeface="Tahoma" panose="020B0604030504040204" pitchFamily="34" charset="0"/>
                <a:ea typeface="黑体" panose="02010609060101010101" pitchFamily="49" charset="-122"/>
              </a:defRPr>
            </a:lvl1pPr>
            <a:lvl2pPr marL="742950" indent="-285750" eaLnBrk="0" hangingPunct="0">
              <a:defRPr sz="2000" b="1">
                <a:solidFill>
                  <a:schemeClr val="tx1"/>
                </a:solidFill>
                <a:latin typeface="Tahoma" panose="020B0604030504040204" pitchFamily="34" charset="0"/>
                <a:ea typeface="黑体" panose="02010609060101010101" pitchFamily="49" charset="-122"/>
              </a:defRPr>
            </a:lvl2pPr>
            <a:lvl3pPr marL="1143000" indent="-228600" eaLnBrk="0" hangingPunct="0">
              <a:defRPr sz="2000" b="1">
                <a:solidFill>
                  <a:schemeClr val="tx1"/>
                </a:solidFill>
                <a:latin typeface="Tahoma" panose="020B0604030504040204" pitchFamily="34" charset="0"/>
                <a:ea typeface="黑体" panose="02010609060101010101" pitchFamily="49" charset="-122"/>
              </a:defRPr>
            </a:lvl3pPr>
            <a:lvl4pPr marL="1600200" indent="-228600" eaLnBrk="0" hangingPunct="0">
              <a:defRPr sz="2000" b="1">
                <a:solidFill>
                  <a:schemeClr val="tx1"/>
                </a:solidFill>
                <a:latin typeface="Tahoma" panose="020B0604030504040204" pitchFamily="34" charset="0"/>
                <a:ea typeface="黑体" panose="02010609060101010101" pitchFamily="49" charset="-122"/>
              </a:defRPr>
            </a:lvl4pPr>
            <a:lvl5pPr marL="2057400" indent="-228600" eaLnBrk="0" hangingPunct="0">
              <a:defRPr sz="2000" b="1">
                <a:solidFill>
                  <a:schemeClr val="tx1"/>
                </a:solidFill>
                <a:latin typeface="Tahoma" panose="020B0604030504040204" pitchFamily="34" charset="0"/>
                <a:ea typeface="黑体" panose="02010609060101010101" pitchFamily="49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000" b="1">
                <a:solidFill>
                  <a:schemeClr val="tx1"/>
                </a:solidFill>
                <a:latin typeface="Tahoma" panose="020B0604030504040204" pitchFamily="34" charset="0"/>
                <a:ea typeface="黑体" panose="02010609060101010101" pitchFamily="49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000" b="1">
                <a:solidFill>
                  <a:schemeClr val="tx1"/>
                </a:solidFill>
                <a:latin typeface="Tahoma" panose="020B0604030504040204" pitchFamily="34" charset="0"/>
                <a:ea typeface="黑体" panose="02010609060101010101" pitchFamily="49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000" b="1">
                <a:solidFill>
                  <a:schemeClr val="tx1"/>
                </a:solidFill>
                <a:latin typeface="Tahoma" panose="020B0604030504040204" pitchFamily="34" charset="0"/>
                <a:ea typeface="黑体" panose="02010609060101010101" pitchFamily="49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000" b="1">
                <a:solidFill>
                  <a:schemeClr val="tx1"/>
                </a:solidFill>
                <a:latin typeface="Tahoma" panose="020B0604030504040204" pitchFamily="34" charset="0"/>
                <a:ea typeface="黑体" panose="02010609060101010101" pitchFamily="49" charset="-122"/>
              </a:defRPr>
            </a:lvl9pPr>
          </a:lstStyle>
          <a:p>
            <a:pPr marL="0" marR="0" lvl="0" indent="0" algn="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fld id="{59C36C75-35C8-4667-9141-331511BE10A0}" type="slidenum">
              <a:rPr kumimoji="0" lang="en-US" altLang="zh-CN" sz="1200" b="0" i="0" u="none" strike="noStrike" kern="1200" cap="none" spc="0" normalizeH="0" baseline="0" noProof="0">
                <a:ln>
                  <a:noFill/>
                </a:ln>
                <a:solidFill>
                  <a:schemeClr val="tx1"/>
                </a:solidFill>
                <a:effectLst>
                  <a:outerShdw blurRad="38100" dist="38100" dir="2700000" algn="tl">
                    <a:srgbClr val="000000"/>
                  </a:outerShdw>
                </a:effectLst>
                <a:uLnTx/>
                <a:uFillTx/>
                <a:latin typeface="Tahoma" panose="020B0604030504040204" pitchFamily="34" charset="0"/>
                <a:ea typeface="宋体" panose="02010600030101010101" pitchFamily="2" charset="-122"/>
                <a:cs typeface="+mn-cs"/>
              </a:rPr>
            </a:fld>
            <a:endParaRPr kumimoji="0" lang="en-US" altLang="zh-CN" sz="1200" b="0" i="0" u="none" strike="noStrike" kern="1200" cap="none" spc="0" normalizeH="0" baseline="0" noProof="0">
              <a:ln>
                <a:noFill/>
              </a:ln>
              <a:solidFill>
                <a:schemeClr val="tx1"/>
              </a:solidFill>
              <a:effectLst>
                <a:outerShdw blurRad="38100" dist="38100" dir="2700000" algn="tl">
                  <a:srgbClr val="000000"/>
                </a:outerShdw>
              </a:effectLst>
              <a:uLnTx/>
              <a:uFillTx/>
              <a:latin typeface="Tahoma" panose="020B0604030504040204" pitchFamily="34" charset="0"/>
              <a:ea typeface="宋体" panose="02010600030101010101" pitchFamily="2" charset="-122"/>
              <a:cs typeface="+mn-cs"/>
            </a:endParaRPr>
          </a:p>
        </p:txBody>
      </p:sp>
      <p:sp>
        <p:nvSpPr>
          <p:cNvPr id="42" name="Rectangle 5"/>
          <p:cNvSpPr/>
          <p:nvPr/>
        </p:nvSpPr>
        <p:spPr>
          <a:xfrm>
            <a:off x="7075488" y="990600"/>
            <a:ext cx="1223962" cy="431800"/>
          </a:xfrm>
          <a:prstGeom prst="rect">
            <a:avLst/>
          </a:prstGeom>
          <a:noFill/>
          <a:ln w="9525">
            <a:noFill/>
          </a:ln>
        </p:spPr>
        <p:txBody>
          <a:bodyPr wrap="none" anchor="ctr" anchorCtr="0"/>
          <a:lstStyle>
            <a:lvl1pPr marL="342900" indent="-3429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80000"/>
              <a:buFont typeface="Wingdings" panose="05000000000000000000" pitchFamily="2" charset="2"/>
              <a:buChar char="n"/>
              <a:defRPr sz="3200" b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defRPr>
            </a:lvl1pPr>
            <a:lvl2pPr marL="742950" indent="-28575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Char char="–"/>
              <a:defRPr sz="2800">
                <a:solidFill>
                  <a:schemeClr val="tx1"/>
                </a:solidFill>
                <a:effectLst/>
                <a:latin typeface="+mn-lt"/>
                <a:ea typeface="+mn-ea"/>
              </a:defRPr>
            </a:lvl2pPr>
            <a:lvl3pPr marL="11430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Font typeface="Wingdings" panose="05000000000000000000" pitchFamily="2" charset="2"/>
              <a:buChar char="§"/>
              <a:defRPr sz="2400">
                <a:solidFill>
                  <a:schemeClr val="tx1"/>
                </a:solidFill>
                <a:effectLst/>
                <a:latin typeface="+mn-lt"/>
                <a:ea typeface="+mn-ea"/>
              </a:defRPr>
            </a:lvl3pPr>
            <a:lvl4pPr marL="16002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–"/>
              <a:defRPr sz="2000">
                <a:solidFill>
                  <a:schemeClr val="tx1"/>
                </a:solidFill>
                <a:effectLst/>
                <a:latin typeface="+mn-lt"/>
                <a:ea typeface="+mn-ea"/>
              </a:defRPr>
            </a:lvl4pPr>
            <a:lvl5pPr marL="20574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effectLst/>
                <a:latin typeface="+mn-lt"/>
                <a:ea typeface="+mn-ea"/>
              </a:defRPr>
            </a:lvl5pPr>
          </a:lstStyle>
          <a:p>
            <a:pPr marL="0" lvl="0" indent="0" algn="ctr" eaLnBrk="1" hangingPunct="1">
              <a:spcBef>
                <a:spcPct val="0"/>
              </a:spcBef>
              <a:buClrTx/>
              <a:buSzTx/>
              <a:buFontTx/>
              <a:buNone/>
            </a:pPr>
            <a:r>
              <a:rPr lang="zh-CN" altLang="en-US" sz="2400" b="1" dirty="0">
                <a:solidFill>
                  <a:schemeClr val="hlink"/>
                </a:solidFill>
                <a:latin typeface="Arial" panose="020B0604020202020204" pitchFamily="34" charset="0"/>
              </a:rPr>
              <a:t>形参</a:t>
            </a:r>
            <a:r>
              <a:rPr lang="en-US" altLang="zh-CN" sz="2400" b="1" dirty="0">
                <a:solidFill>
                  <a:schemeClr val="hlink"/>
                </a:solidFill>
                <a:latin typeface="Arial" panose="020B0604020202020204" pitchFamily="34" charset="0"/>
              </a:rPr>
              <a:t>s:</a:t>
            </a:r>
            <a:endParaRPr lang="en-US" altLang="zh-CN" sz="2400" b="1" dirty="0">
              <a:solidFill>
                <a:schemeClr val="hlink"/>
              </a:solidFill>
              <a:latin typeface="Arial" panose="020B0604020202020204" pitchFamily="34" charset="0"/>
            </a:endParaRPr>
          </a:p>
        </p:txBody>
      </p:sp>
      <p:sp>
        <p:nvSpPr>
          <p:cNvPr id="48" name="Rectangle 7"/>
          <p:cNvSpPr/>
          <p:nvPr/>
        </p:nvSpPr>
        <p:spPr>
          <a:xfrm>
            <a:off x="8229918" y="1295083"/>
            <a:ext cx="1295400" cy="373062"/>
          </a:xfrm>
          <a:prstGeom prst="rect">
            <a:avLst/>
          </a:prstGeom>
          <a:solidFill>
            <a:schemeClr val="accent1"/>
          </a:solidFill>
          <a:ln w="9525" cap="flat" cmpd="sng">
            <a:solidFill>
              <a:schemeClr val="tx1"/>
            </a:solidFill>
            <a:prstDash val="solid"/>
            <a:miter/>
            <a:headEnd type="none" w="med" len="med"/>
            <a:tailEnd type="none" w="med" len="med"/>
          </a:ln>
        </p:spPr>
        <p:txBody>
          <a:bodyPr wrap="none" anchor="ctr" anchorCtr="0"/>
          <a:lstStyle>
            <a:lvl1pPr marL="342900" indent="-3429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80000"/>
              <a:buFont typeface="Wingdings" panose="05000000000000000000" pitchFamily="2" charset="2"/>
              <a:buChar char="n"/>
              <a:defRPr sz="3200" b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defRPr>
            </a:lvl1pPr>
            <a:lvl2pPr marL="742950" indent="-28575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Char char="–"/>
              <a:defRPr sz="2800">
                <a:solidFill>
                  <a:schemeClr val="tx1"/>
                </a:solidFill>
                <a:effectLst/>
                <a:latin typeface="+mn-lt"/>
                <a:ea typeface="+mn-ea"/>
              </a:defRPr>
            </a:lvl2pPr>
            <a:lvl3pPr marL="11430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Font typeface="Wingdings" panose="05000000000000000000" pitchFamily="2" charset="2"/>
              <a:buChar char="§"/>
              <a:defRPr sz="2400">
                <a:solidFill>
                  <a:schemeClr val="tx1"/>
                </a:solidFill>
                <a:effectLst/>
                <a:latin typeface="+mn-lt"/>
                <a:ea typeface="+mn-ea"/>
              </a:defRPr>
            </a:lvl3pPr>
            <a:lvl4pPr marL="16002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–"/>
              <a:defRPr sz="2000">
                <a:solidFill>
                  <a:schemeClr val="tx1"/>
                </a:solidFill>
                <a:effectLst/>
                <a:latin typeface="+mn-lt"/>
                <a:ea typeface="+mn-ea"/>
              </a:defRPr>
            </a:lvl4pPr>
            <a:lvl5pPr marL="20574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effectLst/>
                <a:latin typeface="+mn-lt"/>
                <a:ea typeface="+mn-ea"/>
              </a:defRPr>
            </a:lvl5pPr>
          </a:lstStyle>
          <a:p>
            <a:pPr marL="0" lvl="0" indent="0" algn="ctr" eaLnBrk="1" hangingPunct="1">
              <a:spcBef>
                <a:spcPct val="0"/>
              </a:spcBef>
              <a:buClrTx/>
              <a:buSzTx/>
              <a:buFontTx/>
              <a:buNone/>
            </a:pPr>
            <a:r>
              <a:rPr lang="en-US" altLang="zh-CN" sz="2400" b="1" dirty="0">
                <a:solidFill>
                  <a:srgbClr val="FF0000"/>
                </a:solidFill>
                <a:latin typeface="Arial" panose="020B0604020202020204" pitchFamily="34" charset="0"/>
              </a:rPr>
              <a:t>E992</a:t>
            </a:r>
            <a:endParaRPr lang="en-US" altLang="zh-CN" sz="2400" b="1" dirty="0">
              <a:solidFill>
                <a:srgbClr val="FF0000"/>
              </a:solidFill>
              <a:latin typeface="Arial" panose="020B0604020202020204" pitchFamily="34" charset="0"/>
            </a:endParaRPr>
          </a:p>
        </p:txBody>
      </p:sp>
      <p:grpSp>
        <p:nvGrpSpPr>
          <p:cNvPr id="6" name="组合 1"/>
          <p:cNvGrpSpPr/>
          <p:nvPr/>
        </p:nvGrpSpPr>
        <p:grpSpPr>
          <a:xfrm>
            <a:off x="7162800" y="1769745"/>
            <a:ext cx="2376488" cy="431800"/>
            <a:chOff x="5435525" y="4400575"/>
            <a:chExt cx="2376488" cy="431800"/>
          </a:xfrm>
        </p:grpSpPr>
        <p:sp>
          <p:nvSpPr>
            <p:cNvPr id="59407" name="Text Box 36"/>
            <p:cNvSpPr txBox="1"/>
            <p:nvPr/>
          </p:nvSpPr>
          <p:spPr>
            <a:xfrm>
              <a:off x="6516613" y="4400575"/>
              <a:ext cx="1295400" cy="396875"/>
            </a:xfrm>
            <a:prstGeom prst="rect">
              <a:avLst/>
            </a:prstGeom>
            <a:solidFill>
              <a:schemeClr val="accent1"/>
            </a:solidFill>
            <a:ln w="9525">
              <a:noFill/>
            </a:ln>
          </p:spPr>
          <p:txBody>
            <a:bodyPr>
              <a:spAutoFit/>
            </a:bodyPr>
            <a:lstStyle>
              <a:lvl1pPr marL="342900" indent="-342900" algn="l" rtl="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hlink"/>
                </a:buClr>
                <a:buSzPct val="80000"/>
                <a:buFont typeface="Wingdings" panose="05000000000000000000" pitchFamily="2" charset="2"/>
                <a:buChar char="n"/>
                <a:defRPr sz="3200" b="0">
                  <a:solidFill>
                    <a:schemeClr val="tx1"/>
                  </a:solidFill>
                  <a:effectLst/>
                  <a:latin typeface="+mn-lt"/>
                  <a:ea typeface="+mn-ea"/>
                  <a:cs typeface="+mn-cs"/>
                </a:defRPr>
              </a:lvl1pPr>
              <a:lvl2pPr marL="742950" indent="-285750" algn="l" rtl="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tx1"/>
                </a:buClr>
                <a:buChar char="–"/>
                <a:defRPr sz="2800">
                  <a:solidFill>
                    <a:schemeClr val="tx1"/>
                  </a:solidFill>
                  <a:effectLst/>
                  <a:latin typeface="+mn-lt"/>
                  <a:ea typeface="+mn-ea"/>
                </a:defRPr>
              </a:lvl2pPr>
              <a:lvl3pPr marL="11430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hlink"/>
                </a:buClr>
                <a:buFont typeface="Wingdings" panose="05000000000000000000" pitchFamily="2" charset="2"/>
                <a:buChar char="§"/>
                <a:defRPr sz="2400">
                  <a:solidFill>
                    <a:schemeClr val="tx1"/>
                  </a:solidFill>
                  <a:effectLst/>
                  <a:latin typeface="+mn-lt"/>
                  <a:ea typeface="+mn-ea"/>
                </a:defRPr>
              </a:lvl3pPr>
              <a:lvl4pPr marL="16002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–"/>
                <a:defRPr sz="2000">
                  <a:solidFill>
                    <a:schemeClr val="tx1"/>
                  </a:solidFill>
                  <a:effectLst/>
                  <a:latin typeface="+mn-lt"/>
                  <a:ea typeface="+mn-ea"/>
                </a:defRPr>
              </a:lvl4pPr>
              <a:lvl5pPr marL="20574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hlink"/>
                </a:buClr>
                <a:buFont typeface="Wingdings" panose="05000000000000000000" pitchFamily="2" charset="2"/>
                <a:buChar char="§"/>
                <a:defRPr sz="2000">
                  <a:solidFill>
                    <a:schemeClr val="tx1"/>
                  </a:solidFill>
                  <a:effectLst/>
                  <a:latin typeface="+mn-lt"/>
                  <a:ea typeface="+mn-ea"/>
                </a:defRPr>
              </a:lvl5pPr>
            </a:lstStyle>
            <a:p>
              <a:pPr marL="0" lvl="0" indent="0" algn="ctr" eaLnBrk="1" hangingPunct="1">
                <a:spcBef>
                  <a:spcPct val="50000"/>
                </a:spcBef>
                <a:buClrTx/>
                <a:buSzTx/>
                <a:buFontTx/>
                <a:buNone/>
              </a:pPr>
              <a:r>
                <a:rPr lang="en-US" altLang="zh-CN" sz="2000" b="1" dirty="0">
                  <a:latin typeface="Arial" panose="020B0604020202020204" pitchFamily="34" charset="0"/>
                </a:rPr>
                <a:t>5</a:t>
              </a:r>
              <a:endParaRPr lang="en-US" altLang="zh-CN" sz="2000" b="1" dirty="0">
                <a:latin typeface="Arial" panose="020B0604020202020204" pitchFamily="34" charset="0"/>
              </a:endParaRPr>
            </a:p>
          </p:txBody>
        </p:sp>
        <p:sp>
          <p:nvSpPr>
            <p:cNvPr id="59408" name="Rectangle 37"/>
            <p:cNvSpPr/>
            <p:nvPr/>
          </p:nvSpPr>
          <p:spPr>
            <a:xfrm>
              <a:off x="5435525" y="4400575"/>
              <a:ext cx="1079500" cy="431800"/>
            </a:xfrm>
            <a:prstGeom prst="rect">
              <a:avLst/>
            </a:prstGeom>
            <a:noFill/>
            <a:ln w="9525">
              <a:noFill/>
            </a:ln>
          </p:spPr>
          <p:txBody>
            <a:bodyPr wrap="none" anchor="ctr" anchorCtr="0"/>
            <a:lstStyle>
              <a:lvl1pPr marL="342900" indent="-342900" algn="l" rtl="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hlink"/>
                </a:buClr>
                <a:buSzPct val="80000"/>
                <a:buFont typeface="Wingdings" panose="05000000000000000000" pitchFamily="2" charset="2"/>
                <a:buChar char="n"/>
                <a:defRPr sz="3200" b="0">
                  <a:solidFill>
                    <a:schemeClr val="tx1"/>
                  </a:solidFill>
                  <a:effectLst/>
                  <a:latin typeface="+mn-lt"/>
                  <a:ea typeface="+mn-ea"/>
                  <a:cs typeface="+mn-cs"/>
                </a:defRPr>
              </a:lvl1pPr>
              <a:lvl2pPr marL="742950" indent="-285750" algn="l" rtl="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tx1"/>
                </a:buClr>
                <a:buChar char="–"/>
                <a:defRPr sz="2800">
                  <a:solidFill>
                    <a:schemeClr val="tx1"/>
                  </a:solidFill>
                  <a:effectLst/>
                  <a:latin typeface="+mn-lt"/>
                  <a:ea typeface="+mn-ea"/>
                </a:defRPr>
              </a:lvl2pPr>
              <a:lvl3pPr marL="11430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hlink"/>
                </a:buClr>
                <a:buFont typeface="Wingdings" panose="05000000000000000000" pitchFamily="2" charset="2"/>
                <a:buChar char="§"/>
                <a:defRPr sz="2400">
                  <a:solidFill>
                    <a:schemeClr val="tx1"/>
                  </a:solidFill>
                  <a:effectLst/>
                  <a:latin typeface="+mn-lt"/>
                  <a:ea typeface="+mn-ea"/>
                </a:defRPr>
              </a:lvl3pPr>
              <a:lvl4pPr marL="16002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–"/>
                <a:defRPr sz="2000">
                  <a:solidFill>
                    <a:schemeClr val="tx1"/>
                  </a:solidFill>
                  <a:effectLst/>
                  <a:latin typeface="+mn-lt"/>
                  <a:ea typeface="+mn-ea"/>
                </a:defRPr>
              </a:lvl4pPr>
              <a:lvl5pPr marL="20574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hlink"/>
                </a:buClr>
                <a:buFont typeface="Wingdings" panose="05000000000000000000" pitchFamily="2" charset="2"/>
                <a:buChar char="§"/>
                <a:defRPr sz="2000">
                  <a:solidFill>
                    <a:schemeClr val="tx1"/>
                  </a:solidFill>
                  <a:effectLst/>
                  <a:latin typeface="+mn-lt"/>
                  <a:ea typeface="+mn-ea"/>
                </a:defRPr>
              </a:lvl5pPr>
            </a:lstStyle>
            <a:p>
              <a:pPr marL="0" lvl="0" indent="0" algn="ctr" eaLnBrk="1" hangingPunct="1">
                <a:spcBef>
                  <a:spcPct val="0"/>
                </a:spcBef>
                <a:buClrTx/>
                <a:buSzTx/>
                <a:buFontTx/>
                <a:buNone/>
              </a:pPr>
              <a:r>
                <a:rPr lang="zh-CN" altLang="en-US" sz="2400" b="1" dirty="0">
                  <a:solidFill>
                    <a:schemeClr val="hlink"/>
                  </a:solidFill>
                  <a:latin typeface="Arial" panose="020B0604020202020204" pitchFamily="34" charset="0"/>
                </a:rPr>
                <a:t>形参</a:t>
              </a:r>
              <a:r>
                <a:rPr lang="en-US" altLang="zh-CN" sz="2400" b="1" dirty="0">
                  <a:solidFill>
                    <a:schemeClr val="hlink"/>
                  </a:solidFill>
                  <a:latin typeface="Arial" panose="020B0604020202020204" pitchFamily="34" charset="0"/>
                </a:rPr>
                <a:t>n:</a:t>
              </a:r>
              <a:endParaRPr lang="en-US" altLang="zh-CN" sz="2400" b="1" dirty="0">
                <a:solidFill>
                  <a:schemeClr val="hlink"/>
                </a:solidFill>
                <a:latin typeface="Arial" panose="020B0604020202020204" pitchFamily="34" charset="0"/>
              </a:endParaRPr>
            </a:p>
          </p:txBody>
        </p:sp>
      </p:grpSp>
      <p:cxnSp>
        <p:nvCxnSpPr>
          <p:cNvPr id="5" name="直接连接符 4"/>
          <p:cNvCxnSpPr/>
          <p:nvPr/>
        </p:nvCxnSpPr>
        <p:spPr>
          <a:xfrm flipV="1">
            <a:off x="7116128" y="3657600"/>
            <a:ext cx="3322955" cy="19685"/>
          </a:xfrm>
          <a:prstGeom prst="line">
            <a:avLst/>
          </a:prstGeom>
          <a:ln w="31750" cap="flat" cmpd="sng">
            <a:solidFill>
              <a:schemeClr val="accent6">
                <a:lumMod val="60000"/>
                <a:lumOff val="40000"/>
              </a:schemeClr>
            </a:solidFill>
            <a:prstDash val="dashDot"/>
            <a:headEnd type="none" w="med" len="med"/>
            <a:tailEnd type="none" w="med" len="med"/>
          </a:ln>
        </p:spPr>
      </p:cxnSp>
    </p:spTree>
  </p:cSld>
  <p:clrMapOvr>
    <a:masterClrMapping/>
  </p:clrMapOvr>
  <p:transition>
    <p:random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3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5443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7" dur="500"/>
                                        <p:tgtEl>
                                          <p:spTgt spid="155443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presetID="3" presetClass="entr" presetSubtype="1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10" dur="500"/>
                                        <p:tgtEl>
                                          <p:spTgt spid="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7" fill="hold">
                      <p:stCondLst>
                        <p:cond delay="indefinite"/>
                      </p:stCondLst>
                      <p:childTnLst>
                        <p:par>
                          <p:cTn id="28" fill="hold">
                            <p:stCondLst>
                              <p:cond delay="0"/>
                            </p:stCondLst>
                            <p:childTnLst>
                              <p:par>
                                <p:cTn id="29" presetID="3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31" dur="50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554436" grpId="0" bldLvl="0" animBg="1"/>
      <p:bldP spid="42" grpId="0"/>
      <p:bldP spid="48" grpId="0" bldLvl="0" animBg="1"/>
    </p:bldLst>
  </p:timing>
</p:sld>
</file>

<file path=ppt/slides/slide5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58372" name="Rectangle 5"/>
          <p:cNvSpPr/>
          <p:nvPr/>
        </p:nvSpPr>
        <p:spPr>
          <a:xfrm>
            <a:off x="7827963" y="0"/>
            <a:ext cx="4343400" cy="583565"/>
          </a:xfrm>
          <a:prstGeom prst="rect">
            <a:avLst/>
          </a:prstGeom>
          <a:solidFill>
            <a:schemeClr val="accent1"/>
          </a:solidFill>
          <a:ln w="9525">
            <a:noFill/>
          </a:ln>
        </p:spPr>
        <p:txBody>
          <a:bodyPr>
            <a:spAutoFit/>
          </a:bodyPr>
          <a:lstStyle>
            <a:lvl1pPr marL="342900" indent="-3429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80000"/>
              <a:buFont typeface="Wingdings" panose="05000000000000000000" pitchFamily="2" charset="2"/>
              <a:buChar char="n"/>
              <a:defRPr sz="3200" b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defRPr>
            </a:lvl1pPr>
            <a:lvl2pPr marL="742950" indent="-28575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Char char="–"/>
              <a:defRPr sz="2800">
                <a:solidFill>
                  <a:schemeClr val="tx1"/>
                </a:solidFill>
                <a:effectLst/>
                <a:latin typeface="+mn-lt"/>
                <a:ea typeface="+mn-ea"/>
              </a:defRPr>
            </a:lvl2pPr>
            <a:lvl3pPr marL="11430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Font typeface="Wingdings" panose="05000000000000000000" pitchFamily="2" charset="2"/>
              <a:buChar char="§"/>
              <a:defRPr sz="2400">
                <a:solidFill>
                  <a:schemeClr val="tx1"/>
                </a:solidFill>
                <a:effectLst/>
                <a:latin typeface="+mn-lt"/>
                <a:ea typeface="+mn-ea"/>
              </a:defRPr>
            </a:lvl3pPr>
            <a:lvl4pPr marL="16002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–"/>
              <a:defRPr sz="2000">
                <a:solidFill>
                  <a:schemeClr val="tx1"/>
                </a:solidFill>
                <a:effectLst/>
                <a:latin typeface="+mn-lt"/>
                <a:ea typeface="+mn-ea"/>
              </a:defRPr>
            </a:lvl4pPr>
            <a:lvl5pPr marL="20574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effectLst/>
                <a:latin typeface="+mn-lt"/>
                <a:ea typeface="+mn-ea"/>
              </a:defRPr>
            </a:lvl5pPr>
          </a:lstStyle>
          <a:p>
            <a:pPr marL="0" lvl="0" indent="0" eaLnBrk="1" hangingPunct="1">
              <a:spcBef>
                <a:spcPct val="0"/>
              </a:spcBef>
              <a:buClrTx/>
              <a:buSzTx/>
              <a:buFontTx/>
              <a:buNone/>
            </a:pPr>
            <a:r>
              <a:rPr lang="zh-CN" altLang="en-US" b="1" dirty="0">
                <a:solidFill>
                  <a:schemeClr val="hlink"/>
                </a:solidFill>
                <a:latin typeface="Arial" panose="020B0604020202020204" pitchFamily="34" charset="0"/>
              </a:rPr>
              <a:t>数组作参数</a:t>
            </a:r>
            <a:r>
              <a:rPr lang="en-US" altLang="zh-CN" b="1" dirty="0">
                <a:solidFill>
                  <a:schemeClr val="hlink"/>
                </a:solidFill>
                <a:latin typeface="Arial" panose="020B0604020202020204" pitchFamily="34" charset="0"/>
              </a:rPr>
              <a:t>—</a:t>
            </a:r>
            <a:r>
              <a:rPr lang="zh-CN" altLang="en-US" b="1" dirty="0">
                <a:solidFill>
                  <a:schemeClr val="hlink"/>
                </a:solidFill>
                <a:latin typeface="Arial" panose="020B0604020202020204" pitchFamily="34" charset="0"/>
              </a:rPr>
              <a:t>函数定义</a:t>
            </a:r>
            <a:endParaRPr lang="zh-CN" altLang="en-US" b="1" dirty="0">
              <a:solidFill>
                <a:schemeClr val="hlink"/>
              </a:solidFill>
              <a:latin typeface="Arial" panose="020B0604020202020204" pitchFamily="34" charset="0"/>
            </a:endParaRPr>
          </a:p>
        </p:txBody>
      </p:sp>
      <p:sp>
        <p:nvSpPr>
          <p:cNvPr id="41" name="灯片编号占位符 5"/>
          <p:cNvSpPr>
            <a:spLocks noGrp="1"/>
          </p:cNvSpPr>
          <p:nvPr/>
        </p:nvSpPr>
        <p:spPr bwMode="auto">
          <a:xfrm>
            <a:off x="7964488" y="6365875"/>
            <a:ext cx="2133600" cy="457200"/>
          </a:xfrm>
          <a:prstGeom prst="rect">
            <a:avLst/>
          </a:prstGeom>
          <a:noFill/>
          <a:ln>
            <a:noFill/>
          </a:ln>
          <a:effectLst/>
        </p:spPr>
        <p:txBody>
          <a:bodyPr anchor="b"/>
          <a:lstStyle>
            <a:lvl1pPr eaLnBrk="0" hangingPunct="0">
              <a:defRPr sz="2000" b="1">
                <a:solidFill>
                  <a:schemeClr val="tx1"/>
                </a:solidFill>
                <a:latin typeface="Tahoma" panose="020B0604030504040204" pitchFamily="34" charset="0"/>
                <a:ea typeface="黑体" panose="02010609060101010101" pitchFamily="49" charset="-122"/>
              </a:defRPr>
            </a:lvl1pPr>
            <a:lvl2pPr marL="742950" indent="-285750" eaLnBrk="0" hangingPunct="0">
              <a:defRPr sz="2000" b="1">
                <a:solidFill>
                  <a:schemeClr val="tx1"/>
                </a:solidFill>
                <a:latin typeface="Tahoma" panose="020B0604030504040204" pitchFamily="34" charset="0"/>
                <a:ea typeface="黑体" panose="02010609060101010101" pitchFamily="49" charset="-122"/>
              </a:defRPr>
            </a:lvl2pPr>
            <a:lvl3pPr marL="1143000" indent="-228600" eaLnBrk="0" hangingPunct="0">
              <a:defRPr sz="2000" b="1">
                <a:solidFill>
                  <a:schemeClr val="tx1"/>
                </a:solidFill>
                <a:latin typeface="Tahoma" panose="020B0604030504040204" pitchFamily="34" charset="0"/>
                <a:ea typeface="黑体" panose="02010609060101010101" pitchFamily="49" charset="-122"/>
              </a:defRPr>
            </a:lvl3pPr>
            <a:lvl4pPr marL="1600200" indent="-228600" eaLnBrk="0" hangingPunct="0">
              <a:defRPr sz="2000" b="1">
                <a:solidFill>
                  <a:schemeClr val="tx1"/>
                </a:solidFill>
                <a:latin typeface="Tahoma" panose="020B0604030504040204" pitchFamily="34" charset="0"/>
                <a:ea typeface="黑体" panose="02010609060101010101" pitchFamily="49" charset="-122"/>
              </a:defRPr>
            </a:lvl4pPr>
            <a:lvl5pPr marL="2057400" indent="-228600" eaLnBrk="0" hangingPunct="0">
              <a:defRPr sz="2000" b="1">
                <a:solidFill>
                  <a:schemeClr val="tx1"/>
                </a:solidFill>
                <a:latin typeface="Tahoma" panose="020B0604030504040204" pitchFamily="34" charset="0"/>
                <a:ea typeface="黑体" panose="02010609060101010101" pitchFamily="49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000" b="1">
                <a:solidFill>
                  <a:schemeClr val="tx1"/>
                </a:solidFill>
                <a:latin typeface="Tahoma" panose="020B0604030504040204" pitchFamily="34" charset="0"/>
                <a:ea typeface="黑体" panose="02010609060101010101" pitchFamily="49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000" b="1">
                <a:solidFill>
                  <a:schemeClr val="tx1"/>
                </a:solidFill>
                <a:latin typeface="Tahoma" panose="020B0604030504040204" pitchFamily="34" charset="0"/>
                <a:ea typeface="黑体" panose="02010609060101010101" pitchFamily="49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000" b="1">
                <a:solidFill>
                  <a:schemeClr val="tx1"/>
                </a:solidFill>
                <a:latin typeface="Tahoma" panose="020B0604030504040204" pitchFamily="34" charset="0"/>
                <a:ea typeface="黑体" panose="02010609060101010101" pitchFamily="49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000" b="1">
                <a:solidFill>
                  <a:schemeClr val="tx1"/>
                </a:solidFill>
                <a:latin typeface="Tahoma" panose="020B0604030504040204" pitchFamily="34" charset="0"/>
                <a:ea typeface="黑体" panose="02010609060101010101" pitchFamily="49" charset="-122"/>
              </a:defRPr>
            </a:lvl9pPr>
          </a:lstStyle>
          <a:p>
            <a:pPr marL="0" marR="0" lvl="0" indent="0" algn="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fld id="{59C36C75-35C8-4667-9141-331511BE10A0}" type="slidenum">
              <a:rPr kumimoji="0" lang="en-US" altLang="zh-CN" sz="1200" b="0" i="0" u="none" strike="noStrike" kern="1200" cap="none" spc="0" normalizeH="0" baseline="0" noProof="0">
                <a:ln>
                  <a:noFill/>
                </a:ln>
                <a:solidFill>
                  <a:schemeClr val="tx1"/>
                </a:solidFill>
                <a:effectLst>
                  <a:outerShdw blurRad="38100" dist="38100" dir="2700000" algn="tl">
                    <a:srgbClr val="000000"/>
                  </a:outerShdw>
                </a:effectLst>
                <a:uLnTx/>
                <a:uFillTx/>
                <a:latin typeface="Tahoma" panose="020B0604030504040204" pitchFamily="34" charset="0"/>
                <a:ea typeface="宋体" panose="02010600030101010101" pitchFamily="2" charset="-122"/>
                <a:cs typeface="+mn-cs"/>
              </a:rPr>
            </a:fld>
            <a:endParaRPr kumimoji="0" lang="en-US" altLang="zh-CN" sz="1200" b="0" i="0" u="none" strike="noStrike" kern="1200" cap="none" spc="0" normalizeH="0" baseline="0" noProof="0">
              <a:ln>
                <a:noFill/>
              </a:ln>
              <a:solidFill>
                <a:schemeClr val="tx1"/>
              </a:solidFill>
              <a:effectLst>
                <a:outerShdw blurRad="38100" dist="38100" dir="2700000" algn="tl">
                  <a:srgbClr val="000000"/>
                </a:outerShdw>
              </a:effectLst>
              <a:uLnTx/>
              <a:uFillTx/>
              <a:latin typeface="Tahoma" panose="020B0604030504040204" pitchFamily="34" charset="0"/>
              <a:ea typeface="宋体" panose="02010600030101010101" pitchFamily="2" charset="-122"/>
              <a:cs typeface="+mn-cs"/>
            </a:endParaRPr>
          </a:p>
        </p:txBody>
      </p:sp>
      <p:sp>
        <p:nvSpPr>
          <p:cNvPr id="46" name="Rectangle 3"/>
          <p:cNvSpPr>
            <a:spLocks noGrp="1" noChangeArrowheads="1"/>
          </p:cNvSpPr>
          <p:nvPr>
            <p:ph idx="1"/>
          </p:nvPr>
        </p:nvSpPr>
        <p:spPr>
          <a:xfrm>
            <a:off x="0" y="533400"/>
            <a:ext cx="6095365" cy="6153150"/>
          </a:xfrm>
        </p:spPr>
        <p:txBody>
          <a:bodyPr vert="horz" wrap="square" lIns="91440" tIns="45720" rIns="91440" bIns="45720" numCol="1" anchor="t" anchorCtr="0" compatLnSpc="1"/>
          <a:p>
            <a:pPr marL="342900" marR="0" lvl="0" indent="-34290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>
                <a:schemeClr val="hlink"/>
              </a:buClr>
              <a:buSzPct val="80000"/>
              <a:buFont typeface="Wingdings" panose="05000000000000000000" pitchFamily="2" charset="2"/>
              <a:buNone/>
              <a:defRPr/>
            </a:pPr>
            <a:r>
              <a:rPr kumimoji="0" lang="en-US" altLang="zh-CN" sz="2800" b="1" i="0" u="none" strike="noStrike" kern="0" cap="none" spc="0" normalizeH="0" baseline="0" noProof="0" dirty="0">
                <a:ln>
                  <a:noFill/>
                </a:ln>
                <a:solidFill>
                  <a:schemeClr val="tx1"/>
                </a:solidFill>
                <a:effectLst>
                  <a:outerShdw blurRad="38100" dist="38100" dir="2700000" algn="tl">
                    <a:srgbClr val="000000"/>
                  </a:outerShdw>
                </a:effectLst>
                <a:uLnTx/>
                <a:uFillTx/>
                <a:latin typeface="+mn-lt"/>
                <a:ea typeface="+mn-ea"/>
                <a:cs typeface="+mn-cs"/>
              </a:rPr>
              <a:t>void  </a:t>
            </a:r>
            <a:r>
              <a:rPr kumimoji="0" lang="en-US" altLang="zh-CN" sz="2800" b="1" i="0" u="none" strike="noStrike" kern="0" cap="none" spc="0" normalizeH="0" baseline="0" noProof="0" dirty="0" err="1">
                <a:ln>
                  <a:noFill/>
                </a:ln>
                <a:solidFill>
                  <a:schemeClr val="tx1"/>
                </a:solidFill>
                <a:effectLst>
                  <a:outerShdw blurRad="38100" dist="38100" dir="2700000" algn="tl">
                    <a:srgbClr val="000000"/>
                  </a:outerShdw>
                </a:effectLst>
                <a:uLnTx/>
                <a:uFillTx/>
                <a:latin typeface="+mn-lt"/>
                <a:ea typeface="+mn-ea"/>
                <a:cs typeface="+mn-cs"/>
              </a:rPr>
              <a:t>sortofup</a:t>
            </a:r>
            <a:r>
              <a:rPr kumimoji="0" lang="en-US" altLang="zh-CN" sz="2800" b="1" i="0" u="none" strike="noStrike" kern="0" cap="none" spc="0" normalizeH="0" baseline="0" noProof="0" dirty="0">
                <a:ln>
                  <a:noFill/>
                </a:ln>
                <a:solidFill>
                  <a:schemeClr val="tx1"/>
                </a:solidFill>
                <a:effectLst>
                  <a:outerShdw blurRad="38100" dist="38100" dir="2700000" algn="tl">
                    <a:srgbClr val="000000"/>
                  </a:outerShdw>
                </a:effectLst>
                <a:uLnTx/>
                <a:uFillTx/>
                <a:latin typeface="+mn-lt"/>
                <a:ea typeface="+mn-ea"/>
                <a:cs typeface="+mn-cs"/>
              </a:rPr>
              <a:t> ( </a:t>
            </a:r>
            <a:r>
              <a:rPr kumimoji="0" lang="en-US" altLang="zh-CN" sz="2800" b="1" i="0" u="none" strike="noStrike" kern="0" cap="none" spc="0" normalizeH="0" baseline="0" noProof="0" dirty="0" err="1">
                <a:ln>
                  <a:noFill/>
                </a:ln>
                <a:solidFill>
                  <a:srgbClr val="FFFF66"/>
                </a:solidFill>
                <a:effectLst>
                  <a:outerShdw blurRad="38100" dist="38100" dir="2700000" algn="tl">
                    <a:srgbClr val="000000"/>
                  </a:outerShdw>
                </a:effectLst>
                <a:uLnTx/>
                <a:uFillTx/>
                <a:latin typeface="+mn-lt"/>
                <a:ea typeface="+mn-ea"/>
                <a:cs typeface="+mn-cs"/>
              </a:rPr>
              <a:t>int</a:t>
            </a:r>
            <a:r>
              <a:rPr kumimoji="0" lang="en-US" altLang="zh-CN" sz="2800" b="1" i="0" u="none" strike="noStrike" kern="0" cap="none" spc="0" normalizeH="0" baseline="0" noProof="0" dirty="0">
                <a:ln>
                  <a:noFill/>
                </a:ln>
                <a:solidFill>
                  <a:srgbClr val="FFFF66"/>
                </a:solidFill>
                <a:effectLst>
                  <a:outerShdw blurRad="38100" dist="38100" dir="2700000" algn="tl">
                    <a:srgbClr val="000000"/>
                  </a:outerShdw>
                </a:effectLst>
                <a:uLnTx/>
                <a:uFillTx/>
                <a:latin typeface="+mn-lt"/>
                <a:ea typeface="+mn-ea"/>
                <a:cs typeface="+mn-cs"/>
              </a:rPr>
              <a:t> s[5],</a:t>
            </a:r>
            <a:r>
              <a:rPr kumimoji="0" lang="en-US" altLang="zh-CN" sz="3200" b="1" i="0" u="none" strike="noStrike" kern="0" cap="none" spc="0" normalizeH="0" baseline="0" noProof="0" dirty="0" err="1">
                <a:ln>
                  <a:noFill/>
                </a:ln>
                <a:solidFill>
                  <a:schemeClr val="accent2">
                    <a:lumMod val="60000"/>
                    <a:lumOff val="40000"/>
                  </a:schemeClr>
                </a:solidFill>
                <a:effectLst>
                  <a:outerShdw blurRad="38100" dist="38100" dir="2700000" algn="tl">
                    <a:srgbClr val="000000"/>
                  </a:outerShdw>
                </a:effectLst>
                <a:uLnTx/>
                <a:uFillTx/>
                <a:latin typeface="+mn-lt"/>
                <a:ea typeface="+mn-ea"/>
                <a:cs typeface="+mn-cs"/>
              </a:rPr>
              <a:t>int n</a:t>
            </a:r>
            <a:r>
              <a:rPr kumimoji="0" lang="en-US" altLang="zh-CN" sz="2800" b="1" i="0" u="none" strike="noStrike" kern="0" cap="none" spc="0" normalizeH="0" baseline="0" noProof="0" dirty="0">
                <a:ln>
                  <a:noFill/>
                </a:ln>
                <a:solidFill>
                  <a:schemeClr val="tx1"/>
                </a:solidFill>
                <a:effectLst>
                  <a:outerShdw blurRad="38100" dist="38100" dir="2700000" algn="tl">
                    <a:srgbClr val="000000"/>
                  </a:outerShdw>
                </a:effectLst>
                <a:uLnTx/>
                <a:uFillTx/>
                <a:latin typeface="+mn-lt"/>
                <a:ea typeface="+mn-ea"/>
                <a:cs typeface="+mn-cs"/>
              </a:rPr>
              <a:t> ) {  </a:t>
            </a:r>
            <a:endParaRPr kumimoji="0" lang="en-US" altLang="zh-CN" sz="2800" b="1" i="0" u="none" strike="noStrike" kern="0" cap="none" spc="0" normalizeH="0" baseline="0" noProof="0" dirty="0">
              <a:ln>
                <a:noFill/>
              </a:ln>
              <a:solidFill>
                <a:schemeClr val="tx1"/>
              </a:solidFill>
              <a:effectLst>
                <a:outerShdw blurRad="38100" dist="38100" dir="2700000" algn="tl">
                  <a:srgbClr val="000000"/>
                </a:outerShdw>
              </a:effectLst>
              <a:uLnTx/>
              <a:uFillTx/>
              <a:latin typeface="+mn-lt"/>
              <a:ea typeface="+mn-ea"/>
              <a:cs typeface="+mn-cs"/>
            </a:endParaRPr>
          </a:p>
          <a:p>
            <a:pPr marL="342900" marR="0" lvl="0" indent="-34290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>
                <a:schemeClr val="hlink"/>
              </a:buClr>
              <a:buSzPct val="80000"/>
              <a:buFont typeface="Wingdings" panose="05000000000000000000" pitchFamily="2" charset="2"/>
              <a:buNone/>
              <a:defRPr/>
            </a:pPr>
            <a:r>
              <a:rPr kumimoji="0" lang="en-US" altLang="zh-CN" sz="2800" b="1" i="0" u="none" strike="noStrike" kern="0" cap="none" spc="0" normalizeH="0" baseline="0" noProof="0" dirty="0">
                <a:ln>
                  <a:noFill/>
                </a:ln>
                <a:solidFill>
                  <a:schemeClr val="tx1"/>
                </a:solidFill>
                <a:effectLst>
                  <a:outerShdw blurRad="38100" dist="38100" dir="2700000" algn="tl">
                    <a:srgbClr val="000000"/>
                  </a:outerShdw>
                </a:effectLst>
                <a:uLnTx/>
                <a:uFillTx/>
                <a:latin typeface="+mn-lt"/>
                <a:ea typeface="+mn-ea"/>
                <a:cs typeface="+mn-cs"/>
              </a:rPr>
              <a:t>   	int </a:t>
            </a:r>
            <a:r>
              <a:rPr kumimoji="0" lang="en-US" altLang="zh-CN" sz="2800" b="1" i="0" u="none" strike="noStrike" kern="0" cap="none" spc="0" normalizeH="0" baseline="0" noProof="0" dirty="0" err="1">
                <a:ln>
                  <a:noFill/>
                </a:ln>
                <a:solidFill>
                  <a:schemeClr val="tx1"/>
                </a:solidFill>
                <a:effectLst>
                  <a:outerShdw blurRad="38100" dist="38100" dir="2700000" algn="tl">
                    <a:srgbClr val="000000"/>
                  </a:outerShdw>
                </a:effectLst>
                <a:uLnTx/>
                <a:uFillTx/>
                <a:latin typeface="+mn-lt"/>
                <a:ea typeface="+mn-ea"/>
                <a:cs typeface="+mn-cs"/>
              </a:rPr>
              <a:t>i,r</a:t>
            </a:r>
            <a:r>
              <a:rPr kumimoji="0" lang="en-US" altLang="zh-CN" sz="2800" b="1" i="0" u="none" strike="noStrike" kern="0" cap="none" spc="0" normalizeH="0" baseline="0" noProof="0" dirty="0">
                <a:ln>
                  <a:noFill/>
                </a:ln>
                <a:solidFill>
                  <a:schemeClr val="tx1"/>
                </a:solidFill>
                <a:effectLst>
                  <a:outerShdw blurRad="38100" dist="38100" dir="2700000" algn="tl">
                    <a:srgbClr val="000000"/>
                  </a:outerShdw>
                </a:effectLst>
                <a:uLnTx/>
                <a:uFillTx/>
                <a:latin typeface="+mn-lt"/>
                <a:ea typeface="+mn-ea"/>
                <a:cs typeface="+mn-cs"/>
              </a:rPr>
              <a:t> ;   bool  flag ;</a:t>
            </a:r>
            <a:endParaRPr kumimoji="0" lang="en-US" altLang="zh-CN" sz="2800" b="1" i="0" u="none" strike="noStrike" kern="0" cap="none" spc="0" normalizeH="0" baseline="0" noProof="0" dirty="0">
              <a:ln>
                <a:noFill/>
              </a:ln>
              <a:solidFill>
                <a:schemeClr val="tx1"/>
              </a:solidFill>
              <a:effectLst>
                <a:outerShdw blurRad="38100" dist="38100" dir="2700000" algn="tl">
                  <a:srgbClr val="000000"/>
                </a:outerShdw>
              </a:effectLst>
              <a:uLnTx/>
              <a:uFillTx/>
              <a:latin typeface="+mn-lt"/>
              <a:ea typeface="+mn-ea"/>
              <a:cs typeface="+mn-cs"/>
            </a:endParaRPr>
          </a:p>
          <a:p>
            <a:pPr marL="342900" marR="0" lvl="0" indent="-34290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>
                <a:schemeClr val="hlink"/>
              </a:buClr>
              <a:buSzPct val="80000"/>
              <a:buFont typeface="Wingdings" panose="05000000000000000000" pitchFamily="2" charset="2"/>
              <a:buNone/>
              <a:defRPr/>
            </a:pPr>
            <a:r>
              <a:rPr kumimoji="0" lang="en-US" altLang="zh-CN" sz="2800" b="1" i="0" u="none" strike="noStrike" kern="0" cap="none" spc="0" normalizeH="0" baseline="0" noProof="0" dirty="0">
                <a:ln>
                  <a:noFill/>
                </a:ln>
                <a:solidFill>
                  <a:srgbClr val="FFFF66"/>
                </a:solidFill>
                <a:effectLst>
                  <a:outerShdw blurRad="38100" dist="38100" dir="2700000" algn="tl">
                    <a:srgbClr val="000000"/>
                  </a:outerShdw>
                </a:effectLst>
                <a:uLnTx/>
                <a:uFillTx/>
                <a:latin typeface="+mn-lt"/>
                <a:ea typeface="+mn-ea"/>
                <a:cs typeface="+mn-cs"/>
              </a:rPr>
              <a:t>   	</a:t>
            </a:r>
            <a:r>
              <a:rPr kumimoji="0" lang="en-US" altLang="zh-CN" sz="2800" b="1" i="0" u="none" strike="noStrike" kern="0" cap="none" spc="0" normalizeH="0" baseline="0" noProof="0" dirty="0">
                <a:ln>
                  <a:noFill/>
                </a:ln>
                <a:solidFill>
                  <a:schemeClr val="tx1"/>
                </a:solidFill>
                <a:effectLst>
                  <a:outerShdw blurRad="38100" dist="38100" dir="2700000" algn="tl">
                    <a:srgbClr val="000000"/>
                  </a:outerShdw>
                </a:effectLst>
                <a:uLnTx/>
                <a:uFillTx/>
                <a:latin typeface="+mn-lt"/>
                <a:ea typeface="+mn-ea"/>
                <a:cs typeface="+mn-cs"/>
              </a:rPr>
              <a:t>flag = true ;</a:t>
            </a:r>
            <a:endParaRPr kumimoji="0" lang="en-US" altLang="zh-CN" sz="2800" b="1" i="0" u="none" strike="noStrike" kern="0" cap="none" spc="0" normalizeH="0" baseline="0" noProof="0" dirty="0">
              <a:ln>
                <a:noFill/>
              </a:ln>
              <a:solidFill>
                <a:schemeClr val="tx1"/>
              </a:solidFill>
              <a:effectLst>
                <a:outerShdw blurRad="38100" dist="38100" dir="2700000" algn="tl">
                  <a:srgbClr val="000000"/>
                </a:outerShdw>
              </a:effectLst>
              <a:uLnTx/>
              <a:uFillTx/>
              <a:latin typeface="+mn-lt"/>
              <a:ea typeface="+mn-ea"/>
              <a:cs typeface="+mn-cs"/>
            </a:endParaRPr>
          </a:p>
          <a:p>
            <a:pPr marL="342900" marR="0" lvl="0" indent="-34290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>
                <a:schemeClr val="hlink"/>
              </a:buClr>
              <a:buSzPct val="80000"/>
              <a:buFont typeface="Wingdings" panose="05000000000000000000" pitchFamily="2" charset="2"/>
              <a:buNone/>
              <a:defRPr/>
            </a:pPr>
            <a:r>
              <a:rPr kumimoji="0" lang="en-US" altLang="zh-CN" sz="2800" b="1" i="0" u="none" strike="noStrike" kern="0" cap="none" spc="0" normalizeH="0" baseline="0" noProof="0" dirty="0">
                <a:ln>
                  <a:noFill/>
                </a:ln>
                <a:solidFill>
                  <a:schemeClr val="tx1"/>
                </a:solidFill>
                <a:effectLst>
                  <a:outerShdw blurRad="38100" dist="38100" dir="2700000" algn="tl">
                    <a:srgbClr val="000000"/>
                  </a:outerShdw>
                </a:effectLst>
                <a:uLnTx/>
                <a:uFillTx/>
                <a:latin typeface="+mn-lt"/>
                <a:ea typeface="+mn-ea"/>
                <a:cs typeface="+mn-cs"/>
              </a:rPr>
              <a:t>   	while ( flag ) {	      </a:t>
            </a:r>
            <a:endParaRPr kumimoji="0" lang="en-US" altLang="zh-CN" sz="2800" b="1" i="0" u="none" strike="noStrike" kern="0" cap="none" spc="0" normalizeH="0" baseline="0" noProof="0" dirty="0">
              <a:ln>
                <a:noFill/>
              </a:ln>
              <a:solidFill>
                <a:schemeClr val="tx1"/>
              </a:solidFill>
              <a:effectLst>
                <a:outerShdw blurRad="38100" dist="38100" dir="2700000" algn="tl">
                  <a:srgbClr val="000000"/>
                </a:outerShdw>
              </a:effectLst>
              <a:uLnTx/>
              <a:uFillTx/>
              <a:latin typeface="+mn-lt"/>
              <a:ea typeface="+mn-ea"/>
              <a:cs typeface="+mn-cs"/>
            </a:endParaRPr>
          </a:p>
          <a:p>
            <a:pPr marL="342900" marR="0" lvl="0" indent="-34290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>
                <a:schemeClr val="hlink"/>
              </a:buClr>
              <a:buSzPct val="80000"/>
              <a:buFont typeface="Wingdings" panose="05000000000000000000" pitchFamily="2" charset="2"/>
              <a:buNone/>
              <a:defRPr/>
            </a:pPr>
            <a:r>
              <a:rPr kumimoji="0" lang="en-US" altLang="zh-CN" sz="2800" b="1" i="0" u="none" strike="noStrike" kern="0" cap="none" spc="0" normalizeH="0" baseline="0" noProof="0" dirty="0">
                <a:ln>
                  <a:noFill/>
                </a:ln>
                <a:solidFill>
                  <a:schemeClr val="tx1"/>
                </a:solidFill>
                <a:effectLst>
                  <a:outerShdw blurRad="38100" dist="38100" dir="2700000" algn="tl">
                    <a:srgbClr val="000000"/>
                  </a:outerShdw>
                </a:effectLst>
                <a:uLnTx/>
                <a:uFillTx/>
                <a:latin typeface="+mn-lt"/>
                <a:ea typeface="+mn-ea"/>
                <a:cs typeface="+mn-cs"/>
              </a:rPr>
              <a:t>  		flag = false ; </a:t>
            </a:r>
            <a:endParaRPr kumimoji="0" lang="en-US" altLang="zh-CN" sz="2800" b="1" i="0" u="none" strike="noStrike" kern="0" cap="none" spc="0" normalizeH="0" baseline="0" noProof="0" dirty="0">
              <a:ln>
                <a:noFill/>
              </a:ln>
              <a:solidFill>
                <a:schemeClr val="tx1"/>
              </a:solidFill>
              <a:effectLst>
                <a:outerShdw blurRad="38100" dist="38100" dir="2700000" algn="tl">
                  <a:srgbClr val="000000"/>
                </a:outerShdw>
              </a:effectLst>
              <a:uLnTx/>
              <a:uFillTx/>
              <a:latin typeface="+mn-lt"/>
              <a:ea typeface="+mn-ea"/>
              <a:cs typeface="+mn-cs"/>
            </a:endParaRPr>
          </a:p>
          <a:p>
            <a:pPr marL="342900" marR="0" lvl="0" indent="-34290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>
                <a:schemeClr val="hlink"/>
              </a:buClr>
              <a:buSzPct val="80000"/>
              <a:buFont typeface="Wingdings" panose="05000000000000000000" pitchFamily="2" charset="2"/>
              <a:buNone/>
              <a:defRPr/>
            </a:pPr>
            <a:r>
              <a:rPr kumimoji="0" lang="en-US" altLang="zh-CN" sz="2800" b="1" i="0" u="none" strike="noStrike" kern="0" cap="none" spc="0" normalizeH="0" baseline="0" noProof="0" dirty="0">
                <a:ln>
                  <a:noFill/>
                </a:ln>
                <a:solidFill>
                  <a:schemeClr val="tx1"/>
                </a:solidFill>
                <a:effectLst>
                  <a:outerShdw blurRad="38100" dist="38100" dir="2700000" algn="tl">
                    <a:srgbClr val="000000"/>
                  </a:outerShdw>
                </a:effectLst>
                <a:uLnTx/>
                <a:uFillTx/>
                <a:latin typeface="+mn-lt"/>
                <a:ea typeface="+mn-ea"/>
                <a:cs typeface="+mn-cs"/>
              </a:rPr>
              <a:t>		for ( </a:t>
            </a:r>
            <a:r>
              <a:rPr kumimoji="0" lang="en-US" altLang="zh-CN" sz="2800" b="1" i="0" u="none" strike="noStrike" kern="0" cap="none" spc="0" normalizeH="0" baseline="0" noProof="0" dirty="0" err="1">
                <a:ln>
                  <a:noFill/>
                </a:ln>
                <a:solidFill>
                  <a:schemeClr val="tx1"/>
                </a:solidFill>
                <a:effectLst>
                  <a:outerShdw blurRad="38100" dist="38100" dir="2700000" algn="tl">
                    <a:srgbClr val="000000"/>
                  </a:outerShdw>
                </a:effectLst>
                <a:uLnTx/>
                <a:uFillTx/>
                <a:latin typeface="+mn-lt"/>
                <a:ea typeface="+mn-ea"/>
                <a:cs typeface="+mn-cs"/>
              </a:rPr>
              <a:t>i</a:t>
            </a:r>
            <a:r>
              <a:rPr kumimoji="0" lang="en-US" altLang="zh-CN" sz="2800" b="1" i="0" u="none" strike="noStrike" kern="0" cap="none" spc="0" normalizeH="0" baseline="0" noProof="0" dirty="0">
                <a:ln>
                  <a:noFill/>
                </a:ln>
                <a:solidFill>
                  <a:schemeClr val="tx1"/>
                </a:solidFill>
                <a:effectLst>
                  <a:outerShdw blurRad="38100" dist="38100" dir="2700000" algn="tl">
                    <a:srgbClr val="000000"/>
                  </a:outerShdw>
                </a:effectLst>
                <a:uLnTx/>
                <a:uFillTx/>
                <a:latin typeface="+mn-lt"/>
                <a:ea typeface="+mn-ea"/>
                <a:cs typeface="+mn-cs"/>
              </a:rPr>
              <a:t>=0 ; </a:t>
            </a:r>
            <a:r>
              <a:rPr kumimoji="0" lang="en-US" altLang="zh-CN" sz="2800" b="1" i="0" u="none" strike="noStrike" kern="0" cap="none" spc="0" normalizeH="0" baseline="0" noProof="0" dirty="0" err="1">
                <a:ln>
                  <a:noFill/>
                </a:ln>
                <a:solidFill>
                  <a:schemeClr val="tx1"/>
                </a:solidFill>
                <a:effectLst>
                  <a:outerShdw blurRad="38100" dist="38100" dir="2700000" algn="tl">
                    <a:srgbClr val="000000"/>
                  </a:outerShdw>
                </a:effectLst>
                <a:uLnTx/>
                <a:uFillTx/>
                <a:latin typeface="+mn-lt"/>
                <a:ea typeface="+mn-ea"/>
                <a:cs typeface="+mn-cs"/>
              </a:rPr>
              <a:t>i</a:t>
            </a:r>
            <a:r>
              <a:rPr kumimoji="0" lang="en-US" altLang="zh-CN" sz="2800" b="1" i="0" u="none" strike="noStrike" kern="0" cap="none" spc="0" normalizeH="0" baseline="0" noProof="0" dirty="0">
                <a:ln>
                  <a:noFill/>
                </a:ln>
                <a:solidFill>
                  <a:schemeClr val="tx1"/>
                </a:solidFill>
                <a:effectLst>
                  <a:outerShdw blurRad="38100" dist="38100" dir="2700000" algn="tl">
                    <a:srgbClr val="000000"/>
                  </a:outerShdw>
                </a:effectLst>
                <a:uLnTx/>
                <a:uFillTx/>
                <a:latin typeface="+mn-lt"/>
                <a:ea typeface="+mn-ea"/>
                <a:cs typeface="+mn-cs"/>
              </a:rPr>
              <a:t>&lt;</a:t>
            </a:r>
            <a:r>
              <a:rPr kumimoji="0" lang="en-US" altLang="zh-CN" sz="3200" b="1" i="0" u="none" strike="noStrike" kern="0" cap="none" spc="0" normalizeH="0" baseline="0" noProof="0" dirty="0" err="1">
                <a:ln>
                  <a:noFill/>
                </a:ln>
                <a:solidFill>
                  <a:schemeClr val="accent2">
                    <a:lumMod val="60000"/>
                    <a:lumOff val="40000"/>
                  </a:schemeClr>
                </a:solidFill>
                <a:effectLst>
                  <a:outerShdw blurRad="38100" dist="38100" dir="2700000" algn="tl">
                    <a:srgbClr val="000000"/>
                  </a:outerShdw>
                </a:effectLst>
                <a:uLnTx/>
                <a:uFillTx/>
                <a:latin typeface="+mn-lt"/>
                <a:ea typeface="+mn-ea"/>
                <a:cs typeface="+mn-cs"/>
              </a:rPr>
              <a:t>n-1</a:t>
            </a:r>
            <a:r>
              <a:rPr kumimoji="0" lang="en-US" altLang="zh-CN" sz="2800" b="1" i="0" u="none" strike="noStrike" kern="0" cap="none" spc="0" normalizeH="0" baseline="0" noProof="0" dirty="0">
                <a:ln>
                  <a:noFill/>
                </a:ln>
                <a:solidFill>
                  <a:schemeClr val="tx1"/>
                </a:solidFill>
                <a:effectLst>
                  <a:outerShdw blurRad="38100" dist="38100" dir="2700000" algn="tl">
                    <a:srgbClr val="000000"/>
                  </a:outerShdw>
                </a:effectLst>
                <a:uLnTx/>
                <a:uFillTx/>
                <a:latin typeface="+mn-lt"/>
                <a:ea typeface="+mn-ea"/>
                <a:cs typeface="+mn-cs"/>
              </a:rPr>
              <a:t> ; </a:t>
            </a:r>
            <a:r>
              <a:rPr kumimoji="0" lang="en-US" altLang="zh-CN" sz="2800" b="1" i="0" u="none" strike="noStrike" kern="0" cap="none" spc="0" normalizeH="0" baseline="0" noProof="0" dirty="0" err="1">
                <a:ln>
                  <a:noFill/>
                </a:ln>
                <a:solidFill>
                  <a:schemeClr val="tx1"/>
                </a:solidFill>
                <a:effectLst>
                  <a:outerShdw blurRad="38100" dist="38100" dir="2700000" algn="tl">
                    <a:srgbClr val="000000"/>
                  </a:outerShdw>
                </a:effectLst>
                <a:uLnTx/>
                <a:uFillTx/>
                <a:latin typeface="+mn-lt"/>
                <a:ea typeface="+mn-ea"/>
                <a:cs typeface="+mn-cs"/>
              </a:rPr>
              <a:t>i</a:t>
            </a:r>
            <a:r>
              <a:rPr kumimoji="0" lang="en-US" altLang="zh-CN" sz="2800" b="1" i="0" u="none" strike="noStrike" kern="0" cap="none" spc="0" normalizeH="0" baseline="0" noProof="0" dirty="0">
                <a:ln>
                  <a:noFill/>
                </a:ln>
                <a:solidFill>
                  <a:schemeClr val="tx1"/>
                </a:solidFill>
                <a:effectLst>
                  <a:outerShdw blurRad="38100" dist="38100" dir="2700000" algn="tl">
                    <a:srgbClr val="000000"/>
                  </a:outerShdw>
                </a:effectLst>
                <a:uLnTx/>
                <a:uFillTx/>
                <a:latin typeface="+mn-lt"/>
                <a:ea typeface="+mn-ea"/>
                <a:cs typeface="+mn-cs"/>
              </a:rPr>
              <a:t>++ )	                 	 	if ( </a:t>
            </a:r>
            <a:r>
              <a:rPr kumimoji="0" lang="en-US" altLang="zh-CN" sz="2800" b="1" i="0" u="none" strike="noStrike" kern="0" cap="none" spc="0" normalizeH="0" baseline="0" noProof="0" dirty="0">
                <a:ln>
                  <a:noFill/>
                </a:ln>
                <a:solidFill>
                  <a:srgbClr val="FFFF00"/>
                </a:solidFill>
                <a:effectLst>
                  <a:outerShdw blurRad="38100" dist="38100" dir="2700000" algn="tl">
                    <a:srgbClr val="000000"/>
                  </a:outerShdw>
                </a:effectLst>
                <a:uLnTx/>
                <a:uFillTx/>
                <a:latin typeface="+mn-lt"/>
                <a:ea typeface="+mn-ea"/>
                <a:cs typeface="+mn-cs"/>
              </a:rPr>
              <a:t>s</a:t>
            </a:r>
            <a:r>
              <a:rPr kumimoji="0" lang="en-US" altLang="zh-CN" sz="2800" b="1" i="0" u="none" strike="noStrike" kern="0" cap="none" spc="0" normalizeH="0" baseline="0" noProof="0" dirty="0">
                <a:ln>
                  <a:noFill/>
                </a:ln>
                <a:solidFill>
                  <a:schemeClr val="tx1"/>
                </a:solidFill>
                <a:effectLst>
                  <a:outerShdw blurRad="38100" dist="38100" dir="2700000" algn="tl">
                    <a:srgbClr val="000000"/>
                  </a:outerShdw>
                </a:effectLst>
                <a:uLnTx/>
                <a:uFillTx/>
                <a:latin typeface="+mn-lt"/>
                <a:ea typeface="+mn-ea"/>
                <a:cs typeface="+mn-cs"/>
              </a:rPr>
              <a:t>[</a:t>
            </a:r>
            <a:r>
              <a:rPr kumimoji="0" lang="en-US" altLang="zh-CN" sz="2800" b="1" i="0" u="none" strike="noStrike" kern="0" cap="none" spc="0" normalizeH="0" baseline="0" noProof="0" dirty="0" err="1">
                <a:ln>
                  <a:noFill/>
                </a:ln>
                <a:solidFill>
                  <a:schemeClr val="tx1"/>
                </a:solidFill>
                <a:effectLst>
                  <a:outerShdw blurRad="38100" dist="38100" dir="2700000" algn="tl">
                    <a:srgbClr val="000000"/>
                  </a:outerShdw>
                </a:effectLst>
                <a:uLnTx/>
                <a:uFillTx/>
                <a:latin typeface="+mn-lt"/>
                <a:ea typeface="+mn-ea"/>
                <a:cs typeface="+mn-cs"/>
              </a:rPr>
              <a:t>i</a:t>
            </a:r>
            <a:r>
              <a:rPr kumimoji="0" lang="en-US" altLang="zh-CN" sz="2800" b="1" i="0" u="none" strike="noStrike" kern="0" cap="none" spc="0" normalizeH="0" baseline="0" noProof="0" dirty="0">
                <a:ln>
                  <a:noFill/>
                </a:ln>
                <a:solidFill>
                  <a:schemeClr val="tx1"/>
                </a:solidFill>
                <a:effectLst>
                  <a:outerShdw blurRad="38100" dist="38100" dir="2700000" algn="tl">
                    <a:srgbClr val="000000"/>
                  </a:outerShdw>
                </a:effectLst>
                <a:uLnTx/>
                <a:uFillTx/>
                <a:latin typeface="+mn-lt"/>
                <a:ea typeface="+mn-ea"/>
                <a:cs typeface="+mn-cs"/>
              </a:rPr>
              <a:t>] &gt; </a:t>
            </a:r>
            <a:r>
              <a:rPr kumimoji="0" lang="en-US" altLang="zh-CN" sz="2800" b="1" i="0" u="none" strike="noStrike" kern="0" cap="none" spc="0" normalizeH="0" baseline="0" noProof="0" dirty="0">
                <a:ln>
                  <a:noFill/>
                </a:ln>
                <a:solidFill>
                  <a:srgbClr val="FFFF00"/>
                </a:solidFill>
                <a:effectLst>
                  <a:outerShdw blurRad="38100" dist="38100" dir="2700000" algn="tl">
                    <a:srgbClr val="000000"/>
                  </a:outerShdw>
                </a:effectLst>
                <a:uLnTx/>
                <a:uFillTx/>
                <a:latin typeface="+mn-lt"/>
                <a:ea typeface="+mn-ea"/>
                <a:cs typeface="+mn-cs"/>
              </a:rPr>
              <a:t>s</a:t>
            </a:r>
            <a:r>
              <a:rPr kumimoji="0" lang="en-US" altLang="zh-CN" sz="2800" b="1" i="0" u="none" strike="noStrike" kern="0" cap="none" spc="0" normalizeH="0" baseline="0" noProof="0" dirty="0">
                <a:ln>
                  <a:noFill/>
                </a:ln>
                <a:solidFill>
                  <a:schemeClr val="tx1"/>
                </a:solidFill>
                <a:effectLst>
                  <a:outerShdw blurRad="38100" dist="38100" dir="2700000" algn="tl">
                    <a:srgbClr val="000000"/>
                  </a:outerShdw>
                </a:effectLst>
                <a:uLnTx/>
                <a:uFillTx/>
                <a:latin typeface="+mn-lt"/>
                <a:ea typeface="+mn-ea"/>
                <a:cs typeface="+mn-cs"/>
              </a:rPr>
              <a:t>[i+1] )</a:t>
            </a:r>
            <a:endParaRPr kumimoji="0" lang="en-US" altLang="zh-CN" sz="2800" b="1" i="0" u="none" strike="noStrike" kern="0" cap="none" spc="0" normalizeH="0" baseline="0" noProof="0" dirty="0">
              <a:ln>
                <a:noFill/>
              </a:ln>
              <a:solidFill>
                <a:schemeClr val="tx1"/>
              </a:solidFill>
              <a:effectLst>
                <a:outerShdw blurRad="38100" dist="38100" dir="2700000" algn="tl">
                  <a:srgbClr val="000000"/>
                </a:outerShdw>
              </a:effectLst>
              <a:uLnTx/>
              <a:uFillTx/>
              <a:latin typeface="+mn-lt"/>
              <a:ea typeface="+mn-ea"/>
              <a:cs typeface="+mn-cs"/>
            </a:endParaRPr>
          </a:p>
          <a:p>
            <a:pPr marL="342900" marR="0" lvl="0" indent="-34290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>
                <a:schemeClr val="hlink"/>
              </a:buClr>
              <a:buSzPct val="80000"/>
              <a:buFont typeface="Wingdings" panose="05000000000000000000" pitchFamily="2" charset="2"/>
              <a:buNone/>
              <a:defRPr/>
            </a:pPr>
            <a:r>
              <a:rPr kumimoji="0" lang="en-US" altLang="zh-CN" sz="2800" b="1" i="0" u="none" strike="noStrike" kern="0" cap="none" spc="0" normalizeH="0" baseline="0" noProof="0" dirty="0">
                <a:ln>
                  <a:noFill/>
                </a:ln>
                <a:solidFill>
                  <a:schemeClr val="tx1"/>
                </a:solidFill>
                <a:effectLst>
                  <a:outerShdw blurRad="38100" dist="38100" dir="2700000" algn="tl">
                    <a:srgbClr val="000000"/>
                  </a:outerShdw>
                </a:effectLst>
                <a:uLnTx/>
                <a:uFillTx/>
                <a:latin typeface="+mn-lt"/>
                <a:ea typeface="+mn-ea"/>
                <a:cs typeface="+mn-cs"/>
              </a:rPr>
              <a:t>			{      r = </a:t>
            </a:r>
            <a:r>
              <a:rPr kumimoji="0" lang="en-US" altLang="zh-CN" sz="2800" b="1" i="0" u="none" strike="noStrike" kern="0" cap="none" spc="0" normalizeH="0" baseline="0" noProof="0" dirty="0">
                <a:ln>
                  <a:noFill/>
                </a:ln>
                <a:solidFill>
                  <a:srgbClr val="FFFF00"/>
                </a:solidFill>
                <a:effectLst>
                  <a:outerShdw blurRad="38100" dist="38100" dir="2700000" algn="tl">
                    <a:srgbClr val="000000"/>
                  </a:outerShdw>
                </a:effectLst>
                <a:uLnTx/>
                <a:uFillTx/>
                <a:latin typeface="+mn-lt"/>
                <a:ea typeface="+mn-ea"/>
                <a:cs typeface="+mn-cs"/>
              </a:rPr>
              <a:t>s</a:t>
            </a:r>
            <a:r>
              <a:rPr kumimoji="0" lang="en-US" altLang="zh-CN" sz="2800" b="1" i="0" u="none" strike="noStrike" kern="0" cap="none" spc="0" normalizeH="0" baseline="0" noProof="0" dirty="0">
                <a:ln>
                  <a:noFill/>
                </a:ln>
                <a:solidFill>
                  <a:schemeClr val="tx1"/>
                </a:solidFill>
                <a:effectLst>
                  <a:outerShdw blurRad="38100" dist="38100" dir="2700000" algn="tl">
                    <a:srgbClr val="000000"/>
                  </a:outerShdw>
                </a:effectLst>
                <a:uLnTx/>
                <a:uFillTx/>
                <a:latin typeface="+mn-lt"/>
                <a:ea typeface="+mn-ea"/>
                <a:cs typeface="+mn-cs"/>
              </a:rPr>
              <a:t>[</a:t>
            </a:r>
            <a:r>
              <a:rPr kumimoji="0" lang="en-US" altLang="zh-CN" sz="2800" b="1" i="0" u="none" strike="noStrike" kern="0" cap="none" spc="0" normalizeH="0" baseline="0" noProof="0" dirty="0" err="1">
                <a:ln>
                  <a:noFill/>
                </a:ln>
                <a:solidFill>
                  <a:schemeClr val="tx1"/>
                </a:solidFill>
                <a:effectLst>
                  <a:outerShdw blurRad="38100" dist="38100" dir="2700000" algn="tl">
                    <a:srgbClr val="000000"/>
                  </a:outerShdw>
                </a:effectLst>
                <a:uLnTx/>
                <a:uFillTx/>
                <a:latin typeface="+mn-lt"/>
                <a:ea typeface="+mn-ea"/>
                <a:cs typeface="+mn-cs"/>
              </a:rPr>
              <a:t>i</a:t>
            </a:r>
            <a:r>
              <a:rPr kumimoji="0" lang="en-US" altLang="zh-CN" sz="2800" b="1" i="0" u="none" strike="noStrike" kern="0" cap="none" spc="0" normalizeH="0" baseline="0" noProof="0" dirty="0">
                <a:ln>
                  <a:noFill/>
                </a:ln>
                <a:solidFill>
                  <a:schemeClr val="tx1"/>
                </a:solidFill>
                <a:effectLst>
                  <a:outerShdw blurRad="38100" dist="38100" dir="2700000" algn="tl">
                    <a:srgbClr val="000000"/>
                  </a:outerShdw>
                </a:effectLst>
                <a:uLnTx/>
                <a:uFillTx/>
                <a:latin typeface="+mn-lt"/>
                <a:ea typeface="+mn-ea"/>
                <a:cs typeface="+mn-cs"/>
              </a:rPr>
              <a:t>] ;		                        			</a:t>
            </a:r>
            <a:r>
              <a:rPr kumimoji="0" lang="en-US" altLang="zh-CN" sz="2800" b="1" i="0" u="none" strike="noStrike" kern="0" cap="none" spc="0" normalizeH="0" baseline="0" noProof="0" dirty="0">
                <a:ln>
                  <a:noFill/>
                </a:ln>
                <a:solidFill>
                  <a:srgbClr val="FFFF00"/>
                </a:solidFill>
                <a:effectLst>
                  <a:outerShdw blurRad="38100" dist="38100" dir="2700000" algn="tl">
                    <a:srgbClr val="000000"/>
                  </a:outerShdw>
                </a:effectLst>
                <a:uLnTx/>
                <a:uFillTx/>
                <a:latin typeface="+mn-lt"/>
                <a:ea typeface="+mn-ea"/>
                <a:cs typeface="+mn-cs"/>
              </a:rPr>
              <a:t>s</a:t>
            </a:r>
            <a:r>
              <a:rPr kumimoji="0" lang="en-US" altLang="zh-CN" sz="2800" b="1" i="0" u="none" strike="noStrike" kern="0" cap="none" spc="0" normalizeH="0" baseline="0" noProof="0" dirty="0">
                <a:ln>
                  <a:noFill/>
                </a:ln>
                <a:solidFill>
                  <a:schemeClr val="tx1"/>
                </a:solidFill>
                <a:effectLst>
                  <a:outerShdw blurRad="38100" dist="38100" dir="2700000" algn="tl">
                    <a:srgbClr val="000000"/>
                  </a:outerShdw>
                </a:effectLst>
                <a:uLnTx/>
                <a:uFillTx/>
                <a:latin typeface="+mn-lt"/>
                <a:ea typeface="+mn-ea"/>
                <a:cs typeface="+mn-cs"/>
              </a:rPr>
              <a:t>[</a:t>
            </a:r>
            <a:r>
              <a:rPr kumimoji="0" lang="en-US" altLang="zh-CN" sz="2800" b="1" i="0" u="none" strike="noStrike" kern="0" cap="none" spc="0" normalizeH="0" baseline="0" noProof="0" dirty="0" err="1">
                <a:ln>
                  <a:noFill/>
                </a:ln>
                <a:solidFill>
                  <a:schemeClr val="tx1"/>
                </a:solidFill>
                <a:effectLst>
                  <a:outerShdw blurRad="38100" dist="38100" dir="2700000" algn="tl">
                    <a:srgbClr val="000000"/>
                  </a:outerShdw>
                </a:effectLst>
                <a:uLnTx/>
                <a:uFillTx/>
                <a:latin typeface="+mn-lt"/>
                <a:ea typeface="+mn-ea"/>
                <a:cs typeface="+mn-cs"/>
              </a:rPr>
              <a:t>i</a:t>
            </a:r>
            <a:r>
              <a:rPr kumimoji="0" lang="en-US" altLang="zh-CN" sz="2800" b="1" i="0" u="none" strike="noStrike" kern="0" cap="none" spc="0" normalizeH="0" baseline="0" noProof="0" dirty="0">
                <a:ln>
                  <a:noFill/>
                </a:ln>
                <a:solidFill>
                  <a:schemeClr val="tx1"/>
                </a:solidFill>
                <a:effectLst>
                  <a:outerShdw blurRad="38100" dist="38100" dir="2700000" algn="tl">
                    <a:srgbClr val="000000"/>
                  </a:outerShdw>
                </a:effectLst>
                <a:uLnTx/>
                <a:uFillTx/>
                <a:latin typeface="+mn-lt"/>
                <a:ea typeface="+mn-ea"/>
                <a:cs typeface="+mn-cs"/>
              </a:rPr>
              <a:t>] = </a:t>
            </a:r>
            <a:r>
              <a:rPr kumimoji="0" lang="en-US" altLang="zh-CN" sz="2800" b="1" i="0" u="none" strike="noStrike" kern="0" cap="none" spc="0" normalizeH="0" baseline="0" noProof="0" dirty="0">
                <a:ln>
                  <a:noFill/>
                </a:ln>
                <a:solidFill>
                  <a:srgbClr val="FFFF00"/>
                </a:solidFill>
                <a:effectLst>
                  <a:outerShdw blurRad="38100" dist="38100" dir="2700000" algn="tl">
                    <a:srgbClr val="000000"/>
                  </a:outerShdw>
                </a:effectLst>
                <a:uLnTx/>
                <a:uFillTx/>
                <a:latin typeface="+mn-lt"/>
                <a:ea typeface="+mn-ea"/>
                <a:cs typeface="+mn-cs"/>
              </a:rPr>
              <a:t>s</a:t>
            </a:r>
            <a:r>
              <a:rPr kumimoji="0" lang="en-US" altLang="zh-CN" sz="2800" b="1" i="0" u="none" strike="noStrike" kern="0" cap="none" spc="0" normalizeH="0" baseline="0" noProof="0" dirty="0">
                <a:ln>
                  <a:noFill/>
                </a:ln>
                <a:solidFill>
                  <a:schemeClr val="tx1"/>
                </a:solidFill>
                <a:effectLst>
                  <a:outerShdw blurRad="38100" dist="38100" dir="2700000" algn="tl">
                    <a:srgbClr val="000000"/>
                  </a:outerShdw>
                </a:effectLst>
                <a:uLnTx/>
                <a:uFillTx/>
                <a:latin typeface="+mn-lt"/>
                <a:ea typeface="+mn-ea"/>
                <a:cs typeface="+mn-cs"/>
              </a:rPr>
              <a:t>[i+1] ;</a:t>
            </a:r>
            <a:endParaRPr kumimoji="0" lang="en-US" altLang="zh-CN" sz="2800" b="1" i="0" u="none" strike="noStrike" kern="0" cap="none" spc="0" normalizeH="0" baseline="0" noProof="0" dirty="0">
              <a:ln>
                <a:noFill/>
              </a:ln>
              <a:solidFill>
                <a:schemeClr val="tx1"/>
              </a:solidFill>
              <a:effectLst>
                <a:outerShdw blurRad="38100" dist="38100" dir="2700000" algn="tl">
                  <a:srgbClr val="000000"/>
                </a:outerShdw>
              </a:effectLst>
              <a:uLnTx/>
              <a:uFillTx/>
              <a:latin typeface="+mn-lt"/>
              <a:ea typeface="+mn-ea"/>
              <a:cs typeface="+mn-cs"/>
            </a:endParaRPr>
          </a:p>
          <a:p>
            <a:pPr marL="342900" marR="0" lvl="0" indent="-34290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>
                <a:schemeClr val="hlink"/>
              </a:buClr>
              <a:buSzPct val="80000"/>
              <a:buFont typeface="Wingdings" panose="05000000000000000000" pitchFamily="2" charset="2"/>
              <a:buNone/>
              <a:defRPr/>
            </a:pPr>
            <a:r>
              <a:rPr kumimoji="0" lang="en-US" altLang="zh-CN" sz="2800" b="1" i="0" u="none" strike="noStrike" kern="0" cap="none" spc="0" normalizeH="0" baseline="0" noProof="0" dirty="0">
                <a:ln>
                  <a:noFill/>
                </a:ln>
                <a:solidFill>
                  <a:schemeClr val="tx1"/>
                </a:solidFill>
                <a:effectLst>
                  <a:outerShdw blurRad="38100" dist="38100" dir="2700000" algn="tl">
                    <a:srgbClr val="000000"/>
                  </a:outerShdw>
                </a:effectLst>
                <a:uLnTx/>
                <a:uFillTx/>
                <a:latin typeface="+mn-lt"/>
                <a:ea typeface="+mn-ea"/>
                <a:cs typeface="+mn-cs"/>
              </a:rPr>
              <a:t>		               	</a:t>
            </a:r>
            <a:r>
              <a:rPr kumimoji="0" lang="en-US" altLang="zh-CN" sz="2800" b="1" i="0" u="none" strike="noStrike" kern="0" cap="none" spc="0" normalizeH="0" baseline="0" noProof="0" dirty="0">
                <a:ln>
                  <a:noFill/>
                </a:ln>
                <a:solidFill>
                  <a:srgbClr val="FFFF00"/>
                </a:solidFill>
                <a:effectLst>
                  <a:outerShdw blurRad="38100" dist="38100" dir="2700000" algn="tl">
                    <a:srgbClr val="000000"/>
                  </a:outerShdw>
                </a:effectLst>
                <a:uLnTx/>
                <a:uFillTx/>
                <a:latin typeface="+mn-lt"/>
                <a:ea typeface="+mn-ea"/>
                <a:cs typeface="+mn-cs"/>
              </a:rPr>
              <a:t>s</a:t>
            </a:r>
            <a:r>
              <a:rPr kumimoji="0" lang="en-US" altLang="zh-CN" sz="2800" b="1" i="0" u="none" strike="noStrike" kern="0" cap="none" spc="0" normalizeH="0" baseline="0" noProof="0" dirty="0">
                <a:ln>
                  <a:noFill/>
                </a:ln>
                <a:solidFill>
                  <a:schemeClr val="tx1"/>
                </a:solidFill>
                <a:effectLst>
                  <a:outerShdw blurRad="38100" dist="38100" dir="2700000" algn="tl">
                    <a:srgbClr val="000000"/>
                  </a:outerShdw>
                </a:effectLst>
                <a:uLnTx/>
                <a:uFillTx/>
                <a:latin typeface="+mn-lt"/>
                <a:ea typeface="+mn-ea"/>
                <a:cs typeface="+mn-cs"/>
              </a:rPr>
              <a:t>[i+1] = r ;</a:t>
            </a:r>
            <a:endParaRPr kumimoji="0" lang="en-US" altLang="zh-CN" sz="2800" b="1" i="0" u="none" strike="noStrike" kern="0" cap="none" spc="0" normalizeH="0" baseline="0" noProof="0" dirty="0">
              <a:ln>
                <a:noFill/>
              </a:ln>
              <a:solidFill>
                <a:schemeClr val="tx1"/>
              </a:solidFill>
              <a:effectLst>
                <a:outerShdw blurRad="38100" dist="38100" dir="2700000" algn="tl">
                  <a:srgbClr val="000000"/>
                </a:outerShdw>
              </a:effectLst>
              <a:uLnTx/>
              <a:uFillTx/>
              <a:latin typeface="+mn-lt"/>
              <a:ea typeface="+mn-ea"/>
              <a:cs typeface="+mn-cs"/>
            </a:endParaRPr>
          </a:p>
          <a:p>
            <a:pPr marL="342900" marR="0" lvl="0" indent="-34290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>
                <a:schemeClr val="hlink"/>
              </a:buClr>
              <a:buSzPct val="80000"/>
              <a:buFont typeface="Wingdings" panose="05000000000000000000" pitchFamily="2" charset="2"/>
              <a:buNone/>
              <a:defRPr/>
            </a:pPr>
            <a:r>
              <a:rPr kumimoji="0" lang="en-US" altLang="zh-CN" sz="2800" b="1" i="0" u="none" strike="noStrike" kern="0" cap="none" spc="0" normalizeH="0" baseline="0" noProof="0" dirty="0">
                <a:ln>
                  <a:noFill/>
                </a:ln>
                <a:solidFill>
                  <a:schemeClr val="tx1"/>
                </a:solidFill>
                <a:effectLst>
                  <a:outerShdw blurRad="38100" dist="38100" dir="2700000" algn="tl">
                    <a:srgbClr val="000000"/>
                  </a:outerShdw>
                </a:effectLst>
                <a:uLnTx/>
                <a:uFillTx/>
                <a:latin typeface="+mn-lt"/>
                <a:ea typeface="+mn-ea"/>
                <a:cs typeface="+mn-cs"/>
              </a:rPr>
              <a:t>                       	flag=true;	</a:t>
            </a:r>
            <a:endParaRPr kumimoji="0" lang="en-US" altLang="zh-CN" sz="2800" b="1" i="0" u="none" strike="noStrike" kern="0" cap="none" spc="0" normalizeH="0" baseline="0" noProof="0" dirty="0">
              <a:ln>
                <a:noFill/>
              </a:ln>
              <a:solidFill>
                <a:schemeClr val="tx1"/>
              </a:solidFill>
              <a:effectLst>
                <a:outerShdw blurRad="38100" dist="38100" dir="2700000" algn="tl">
                  <a:srgbClr val="000000"/>
                </a:outerShdw>
              </a:effectLst>
              <a:uLnTx/>
              <a:uFillTx/>
              <a:latin typeface="+mn-lt"/>
              <a:ea typeface="+mn-ea"/>
              <a:cs typeface="+mn-cs"/>
            </a:endParaRPr>
          </a:p>
          <a:p>
            <a:pPr marL="342900" marR="0" lvl="0" indent="-34290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>
                <a:schemeClr val="hlink"/>
              </a:buClr>
              <a:buSzPct val="80000"/>
              <a:buFont typeface="Wingdings" panose="05000000000000000000" pitchFamily="2" charset="2"/>
              <a:buNone/>
              <a:defRPr/>
            </a:pPr>
            <a:r>
              <a:rPr kumimoji="0" lang="en-US" altLang="zh-CN" sz="2800" b="1" i="0" u="none" strike="noStrike" kern="0" cap="none" spc="0" normalizeH="0" baseline="0" noProof="0" dirty="0">
                <a:ln>
                  <a:noFill/>
                </a:ln>
                <a:solidFill>
                  <a:schemeClr val="tx1"/>
                </a:solidFill>
                <a:effectLst>
                  <a:outerShdw blurRad="38100" dist="38100" dir="2700000" algn="tl">
                    <a:srgbClr val="000000"/>
                  </a:outerShdw>
                </a:effectLst>
                <a:uLnTx/>
                <a:uFillTx/>
                <a:latin typeface="+mn-lt"/>
                <a:ea typeface="+mn-ea"/>
                <a:cs typeface="+mn-cs"/>
              </a:rPr>
              <a:t>			}</a:t>
            </a:r>
            <a:endParaRPr kumimoji="0" lang="en-US" altLang="zh-CN" sz="2800" b="1" i="0" u="none" strike="noStrike" kern="0" cap="none" spc="0" normalizeH="0" baseline="0" noProof="0" dirty="0">
              <a:ln>
                <a:noFill/>
              </a:ln>
              <a:solidFill>
                <a:schemeClr val="tx1"/>
              </a:solidFill>
              <a:effectLst>
                <a:outerShdw blurRad="38100" dist="38100" dir="2700000" algn="tl">
                  <a:srgbClr val="000000"/>
                </a:outerShdw>
              </a:effectLst>
              <a:uLnTx/>
              <a:uFillTx/>
              <a:latin typeface="+mn-lt"/>
              <a:ea typeface="+mn-ea"/>
              <a:cs typeface="+mn-cs"/>
            </a:endParaRPr>
          </a:p>
          <a:p>
            <a:pPr marL="342900" marR="0" lvl="0" indent="-34290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>
                <a:schemeClr val="hlink"/>
              </a:buClr>
              <a:buSzPct val="80000"/>
              <a:buFont typeface="Wingdings" panose="05000000000000000000" pitchFamily="2" charset="2"/>
              <a:buNone/>
              <a:defRPr/>
            </a:pPr>
            <a:r>
              <a:rPr kumimoji="0" lang="en-US" altLang="zh-CN" sz="2800" b="1" i="0" u="none" strike="noStrike" kern="0" cap="none" spc="0" normalizeH="0" baseline="0" noProof="0" dirty="0">
                <a:ln>
                  <a:noFill/>
                </a:ln>
                <a:solidFill>
                  <a:schemeClr val="tx1"/>
                </a:solidFill>
                <a:effectLst>
                  <a:outerShdw blurRad="38100" dist="38100" dir="2700000" algn="tl">
                    <a:srgbClr val="000000"/>
                  </a:outerShdw>
                </a:effectLst>
                <a:uLnTx/>
                <a:uFillTx/>
                <a:latin typeface="+mn-lt"/>
                <a:ea typeface="+mn-ea"/>
                <a:cs typeface="+mn-cs"/>
              </a:rPr>
              <a:t>		}</a:t>
            </a:r>
            <a:endParaRPr kumimoji="0" lang="en-US" altLang="zh-CN" sz="2800" b="1" i="0" u="none" strike="noStrike" kern="0" cap="none" spc="0" normalizeH="0" baseline="0" noProof="0" dirty="0">
              <a:ln>
                <a:noFill/>
              </a:ln>
              <a:solidFill>
                <a:schemeClr val="tx1"/>
              </a:solidFill>
              <a:effectLst>
                <a:outerShdw blurRad="38100" dist="38100" dir="2700000" algn="tl">
                  <a:srgbClr val="000000"/>
                </a:outerShdw>
              </a:effectLst>
              <a:uLnTx/>
              <a:uFillTx/>
              <a:latin typeface="+mn-lt"/>
              <a:ea typeface="+mn-ea"/>
              <a:cs typeface="+mn-cs"/>
            </a:endParaRPr>
          </a:p>
          <a:p>
            <a:pPr marL="342900" marR="0" lvl="0" indent="-34290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>
                <a:schemeClr val="hlink"/>
              </a:buClr>
              <a:buSzPct val="80000"/>
              <a:buFont typeface="Wingdings" panose="05000000000000000000" pitchFamily="2" charset="2"/>
              <a:buNone/>
              <a:defRPr/>
            </a:pPr>
            <a:r>
              <a:rPr kumimoji="0" lang="en-US" altLang="zh-CN" sz="2800" b="1" i="0" u="none" strike="noStrike" kern="0" cap="none" spc="0" normalizeH="0" baseline="0" noProof="0" dirty="0">
                <a:ln>
                  <a:noFill/>
                </a:ln>
                <a:solidFill>
                  <a:schemeClr val="tx1"/>
                </a:solidFill>
                <a:effectLst>
                  <a:outerShdw blurRad="38100" dist="38100" dir="2700000" algn="tl">
                    <a:srgbClr val="000000"/>
                  </a:outerShdw>
                </a:effectLst>
                <a:uLnTx/>
                <a:uFillTx/>
                <a:latin typeface="+mn-lt"/>
                <a:ea typeface="+mn-ea"/>
                <a:cs typeface="+mn-cs"/>
              </a:rPr>
              <a:t>}</a:t>
            </a:r>
            <a:endParaRPr kumimoji="0" lang="en-US" altLang="zh-CN" sz="2800" b="1" i="0" u="none" strike="noStrike" kern="0" cap="none" spc="0" normalizeH="0" baseline="0" noProof="0" dirty="0">
              <a:ln>
                <a:noFill/>
              </a:ln>
              <a:solidFill>
                <a:schemeClr val="tx1"/>
              </a:solidFill>
              <a:effectLst>
                <a:outerShdw blurRad="38100" dist="38100" dir="2700000" algn="tl">
                  <a:srgbClr val="000000"/>
                </a:outerShdw>
              </a:effectLst>
              <a:uLnTx/>
              <a:uFillTx/>
              <a:latin typeface="+mn-lt"/>
              <a:ea typeface="+mn-ea"/>
              <a:cs typeface="+mn-cs"/>
            </a:endParaRPr>
          </a:p>
        </p:txBody>
      </p:sp>
      <p:sp>
        <p:nvSpPr>
          <p:cNvPr id="47" name="Rectangle 4"/>
          <p:cNvSpPr/>
          <p:nvPr/>
        </p:nvSpPr>
        <p:spPr>
          <a:xfrm>
            <a:off x="8327708" y="3885883"/>
            <a:ext cx="1654175" cy="431800"/>
          </a:xfrm>
          <a:prstGeom prst="rect">
            <a:avLst/>
          </a:prstGeom>
          <a:noFill/>
          <a:ln w="9525" cap="flat" cmpd="sng">
            <a:noFill/>
            <a:prstDash val="solid"/>
            <a:miter/>
            <a:headEnd type="none" w="med" len="med"/>
            <a:tailEnd type="none" w="med" len="med"/>
          </a:ln>
        </p:spPr>
        <p:txBody>
          <a:bodyPr wrap="none" anchor="ctr" anchorCtr="0"/>
          <a:lstStyle>
            <a:lvl1pPr marL="342900" indent="-3429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80000"/>
              <a:buFont typeface="Wingdings" panose="05000000000000000000" pitchFamily="2" charset="2"/>
              <a:buChar char="n"/>
              <a:defRPr sz="3200" b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defRPr>
            </a:lvl1pPr>
            <a:lvl2pPr marL="742950" indent="-28575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Char char="–"/>
              <a:defRPr sz="2800">
                <a:solidFill>
                  <a:schemeClr val="tx1"/>
                </a:solidFill>
                <a:effectLst/>
                <a:latin typeface="+mn-lt"/>
                <a:ea typeface="+mn-ea"/>
              </a:defRPr>
            </a:lvl2pPr>
            <a:lvl3pPr marL="11430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Font typeface="Wingdings" panose="05000000000000000000" pitchFamily="2" charset="2"/>
              <a:buChar char="§"/>
              <a:defRPr sz="2400">
                <a:solidFill>
                  <a:schemeClr val="tx1"/>
                </a:solidFill>
                <a:effectLst/>
                <a:latin typeface="+mn-lt"/>
                <a:ea typeface="+mn-ea"/>
              </a:defRPr>
            </a:lvl3pPr>
            <a:lvl4pPr marL="16002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–"/>
              <a:defRPr sz="2000">
                <a:solidFill>
                  <a:schemeClr val="tx1"/>
                </a:solidFill>
                <a:effectLst/>
                <a:latin typeface="+mn-lt"/>
                <a:ea typeface="+mn-ea"/>
              </a:defRPr>
            </a:lvl4pPr>
            <a:lvl5pPr marL="20574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effectLst/>
                <a:latin typeface="+mn-lt"/>
                <a:ea typeface="+mn-ea"/>
              </a:defRPr>
            </a:lvl5pPr>
          </a:lstStyle>
          <a:p>
            <a:pPr marL="0" lvl="0" indent="0" algn="ctr" eaLnBrk="1" hangingPunct="1">
              <a:spcBef>
                <a:spcPct val="0"/>
              </a:spcBef>
              <a:buClrTx/>
              <a:buSzTx/>
              <a:buFontTx/>
              <a:buNone/>
            </a:pPr>
            <a:r>
              <a:rPr lang="en-US" altLang="zh-CN" sz="2400" b="1" dirty="0">
                <a:solidFill>
                  <a:schemeClr val="hlink"/>
                </a:solidFill>
                <a:latin typeface="Arial" panose="020B0604020202020204" pitchFamily="34" charset="0"/>
              </a:rPr>
              <a:t>int data[5];</a:t>
            </a:r>
            <a:endParaRPr lang="en-US" altLang="zh-CN" sz="2400" b="1" dirty="0">
              <a:solidFill>
                <a:schemeClr val="hlink"/>
              </a:solidFill>
              <a:latin typeface="Arial" panose="020B0604020202020204" pitchFamily="34" charset="0"/>
            </a:endParaRPr>
          </a:p>
        </p:txBody>
      </p:sp>
      <p:grpSp>
        <p:nvGrpSpPr>
          <p:cNvPr id="49" name="Group 9"/>
          <p:cNvGrpSpPr/>
          <p:nvPr/>
        </p:nvGrpSpPr>
        <p:grpSpPr>
          <a:xfrm flipV="1">
            <a:off x="7010400" y="1430655"/>
            <a:ext cx="1289050" cy="3152140"/>
            <a:chOff x="3107" y="1117"/>
            <a:chExt cx="1088" cy="2310"/>
          </a:xfrm>
        </p:grpSpPr>
        <p:sp>
          <p:nvSpPr>
            <p:cNvPr id="50" name="Line 10"/>
            <p:cNvSpPr/>
            <p:nvPr/>
          </p:nvSpPr>
          <p:spPr>
            <a:xfrm flipH="1" flipV="1">
              <a:off x="3107" y="3415"/>
              <a:ext cx="998" cy="6"/>
            </a:xfrm>
            <a:prstGeom prst="line">
              <a:avLst/>
            </a:prstGeom>
            <a:ln w="38100" cap="flat" cmpd="sng">
              <a:solidFill>
                <a:schemeClr val="accent6">
                  <a:lumMod val="60000"/>
                  <a:lumOff val="40000"/>
                </a:schemeClr>
              </a:solidFill>
              <a:prstDash val="solid"/>
              <a:headEnd type="none" w="med" len="med"/>
              <a:tailEnd type="none" w="med" len="med"/>
            </a:ln>
          </p:spPr>
        </p:sp>
        <p:sp>
          <p:nvSpPr>
            <p:cNvPr id="51" name="Line 11"/>
            <p:cNvSpPr/>
            <p:nvPr/>
          </p:nvSpPr>
          <p:spPr>
            <a:xfrm flipV="1">
              <a:off x="3107" y="1117"/>
              <a:ext cx="0" cy="2310"/>
            </a:xfrm>
            <a:prstGeom prst="line">
              <a:avLst/>
            </a:prstGeom>
            <a:ln w="38100" cap="flat" cmpd="sng">
              <a:solidFill>
                <a:schemeClr val="accent6">
                  <a:lumMod val="60000"/>
                  <a:lumOff val="40000"/>
                </a:schemeClr>
              </a:solidFill>
              <a:prstDash val="solid"/>
              <a:headEnd type="none" w="med" len="med"/>
              <a:tailEnd type="none" w="med" len="med"/>
            </a:ln>
          </p:spPr>
        </p:sp>
        <p:sp>
          <p:nvSpPr>
            <p:cNvPr id="52" name="Line 12"/>
            <p:cNvSpPr/>
            <p:nvPr/>
          </p:nvSpPr>
          <p:spPr>
            <a:xfrm>
              <a:off x="3107" y="1117"/>
              <a:ext cx="1088" cy="0"/>
            </a:xfrm>
            <a:prstGeom prst="line">
              <a:avLst/>
            </a:prstGeom>
            <a:ln w="38100" cap="flat" cmpd="sng">
              <a:solidFill>
                <a:schemeClr val="accent6">
                  <a:lumMod val="60000"/>
                  <a:lumOff val="40000"/>
                </a:schemeClr>
              </a:solidFill>
              <a:prstDash val="solid"/>
              <a:headEnd type="none" w="med" len="med"/>
              <a:tailEnd type="arrow" w="med" len="med"/>
            </a:ln>
          </p:spPr>
        </p:sp>
      </p:grpSp>
      <p:grpSp>
        <p:nvGrpSpPr>
          <p:cNvPr id="53" name="Group 42"/>
          <p:cNvGrpSpPr/>
          <p:nvPr/>
        </p:nvGrpSpPr>
        <p:grpSpPr>
          <a:xfrm>
            <a:off x="7315200" y="4110038"/>
            <a:ext cx="3600450" cy="2543175"/>
            <a:chOff x="3492" y="709"/>
            <a:chExt cx="2268" cy="1602"/>
          </a:xfrm>
        </p:grpSpPr>
        <p:sp>
          <p:nvSpPr>
            <p:cNvPr id="54" name="Text Box 30"/>
            <p:cNvSpPr txBox="1"/>
            <p:nvPr/>
          </p:nvSpPr>
          <p:spPr>
            <a:xfrm>
              <a:off x="4943" y="2023"/>
              <a:ext cx="817" cy="288"/>
            </a:xfrm>
            <a:prstGeom prst="rect">
              <a:avLst/>
            </a:prstGeom>
            <a:noFill/>
            <a:ln w="9525">
              <a:noFill/>
            </a:ln>
          </p:spPr>
          <p:txBody>
            <a:bodyPr>
              <a:spAutoFit/>
            </a:bodyPr>
            <a:lstStyle>
              <a:lvl1pPr marL="342900" indent="-342900" algn="l" rtl="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hlink"/>
                </a:buClr>
                <a:buSzPct val="80000"/>
                <a:buFont typeface="Wingdings" panose="05000000000000000000" pitchFamily="2" charset="2"/>
                <a:buChar char="n"/>
                <a:defRPr sz="3200" b="0">
                  <a:solidFill>
                    <a:schemeClr val="tx1"/>
                  </a:solidFill>
                  <a:effectLst/>
                  <a:latin typeface="+mn-lt"/>
                  <a:ea typeface="+mn-ea"/>
                  <a:cs typeface="+mn-cs"/>
                </a:defRPr>
              </a:lvl1pPr>
              <a:lvl2pPr marL="742950" indent="-285750" algn="l" rtl="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tx1"/>
                </a:buClr>
                <a:buChar char="–"/>
                <a:defRPr sz="2800">
                  <a:solidFill>
                    <a:schemeClr val="tx1"/>
                  </a:solidFill>
                  <a:effectLst/>
                  <a:latin typeface="+mn-lt"/>
                  <a:ea typeface="+mn-ea"/>
                </a:defRPr>
              </a:lvl2pPr>
              <a:lvl3pPr marL="11430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hlink"/>
                </a:buClr>
                <a:buFont typeface="Wingdings" panose="05000000000000000000" pitchFamily="2" charset="2"/>
                <a:buChar char="§"/>
                <a:defRPr sz="2400">
                  <a:solidFill>
                    <a:schemeClr val="tx1"/>
                  </a:solidFill>
                  <a:effectLst/>
                  <a:latin typeface="+mn-lt"/>
                  <a:ea typeface="+mn-ea"/>
                </a:defRPr>
              </a:lvl3pPr>
              <a:lvl4pPr marL="16002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–"/>
                <a:defRPr sz="2000">
                  <a:solidFill>
                    <a:schemeClr val="tx1"/>
                  </a:solidFill>
                  <a:effectLst/>
                  <a:latin typeface="+mn-lt"/>
                  <a:ea typeface="+mn-ea"/>
                </a:defRPr>
              </a:lvl4pPr>
              <a:lvl5pPr marL="20574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hlink"/>
                </a:buClr>
                <a:buFont typeface="Wingdings" panose="05000000000000000000" pitchFamily="2" charset="2"/>
                <a:buChar char="§"/>
                <a:defRPr sz="2000">
                  <a:solidFill>
                    <a:schemeClr val="tx1"/>
                  </a:solidFill>
                  <a:effectLst/>
                  <a:latin typeface="+mn-lt"/>
                  <a:ea typeface="+mn-ea"/>
                </a:defRPr>
              </a:lvl5pPr>
            </a:lstStyle>
            <a:p>
              <a:pPr marL="0" lvl="0" indent="0" eaLnBrk="1" hangingPunct="1">
                <a:spcBef>
                  <a:spcPct val="50000"/>
                </a:spcBef>
                <a:buClrTx/>
                <a:buSzTx/>
                <a:buFontTx/>
                <a:buNone/>
              </a:pPr>
              <a:r>
                <a:rPr lang="en-US" altLang="zh-CN" sz="2400" b="1" dirty="0">
                  <a:latin typeface="Arial" panose="020B0604020202020204" pitchFamily="34" charset="0"/>
                </a:rPr>
                <a:t>data[4]</a:t>
              </a:r>
              <a:endParaRPr lang="en-US" altLang="zh-CN" sz="2400" b="1" dirty="0">
                <a:latin typeface="Arial" panose="020B0604020202020204" pitchFamily="34" charset="0"/>
              </a:endParaRPr>
            </a:p>
          </p:txBody>
        </p:sp>
        <p:sp>
          <p:nvSpPr>
            <p:cNvPr id="55" name="Text Box 31"/>
            <p:cNvSpPr txBox="1"/>
            <p:nvPr/>
          </p:nvSpPr>
          <p:spPr>
            <a:xfrm>
              <a:off x="4943" y="1751"/>
              <a:ext cx="817" cy="288"/>
            </a:xfrm>
            <a:prstGeom prst="rect">
              <a:avLst/>
            </a:prstGeom>
            <a:noFill/>
            <a:ln w="9525">
              <a:noFill/>
            </a:ln>
          </p:spPr>
          <p:txBody>
            <a:bodyPr>
              <a:spAutoFit/>
            </a:bodyPr>
            <a:lstStyle>
              <a:lvl1pPr marL="342900" indent="-342900" algn="l" rtl="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hlink"/>
                </a:buClr>
                <a:buSzPct val="80000"/>
                <a:buFont typeface="Wingdings" panose="05000000000000000000" pitchFamily="2" charset="2"/>
                <a:buChar char="n"/>
                <a:defRPr sz="3200" b="0">
                  <a:solidFill>
                    <a:schemeClr val="tx1"/>
                  </a:solidFill>
                  <a:effectLst/>
                  <a:latin typeface="+mn-lt"/>
                  <a:ea typeface="+mn-ea"/>
                  <a:cs typeface="+mn-cs"/>
                </a:defRPr>
              </a:lvl1pPr>
              <a:lvl2pPr marL="742950" indent="-285750" algn="l" rtl="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tx1"/>
                </a:buClr>
                <a:buChar char="–"/>
                <a:defRPr sz="2800">
                  <a:solidFill>
                    <a:schemeClr val="tx1"/>
                  </a:solidFill>
                  <a:effectLst/>
                  <a:latin typeface="+mn-lt"/>
                  <a:ea typeface="+mn-ea"/>
                </a:defRPr>
              </a:lvl2pPr>
              <a:lvl3pPr marL="11430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hlink"/>
                </a:buClr>
                <a:buFont typeface="Wingdings" panose="05000000000000000000" pitchFamily="2" charset="2"/>
                <a:buChar char="§"/>
                <a:defRPr sz="2400">
                  <a:solidFill>
                    <a:schemeClr val="tx1"/>
                  </a:solidFill>
                  <a:effectLst/>
                  <a:latin typeface="+mn-lt"/>
                  <a:ea typeface="+mn-ea"/>
                </a:defRPr>
              </a:lvl3pPr>
              <a:lvl4pPr marL="16002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–"/>
                <a:defRPr sz="2000">
                  <a:solidFill>
                    <a:schemeClr val="tx1"/>
                  </a:solidFill>
                  <a:effectLst/>
                  <a:latin typeface="+mn-lt"/>
                  <a:ea typeface="+mn-ea"/>
                </a:defRPr>
              </a:lvl4pPr>
              <a:lvl5pPr marL="20574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hlink"/>
                </a:buClr>
                <a:buFont typeface="Wingdings" panose="05000000000000000000" pitchFamily="2" charset="2"/>
                <a:buChar char="§"/>
                <a:defRPr sz="2000">
                  <a:solidFill>
                    <a:schemeClr val="tx1"/>
                  </a:solidFill>
                  <a:effectLst/>
                  <a:latin typeface="+mn-lt"/>
                  <a:ea typeface="+mn-ea"/>
                </a:defRPr>
              </a:lvl5pPr>
            </a:lstStyle>
            <a:p>
              <a:pPr marL="0" lvl="0" indent="0" eaLnBrk="1" hangingPunct="1">
                <a:spcBef>
                  <a:spcPct val="50000"/>
                </a:spcBef>
                <a:buClrTx/>
                <a:buSzTx/>
                <a:buFontTx/>
                <a:buNone/>
              </a:pPr>
              <a:r>
                <a:rPr lang="en-US" altLang="zh-CN" sz="2400" b="1" dirty="0">
                  <a:latin typeface="Arial" panose="020B0604020202020204" pitchFamily="34" charset="0"/>
                </a:rPr>
                <a:t>data[3]</a:t>
              </a:r>
              <a:endParaRPr lang="en-US" altLang="zh-CN" sz="2400" b="1" dirty="0">
                <a:latin typeface="Arial" panose="020B0604020202020204" pitchFamily="34" charset="0"/>
              </a:endParaRPr>
            </a:p>
          </p:txBody>
        </p:sp>
        <p:sp>
          <p:nvSpPr>
            <p:cNvPr id="56" name="Text Box 33"/>
            <p:cNvSpPr txBox="1"/>
            <p:nvPr/>
          </p:nvSpPr>
          <p:spPr>
            <a:xfrm>
              <a:off x="4943" y="1207"/>
              <a:ext cx="817" cy="288"/>
            </a:xfrm>
            <a:prstGeom prst="rect">
              <a:avLst/>
            </a:prstGeom>
            <a:noFill/>
            <a:ln w="9525">
              <a:noFill/>
            </a:ln>
          </p:spPr>
          <p:txBody>
            <a:bodyPr>
              <a:spAutoFit/>
            </a:bodyPr>
            <a:lstStyle>
              <a:lvl1pPr marL="342900" indent="-342900" algn="l" rtl="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hlink"/>
                </a:buClr>
                <a:buSzPct val="80000"/>
                <a:buFont typeface="Wingdings" panose="05000000000000000000" pitchFamily="2" charset="2"/>
                <a:buChar char="n"/>
                <a:defRPr sz="3200" b="0">
                  <a:solidFill>
                    <a:schemeClr val="tx1"/>
                  </a:solidFill>
                  <a:effectLst/>
                  <a:latin typeface="+mn-lt"/>
                  <a:ea typeface="+mn-ea"/>
                  <a:cs typeface="+mn-cs"/>
                </a:defRPr>
              </a:lvl1pPr>
              <a:lvl2pPr marL="742950" indent="-285750" algn="l" rtl="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tx1"/>
                </a:buClr>
                <a:buChar char="–"/>
                <a:defRPr sz="2800">
                  <a:solidFill>
                    <a:schemeClr val="tx1"/>
                  </a:solidFill>
                  <a:effectLst/>
                  <a:latin typeface="+mn-lt"/>
                  <a:ea typeface="+mn-ea"/>
                </a:defRPr>
              </a:lvl2pPr>
              <a:lvl3pPr marL="11430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hlink"/>
                </a:buClr>
                <a:buFont typeface="Wingdings" panose="05000000000000000000" pitchFamily="2" charset="2"/>
                <a:buChar char="§"/>
                <a:defRPr sz="2400">
                  <a:solidFill>
                    <a:schemeClr val="tx1"/>
                  </a:solidFill>
                  <a:effectLst/>
                  <a:latin typeface="+mn-lt"/>
                  <a:ea typeface="+mn-ea"/>
                </a:defRPr>
              </a:lvl3pPr>
              <a:lvl4pPr marL="16002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–"/>
                <a:defRPr sz="2000">
                  <a:solidFill>
                    <a:schemeClr val="tx1"/>
                  </a:solidFill>
                  <a:effectLst/>
                  <a:latin typeface="+mn-lt"/>
                  <a:ea typeface="+mn-ea"/>
                </a:defRPr>
              </a:lvl4pPr>
              <a:lvl5pPr marL="20574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hlink"/>
                </a:buClr>
                <a:buFont typeface="Wingdings" panose="05000000000000000000" pitchFamily="2" charset="2"/>
                <a:buChar char="§"/>
                <a:defRPr sz="2000">
                  <a:solidFill>
                    <a:schemeClr val="tx1"/>
                  </a:solidFill>
                  <a:effectLst/>
                  <a:latin typeface="+mn-lt"/>
                  <a:ea typeface="+mn-ea"/>
                </a:defRPr>
              </a:lvl5pPr>
            </a:lstStyle>
            <a:p>
              <a:pPr marL="0" lvl="0" indent="0" eaLnBrk="1" hangingPunct="1">
                <a:spcBef>
                  <a:spcPct val="50000"/>
                </a:spcBef>
                <a:buClrTx/>
                <a:buSzTx/>
                <a:buFontTx/>
                <a:buNone/>
              </a:pPr>
              <a:r>
                <a:rPr lang="en-US" altLang="zh-CN" sz="2400" b="1" dirty="0">
                  <a:latin typeface="Arial" panose="020B0604020202020204" pitchFamily="34" charset="0"/>
                </a:rPr>
                <a:t>data[1]</a:t>
              </a:r>
              <a:endParaRPr lang="en-US" altLang="zh-CN" sz="2400" b="1" dirty="0">
                <a:latin typeface="Arial" panose="020B0604020202020204" pitchFamily="34" charset="0"/>
              </a:endParaRPr>
            </a:p>
          </p:txBody>
        </p:sp>
        <p:sp>
          <p:nvSpPr>
            <p:cNvPr id="57" name="Text Box 34"/>
            <p:cNvSpPr txBox="1"/>
            <p:nvPr/>
          </p:nvSpPr>
          <p:spPr>
            <a:xfrm>
              <a:off x="4943" y="935"/>
              <a:ext cx="817" cy="288"/>
            </a:xfrm>
            <a:prstGeom prst="rect">
              <a:avLst/>
            </a:prstGeom>
            <a:noFill/>
            <a:ln w="9525">
              <a:noFill/>
            </a:ln>
          </p:spPr>
          <p:txBody>
            <a:bodyPr>
              <a:spAutoFit/>
            </a:bodyPr>
            <a:lstStyle>
              <a:lvl1pPr marL="342900" indent="-342900" algn="l" rtl="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hlink"/>
                </a:buClr>
                <a:buSzPct val="80000"/>
                <a:buFont typeface="Wingdings" panose="05000000000000000000" pitchFamily="2" charset="2"/>
                <a:buChar char="n"/>
                <a:defRPr sz="3200" b="0">
                  <a:solidFill>
                    <a:schemeClr val="tx1"/>
                  </a:solidFill>
                  <a:effectLst/>
                  <a:latin typeface="+mn-lt"/>
                  <a:ea typeface="+mn-ea"/>
                  <a:cs typeface="+mn-cs"/>
                </a:defRPr>
              </a:lvl1pPr>
              <a:lvl2pPr marL="742950" indent="-285750" algn="l" rtl="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tx1"/>
                </a:buClr>
                <a:buChar char="–"/>
                <a:defRPr sz="2800">
                  <a:solidFill>
                    <a:schemeClr val="tx1"/>
                  </a:solidFill>
                  <a:effectLst/>
                  <a:latin typeface="+mn-lt"/>
                  <a:ea typeface="+mn-ea"/>
                </a:defRPr>
              </a:lvl2pPr>
              <a:lvl3pPr marL="11430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hlink"/>
                </a:buClr>
                <a:buFont typeface="Wingdings" panose="05000000000000000000" pitchFamily="2" charset="2"/>
                <a:buChar char="§"/>
                <a:defRPr sz="2400">
                  <a:solidFill>
                    <a:schemeClr val="tx1"/>
                  </a:solidFill>
                  <a:effectLst/>
                  <a:latin typeface="+mn-lt"/>
                  <a:ea typeface="+mn-ea"/>
                </a:defRPr>
              </a:lvl3pPr>
              <a:lvl4pPr marL="16002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–"/>
                <a:defRPr sz="2000">
                  <a:solidFill>
                    <a:schemeClr val="tx1"/>
                  </a:solidFill>
                  <a:effectLst/>
                  <a:latin typeface="+mn-lt"/>
                  <a:ea typeface="+mn-ea"/>
                </a:defRPr>
              </a:lvl4pPr>
              <a:lvl5pPr marL="20574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hlink"/>
                </a:buClr>
                <a:buFont typeface="Wingdings" panose="05000000000000000000" pitchFamily="2" charset="2"/>
                <a:buChar char="§"/>
                <a:defRPr sz="2000">
                  <a:solidFill>
                    <a:schemeClr val="tx1"/>
                  </a:solidFill>
                  <a:effectLst/>
                  <a:latin typeface="+mn-lt"/>
                  <a:ea typeface="+mn-ea"/>
                </a:defRPr>
              </a:lvl5pPr>
            </a:lstStyle>
            <a:p>
              <a:pPr marL="0" lvl="0" indent="0" eaLnBrk="1" hangingPunct="1">
                <a:spcBef>
                  <a:spcPct val="50000"/>
                </a:spcBef>
                <a:buClrTx/>
                <a:buSzTx/>
                <a:buFontTx/>
                <a:buNone/>
              </a:pPr>
              <a:r>
                <a:rPr lang="en-US" altLang="zh-CN" sz="2400" b="1" dirty="0">
                  <a:latin typeface="Arial" panose="020B0604020202020204" pitchFamily="34" charset="0"/>
                </a:rPr>
                <a:t>data[0]</a:t>
              </a:r>
              <a:endParaRPr lang="en-US" altLang="zh-CN" sz="2400" b="1" dirty="0">
                <a:latin typeface="Arial" panose="020B0604020202020204" pitchFamily="34" charset="0"/>
              </a:endParaRPr>
            </a:p>
          </p:txBody>
        </p:sp>
        <p:grpSp>
          <p:nvGrpSpPr>
            <p:cNvPr id="58" name="Group 41"/>
            <p:cNvGrpSpPr/>
            <p:nvPr/>
          </p:nvGrpSpPr>
          <p:grpSpPr>
            <a:xfrm>
              <a:off x="3492" y="709"/>
              <a:ext cx="2268" cy="1602"/>
              <a:chOff x="3492" y="709"/>
              <a:chExt cx="2268" cy="1602"/>
            </a:xfrm>
          </p:grpSpPr>
          <p:sp>
            <p:nvSpPr>
              <p:cNvPr id="59" name="Text Box 32"/>
              <p:cNvSpPr txBox="1"/>
              <p:nvPr/>
            </p:nvSpPr>
            <p:spPr>
              <a:xfrm>
                <a:off x="4943" y="1479"/>
                <a:ext cx="817" cy="288"/>
              </a:xfrm>
              <a:prstGeom prst="rect">
                <a:avLst/>
              </a:prstGeom>
              <a:noFill/>
              <a:ln w="9525">
                <a:noFill/>
              </a:ln>
            </p:spPr>
            <p:txBody>
              <a:bodyPr>
                <a:spAutoFit/>
              </a:bodyPr>
              <a:lstStyle>
                <a:lvl1pPr marL="342900" indent="-342900" algn="l" rtl="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hlink"/>
                  </a:buClr>
                  <a:buSzPct val="80000"/>
                  <a:buFont typeface="Wingdings" panose="05000000000000000000" pitchFamily="2" charset="2"/>
                  <a:buChar char="n"/>
                  <a:defRPr sz="3200" b="0">
                    <a:solidFill>
                      <a:schemeClr val="tx1"/>
                    </a:solidFill>
                    <a:effectLst/>
                    <a:latin typeface="+mn-lt"/>
                    <a:ea typeface="+mn-ea"/>
                    <a:cs typeface="+mn-cs"/>
                  </a:defRPr>
                </a:lvl1pPr>
                <a:lvl2pPr marL="742950" indent="-285750" algn="l" rtl="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tx1"/>
                  </a:buClr>
                  <a:buChar char="–"/>
                  <a:defRPr sz="2800">
                    <a:solidFill>
                      <a:schemeClr val="tx1"/>
                    </a:solidFill>
                    <a:effectLst/>
                    <a:latin typeface="+mn-lt"/>
                    <a:ea typeface="+mn-ea"/>
                  </a:defRPr>
                </a:lvl2pPr>
                <a:lvl3pPr marL="1143000" indent="-228600" algn="l" rtl="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hlink"/>
                  </a:buClr>
                  <a:buFont typeface="Wingdings" panose="05000000000000000000" pitchFamily="2" charset="2"/>
                  <a:buChar char="§"/>
                  <a:defRPr sz="2400">
                    <a:solidFill>
                      <a:schemeClr val="tx1"/>
                    </a:solidFill>
                    <a:effectLst/>
                    <a:latin typeface="+mn-lt"/>
                    <a:ea typeface="+mn-ea"/>
                  </a:defRPr>
                </a:lvl3pPr>
                <a:lvl4pPr marL="1600200" indent="-228600" algn="l" rtl="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–"/>
                  <a:defRPr sz="2000">
                    <a:solidFill>
                      <a:schemeClr val="tx1"/>
                    </a:solidFill>
                    <a:effectLst/>
                    <a:latin typeface="+mn-lt"/>
                    <a:ea typeface="+mn-ea"/>
                  </a:defRPr>
                </a:lvl4pPr>
                <a:lvl5pPr marL="2057400" indent="-228600" algn="l" rtl="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hlink"/>
                  </a:buClr>
                  <a:buFont typeface="Wingdings" panose="05000000000000000000" pitchFamily="2" charset="2"/>
                  <a:buChar char="§"/>
                  <a:defRPr sz="2000">
                    <a:solidFill>
                      <a:schemeClr val="tx1"/>
                    </a:solidFill>
                    <a:effectLst/>
                    <a:latin typeface="+mn-lt"/>
                    <a:ea typeface="+mn-ea"/>
                  </a:defRPr>
                </a:lvl5pPr>
              </a:lstStyle>
              <a:p>
                <a:pPr marL="0" lvl="0" indent="0" eaLnBrk="1" hangingPunct="1">
                  <a:spcBef>
                    <a:spcPct val="50000"/>
                  </a:spcBef>
                  <a:buClrTx/>
                  <a:buSzTx/>
                  <a:buFontTx/>
                  <a:buNone/>
                </a:pPr>
                <a:r>
                  <a:rPr lang="en-US" altLang="zh-CN" sz="2400" b="1" dirty="0">
                    <a:latin typeface="Arial" panose="020B0604020202020204" pitchFamily="34" charset="0"/>
                  </a:rPr>
                  <a:t>data[2]</a:t>
                </a:r>
                <a:endParaRPr lang="en-US" altLang="zh-CN" sz="2400" b="1" dirty="0">
                  <a:latin typeface="Arial" panose="020B0604020202020204" pitchFamily="34" charset="0"/>
                </a:endParaRPr>
              </a:p>
            </p:txBody>
          </p:sp>
          <p:grpSp>
            <p:nvGrpSpPr>
              <p:cNvPr id="60" name="Group 40"/>
              <p:cNvGrpSpPr/>
              <p:nvPr/>
            </p:nvGrpSpPr>
            <p:grpSpPr>
              <a:xfrm>
                <a:off x="3492" y="709"/>
                <a:ext cx="1497" cy="1602"/>
                <a:chOff x="3492" y="709"/>
                <a:chExt cx="1497" cy="1602"/>
              </a:xfrm>
            </p:grpSpPr>
            <p:sp>
              <p:nvSpPr>
                <p:cNvPr id="61" name="Rectangle 15"/>
                <p:cNvSpPr/>
                <p:nvPr/>
              </p:nvSpPr>
              <p:spPr>
                <a:xfrm>
                  <a:off x="4173" y="935"/>
                  <a:ext cx="816" cy="288"/>
                </a:xfrm>
                <a:prstGeom prst="rect">
                  <a:avLst/>
                </a:prstGeom>
                <a:solidFill>
                  <a:schemeClr val="accent1"/>
                </a:solidFill>
                <a:ln w="9525" cap="flat" cmpd="sng">
                  <a:solidFill>
                    <a:schemeClr val="tx1"/>
                  </a:solidFill>
                  <a:prstDash val="solid"/>
                  <a:miter/>
                  <a:headEnd type="none" w="med" len="med"/>
                  <a:tailEnd type="none" w="med" len="med"/>
                </a:ln>
              </p:spPr>
              <p:txBody>
                <a:bodyPr wrap="none" anchor="ctr" anchorCtr="0"/>
                <a:lstStyle>
                  <a:lvl1pPr marL="342900" indent="-342900" algn="l" rtl="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lr>
                      <a:schemeClr val="hlink"/>
                    </a:buClr>
                    <a:buSzPct val="80000"/>
                    <a:buFont typeface="Wingdings" panose="05000000000000000000" pitchFamily="2" charset="2"/>
                    <a:buChar char="n"/>
                    <a:defRPr sz="3200" b="0">
                      <a:solidFill>
                        <a:schemeClr val="tx1"/>
                      </a:solidFill>
                      <a:effectLst/>
                      <a:latin typeface="+mn-lt"/>
                      <a:ea typeface="+mn-ea"/>
                      <a:cs typeface="+mn-cs"/>
                    </a:defRPr>
                  </a:lvl1pPr>
                  <a:lvl2pPr marL="742950" indent="-285750" algn="l" rtl="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lr>
                      <a:schemeClr val="tx1"/>
                    </a:buClr>
                    <a:buChar char="–"/>
                    <a:defRPr sz="2800">
                      <a:solidFill>
                        <a:schemeClr val="tx1"/>
                      </a:solidFill>
                      <a:effectLst/>
                      <a:latin typeface="+mn-lt"/>
                      <a:ea typeface="+mn-ea"/>
                    </a:defRPr>
                  </a:lvl2pPr>
                  <a:lvl3pPr marL="1143000" indent="-228600" algn="l" rtl="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lr>
                      <a:schemeClr val="hlink"/>
                    </a:buClr>
                    <a:buFont typeface="Wingdings" panose="05000000000000000000" pitchFamily="2" charset="2"/>
                    <a:buChar char="§"/>
                    <a:defRPr sz="2400">
                      <a:solidFill>
                        <a:schemeClr val="tx1"/>
                      </a:solidFill>
                      <a:effectLst/>
                      <a:latin typeface="+mn-lt"/>
                      <a:ea typeface="+mn-ea"/>
                    </a:defRPr>
                  </a:lvl3pPr>
                  <a:lvl4pPr marL="1600200" indent="-228600" algn="l" rtl="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har char="–"/>
                    <a:defRPr sz="2000">
                      <a:solidFill>
                        <a:schemeClr val="tx1"/>
                      </a:solidFill>
                      <a:effectLst/>
                      <a:latin typeface="+mn-lt"/>
                      <a:ea typeface="+mn-ea"/>
                    </a:defRPr>
                  </a:lvl4pPr>
                  <a:lvl5pPr marL="2057400" indent="-228600" algn="l" rtl="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lr>
                      <a:schemeClr val="hlink"/>
                    </a:buClr>
                    <a:buFont typeface="Wingdings" panose="05000000000000000000" pitchFamily="2" charset="2"/>
                    <a:buChar char="§"/>
                    <a:defRPr sz="2000">
                      <a:solidFill>
                        <a:schemeClr val="tx1"/>
                      </a:solidFill>
                      <a:effectLst/>
                      <a:latin typeface="+mn-lt"/>
                      <a:ea typeface="+mn-ea"/>
                    </a:defRPr>
                  </a:lvl5pPr>
                </a:lstStyle>
                <a:p>
                  <a:pPr marL="0" lvl="0" indent="0" algn="ctr" eaLnBrk="1" hangingPunct="1">
                    <a:spcBef>
                      <a:spcPct val="0"/>
                    </a:spcBef>
                    <a:buClrTx/>
                    <a:buSzTx/>
                    <a:buFontTx/>
                    <a:buNone/>
                  </a:pPr>
                  <a:endParaRPr lang="zh-CN" altLang="zh-CN" sz="1800" b="1" dirty="0">
                    <a:latin typeface="Arial" panose="020B0604020202020204" pitchFamily="34" charset="0"/>
                  </a:endParaRPr>
                </a:p>
              </p:txBody>
            </p:sp>
            <p:sp>
              <p:nvSpPr>
                <p:cNvPr id="62" name="Rectangle 16"/>
                <p:cNvSpPr/>
                <p:nvPr/>
              </p:nvSpPr>
              <p:spPr>
                <a:xfrm>
                  <a:off x="4173" y="1207"/>
                  <a:ext cx="816" cy="272"/>
                </a:xfrm>
                <a:prstGeom prst="rect">
                  <a:avLst/>
                </a:prstGeom>
                <a:solidFill>
                  <a:schemeClr val="accent1"/>
                </a:solidFill>
                <a:ln w="9525" cap="flat" cmpd="sng">
                  <a:solidFill>
                    <a:schemeClr val="tx1"/>
                  </a:solidFill>
                  <a:prstDash val="solid"/>
                  <a:miter/>
                  <a:headEnd type="none" w="med" len="med"/>
                  <a:tailEnd type="none" w="med" len="med"/>
                </a:ln>
              </p:spPr>
              <p:txBody>
                <a:bodyPr wrap="none" anchor="ctr" anchorCtr="0"/>
                <a:lstStyle>
                  <a:lvl1pPr marL="342900" indent="-342900" algn="l" rtl="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lr>
                      <a:schemeClr val="hlink"/>
                    </a:buClr>
                    <a:buSzPct val="80000"/>
                    <a:buFont typeface="Wingdings" panose="05000000000000000000" pitchFamily="2" charset="2"/>
                    <a:buChar char="n"/>
                    <a:defRPr sz="3200" b="0">
                      <a:solidFill>
                        <a:schemeClr val="tx1"/>
                      </a:solidFill>
                      <a:effectLst/>
                      <a:latin typeface="+mn-lt"/>
                      <a:ea typeface="+mn-ea"/>
                      <a:cs typeface="+mn-cs"/>
                    </a:defRPr>
                  </a:lvl1pPr>
                  <a:lvl2pPr marL="742950" indent="-285750" algn="l" rtl="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lr>
                      <a:schemeClr val="tx1"/>
                    </a:buClr>
                    <a:buChar char="–"/>
                    <a:defRPr sz="2800">
                      <a:solidFill>
                        <a:schemeClr val="tx1"/>
                      </a:solidFill>
                      <a:effectLst/>
                      <a:latin typeface="+mn-lt"/>
                      <a:ea typeface="+mn-ea"/>
                    </a:defRPr>
                  </a:lvl2pPr>
                  <a:lvl3pPr marL="1143000" indent="-228600" algn="l" rtl="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lr>
                      <a:schemeClr val="hlink"/>
                    </a:buClr>
                    <a:buFont typeface="Wingdings" panose="05000000000000000000" pitchFamily="2" charset="2"/>
                    <a:buChar char="§"/>
                    <a:defRPr sz="2400">
                      <a:solidFill>
                        <a:schemeClr val="tx1"/>
                      </a:solidFill>
                      <a:effectLst/>
                      <a:latin typeface="+mn-lt"/>
                      <a:ea typeface="+mn-ea"/>
                    </a:defRPr>
                  </a:lvl3pPr>
                  <a:lvl4pPr marL="1600200" indent="-228600" algn="l" rtl="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har char="–"/>
                    <a:defRPr sz="2000">
                      <a:solidFill>
                        <a:schemeClr val="tx1"/>
                      </a:solidFill>
                      <a:effectLst/>
                      <a:latin typeface="+mn-lt"/>
                      <a:ea typeface="+mn-ea"/>
                    </a:defRPr>
                  </a:lvl4pPr>
                  <a:lvl5pPr marL="2057400" indent="-228600" algn="l" rtl="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lr>
                      <a:schemeClr val="hlink"/>
                    </a:buClr>
                    <a:buFont typeface="Wingdings" panose="05000000000000000000" pitchFamily="2" charset="2"/>
                    <a:buChar char="§"/>
                    <a:defRPr sz="2000">
                      <a:solidFill>
                        <a:schemeClr val="tx1"/>
                      </a:solidFill>
                      <a:effectLst/>
                      <a:latin typeface="+mn-lt"/>
                      <a:ea typeface="+mn-ea"/>
                    </a:defRPr>
                  </a:lvl5pPr>
                </a:lstStyle>
                <a:p>
                  <a:pPr marL="0" lvl="0" indent="0" algn="ctr" eaLnBrk="1" hangingPunct="1">
                    <a:spcBef>
                      <a:spcPct val="0"/>
                    </a:spcBef>
                    <a:buClrTx/>
                    <a:buSzTx/>
                    <a:buFontTx/>
                    <a:buNone/>
                  </a:pPr>
                  <a:endParaRPr lang="zh-CN" altLang="zh-CN" sz="1800" b="1" dirty="0">
                    <a:latin typeface="Arial" panose="020B0604020202020204" pitchFamily="34" charset="0"/>
                  </a:endParaRPr>
                </a:p>
              </p:txBody>
            </p:sp>
            <p:sp>
              <p:nvSpPr>
                <p:cNvPr id="63" name="Rectangle 17"/>
                <p:cNvSpPr/>
                <p:nvPr/>
              </p:nvSpPr>
              <p:spPr>
                <a:xfrm>
                  <a:off x="4173" y="1479"/>
                  <a:ext cx="816" cy="272"/>
                </a:xfrm>
                <a:prstGeom prst="rect">
                  <a:avLst/>
                </a:prstGeom>
                <a:solidFill>
                  <a:schemeClr val="accent1"/>
                </a:solidFill>
                <a:ln w="9525" cap="flat" cmpd="sng">
                  <a:solidFill>
                    <a:schemeClr val="tx1"/>
                  </a:solidFill>
                  <a:prstDash val="solid"/>
                  <a:miter/>
                  <a:headEnd type="none" w="med" len="med"/>
                  <a:tailEnd type="none" w="med" len="med"/>
                </a:ln>
              </p:spPr>
              <p:txBody>
                <a:bodyPr wrap="none" anchor="ctr" anchorCtr="0"/>
                <a:lstStyle>
                  <a:lvl1pPr marL="342900" indent="-342900" algn="l" rtl="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lr>
                      <a:schemeClr val="hlink"/>
                    </a:buClr>
                    <a:buSzPct val="80000"/>
                    <a:buFont typeface="Wingdings" panose="05000000000000000000" pitchFamily="2" charset="2"/>
                    <a:buChar char="n"/>
                    <a:defRPr sz="3200" b="0">
                      <a:solidFill>
                        <a:schemeClr val="tx1"/>
                      </a:solidFill>
                      <a:effectLst/>
                      <a:latin typeface="+mn-lt"/>
                      <a:ea typeface="+mn-ea"/>
                      <a:cs typeface="+mn-cs"/>
                    </a:defRPr>
                  </a:lvl1pPr>
                  <a:lvl2pPr marL="742950" indent="-285750" algn="l" rtl="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lr>
                      <a:schemeClr val="tx1"/>
                    </a:buClr>
                    <a:buChar char="–"/>
                    <a:defRPr sz="2800">
                      <a:solidFill>
                        <a:schemeClr val="tx1"/>
                      </a:solidFill>
                      <a:effectLst/>
                      <a:latin typeface="+mn-lt"/>
                      <a:ea typeface="+mn-ea"/>
                    </a:defRPr>
                  </a:lvl2pPr>
                  <a:lvl3pPr marL="1143000" indent="-228600" algn="l" rtl="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lr>
                      <a:schemeClr val="hlink"/>
                    </a:buClr>
                    <a:buFont typeface="Wingdings" panose="05000000000000000000" pitchFamily="2" charset="2"/>
                    <a:buChar char="§"/>
                    <a:defRPr sz="2400">
                      <a:solidFill>
                        <a:schemeClr val="tx1"/>
                      </a:solidFill>
                      <a:effectLst/>
                      <a:latin typeface="+mn-lt"/>
                      <a:ea typeface="+mn-ea"/>
                    </a:defRPr>
                  </a:lvl3pPr>
                  <a:lvl4pPr marL="1600200" indent="-228600" algn="l" rtl="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har char="–"/>
                    <a:defRPr sz="2000">
                      <a:solidFill>
                        <a:schemeClr val="tx1"/>
                      </a:solidFill>
                      <a:effectLst/>
                      <a:latin typeface="+mn-lt"/>
                      <a:ea typeface="+mn-ea"/>
                    </a:defRPr>
                  </a:lvl4pPr>
                  <a:lvl5pPr marL="2057400" indent="-228600" algn="l" rtl="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lr>
                      <a:schemeClr val="hlink"/>
                    </a:buClr>
                    <a:buFont typeface="Wingdings" panose="05000000000000000000" pitchFamily="2" charset="2"/>
                    <a:buChar char="§"/>
                    <a:defRPr sz="2000">
                      <a:solidFill>
                        <a:schemeClr val="tx1"/>
                      </a:solidFill>
                      <a:effectLst/>
                      <a:latin typeface="+mn-lt"/>
                      <a:ea typeface="+mn-ea"/>
                    </a:defRPr>
                  </a:lvl5pPr>
                </a:lstStyle>
                <a:p>
                  <a:pPr marL="0" lvl="0" indent="0" algn="ctr" eaLnBrk="1" hangingPunct="1">
                    <a:spcBef>
                      <a:spcPct val="0"/>
                    </a:spcBef>
                    <a:buClrTx/>
                    <a:buSzTx/>
                    <a:buFontTx/>
                    <a:buNone/>
                  </a:pPr>
                  <a:endParaRPr lang="zh-CN" altLang="zh-CN" sz="1800" b="1" dirty="0">
                    <a:latin typeface="Arial" panose="020B0604020202020204" pitchFamily="34" charset="0"/>
                  </a:endParaRPr>
                </a:p>
              </p:txBody>
            </p:sp>
            <p:sp>
              <p:nvSpPr>
                <p:cNvPr id="64" name="Rectangle 18"/>
                <p:cNvSpPr/>
                <p:nvPr/>
              </p:nvSpPr>
              <p:spPr>
                <a:xfrm>
                  <a:off x="4173" y="1751"/>
                  <a:ext cx="816" cy="272"/>
                </a:xfrm>
                <a:prstGeom prst="rect">
                  <a:avLst/>
                </a:prstGeom>
                <a:solidFill>
                  <a:schemeClr val="accent1"/>
                </a:solidFill>
                <a:ln w="9525" cap="flat" cmpd="sng">
                  <a:solidFill>
                    <a:schemeClr val="tx1"/>
                  </a:solidFill>
                  <a:prstDash val="solid"/>
                  <a:miter/>
                  <a:headEnd type="none" w="med" len="med"/>
                  <a:tailEnd type="none" w="med" len="med"/>
                </a:ln>
              </p:spPr>
              <p:txBody>
                <a:bodyPr wrap="none" anchor="ctr" anchorCtr="0"/>
                <a:lstStyle>
                  <a:lvl1pPr marL="342900" indent="-342900" algn="l" rtl="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lr>
                      <a:schemeClr val="hlink"/>
                    </a:buClr>
                    <a:buSzPct val="80000"/>
                    <a:buFont typeface="Wingdings" panose="05000000000000000000" pitchFamily="2" charset="2"/>
                    <a:buChar char="n"/>
                    <a:defRPr sz="3200" b="0">
                      <a:solidFill>
                        <a:schemeClr val="tx1"/>
                      </a:solidFill>
                      <a:effectLst/>
                      <a:latin typeface="+mn-lt"/>
                      <a:ea typeface="+mn-ea"/>
                      <a:cs typeface="+mn-cs"/>
                    </a:defRPr>
                  </a:lvl1pPr>
                  <a:lvl2pPr marL="742950" indent="-285750" algn="l" rtl="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lr>
                      <a:schemeClr val="tx1"/>
                    </a:buClr>
                    <a:buChar char="–"/>
                    <a:defRPr sz="2800">
                      <a:solidFill>
                        <a:schemeClr val="tx1"/>
                      </a:solidFill>
                      <a:effectLst/>
                      <a:latin typeface="+mn-lt"/>
                      <a:ea typeface="+mn-ea"/>
                    </a:defRPr>
                  </a:lvl2pPr>
                  <a:lvl3pPr marL="1143000" indent="-228600" algn="l" rtl="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lr>
                      <a:schemeClr val="hlink"/>
                    </a:buClr>
                    <a:buFont typeface="Wingdings" panose="05000000000000000000" pitchFamily="2" charset="2"/>
                    <a:buChar char="§"/>
                    <a:defRPr sz="2400">
                      <a:solidFill>
                        <a:schemeClr val="tx1"/>
                      </a:solidFill>
                      <a:effectLst/>
                      <a:latin typeface="+mn-lt"/>
                      <a:ea typeface="+mn-ea"/>
                    </a:defRPr>
                  </a:lvl3pPr>
                  <a:lvl4pPr marL="1600200" indent="-228600" algn="l" rtl="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har char="–"/>
                    <a:defRPr sz="2000">
                      <a:solidFill>
                        <a:schemeClr val="tx1"/>
                      </a:solidFill>
                      <a:effectLst/>
                      <a:latin typeface="+mn-lt"/>
                      <a:ea typeface="+mn-ea"/>
                    </a:defRPr>
                  </a:lvl4pPr>
                  <a:lvl5pPr marL="2057400" indent="-228600" algn="l" rtl="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lr>
                      <a:schemeClr val="hlink"/>
                    </a:buClr>
                    <a:buFont typeface="Wingdings" panose="05000000000000000000" pitchFamily="2" charset="2"/>
                    <a:buChar char="§"/>
                    <a:defRPr sz="2000">
                      <a:solidFill>
                        <a:schemeClr val="tx1"/>
                      </a:solidFill>
                      <a:effectLst/>
                      <a:latin typeface="+mn-lt"/>
                      <a:ea typeface="+mn-ea"/>
                    </a:defRPr>
                  </a:lvl5pPr>
                </a:lstStyle>
                <a:p>
                  <a:pPr marL="0" lvl="0" indent="0" algn="ctr" eaLnBrk="1" hangingPunct="1">
                    <a:spcBef>
                      <a:spcPct val="0"/>
                    </a:spcBef>
                    <a:buClrTx/>
                    <a:buSzTx/>
                    <a:buFontTx/>
                    <a:buNone/>
                  </a:pPr>
                  <a:endParaRPr lang="zh-CN" altLang="zh-CN" sz="1800" b="1" dirty="0">
                    <a:latin typeface="Arial" panose="020B0604020202020204" pitchFamily="34" charset="0"/>
                  </a:endParaRPr>
                </a:p>
              </p:txBody>
            </p:sp>
            <p:sp>
              <p:nvSpPr>
                <p:cNvPr id="65" name="Rectangle 19"/>
                <p:cNvSpPr/>
                <p:nvPr/>
              </p:nvSpPr>
              <p:spPr>
                <a:xfrm>
                  <a:off x="4173" y="2023"/>
                  <a:ext cx="816" cy="272"/>
                </a:xfrm>
                <a:prstGeom prst="rect">
                  <a:avLst/>
                </a:prstGeom>
                <a:solidFill>
                  <a:schemeClr val="accent1"/>
                </a:solidFill>
                <a:ln w="9525" cap="flat" cmpd="sng">
                  <a:solidFill>
                    <a:schemeClr val="tx1"/>
                  </a:solidFill>
                  <a:prstDash val="solid"/>
                  <a:miter/>
                  <a:headEnd type="none" w="med" len="med"/>
                  <a:tailEnd type="none" w="med" len="med"/>
                </a:ln>
              </p:spPr>
              <p:txBody>
                <a:bodyPr wrap="none" anchor="ctr" anchorCtr="0"/>
                <a:lstStyle>
                  <a:lvl1pPr marL="342900" indent="-342900" algn="l" rtl="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lr>
                      <a:schemeClr val="hlink"/>
                    </a:buClr>
                    <a:buSzPct val="80000"/>
                    <a:buFont typeface="Wingdings" panose="05000000000000000000" pitchFamily="2" charset="2"/>
                    <a:buChar char="n"/>
                    <a:defRPr sz="3200" b="0">
                      <a:solidFill>
                        <a:schemeClr val="tx1"/>
                      </a:solidFill>
                      <a:effectLst/>
                      <a:latin typeface="+mn-lt"/>
                      <a:ea typeface="+mn-ea"/>
                      <a:cs typeface="+mn-cs"/>
                    </a:defRPr>
                  </a:lvl1pPr>
                  <a:lvl2pPr marL="742950" indent="-285750" algn="l" rtl="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lr>
                      <a:schemeClr val="tx1"/>
                    </a:buClr>
                    <a:buChar char="–"/>
                    <a:defRPr sz="2800">
                      <a:solidFill>
                        <a:schemeClr val="tx1"/>
                      </a:solidFill>
                      <a:effectLst/>
                      <a:latin typeface="+mn-lt"/>
                      <a:ea typeface="+mn-ea"/>
                    </a:defRPr>
                  </a:lvl2pPr>
                  <a:lvl3pPr marL="1143000" indent="-228600" algn="l" rtl="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lr>
                      <a:schemeClr val="hlink"/>
                    </a:buClr>
                    <a:buFont typeface="Wingdings" panose="05000000000000000000" pitchFamily="2" charset="2"/>
                    <a:buChar char="§"/>
                    <a:defRPr sz="2400">
                      <a:solidFill>
                        <a:schemeClr val="tx1"/>
                      </a:solidFill>
                      <a:effectLst/>
                      <a:latin typeface="+mn-lt"/>
                      <a:ea typeface="+mn-ea"/>
                    </a:defRPr>
                  </a:lvl3pPr>
                  <a:lvl4pPr marL="1600200" indent="-228600" algn="l" rtl="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har char="–"/>
                    <a:defRPr sz="2000">
                      <a:solidFill>
                        <a:schemeClr val="tx1"/>
                      </a:solidFill>
                      <a:effectLst/>
                      <a:latin typeface="+mn-lt"/>
                      <a:ea typeface="+mn-ea"/>
                    </a:defRPr>
                  </a:lvl4pPr>
                  <a:lvl5pPr marL="2057400" indent="-228600" algn="l" rtl="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lr>
                      <a:schemeClr val="hlink"/>
                    </a:buClr>
                    <a:buFont typeface="Wingdings" panose="05000000000000000000" pitchFamily="2" charset="2"/>
                    <a:buChar char="§"/>
                    <a:defRPr sz="2000">
                      <a:solidFill>
                        <a:schemeClr val="tx1"/>
                      </a:solidFill>
                      <a:effectLst/>
                      <a:latin typeface="+mn-lt"/>
                      <a:ea typeface="+mn-ea"/>
                    </a:defRPr>
                  </a:lvl5pPr>
                </a:lstStyle>
                <a:p>
                  <a:pPr marL="0" lvl="0" indent="0" algn="ctr" eaLnBrk="1" hangingPunct="1">
                    <a:spcBef>
                      <a:spcPct val="0"/>
                    </a:spcBef>
                    <a:buClrTx/>
                    <a:buSzTx/>
                    <a:buFontTx/>
                    <a:buNone/>
                  </a:pPr>
                  <a:endParaRPr lang="zh-CN" altLang="zh-CN" sz="1800" b="1" dirty="0">
                    <a:latin typeface="Arial" panose="020B0604020202020204" pitchFamily="34" charset="0"/>
                  </a:endParaRPr>
                </a:p>
              </p:txBody>
            </p:sp>
            <p:sp>
              <p:nvSpPr>
                <p:cNvPr id="66" name="Text Box 20"/>
                <p:cNvSpPr txBox="1"/>
                <p:nvPr/>
              </p:nvSpPr>
              <p:spPr>
                <a:xfrm>
                  <a:off x="3492" y="2023"/>
                  <a:ext cx="635" cy="288"/>
                </a:xfrm>
                <a:prstGeom prst="rect">
                  <a:avLst/>
                </a:prstGeom>
                <a:noFill/>
                <a:ln w="9525">
                  <a:noFill/>
                </a:ln>
              </p:spPr>
              <p:txBody>
                <a:bodyPr>
                  <a:spAutoFit/>
                </a:bodyPr>
                <a:lstStyle>
                  <a:lvl1pPr marL="342900" indent="-342900" algn="l" rtl="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lr>
                      <a:schemeClr val="hlink"/>
                    </a:buClr>
                    <a:buSzPct val="80000"/>
                    <a:buFont typeface="Wingdings" panose="05000000000000000000" pitchFamily="2" charset="2"/>
                    <a:buChar char="n"/>
                    <a:defRPr sz="3200" b="0">
                      <a:solidFill>
                        <a:schemeClr val="tx1"/>
                      </a:solidFill>
                      <a:effectLst/>
                      <a:latin typeface="+mn-lt"/>
                      <a:ea typeface="+mn-ea"/>
                      <a:cs typeface="+mn-cs"/>
                    </a:defRPr>
                  </a:lvl1pPr>
                  <a:lvl2pPr marL="742950" indent="-285750" algn="l" rtl="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lr>
                      <a:schemeClr val="tx1"/>
                    </a:buClr>
                    <a:buChar char="–"/>
                    <a:defRPr sz="2800">
                      <a:solidFill>
                        <a:schemeClr val="tx1"/>
                      </a:solidFill>
                      <a:effectLst/>
                      <a:latin typeface="+mn-lt"/>
                      <a:ea typeface="+mn-ea"/>
                    </a:defRPr>
                  </a:lvl2pPr>
                  <a:lvl3pPr marL="1143000" indent="-228600" algn="l" rtl="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lr>
                      <a:schemeClr val="hlink"/>
                    </a:buClr>
                    <a:buFont typeface="Wingdings" panose="05000000000000000000" pitchFamily="2" charset="2"/>
                    <a:buChar char="§"/>
                    <a:defRPr sz="2400">
                      <a:solidFill>
                        <a:schemeClr val="tx1"/>
                      </a:solidFill>
                      <a:effectLst/>
                      <a:latin typeface="+mn-lt"/>
                      <a:ea typeface="+mn-ea"/>
                    </a:defRPr>
                  </a:lvl3pPr>
                  <a:lvl4pPr marL="1600200" indent="-228600" algn="l" rtl="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har char="–"/>
                    <a:defRPr sz="2000">
                      <a:solidFill>
                        <a:schemeClr val="tx1"/>
                      </a:solidFill>
                      <a:effectLst/>
                      <a:latin typeface="+mn-lt"/>
                      <a:ea typeface="+mn-ea"/>
                    </a:defRPr>
                  </a:lvl4pPr>
                  <a:lvl5pPr marL="2057400" indent="-228600" algn="l" rtl="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lr>
                      <a:schemeClr val="hlink"/>
                    </a:buClr>
                    <a:buFont typeface="Wingdings" panose="05000000000000000000" pitchFamily="2" charset="2"/>
                    <a:buChar char="§"/>
                    <a:defRPr sz="2000">
                      <a:solidFill>
                        <a:schemeClr val="tx1"/>
                      </a:solidFill>
                      <a:effectLst/>
                      <a:latin typeface="+mn-lt"/>
                      <a:ea typeface="+mn-ea"/>
                    </a:defRPr>
                  </a:lvl5pPr>
                </a:lstStyle>
                <a:p>
                  <a:pPr marL="0" lvl="0" indent="0" eaLnBrk="1" hangingPunct="1">
                    <a:spcBef>
                      <a:spcPct val="50000"/>
                    </a:spcBef>
                    <a:buClrTx/>
                    <a:buSzTx/>
                    <a:buFontTx/>
                    <a:buNone/>
                  </a:pPr>
                  <a:r>
                    <a:rPr lang="en-US" altLang="zh-CN" sz="2400" b="1" dirty="0">
                      <a:latin typeface="Arial" panose="020B0604020202020204" pitchFamily="34" charset="0"/>
                    </a:rPr>
                    <a:t>E9A2</a:t>
                  </a:r>
                  <a:endParaRPr lang="en-US" altLang="zh-CN" sz="2400" b="1" dirty="0">
                    <a:latin typeface="Arial" panose="020B0604020202020204" pitchFamily="34" charset="0"/>
                  </a:endParaRPr>
                </a:p>
              </p:txBody>
            </p:sp>
            <p:sp>
              <p:nvSpPr>
                <p:cNvPr id="67" name="Text Box 21"/>
                <p:cNvSpPr txBox="1"/>
                <p:nvPr/>
              </p:nvSpPr>
              <p:spPr>
                <a:xfrm>
                  <a:off x="3492" y="1751"/>
                  <a:ext cx="590" cy="288"/>
                </a:xfrm>
                <a:prstGeom prst="rect">
                  <a:avLst/>
                </a:prstGeom>
                <a:noFill/>
                <a:ln w="9525">
                  <a:noFill/>
                </a:ln>
              </p:spPr>
              <p:txBody>
                <a:bodyPr>
                  <a:spAutoFit/>
                </a:bodyPr>
                <a:lstStyle>
                  <a:lvl1pPr marL="342900" indent="-342900" algn="l" rtl="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lr>
                      <a:schemeClr val="hlink"/>
                    </a:buClr>
                    <a:buSzPct val="80000"/>
                    <a:buFont typeface="Wingdings" panose="05000000000000000000" pitchFamily="2" charset="2"/>
                    <a:buChar char="n"/>
                    <a:defRPr sz="3200" b="0">
                      <a:solidFill>
                        <a:schemeClr val="tx1"/>
                      </a:solidFill>
                      <a:effectLst/>
                      <a:latin typeface="+mn-lt"/>
                      <a:ea typeface="+mn-ea"/>
                      <a:cs typeface="+mn-cs"/>
                    </a:defRPr>
                  </a:lvl1pPr>
                  <a:lvl2pPr marL="742950" indent="-285750" algn="l" rtl="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lr>
                      <a:schemeClr val="tx1"/>
                    </a:buClr>
                    <a:buChar char="–"/>
                    <a:defRPr sz="2800">
                      <a:solidFill>
                        <a:schemeClr val="tx1"/>
                      </a:solidFill>
                      <a:effectLst/>
                      <a:latin typeface="+mn-lt"/>
                      <a:ea typeface="+mn-ea"/>
                    </a:defRPr>
                  </a:lvl2pPr>
                  <a:lvl3pPr marL="1143000" indent="-228600" algn="l" rtl="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lr>
                      <a:schemeClr val="hlink"/>
                    </a:buClr>
                    <a:buFont typeface="Wingdings" panose="05000000000000000000" pitchFamily="2" charset="2"/>
                    <a:buChar char="§"/>
                    <a:defRPr sz="2400">
                      <a:solidFill>
                        <a:schemeClr val="tx1"/>
                      </a:solidFill>
                      <a:effectLst/>
                      <a:latin typeface="+mn-lt"/>
                      <a:ea typeface="+mn-ea"/>
                    </a:defRPr>
                  </a:lvl3pPr>
                  <a:lvl4pPr marL="1600200" indent="-228600" algn="l" rtl="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har char="–"/>
                    <a:defRPr sz="2000">
                      <a:solidFill>
                        <a:schemeClr val="tx1"/>
                      </a:solidFill>
                      <a:effectLst/>
                      <a:latin typeface="+mn-lt"/>
                      <a:ea typeface="+mn-ea"/>
                    </a:defRPr>
                  </a:lvl4pPr>
                  <a:lvl5pPr marL="2057400" indent="-228600" algn="l" rtl="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lr>
                      <a:schemeClr val="hlink"/>
                    </a:buClr>
                    <a:buFont typeface="Wingdings" panose="05000000000000000000" pitchFamily="2" charset="2"/>
                    <a:buChar char="§"/>
                    <a:defRPr sz="2000">
                      <a:solidFill>
                        <a:schemeClr val="tx1"/>
                      </a:solidFill>
                      <a:effectLst/>
                      <a:latin typeface="+mn-lt"/>
                      <a:ea typeface="+mn-ea"/>
                    </a:defRPr>
                  </a:lvl5pPr>
                </a:lstStyle>
                <a:p>
                  <a:pPr marL="0" lvl="0" indent="0" eaLnBrk="1" hangingPunct="1">
                    <a:spcBef>
                      <a:spcPct val="50000"/>
                    </a:spcBef>
                    <a:buClrTx/>
                    <a:buSzTx/>
                    <a:buFontTx/>
                    <a:buNone/>
                  </a:pPr>
                  <a:r>
                    <a:rPr lang="en-US" altLang="zh-CN" sz="2400" b="1" dirty="0">
                      <a:latin typeface="Arial" panose="020B0604020202020204" pitchFamily="34" charset="0"/>
                    </a:rPr>
                    <a:t>E99E</a:t>
                  </a:r>
                  <a:endParaRPr lang="en-US" altLang="zh-CN" sz="2400" b="1" dirty="0">
                    <a:latin typeface="Arial" panose="020B0604020202020204" pitchFamily="34" charset="0"/>
                  </a:endParaRPr>
                </a:p>
              </p:txBody>
            </p:sp>
            <p:sp>
              <p:nvSpPr>
                <p:cNvPr id="68" name="Text Box 22"/>
                <p:cNvSpPr txBox="1"/>
                <p:nvPr/>
              </p:nvSpPr>
              <p:spPr>
                <a:xfrm>
                  <a:off x="3492" y="1479"/>
                  <a:ext cx="658" cy="291"/>
                </a:xfrm>
                <a:prstGeom prst="rect">
                  <a:avLst/>
                </a:prstGeom>
                <a:noFill/>
                <a:ln w="9525">
                  <a:noFill/>
                </a:ln>
              </p:spPr>
              <p:txBody>
                <a:bodyPr>
                  <a:spAutoFit/>
                </a:bodyPr>
                <a:lstStyle>
                  <a:lvl1pPr marL="342900" indent="-342900" algn="l" rtl="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lr>
                      <a:schemeClr val="hlink"/>
                    </a:buClr>
                    <a:buSzPct val="80000"/>
                    <a:buFont typeface="Wingdings" panose="05000000000000000000" pitchFamily="2" charset="2"/>
                    <a:buChar char="n"/>
                    <a:defRPr sz="3200" b="0">
                      <a:solidFill>
                        <a:schemeClr val="tx1"/>
                      </a:solidFill>
                      <a:effectLst/>
                      <a:latin typeface="+mn-lt"/>
                      <a:ea typeface="+mn-ea"/>
                      <a:cs typeface="+mn-cs"/>
                    </a:defRPr>
                  </a:lvl1pPr>
                  <a:lvl2pPr marL="742950" indent="-285750" algn="l" rtl="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lr>
                      <a:schemeClr val="tx1"/>
                    </a:buClr>
                    <a:buChar char="–"/>
                    <a:defRPr sz="2800">
                      <a:solidFill>
                        <a:schemeClr val="tx1"/>
                      </a:solidFill>
                      <a:effectLst/>
                      <a:latin typeface="+mn-lt"/>
                      <a:ea typeface="+mn-ea"/>
                    </a:defRPr>
                  </a:lvl2pPr>
                  <a:lvl3pPr marL="1143000" indent="-228600" algn="l" rtl="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lr>
                      <a:schemeClr val="hlink"/>
                    </a:buClr>
                    <a:buFont typeface="Wingdings" panose="05000000000000000000" pitchFamily="2" charset="2"/>
                    <a:buChar char="§"/>
                    <a:defRPr sz="2400">
                      <a:solidFill>
                        <a:schemeClr val="tx1"/>
                      </a:solidFill>
                      <a:effectLst/>
                      <a:latin typeface="+mn-lt"/>
                      <a:ea typeface="+mn-ea"/>
                    </a:defRPr>
                  </a:lvl3pPr>
                  <a:lvl4pPr marL="1600200" indent="-228600" algn="l" rtl="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har char="–"/>
                    <a:defRPr sz="2000">
                      <a:solidFill>
                        <a:schemeClr val="tx1"/>
                      </a:solidFill>
                      <a:effectLst/>
                      <a:latin typeface="+mn-lt"/>
                      <a:ea typeface="+mn-ea"/>
                    </a:defRPr>
                  </a:lvl4pPr>
                  <a:lvl5pPr marL="2057400" indent="-228600" algn="l" rtl="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lr>
                      <a:schemeClr val="hlink"/>
                    </a:buClr>
                    <a:buFont typeface="Wingdings" panose="05000000000000000000" pitchFamily="2" charset="2"/>
                    <a:buChar char="§"/>
                    <a:defRPr sz="2000">
                      <a:solidFill>
                        <a:schemeClr val="tx1"/>
                      </a:solidFill>
                      <a:effectLst/>
                      <a:latin typeface="+mn-lt"/>
                      <a:ea typeface="+mn-ea"/>
                    </a:defRPr>
                  </a:lvl5pPr>
                </a:lstStyle>
                <a:p>
                  <a:pPr marL="0" lvl="0" indent="0" eaLnBrk="1" hangingPunct="1">
                    <a:spcBef>
                      <a:spcPct val="50000"/>
                    </a:spcBef>
                    <a:buClrTx/>
                    <a:buSzTx/>
                    <a:buFontTx/>
                    <a:buNone/>
                  </a:pPr>
                  <a:r>
                    <a:rPr lang="en-US" altLang="zh-CN" sz="2400" b="1" dirty="0">
                      <a:latin typeface="Arial" panose="020B0604020202020204" pitchFamily="34" charset="0"/>
                    </a:rPr>
                    <a:t>E99A</a:t>
                  </a:r>
                  <a:endParaRPr lang="en-US" altLang="zh-CN" sz="2400" b="1" dirty="0">
                    <a:latin typeface="Arial" panose="020B0604020202020204" pitchFamily="34" charset="0"/>
                  </a:endParaRPr>
                </a:p>
              </p:txBody>
            </p:sp>
            <p:sp>
              <p:nvSpPr>
                <p:cNvPr id="69" name="Text Box 23"/>
                <p:cNvSpPr txBox="1"/>
                <p:nvPr/>
              </p:nvSpPr>
              <p:spPr>
                <a:xfrm>
                  <a:off x="3492" y="1207"/>
                  <a:ext cx="590" cy="288"/>
                </a:xfrm>
                <a:prstGeom prst="rect">
                  <a:avLst/>
                </a:prstGeom>
                <a:noFill/>
                <a:ln w="9525">
                  <a:noFill/>
                </a:ln>
              </p:spPr>
              <p:txBody>
                <a:bodyPr>
                  <a:spAutoFit/>
                </a:bodyPr>
                <a:lstStyle>
                  <a:lvl1pPr marL="342900" indent="-342900" algn="l" rtl="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lr>
                      <a:schemeClr val="hlink"/>
                    </a:buClr>
                    <a:buSzPct val="80000"/>
                    <a:buFont typeface="Wingdings" panose="05000000000000000000" pitchFamily="2" charset="2"/>
                    <a:buChar char="n"/>
                    <a:defRPr sz="3200" b="0">
                      <a:solidFill>
                        <a:schemeClr val="tx1"/>
                      </a:solidFill>
                      <a:effectLst/>
                      <a:latin typeface="+mn-lt"/>
                      <a:ea typeface="+mn-ea"/>
                      <a:cs typeface="+mn-cs"/>
                    </a:defRPr>
                  </a:lvl1pPr>
                  <a:lvl2pPr marL="742950" indent="-285750" algn="l" rtl="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lr>
                      <a:schemeClr val="tx1"/>
                    </a:buClr>
                    <a:buChar char="–"/>
                    <a:defRPr sz="2800">
                      <a:solidFill>
                        <a:schemeClr val="tx1"/>
                      </a:solidFill>
                      <a:effectLst/>
                      <a:latin typeface="+mn-lt"/>
                      <a:ea typeface="+mn-ea"/>
                    </a:defRPr>
                  </a:lvl2pPr>
                  <a:lvl3pPr marL="1143000" indent="-228600" algn="l" rtl="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lr>
                      <a:schemeClr val="hlink"/>
                    </a:buClr>
                    <a:buFont typeface="Wingdings" panose="05000000000000000000" pitchFamily="2" charset="2"/>
                    <a:buChar char="§"/>
                    <a:defRPr sz="2400">
                      <a:solidFill>
                        <a:schemeClr val="tx1"/>
                      </a:solidFill>
                      <a:effectLst/>
                      <a:latin typeface="+mn-lt"/>
                      <a:ea typeface="+mn-ea"/>
                    </a:defRPr>
                  </a:lvl3pPr>
                  <a:lvl4pPr marL="1600200" indent="-228600" algn="l" rtl="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har char="–"/>
                    <a:defRPr sz="2000">
                      <a:solidFill>
                        <a:schemeClr val="tx1"/>
                      </a:solidFill>
                      <a:effectLst/>
                      <a:latin typeface="+mn-lt"/>
                      <a:ea typeface="+mn-ea"/>
                    </a:defRPr>
                  </a:lvl4pPr>
                  <a:lvl5pPr marL="2057400" indent="-228600" algn="l" rtl="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lr>
                      <a:schemeClr val="hlink"/>
                    </a:buClr>
                    <a:buFont typeface="Wingdings" panose="05000000000000000000" pitchFamily="2" charset="2"/>
                    <a:buChar char="§"/>
                    <a:defRPr sz="2000">
                      <a:solidFill>
                        <a:schemeClr val="tx1"/>
                      </a:solidFill>
                      <a:effectLst/>
                      <a:latin typeface="+mn-lt"/>
                      <a:ea typeface="+mn-ea"/>
                    </a:defRPr>
                  </a:lvl5pPr>
                </a:lstStyle>
                <a:p>
                  <a:pPr marL="0" lvl="0" indent="0" eaLnBrk="1" hangingPunct="1">
                    <a:spcBef>
                      <a:spcPct val="50000"/>
                    </a:spcBef>
                    <a:buClrTx/>
                    <a:buSzTx/>
                    <a:buFontTx/>
                    <a:buNone/>
                  </a:pPr>
                  <a:r>
                    <a:rPr lang="en-US" altLang="zh-CN" sz="2400" b="1" dirty="0">
                      <a:latin typeface="Arial" panose="020B0604020202020204" pitchFamily="34" charset="0"/>
                    </a:rPr>
                    <a:t>E996</a:t>
                  </a:r>
                  <a:endParaRPr lang="en-US" altLang="zh-CN" sz="2400" b="1" dirty="0">
                    <a:latin typeface="Arial" panose="020B0604020202020204" pitchFamily="34" charset="0"/>
                  </a:endParaRPr>
                </a:p>
              </p:txBody>
            </p:sp>
            <p:sp>
              <p:nvSpPr>
                <p:cNvPr id="70" name="Text Box 24"/>
                <p:cNvSpPr txBox="1"/>
                <p:nvPr/>
              </p:nvSpPr>
              <p:spPr>
                <a:xfrm>
                  <a:off x="3492" y="935"/>
                  <a:ext cx="590" cy="288"/>
                </a:xfrm>
                <a:prstGeom prst="rect">
                  <a:avLst/>
                </a:prstGeom>
                <a:noFill/>
                <a:ln w="9525">
                  <a:noFill/>
                </a:ln>
              </p:spPr>
              <p:txBody>
                <a:bodyPr>
                  <a:spAutoFit/>
                </a:bodyPr>
                <a:lstStyle>
                  <a:lvl1pPr marL="342900" indent="-342900" algn="l" rtl="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lr>
                      <a:schemeClr val="hlink"/>
                    </a:buClr>
                    <a:buSzPct val="80000"/>
                    <a:buFont typeface="Wingdings" panose="05000000000000000000" pitchFamily="2" charset="2"/>
                    <a:buChar char="n"/>
                    <a:defRPr sz="3200" b="0">
                      <a:solidFill>
                        <a:schemeClr val="tx1"/>
                      </a:solidFill>
                      <a:effectLst/>
                      <a:latin typeface="+mn-lt"/>
                      <a:ea typeface="+mn-ea"/>
                      <a:cs typeface="+mn-cs"/>
                    </a:defRPr>
                  </a:lvl1pPr>
                  <a:lvl2pPr marL="742950" indent="-285750" algn="l" rtl="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lr>
                      <a:schemeClr val="tx1"/>
                    </a:buClr>
                    <a:buChar char="–"/>
                    <a:defRPr sz="2800">
                      <a:solidFill>
                        <a:schemeClr val="tx1"/>
                      </a:solidFill>
                      <a:effectLst/>
                      <a:latin typeface="+mn-lt"/>
                      <a:ea typeface="+mn-ea"/>
                    </a:defRPr>
                  </a:lvl2pPr>
                  <a:lvl3pPr marL="1143000" indent="-228600" algn="l" rtl="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lr>
                      <a:schemeClr val="hlink"/>
                    </a:buClr>
                    <a:buFont typeface="Wingdings" panose="05000000000000000000" pitchFamily="2" charset="2"/>
                    <a:buChar char="§"/>
                    <a:defRPr sz="2400">
                      <a:solidFill>
                        <a:schemeClr val="tx1"/>
                      </a:solidFill>
                      <a:effectLst/>
                      <a:latin typeface="+mn-lt"/>
                      <a:ea typeface="+mn-ea"/>
                    </a:defRPr>
                  </a:lvl3pPr>
                  <a:lvl4pPr marL="1600200" indent="-228600" algn="l" rtl="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har char="–"/>
                    <a:defRPr sz="2000">
                      <a:solidFill>
                        <a:schemeClr val="tx1"/>
                      </a:solidFill>
                      <a:effectLst/>
                      <a:latin typeface="+mn-lt"/>
                      <a:ea typeface="+mn-ea"/>
                    </a:defRPr>
                  </a:lvl4pPr>
                  <a:lvl5pPr marL="2057400" indent="-228600" algn="l" rtl="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lr>
                      <a:schemeClr val="hlink"/>
                    </a:buClr>
                    <a:buFont typeface="Wingdings" panose="05000000000000000000" pitchFamily="2" charset="2"/>
                    <a:buChar char="§"/>
                    <a:defRPr sz="2000">
                      <a:solidFill>
                        <a:schemeClr val="tx1"/>
                      </a:solidFill>
                      <a:effectLst/>
                      <a:latin typeface="+mn-lt"/>
                      <a:ea typeface="+mn-ea"/>
                    </a:defRPr>
                  </a:lvl5pPr>
                </a:lstStyle>
                <a:p>
                  <a:pPr marL="0" lvl="0" indent="0" eaLnBrk="1" hangingPunct="1">
                    <a:spcBef>
                      <a:spcPct val="50000"/>
                    </a:spcBef>
                    <a:buClrTx/>
                    <a:buSzTx/>
                    <a:buFontTx/>
                    <a:buNone/>
                  </a:pPr>
                  <a:r>
                    <a:rPr lang="en-US" altLang="zh-CN" sz="2400" b="1" dirty="0">
                      <a:solidFill>
                        <a:schemeClr val="accent6">
                          <a:lumMod val="20000"/>
                          <a:lumOff val="80000"/>
                        </a:schemeClr>
                      </a:solidFill>
                      <a:latin typeface="Arial" panose="020B0604020202020204" pitchFamily="34" charset="0"/>
                    </a:rPr>
                    <a:t>E992</a:t>
                  </a:r>
                  <a:endParaRPr lang="en-US" altLang="zh-CN" sz="2400" b="1" dirty="0">
                    <a:solidFill>
                      <a:schemeClr val="accent6">
                        <a:lumMod val="20000"/>
                        <a:lumOff val="80000"/>
                      </a:schemeClr>
                    </a:solidFill>
                    <a:latin typeface="Arial" panose="020B0604020202020204" pitchFamily="34" charset="0"/>
                  </a:endParaRPr>
                </a:p>
              </p:txBody>
            </p:sp>
            <p:sp>
              <p:nvSpPr>
                <p:cNvPr id="71" name="Text Box 25"/>
                <p:cNvSpPr txBox="1"/>
                <p:nvPr/>
              </p:nvSpPr>
              <p:spPr>
                <a:xfrm>
                  <a:off x="4445" y="2023"/>
                  <a:ext cx="385" cy="288"/>
                </a:xfrm>
                <a:prstGeom prst="rect">
                  <a:avLst/>
                </a:prstGeom>
                <a:noFill/>
                <a:ln w="9525">
                  <a:noFill/>
                </a:ln>
              </p:spPr>
              <p:txBody>
                <a:bodyPr>
                  <a:spAutoFit/>
                </a:bodyPr>
                <a:lstStyle>
                  <a:lvl1pPr marL="342900" indent="-342900" algn="l" rtl="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lr>
                      <a:schemeClr val="hlink"/>
                    </a:buClr>
                    <a:buSzPct val="80000"/>
                    <a:buFont typeface="Wingdings" panose="05000000000000000000" pitchFamily="2" charset="2"/>
                    <a:buChar char="n"/>
                    <a:defRPr sz="3200" b="0">
                      <a:solidFill>
                        <a:schemeClr val="tx1"/>
                      </a:solidFill>
                      <a:effectLst/>
                      <a:latin typeface="+mn-lt"/>
                      <a:ea typeface="+mn-ea"/>
                      <a:cs typeface="+mn-cs"/>
                    </a:defRPr>
                  </a:lvl1pPr>
                  <a:lvl2pPr marL="742950" indent="-285750" algn="l" rtl="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lr>
                      <a:schemeClr val="tx1"/>
                    </a:buClr>
                    <a:buChar char="–"/>
                    <a:defRPr sz="2800">
                      <a:solidFill>
                        <a:schemeClr val="tx1"/>
                      </a:solidFill>
                      <a:effectLst/>
                      <a:latin typeface="+mn-lt"/>
                      <a:ea typeface="+mn-ea"/>
                    </a:defRPr>
                  </a:lvl2pPr>
                  <a:lvl3pPr marL="1143000" indent="-228600" algn="l" rtl="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lr>
                      <a:schemeClr val="hlink"/>
                    </a:buClr>
                    <a:buFont typeface="Wingdings" panose="05000000000000000000" pitchFamily="2" charset="2"/>
                    <a:buChar char="§"/>
                    <a:defRPr sz="2400">
                      <a:solidFill>
                        <a:schemeClr val="tx1"/>
                      </a:solidFill>
                      <a:effectLst/>
                      <a:latin typeface="+mn-lt"/>
                      <a:ea typeface="+mn-ea"/>
                    </a:defRPr>
                  </a:lvl3pPr>
                  <a:lvl4pPr marL="1600200" indent="-228600" algn="l" rtl="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har char="–"/>
                    <a:defRPr sz="2000">
                      <a:solidFill>
                        <a:schemeClr val="tx1"/>
                      </a:solidFill>
                      <a:effectLst/>
                      <a:latin typeface="+mn-lt"/>
                      <a:ea typeface="+mn-ea"/>
                    </a:defRPr>
                  </a:lvl4pPr>
                  <a:lvl5pPr marL="2057400" indent="-228600" algn="l" rtl="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lr>
                      <a:schemeClr val="hlink"/>
                    </a:buClr>
                    <a:buFont typeface="Wingdings" panose="05000000000000000000" pitchFamily="2" charset="2"/>
                    <a:buChar char="§"/>
                    <a:defRPr sz="2000">
                      <a:solidFill>
                        <a:schemeClr val="tx1"/>
                      </a:solidFill>
                      <a:effectLst/>
                      <a:latin typeface="+mn-lt"/>
                      <a:ea typeface="+mn-ea"/>
                    </a:defRPr>
                  </a:lvl5pPr>
                </a:lstStyle>
                <a:p>
                  <a:pPr marL="0" lvl="0" indent="0" eaLnBrk="1" hangingPunct="1">
                    <a:spcBef>
                      <a:spcPct val="50000"/>
                    </a:spcBef>
                    <a:buClrTx/>
                    <a:buSzTx/>
                    <a:buFontTx/>
                    <a:buNone/>
                  </a:pPr>
                  <a:r>
                    <a:rPr lang="en-US" altLang="zh-CN" sz="2400" b="1" dirty="0">
                      <a:latin typeface="Arial" panose="020B0604020202020204" pitchFamily="34" charset="0"/>
                    </a:rPr>
                    <a:t>50</a:t>
                  </a:r>
                  <a:endParaRPr lang="en-US" altLang="zh-CN" sz="2400" b="1" dirty="0">
                    <a:latin typeface="Arial" panose="020B0604020202020204" pitchFamily="34" charset="0"/>
                  </a:endParaRPr>
                </a:p>
              </p:txBody>
            </p:sp>
            <p:sp>
              <p:nvSpPr>
                <p:cNvPr id="72" name="Text Box 26"/>
                <p:cNvSpPr txBox="1"/>
                <p:nvPr/>
              </p:nvSpPr>
              <p:spPr>
                <a:xfrm>
                  <a:off x="4446" y="1735"/>
                  <a:ext cx="339" cy="288"/>
                </a:xfrm>
                <a:prstGeom prst="rect">
                  <a:avLst/>
                </a:prstGeom>
                <a:noFill/>
                <a:ln w="9525">
                  <a:noFill/>
                </a:ln>
              </p:spPr>
              <p:txBody>
                <a:bodyPr>
                  <a:spAutoFit/>
                </a:bodyPr>
                <a:lstStyle>
                  <a:lvl1pPr marL="342900" indent="-342900" algn="l" rtl="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lr>
                      <a:schemeClr val="hlink"/>
                    </a:buClr>
                    <a:buSzPct val="80000"/>
                    <a:buFont typeface="Wingdings" panose="05000000000000000000" pitchFamily="2" charset="2"/>
                    <a:buChar char="n"/>
                    <a:defRPr sz="3200" b="0">
                      <a:solidFill>
                        <a:schemeClr val="tx1"/>
                      </a:solidFill>
                      <a:effectLst/>
                      <a:latin typeface="+mn-lt"/>
                      <a:ea typeface="+mn-ea"/>
                      <a:cs typeface="+mn-cs"/>
                    </a:defRPr>
                  </a:lvl1pPr>
                  <a:lvl2pPr marL="742950" indent="-285750" algn="l" rtl="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lr>
                      <a:schemeClr val="tx1"/>
                    </a:buClr>
                    <a:buChar char="–"/>
                    <a:defRPr sz="2800">
                      <a:solidFill>
                        <a:schemeClr val="tx1"/>
                      </a:solidFill>
                      <a:effectLst/>
                      <a:latin typeface="+mn-lt"/>
                      <a:ea typeface="+mn-ea"/>
                    </a:defRPr>
                  </a:lvl2pPr>
                  <a:lvl3pPr marL="1143000" indent="-228600" algn="l" rtl="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lr>
                      <a:schemeClr val="hlink"/>
                    </a:buClr>
                    <a:buFont typeface="Wingdings" panose="05000000000000000000" pitchFamily="2" charset="2"/>
                    <a:buChar char="§"/>
                    <a:defRPr sz="2400">
                      <a:solidFill>
                        <a:schemeClr val="tx1"/>
                      </a:solidFill>
                      <a:effectLst/>
                      <a:latin typeface="+mn-lt"/>
                      <a:ea typeface="+mn-ea"/>
                    </a:defRPr>
                  </a:lvl3pPr>
                  <a:lvl4pPr marL="1600200" indent="-228600" algn="l" rtl="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har char="–"/>
                    <a:defRPr sz="2000">
                      <a:solidFill>
                        <a:schemeClr val="tx1"/>
                      </a:solidFill>
                      <a:effectLst/>
                      <a:latin typeface="+mn-lt"/>
                      <a:ea typeface="+mn-ea"/>
                    </a:defRPr>
                  </a:lvl4pPr>
                  <a:lvl5pPr marL="2057400" indent="-228600" algn="l" rtl="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lr>
                      <a:schemeClr val="hlink"/>
                    </a:buClr>
                    <a:buFont typeface="Wingdings" panose="05000000000000000000" pitchFamily="2" charset="2"/>
                    <a:buChar char="§"/>
                    <a:defRPr sz="2000">
                      <a:solidFill>
                        <a:schemeClr val="tx1"/>
                      </a:solidFill>
                      <a:effectLst/>
                      <a:latin typeface="+mn-lt"/>
                      <a:ea typeface="+mn-ea"/>
                    </a:defRPr>
                  </a:lvl5pPr>
                </a:lstStyle>
                <a:p>
                  <a:pPr marL="0" lvl="0" indent="0" eaLnBrk="1" hangingPunct="1">
                    <a:spcBef>
                      <a:spcPct val="50000"/>
                    </a:spcBef>
                    <a:buClrTx/>
                    <a:buSzTx/>
                    <a:buFontTx/>
                    <a:buNone/>
                  </a:pPr>
                  <a:r>
                    <a:rPr lang="en-US" altLang="zh-CN" sz="2400" b="1" dirty="0">
                      <a:latin typeface="Arial" panose="020B0604020202020204" pitchFamily="34" charset="0"/>
                    </a:rPr>
                    <a:t>69</a:t>
                  </a:r>
                  <a:endParaRPr lang="en-US" altLang="zh-CN" sz="2400" b="1" dirty="0">
                    <a:latin typeface="Arial" panose="020B0604020202020204" pitchFamily="34" charset="0"/>
                  </a:endParaRPr>
                </a:p>
              </p:txBody>
            </p:sp>
            <p:sp>
              <p:nvSpPr>
                <p:cNvPr id="73" name="Text Box 27"/>
                <p:cNvSpPr txBox="1"/>
                <p:nvPr/>
              </p:nvSpPr>
              <p:spPr>
                <a:xfrm>
                  <a:off x="4445" y="1479"/>
                  <a:ext cx="340" cy="288"/>
                </a:xfrm>
                <a:prstGeom prst="rect">
                  <a:avLst/>
                </a:prstGeom>
                <a:noFill/>
                <a:ln w="9525">
                  <a:noFill/>
                </a:ln>
              </p:spPr>
              <p:txBody>
                <a:bodyPr>
                  <a:spAutoFit/>
                </a:bodyPr>
                <a:lstStyle>
                  <a:lvl1pPr marL="342900" indent="-342900" algn="l" rtl="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lr>
                      <a:schemeClr val="hlink"/>
                    </a:buClr>
                    <a:buSzPct val="80000"/>
                    <a:buFont typeface="Wingdings" panose="05000000000000000000" pitchFamily="2" charset="2"/>
                    <a:buChar char="n"/>
                    <a:defRPr sz="3200" b="0">
                      <a:solidFill>
                        <a:schemeClr val="tx1"/>
                      </a:solidFill>
                      <a:effectLst/>
                      <a:latin typeface="+mn-lt"/>
                      <a:ea typeface="+mn-ea"/>
                      <a:cs typeface="+mn-cs"/>
                    </a:defRPr>
                  </a:lvl1pPr>
                  <a:lvl2pPr marL="742950" indent="-285750" algn="l" rtl="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lr>
                      <a:schemeClr val="tx1"/>
                    </a:buClr>
                    <a:buChar char="–"/>
                    <a:defRPr sz="2800">
                      <a:solidFill>
                        <a:schemeClr val="tx1"/>
                      </a:solidFill>
                      <a:effectLst/>
                      <a:latin typeface="+mn-lt"/>
                      <a:ea typeface="+mn-ea"/>
                    </a:defRPr>
                  </a:lvl2pPr>
                  <a:lvl3pPr marL="1143000" indent="-228600" algn="l" rtl="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lr>
                      <a:schemeClr val="hlink"/>
                    </a:buClr>
                    <a:buFont typeface="Wingdings" panose="05000000000000000000" pitchFamily="2" charset="2"/>
                    <a:buChar char="§"/>
                    <a:defRPr sz="2400">
                      <a:solidFill>
                        <a:schemeClr val="tx1"/>
                      </a:solidFill>
                      <a:effectLst/>
                      <a:latin typeface="+mn-lt"/>
                      <a:ea typeface="+mn-ea"/>
                    </a:defRPr>
                  </a:lvl3pPr>
                  <a:lvl4pPr marL="1600200" indent="-228600" algn="l" rtl="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har char="–"/>
                    <a:defRPr sz="2000">
                      <a:solidFill>
                        <a:schemeClr val="tx1"/>
                      </a:solidFill>
                      <a:effectLst/>
                      <a:latin typeface="+mn-lt"/>
                      <a:ea typeface="+mn-ea"/>
                    </a:defRPr>
                  </a:lvl4pPr>
                  <a:lvl5pPr marL="2057400" indent="-228600" algn="l" rtl="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lr>
                      <a:schemeClr val="hlink"/>
                    </a:buClr>
                    <a:buFont typeface="Wingdings" panose="05000000000000000000" pitchFamily="2" charset="2"/>
                    <a:buChar char="§"/>
                    <a:defRPr sz="2000">
                      <a:solidFill>
                        <a:schemeClr val="tx1"/>
                      </a:solidFill>
                      <a:effectLst/>
                      <a:latin typeface="+mn-lt"/>
                      <a:ea typeface="+mn-ea"/>
                    </a:defRPr>
                  </a:lvl5pPr>
                </a:lstStyle>
                <a:p>
                  <a:pPr marL="0" lvl="0" indent="0" eaLnBrk="1" hangingPunct="1">
                    <a:spcBef>
                      <a:spcPct val="50000"/>
                    </a:spcBef>
                    <a:buClrTx/>
                    <a:buSzTx/>
                    <a:buFontTx/>
                    <a:buNone/>
                  </a:pPr>
                  <a:r>
                    <a:rPr lang="en-US" altLang="zh-CN" sz="2400" b="1" dirty="0">
                      <a:latin typeface="Arial" panose="020B0604020202020204" pitchFamily="34" charset="0"/>
                    </a:rPr>
                    <a:t>76</a:t>
                  </a:r>
                  <a:endParaRPr lang="en-US" altLang="zh-CN" sz="2400" b="1" dirty="0">
                    <a:latin typeface="Arial" panose="020B0604020202020204" pitchFamily="34" charset="0"/>
                  </a:endParaRPr>
                </a:p>
              </p:txBody>
            </p:sp>
            <p:sp>
              <p:nvSpPr>
                <p:cNvPr id="74" name="Text Box 28"/>
                <p:cNvSpPr txBox="1"/>
                <p:nvPr/>
              </p:nvSpPr>
              <p:spPr>
                <a:xfrm>
                  <a:off x="4422" y="1207"/>
                  <a:ext cx="408" cy="288"/>
                </a:xfrm>
                <a:prstGeom prst="rect">
                  <a:avLst/>
                </a:prstGeom>
                <a:noFill/>
                <a:ln w="9525">
                  <a:noFill/>
                </a:ln>
              </p:spPr>
              <p:txBody>
                <a:bodyPr>
                  <a:spAutoFit/>
                </a:bodyPr>
                <a:lstStyle>
                  <a:lvl1pPr marL="342900" indent="-342900" algn="l" rtl="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lr>
                      <a:schemeClr val="hlink"/>
                    </a:buClr>
                    <a:buSzPct val="80000"/>
                    <a:buFont typeface="Wingdings" panose="05000000000000000000" pitchFamily="2" charset="2"/>
                    <a:buChar char="n"/>
                    <a:defRPr sz="3200" b="0">
                      <a:solidFill>
                        <a:schemeClr val="tx1"/>
                      </a:solidFill>
                      <a:effectLst/>
                      <a:latin typeface="+mn-lt"/>
                      <a:ea typeface="+mn-ea"/>
                      <a:cs typeface="+mn-cs"/>
                    </a:defRPr>
                  </a:lvl1pPr>
                  <a:lvl2pPr marL="742950" indent="-285750" algn="l" rtl="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lr>
                      <a:schemeClr val="tx1"/>
                    </a:buClr>
                    <a:buChar char="–"/>
                    <a:defRPr sz="2800">
                      <a:solidFill>
                        <a:schemeClr val="tx1"/>
                      </a:solidFill>
                      <a:effectLst/>
                      <a:latin typeface="+mn-lt"/>
                      <a:ea typeface="+mn-ea"/>
                    </a:defRPr>
                  </a:lvl2pPr>
                  <a:lvl3pPr marL="1143000" indent="-228600" algn="l" rtl="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lr>
                      <a:schemeClr val="hlink"/>
                    </a:buClr>
                    <a:buFont typeface="Wingdings" panose="05000000000000000000" pitchFamily="2" charset="2"/>
                    <a:buChar char="§"/>
                    <a:defRPr sz="2400">
                      <a:solidFill>
                        <a:schemeClr val="tx1"/>
                      </a:solidFill>
                      <a:effectLst/>
                      <a:latin typeface="+mn-lt"/>
                      <a:ea typeface="+mn-ea"/>
                    </a:defRPr>
                  </a:lvl3pPr>
                  <a:lvl4pPr marL="1600200" indent="-228600" algn="l" rtl="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har char="–"/>
                    <a:defRPr sz="2000">
                      <a:solidFill>
                        <a:schemeClr val="tx1"/>
                      </a:solidFill>
                      <a:effectLst/>
                      <a:latin typeface="+mn-lt"/>
                      <a:ea typeface="+mn-ea"/>
                    </a:defRPr>
                  </a:lvl4pPr>
                  <a:lvl5pPr marL="2057400" indent="-228600" algn="l" rtl="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lr>
                      <a:schemeClr val="hlink"/>
                    </a:buClr>
                    <a:buFont typeface="Wingdings" panose="05000000000000000000" pitchFamily="2" charset="2"/>
                    <a:buChar char="§"/>
                    <a:defRPr sz="2000">
                      <a:solidFill>
                        <a:schemeClr val="tx1"/>
                      </a:solidFill>
                      <a:effectLst/>
                      <a:latin typeface="+mn-lt"/>
                      <a:ea typeface="+mn-ea"/>
                    </a:defRPr>
                  </a:lvl5pPr>
                </a:lstStyle>
                <a:p>
                  <a:pPr marL="0" lvl="0" indent="0" eaLnBrk="1" hangingPunct="1">
                    <a:spcBef>
                      <a:spcPct val="50000"/>
                    </a:spcBef>
                    <a:buClrTx/>
                    <a:buSzTx/>
                    <a:buFontTx/>
                    <a:buNone/>
                  </a:pPr>
                  <a:r>
                    <a:rPr lang="en-US" altLang="zh-CN" sz="2400" b="1" dirty="0">
                      <a:latin typeface="Arial" panose="020B0604020202020204" pitchFamily="34" charset="0"/>
                    </a:rPr>
                    <a:t>87</a:t>
                  </a:r>
                  <a:endParaRPr lang="en-US" altLang="zh-CN" sz="2400" b="1" dirty="0">
                    <a:latin typeface="Arial" panose="020B0604020202020204" pitchFamily="34" charset="0"/>
                  </a:endParaRPr>
                </a:p>
              </p:txBody>
            </p:sp>
            <p:sp>
              <p:nvSpPr>
                <p:cNvPr id="75" name="Text Box 29"/>
                <p:cNvSpPr txBox="1"/>
                <p:nvPr/>
              </p:nvSpPr>
              <p:spPr>
                <a:xfrm>
                  <a:off x="4446" y="935"/>
                  <a:ext cx="339" cy="250"/>
                </a:xfrm>
                <a:prstGeom prst="rect">
                  <a:avLst/>
                </a:prstGeom>
                <a:noFill/>
                <a:ln w="9525">
                  <a:noFill/>
                </a:ln>
              </p:spPr>
              <p:txBody>
                <a:bodyPr>
                  <a:spAutoFit/>
                </a:bodyPr>
                <a:lstStyle>
                  <a:lvl1pPr marL="342900" indent="-342900" algn="l" rtl="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lr>
                      <a:schemeClr val="hlink"/>
                    </a:buClr>
                    <a:buSzPct val="80000"/>
                    <a:buFont typeface="Wingdings" panose="05000000000000000000" pitchFamily="2" charset="2"/>
                    <a:buChar char="n"/>
                    <a:defRPr sz="3200" b="0">
                      <a:solidFill>
                        <a:schemeClr val="tx1"/>
                      </a:solidFill>
                      <a:effectLst/>
                      <a:latin typeface="+mn-lt"/>
                      <a:ea typeface="+mn-ea"/>
                      <a:cs typeface="+mn-cs"/>
                    </a:defRPr>
                  </a:lvl1pPr>
                  <a:lvl2pPr marL="742950" indent="-285750" algn="l" rtl="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lr>
                      <a:schemeClr val="tx1"/>
                    </a:buClr>
                    <a:buChar char="–"/>
                    <a:defRPr sz="2800">
                      <a:solidFill>
                        <a:schemeClr val="tx1"/>
                      </a:solidFill>
                      <a:effectLst/>
                      <a:latin typeface="+mn-lt"/>
                      <a:ea typeface="+mn-ea"/>
                    </a:defRPr>
                  </a:lvl2pPr>
                  <a:lvl3pPr marL="1143000" indent="-228600" algn="l" rtl="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lr>
                      <a:schemeClr val="hlink"/>
                    </a:buClr>
                    <a:buFont typeface="Wingdings" panose="05000000000000000000" pitchFamily="2" charset="2"/>
                    <a:buChar char="§"/>
                    <a:defRPr sz="2400">
                      <a:solidFill>
                        <a:schemeClr val="tx1"/>
                      </a:solidFill>
                      <a:effectLst/>
                      <a:latin typeface="+mn-lt"/>
                      <a:ea typeface="+mn-ea"/>
                    </a:defRPr>
                  </a:lvl3pPr>
                  <a:lvl4pPr marL="1600200" indent="-228600" algn="l" rtl="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har char="–"/>
                    <a:defRPr sz="2000">
                      <a:solidFill>
                        <a:schemeClr val="tx1"/>
                      </a:solidFill>
                      <a:effectLst/>
                      <a:latin typeface="+mn-lt"/>
                      <a:ea typeface="+mn-ea"/>
                    </a:defRPr>
                  </a:lvl4pPr>
                  <a:lvl5pPr marL="2057400" indent="-228600" algn="l" rtl="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lr>
                      <a:schemeClr val="hlink"/>
                    </a:buClr>
                    <a:buFont typeface="Wingdings" panose="05000000000000000000" pitchFamily="2" charset="2"/>
                    <a:buChar char="§"/>
                    <a:defRPr sz="2000">
                      <a:solidFill>
                        <a:schemeClr val="tx1"/>
                      </a:solidFill>
                      <a:effectLst/>
                      <a:latin typeface="+mn-lt"/>
                      <a:ea typeface="+mn-ea"/>
                    </a:defRPr>
                  </a:lvl5pPr>
                </a:lstStyle>
                <a:p>
                  <a:pPr marL="0" lvl="0" indent="0" eaLnBrk="1" hangingPunct="1">
                    <a:spcBef>
                      <a:spcPct val="50000"/>
                    </a:spcBef>
                    <a:buClrTx/>
                    <a:buSzTx/>
                    <a:buFontTx/>
                    <a:buNone/>
                  </a:pPr>
                  <a:r>
                    <a:rPr lang="en-US" altLang="zh-CN" sz="2000" b="1" dirty="0">
                      <a:latin typeface="Arial" panose="020B0604020202020204" pitchFamily="34" charset="0"/>
                    </a:rPr>
                    <a:t>90</a:t>
                  </a:r>
                  <a:endParaRPr lang="en-US" altLang="zh-CN" sz="2000" b="1" dirty="0">
                    <a:latin typeface="Arial" panose="020B0604020202020204" pitchFamily="34" charset="0"/>
                  </a:endParaRPr>
                </a:p>
              </p:txBody>
            </p:sp>
            <p:sp>
              <p:nvSpPr>
                <p:cNvPr id="76" name="Text Box 35"/>
                <p:cNvSpPr txBox="1"/>
                <p:nvPr/>
              </p:nvSpPr>
              <p:spPr>
                <a:xfrm>
                  <a:off x="3560" y="709"/>
                  <a:ext cx="499" cy="231"/>
                </a:xfrm>
                <a:prstGeom prst="rect">
                  <a:avLst/>
                </a:prstGeom>
                <a:noFill/>
                <a:ln w="9525">
                  <a:noFill/>
                </a:ln>
              </p:spPr>
              <p:txBody>
                <a:bodyPr>
                  <a:spAutoFit/>
                </a:bodyPr>
                <a:lstStyle>
                  <a:lvl1pPr marL="342900" indent="-342900" algn="l" rtl="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lr>
                      <a:schemeClr val="hlink"/>
                    </a:buClr>
                    <a:buSzPct val="80000"/>
                    <a:buFont typeface="Wingdings" panose="05000000000000000000" pitchFamily="2" charset="2"/>
                    <a:buChar char="n"/>
                    <a:defRPr sz="3200" b="0">
                      <a:solidFill>
                        <a:schemeClr val="tx1"/>
                      </a:solidFill>
                      <a:effectLst/>
                      <a:latin typeface="+mn-lt"/>
                      <a:ea typeface="+mn-ea"/>
                      <a:cs typeface="+mn-cs"/>
                    </a:defRPr>
                  </a:lvl1pPr>
                  <a:lvl2pPr marL="742950" indent="-285750" algn="l" rtl="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lr>
                      <a:schemeClr val="tx1"/>
                    </a:buClr>
                    <a:buChar char="–"/>
                    <a:defRPr sz="2800">
                      <a:solidFill>
                        <a:schemeClr val="tx1"/>
                      </a:solidFill>
                      <a:effectLst/>
                      <a:latin typeface="+mn-lt"/>
                      <a:ea typeface="+mn-ea"/>
                    </a:defRPr>
                  </a:lvl2pPr>
                  <a:lvl3pPr marL="1143000" indent="-228600" algn="l" rtl="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lr>
                      <a:schemeClr val="hlink"/>
                    </a:buClr>
                    <a:buFont typeface="Wingdings" panose="05000000000000000000" pitchFamily="2" charset="2"/>
                    <a:buChar char="§"/>
                    <a:defRPr sz="2400">
                      <a:solidFill>
                        <a:schemeClr val="tx1"/>
                      </a:solidFill>
                      <a:effectLst/>
                      <a:latin typeface="+mn-lt"/>
                      <a:ea typeface="+mn-ea"/>
                    </a:defRPr>
                  </a:lvl3pPr>
                  <a:lvl4pPr marL="1600200" indent="-228600" algn="l" rtl="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har char="–"/>
                    <a:defRPr sz="2000">
                      <a:solidFill>
                        <a:schemeClr val="tx1"/>
                      </a:solidFill>
                      <a:effectLst/>
                      <a:latin typeface="+mn-lt"/>
                      <a:ea typeface="+mn-ea"/>
                    </a:defRPr>
                  </a:lvl4pPr>
                  <a:lvl5pPr marL="2057400" indent="-228600" algn="l" rtl="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lr>
                      <a:schemeClr val="hlink"/>
                    </a:buClr>
                    <a:buFont typeface="Wingdings" panose="05000000000000000000" pitchFamily="2" charset="2"/>
                    <a:buChar char="§"/>
                    <a:defRPr sz="2000">
                      <a:solidFill>
                        <a:schemeClr val="tx1"/>
                      </a:solidFill>
                      <a:effectLst/>
                      <a:latin typeface="+mn-lt"/>
                      <a:ea typeface="+mn-ea"/>
                    </a:defRPr>
                  </a:lvl5pPr>
                </a:lstStyle>
                <a:p>
                  <a:pPr marL="0" lvl="0" indent="0" eaLnBrk="1" hangingPunct="1">
                    <a:spcBef>
                      <a:spcPct val="50000"/>
                    </a:spcBef>
                    <a:buClrTx/>
                    <a:buSzTx/>
                    <a:buFontTx/>
                    <a:buNone/>
                  </a:pPr>
                  <a:r>
                    <a:rPr lang="zh-CN" altLang="en-US" sz="1800" b="1" dirty="0">
                      <a:latin typeface="Arial" panose="020B0604020202020204" pitchFamily="34" charset="0"/>
                    </a:rPr>
                    <a:t>地址</a:t>
                  </a:r>
                  <a:endParaRPr lang="zh-CN" altLang="en-US" sz="1800" b="1" dirty="0">
                    <a:latin typeface="Arial" panose="020B0604020202020204" pitchFamily="34" charset="0"/>
                  </a:endParaRPr>
                </a:p>
              </p:txBody>
            </p:sp>
          </p:grpSp>
        </p:grpSp>
      </p:grpSp>
      <p:sp>
        <p:nvSpPr>
          <p:cNvPr id="77" name="Rectangle 5"/>
          <p:cNvSpPr/>
          <p:nvPr/>
        </p:nvSpPr>
        <p:spPr>
          <a:xfrm>
            <a:off x="7075488" y="990600"/>
            <a:ext cx="1223962" cy="431800"/>
          </a:xfrm>
          <a:prstGeom prst="rect">
            <a:avLst/>
          </a:prstGeom>
          <a:noFill/>
          <a:ln w="9525">
            <a:noFill/>
          </a:ln>
        </p:spPr>
        <p:txBody>
          <a:bodyPr wrap="none" anchor="ctr" anchorCtr="0"/>
          <a:lstStyle>
            <a:lvl1pPr marL="342900" indent="-3429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80000"/>
              <a:buFont typeface="Wingdings" panose="05000000000000000000" pitchFamily="2" charset="2"/>
              <a:buChar char="n"/>
              <a:defRPr sz="3200" b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defRPr>
            </a:lvl1pPr>
            <a:lvl2pPr marL="742950" indent="-28575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Char char="–"/>
              <a:defRPr sz="2800">
                <a:solidFill>
                  <a:schemeClr val="tx1"/>
                </a:solidFill>
                <a:effectLst/>
                <a:latin typeface="+mn-lt"/>
                <a:ea typeface="+mn-ea"/>
              </a:defRPr>
            </a:lvl2pPr>
            <a:lvl3pPr marL="11430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Font typeface="Wingdings" panose="05000000000000000000" pitchFamily="2" charset="2"/>
              <a:buChar char="§"/>
              <a:defRPr sz="2400">
                <a:solidFill>
                  <a:schemeClr val="tx1"/>
                </a:solidFill>
                <a:effectLst/>
                <a:latin typeface="+mn-lt"/>
                <a:ea typeface="+mn-ea"/>
              </a:defRPr>
            </a:lvl3pPr>
            <a:lvl4pPr marL="16002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–"/>
              <a:defRPr sz="2000">
                <a:solidFill>
                  <a:schemeClr val="tx1"/>
                </a:solidFill>
                <a:effectLst/>
                <a:latin typeface="+mn-lt"/>
                <a:ea typeface="+mn-ea"/>
              </a:defRPr>
            </a:lvl4pPr>
            <a:lvl5pPr marL="20574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effectLst/>
                <a:latin typeface="+mn-lt"/>
                <a:ea typeface="+mn-ea"/>
              </a:defRPr>
            </a:lvl5pPr>
          </a:lstStyle>
          <a:p>
            <a:pPr marL="0" lvl="0" indent="0" algn="ctr" eaLnBrk="1" hangingPunct="1">
              <a:spcBef>
                <a:spcPct val="0"/>
              </a:spcBef>
              <a:buClrTx/>
              <a:buSzTx/>
              <a:buFontTx/>
              <a:buNone/>
            </a:pPr>
            <a:r>
              <a:rPr lang="zh-CN" altLang="en-US" sz="2400" b="1" dirty="0">
                <a:solidFill>
                  <a:schemeClr val="hlink"/>
                </a:solidFill>
                <a:latin typeface="Arial" panose="020B0604020202020204" pitchFamily="34" charset="0"/>
              </a:rPr>
              <a:t>形参</a:t>
            </a:r>
            <a:r>
              <a:rPr lang="en-US" altLang="zh-CN" sz="2400" b="1" dirty="0">
                <a:solidFill>
                  <a:schemeClr val="hlink"/>
                </a:solidFill>
                <a:latin typeface="Arial" panose="020B0604020202020204" pitchFamily="34" charset="0"/>
              </a:rPr>
              <a:t>s:</a:t>
            </a:r>
            <a:endParaRPr lang="en-US" altLang="zh-CN" sz="2400" b="1" dirty="0">
              <a:solidFill>
                <a:schemeClr val="hlink"/>
              </a:solidFill>
              <a:latin typeface="Arial" panose="020B0604020202020204" pitchFamily="34" charset="0"/>
            </a:endParaRPr>
          </a:p>
        </p:txBody>
      </p:sp>
      <p:sp>
        <p:nvSpPr>
          <p:cNvPr id="78" name="Rectangle 7"/>
          <p:cNvSpPr/>
          <p:nvPr/>
        </p:nvSpPr>
        <p:spPr>
          <a:xfrm>
            <a:off x="8229918" y="1295083"/>
            <a:ext cx="1295400" cy="373062"/>
          </a:xfrm>
          <a:prstGeom prst="rect">
            <a:avLst/>
          </a:prstGeom>
          <a:solidFill>
            <a:schemeClr val="accent1"/>
          </a:solidFill>
          <a:ln w="9525" cap="flat" cmpd="sng">
            <a:solidFill>
              <a:schemeClr val="tx1"/>
            </a:solidFill>
            <a:prstDash val="solid"/>
            <a:miter/>
            <a:headEnd type="none" w="med" len="med"/>
            <a:tailEnd type="none" w="med" len="med"/>
          </a:ln>
        </p:spPr>
        <p:txBody>
          <a:bodyPr wrap="none" anchor="ctr" anchorCtr="0"/>
          <a:lstStyle>
            <a:lvl1pPr marL="342900" indent="-3429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80000"/>
              <a:buFont typeface="Wingdings" panose="05000000000000000000" pitchFamily="2" charset="2"/>
              <a:buChar char="n"/>
              <a:defRPr sz="3200" b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defRPr>
            </a:lvl1pPr>
            <a:lvl2pPr marL="742950" indent="-28575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Char char="–"/>
              <a:defRPr sz="2800">
                <a:solidFill>
                  <a:schemeClr val="tx1"/>
                </a:solidFill>
                <a:effectLst/>
                <a:latin typeface="+mn-lt"/>
                <a:ea typeface="+mn-ea"/>
              </a:defRPr>
            </a:lvl2pPr>
            <a:lvl3pPr marL="11430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Font typeface="Wingdings" panose="05000000000000000000" pitchFamily="2" charset="2"/>
              <a:buChar char="§"/>
              <a:defRPr sz="2400">
                <a:solidFill>
                  <a:schemeClr val="tx1"/>
                </a:solidFill>
                <a:effectLst/>
                <a:latin typeface="+mn-lt"/>
                <a:ea typeface="+mn-ea"/>
              </a:defRPr>
            </a:lvl3pPr>
            <a:lvl4pPr marL="16002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–"/>
              <a:defRPr sz="2000">
                <a:solidFill>
                  <a:schemeClr val="tx1"/>
                </a:solidFill>
                <a:effectLst/>
                <a:latin typeface="+mn-lt"/>
                <a:ea typeface="+mn-ea"/>
              </a:defRPr>
            </a:lvl4pPr>
            <a:lvl5pPr marL="20574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effectLst/>
                <a:latin typeface="+mn-lt"/>
                <a:ea typeface="+mn-ea"/>
              </a:defRPr>
            </a:lvl5pPr>
          </a:lstStyle>
          <a:p>
            <a:pPr marL="0" lvl="0" indent="0" algn="ctr" eaLnBrk="1" hangingPunct="1">
              <a:spcBef>
                <a:spcPct val="0"/>
              </a:spcBef>
              <a:buClrTx/>
              <a:buSzTx/>
              <a:buFontTx/>
              <a:buNone/>
            </a:pPr>
            <a:r>
              <a:rPr lang="en-US" altLang="zh-CN" sz="2400" b="1" dirty="0">
                <a:solidFill>
                  <a:srgbClr val="FF0000"/>
                </a:solidFill>
                <a:latin typeface="Arial" panose="020B0604020202020204" pitchFamily="34" charset="0"/>
              </a:rPr>
              <a:t>E992</a:t>
            </a:r>
            <a:endParaRPr lang="en-US" altLang="zh-CN" sz="2400" b="1" dirty="0">
              <a:solidFill>
                <a:srgbClr val="FF0000"/>
              </a:solidFill>
              <a:latin typeface="Arial" panose="020B0604020202020204" pitchFamily="34" charset="0"/>
            </a:endParaRPr>
          </a:p>
        </p:txBody>
      </p:sp>
      <p:grpSp>
        <p:nvGrpSpPr>
          <p:cNvPr id="79" name="组合 1"/>
          <p:cNvGrpSpPr/>
          <p:nvPr/>
        </p:nvGrpSpPr>
        <p:grpSpPr>
          <a:xfrm>
            <a:off x="7162800" y="1769745"/>
            <a:ext cx="2376488" cy="431800"/>
            <a:chOff x="5435525" y="4400575"/>
            <a:chExt cx="2376488" cy="431800"/>
          </a:xfrm>
        </p:grpSpPr>
        <p:sp>
          <p:nvSpPr>
            <p:cNvPr id="80" name="Text Box 36"/>
            <p:cNvSpPr txBox="1"/>
            <p:nvPr/>
          </p:nvSpPr>
          <p:spPr>
            <a:xfrm>
              <a:off x="6516613" y="4400575"/>
              <a:ext cx="1295400" cy="396875"/>
            </a:xfrm>
            <a:prstGeom prst="rect">
              <a:avLst/>
            </a:prstGeom>
            <a:solidFill>
              <a:schemeClr val="accent1"/>
            </a:solidFill>
            <a:ln w="9525">
              <a:noFill/>
            </a:ln>
          </p:spPr>
          <p:txBody>
            <a:bodyPr>
              <a:spAutoFit/>
            </a:bodyPr>
            <a:lstStyle>
              <a:lvl1pPr marL="342900" indent="-342900" algn="l" rtl="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hlink"/>
                </a:buClr>
                <a:buSzPct val="80000"/>
                <a:buFont typeface="Wingdings" panose="05000000000000000000" pitchFamily="2" charset="2"/>
                <a:buChar char="n"/>
                <a:defRPr sz="3200" b="0">
                  <a:solidFill>
                    <a:schemeClr val="tx1"/>
                  </a:solidFill>
                  <a:effectLst/>
                  <a:latin typeface="+mn-lt"/>
                  <a:ea typeface="+mn-ea"/>
                  <a:cs typeface="+mn-cs"/>
                </a:defRPr>
              </a:lvl1pPr>
              <a:lvl2pPr marL="742950" indent="-285750" algn="l" rtl="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tx1"/>
                </a:buClr>
                <a:buChar char="–"/>
                <a:defRPr sz="2800">
                  <a:solidFill>
                    <a:schemeClr val="tx1"/>
                  </a:solidFill>
                  <a:effectLst/>
                  <a:latin typeface="+mn-lt"/>
                  <a:ea typeface="+mn-ea"/>
                </a:defRPr>
              </a:lvl2pPr>
              <a:lvl3pPr marL="11430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hlink"/>
                </a:buClr>
                <a:buFont typeface="Wingdings" panose="05000000000000000000" pitchFamily="2" charset="2"/>
                <a:buChar char="§"/>
                <a:defRPr sz="2400">
                  <a:solidFill>
                    <a:schemeClr val="tx1"/>
                  </a:solidFill>
                  <a:effectLst/>
                  <a:latin typeface="+mn-lt"/>
                  <a:ea typeface="+mn-ea"/>
                </a:defRPr>
              </a:lvl3pPr>
              <a:lvl4pPr marL="16002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–"/>
                <a:defRPr sz="2000">
                  <a:solidFill>
                    <a:schemeClr val="tx1"/>
                  </a:solidFill>
                  <a:effectLst/>
                  <a:latin typeface="+mn-lt"/>
                  <a:ea typeface="+mn-ea"/>
                </a:defRPr>
              </a:lvl4pPr>
              <a:lvl5pPr marL="20574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hlink"/>
                </a:buClr>
                <a:buFont typeface="Wingdings" panose="05000000000000000000" pitchFamily="2" charset="2"/>
                <a:buChar char="§"/>
                <a:defRPr sz="2000">
                  <a:solidFill>
                    <a:schemeClr val="tx1"/>
                  </a:solidFill>
                  <a:effectLst/>
                  <a:latin typeface="+mn-lt"/>
                  <a:ea typeface="+mn-ea"/>
                </a:defRPr>
              </a:lvl5pPr>
            </a:lstStyle>
            <a:p>
              <a:pPr marL="0" lvl="0" indent="0" algn="ctr" eaLnBrk="1" hangingPunct="1">
                <a:spcBef>
                  <a:spcPct val="50000"/>
                </a:spcBef>
                <a:buClrTx/>
                <a:buSzTx/>
                <a:buFontTx/>
                <a:buNone/>
              </a:pPr>
              <a:r>
                <a:rPr lang="en-US" altLang="zh-CN" sz="2000" b="1" dirty="0">
                  <a:latin typeface="Arial" panose="020B0604020202020204" pitchFamily="34" charset="0"/>
                </a:rPr>
                <a:t>5</a:t>
              </a:r>
              <a:endParaRPr lang="en-US" altLang="zh-CN" sz="2000" b="1" dirty="0">
                <a:latin typeface="Arial" panose="020B0604020202020204" pitchFamily="34" charset="0"/>
              </a:endParaRPr>
            </a:p>
          </p:txBody>
        </p:sp>
        <p:sp>
          <p:nvSpPr>
            <p:cNvPr id="81" name="Rectangle 37"/>
            <p:cNvSpPr/>
            <p:nvPr/>
          </p:nvSpPr>
          <p:spPr>
            <a:xfrm>
              <a:off x="5435525" y="4400575"/>
              <a:ext cx="1079500" cy="431800"/>
            </a:xfrm>
            <a:prstGeom prst="rect">
              <a:avLst/>
            </a:prstGeom>
            <a:noFill/>
            <a:ln w="9525">
              <a:noFill/>
            </a:ln>
          </p:spPr>
          <p:txBody>
            <a:bodyPr wrap="none" anchor="ctr" anchorCtr="0"/>
            <a:lstStyle>
              <a:lvl1pPr marL="342900" indent="-342900" algn="l" rtl="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hlink"/>
                </a:buClr>
                <a:buSzPct val="80000"/>
                <a:buFont typeface="Wingdings" panose="05000000000000000000" pitchFamily="2" charset="2"/>
                <a:buChar char="n"/>
                <a:defRPr sz="3200" b="0">
                  <a:solidFill>
                    <a:schemeClr val="tx1"/>
                  </a:solidFill>
                  <a:effectLst/>
                  <a:latin typeface="+mn-lt"/>
                  <a:ea typeface="+mn-ea"/>
                  <a:cs typeface="+mn-cs"/>
                </a:defRPr>
              </a:lvl1pPr>
              <a:lvl2pPr marL="742950" indent="-285750" algn="l" rtl="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tx1"/>
                </a:buClr>
                <a:buChar char="–"/>
                <a:defRPr sz="2800">
                  <a:solidFill>
                    <a:schemeClr val="tx1"/>
                  </a:solidFill>
                  <a:effectLst/>
                  <a:latin typeface="+mn-lt"/>
                  <a:ea typeface="+mn-ea"/>
                </a:defRPr>
              </a:lvl2pPr>
              <a:lvl3pPr marL="11430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hlink"/>
                </a:buClr>
                <a:buFont typeface="Wingdings" panose="05000000000000000000" pitchFamily="2" charset="2"/>
                <a:buChar char="§"/>
                <a:defRPr sz="2400">
                  <a:solidFill>
                    <a:schemeClr val="tx1"/>
                  </a:solidFill>
                  <a:effectLst/>
                  <a:latin typeface="+mn-lt"/>
                  <a:ea typeface="+mn-ea"/>
                </a:defRPr>
              </a:lvl3pPr>
              <a:lvl4pPr marL="16002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–"/>
                <a:defRPr sz="2000">
                  <a:solidFill>
                    <a:schemeClr val="tx1"/>
                  </a:solidFill>
                  <a:effectLst/>
                  <a:latin typeface="+mn-lt"/>
                  <a:ea typeface="+mn-ea"/>
                </a:defRPr>
              </a:lvl4pPr>
              <a:lvl5pPr marL="20574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hlink"/>
                </a:buClr>
                <a:buFont typeface="Wingdings" panose="05000000000000000000" pitchFamily="2" charset="2"/>
                <a:buChar char="§"/>
                <a:defRPr sz="2000">
                  <a:solidFill>
                    <a:schemeClr val="tx1"/>
                  </a:solidFill>
                  <a:effectLst/>
                  <a:latin typeface="+mn-lt"/>
                  <a:ea typeface="+mn-ea"/>
                </a:defRPr>
              </a:lvl5pPr>
            </a:lstStyle>
            <a:p>
              <a:pPr marL="0" lvl="0" indent="0" algn="ctr" eaLnBrk="1" hangingPunct="1">
                <a:spcBef>
                  <a:spcPct val="0"/>
                </a:spcBef>
                <a:buClrTx/>
                <a:buSzTx/>
                <a:buFontTx/>
                <a:buNone/>
              </a:pPr>
              <a:r>
                <a:rPr lang="zh-CN" altLang="en-US" sz="2400" b="1" dirty="0">
                  <a:solidFill>
                    <a:schemeClr val="hlink"/>
                  </a:solidFill>
                  <a:latin typeface="Arial" panose="020B0604020202020204" pitchFamily="34" charset="0"/>
                </a:rPr>
                <a:t>形参</a:t>
              </a:r>
              <a:r>
                <a:rPr lang="en-US" altLang="zh-CN" sz="2400" b="1" dirty="0">
                  <a:solidFill>
                    <a:schemeClr val="hlink"/>
                  </a:solidFill>
                  <a:latin typeface="Arial" panose="020B0604020202020204" pitchFamily="34" charset="0"/>
                </a:rPr>
                <a:t>n:</a:t>
              </a:r>
              <a:endParaRPr lang="en-US" altLang="zh-CN" sz="2400" b="1" dirty="0">
                <a:solidFill>
                  <a:schemeClr val="hlink"/>
                </a:solidFill>
                <a:latin typeface="Arial" panose="020B0604020202020204" pitchFamily="34" charset="0"/>
              </a:endParaRPr>
            </a:p>
          </p:txBody>
        </p:sp>
      </p:grpSp>
      <p:cxnSp>
        <p:nvCxnSpPr>
          <p:cNvPr id="82" name="直接连接符 81"/>
          <p:cNvCxnSpPr/>
          <p:nvPr/>
        </p:nvCxnSpPr>
        <p:spPr>
          <a:xfrm flipV="1">
            <a:off x="7116128" y="3657600"/>
            <a:ext cx="3322955" cy="19685"/>
          </a:xfrm>
          <a:prstGeom prst="line">
            <a:avLst/>
          </a:prstGeom>
          <a:ln w="31750" cap="flat" cmpd="sng">
            <a:solidFill>
              <a:schemeClr val="accent6">
                <a:lumMod val="60000"/>
                <a:lumOff val="40000"/>
              </a:schemeClr>
            </a:solidFill>
            <a:prstDash val="dashDot"/>
            <a:headEnd type="none" w="med" len="med"/>
            <a:tailEnd type="none" w="med" len="med"/>
          </a:ln>
        </p:spPr>
      </p:cxnSp>
      <p:sp>
        <p:nvSpPr>
          <p:cNvPr id="83" name="圆角矩形标注 82"/>
          <p:cNvSpPr/>
          <p:nvPr/>
        </p:nvSpPr>
        <p:spPr>
          <a:xfrm>
            <a:off x="2438400" y="0"/>
            <a:ext cx="1308735" cy="567055"/>
          </a:xfrm>
          <a:prstGeom prst="wedgeRoundRectCallout">
            <a:avLst>
              <a:gd name="adj1" fmla="val 34279"/>
              <a:gd name="adj2" fmla="val 82474"/>
              <a:gd name="adj3" fmla="val 16667"/>
            </a:avLst>
          </a:prstGeom>
          <a:solidFill>
            <a:schemeClr val="accent1"/>
          </a:solidFill>
        </p:spPr>
        <p:txBody>
          <a:bodyPr wrap="square" lIns="0" rIns="0">
            <a:noAutofit/>
          </a:bodyPr>
          <a:p>
            <a:pPr eaLnBrk="1" hangingPunct="1">
              <a:buNone/>
            </a:pPr>
            <a:r>
              <a:rPr lang="en-US" altLang="zh-CN" sz="3200" dirty="0">
                <a:latin typeface="Arial" panose="020B0604020202020204" pitchFamily="34" charset="0"/>
              </a:rPr>
              <a:t>int *s;</a:t>
            </a:r>
            <a:endParaRPr lang="en-US" altLang="zh-CN" sz="3200" dirty="0">
              <a:latin typeface="Arial" panose="020B0604020202020204" pitchFamily="34" charset="0"/>
            </a:endParaRPr>
          </a:p>
        </p:txBody>
      </p:sp>
    </p:spTree>
  </p:cSld>
  <p:clrMapOvr>
    <a:masterClrMapping/>
  </p:clrMapOvr>
  <p:transition spd="slow"/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3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7" dur="500"/>
                                        <p:tgtEl>
                                          <p:spTgt spid="8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83" grpId="0" bldLvl="0" animBg="1"/>
      <p:bldP spid="83" grpId="1" animBg="1"/>
    </p:bldLst>
  </p:timing>
</p:sld>
</file>

<file path=ppt/slides/slide5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9" name="灯片编号占位符 5"/>
          <p:cNvSpPr txBox="1">
            <a:spLocks noGrp="1"/>
          </p:cNvSpPr>
          <p:nvPr>
            <p:ph type="sldNum" sz="quarter" idx="4"/>
          </p:nvPr>
        </p:nvSpPr>
        <p:spPr bwMode="auto"/>
        <p:txBody>
          <a:bodyPr wrap="square" lIns="91440" tIns="45720" rIns="91440" bIns="45720" numCol="1" anchor="b" anchorCtr="0" compatLnSpc="1"/>
          <a:lstStyle>
            <a:lvl1pPr eaLnBrk="0" hangingPunct="0">
              <a:defRPr sz="2000" b="1">
                <a:solidFill>
                  <a:schemeClr val="tx1"/>
                </a:solidFill>
                <a:latin typeface="Tahoma" panose="020B0604030504040204" pitchFamily="34" charset="0"/>
                <a:ea typeface="黑体" panose="02010609060101010101" pitchFamily="49" charset="-122"/>
              </a:defRPr>
            </a:lvl1pPr>
            <a:lvl2pPr marL="742950" indent="-285750" eaLnBrk="0" hangingPunct="0">
              <a:defRPr sz="2000" b="1">
                <a:solidFill>
                  <a:schemeClr val="tx1"/>
                </a:solidFill>
                <a:latin typeface="Tahoma" panose="020B0604030504040204" pitchFamily="34" charset="0"/>
                <a:ea typeface="黑体" panose="02010609060101010101" pitchFamily="49" charset="-122"/>
              </a:defRPr>
            </a:lvl2pPr>
            <a:lvl3pPr marL="1143000" indent="-228600" eaLnBrk="0" hangingPunct="0">
              <a:defRPr sz="2000" b="1">
                <a:solidFill>
                  <a:schemeClr val="tx1"/>
                </a:solidFill>
                <a:latin typeface="Tahoma" panose="020B0604030504040204" pitchFamily="34" charset="0"/>
                <a:ea typeface="黑体" panose="02010609060101010101" pitchFamily="49" charset="-122"/>
              </a:defRPr>
            </a:lvl3pPr>
            <a:lvl4pPr marL="1600200" indent="-228600" eaLnBrk="0" hangingPunct="0">
              <a:defRPr sz="2000" b="1">
                <a:solidFill>
                  <a:schemeClr val="tx1"/>
                </a:solidFill>
                <a:latin typeface="Tahoma" panose="020B0604030504040204" pitchFamily="34" charset="0"/>
                <a:ea typeface="黑体" panose="02010609060101010101" pitchFamily="49" charset="-122"/>
              </a:defRPr>
            </a:lvl4pPr>
            <a:lvl5pPr marL="2057400" indent="-228600" eaLnBrk="0" hangingPunct="0">
              <a:defRPr sz="2000" b="1">
                <a:solidFill>
                  <a:schemeClr val="tx1"/>
                </a:solidFill>
                <a:latin typeface="Tahoma" panose="020B0604030504040204" pitchFamily="34" charset="0"/>
                <a:ea typeface="黑体" panose="02010609060101010101" pitchFamily="49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000" b="1">
                <a:solidFill>
                  <a:schemeClr val="tx1"/>
                </a:solidFill>
                <a:latin typeface="Tahoma" panose="020B0604030504040204" pitchFamily="34" charset="0"/>
                <a:ea typeface="黑体" panose="02010609060101010101" pitchFamily="49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000" b="1">
                <a:solidFill>
                  <a:schemeClr val="tx1"/>
                </a:solidFill>
                <a:latin typeface="Tahoma" panose="020B0604030504040204" pitchFamily="34" charset="0"/>
                <a:ea typeface="黑体" panose="02010609060101010101" pitchFamily="49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000" b="1">
                <a:solidFill>
                  <a:schemeClr val="tx1"/>
                </a:solidFill>
                <a:latin typeface="Tahoma" panose="020B0604030504040204" pitchFamily="34" charset="0"/>
                <a:ea typeface="黑体" panose="02010609060101010101" pitchFamily="49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000" b="1">
                <a:solidFill>
                  <a:schemeClr val="tx1"/>
                </a:solidFill>
                <a:latin typeface="Tahoma" panose="020B0604030504040204" pitchFamily="34" charset="0"/>
                <a:ea typeface="黑体" panose="02010609060101010101" pitchFamily="49" charset="-122"/>
              </a:defRPr>
            </a:lvl9pPr>
          </a:lstStyle>
          <a:p>
            <a:pPr marL="0" marR="0" lvl="0" indent="0" algn="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fld id="{E78F42EE-2223-4350-BBFA-4FEA49676BC4}" type="slidenum">
              <a:rPr kumimoji="0" lang="en-US" altLang="zh-CN" sz="1200" b="0" i="0" u="none" strike="noStrike" kern="1200" cap="none" spc="0" normalizeH="0" baseline="0" noProof="0">
                <a:ln>
                  <a:noFill/>
                </a:ln>
                <a:solidFill>
                  <a:schemeClr val="tx1"/>
                </a:solidFill>
                <a:effectLst>
                  <a:outerShdw blurRad="38100" dist="38100" dir="2700000" algn="tl">
                    <a:srgbClr val="000000"/>
                  </a:outerShdw>
                </a:effectLst>
                <a:uLnTx/>
                <a:uFillTx/>
                <a:latin typeface="Tahoma" panose="020B0604030504040204" pitchFamily="34" charset="0"/>
                <a:ea typeface="宋体" panose="02010600030101010101" pitchFamily="2" charset="-122"/>
                <a:cs typeface="+mn-cs"/>
              </a:rPr>
            </a:fld>
            <a:endParaRPr kumimoji="0" lang="en-US" altLang="zh-CN" sz="1200" b="0" i="0" u="none" strike="noStrike" kern="1200" cap="none" spc="0" normalizeH="0" baseline="0" noProof="0" dirty="0">
              <a:ln>
                <a:noFill/>
              </a:ln>
              <a:solidFill>
                <a:schemeClr val="tx1"/>
              </a:solidFill>
              <a:effectLst>
                <a:outerShdw blurRad="38100" dist="38100" dir="2700000" algn="tl">
                  <a:srgbClr val="000000"/>
                </a:outerShdw>
              </a:effectLst>
              <a:uLnTx/>
              <a:uFillTx/>
              <a:latin typeface="Tahoma" panose="020B0604030504040204" pitchFamily="34" charset="0"/>
              <a:ea typeface="宋体" panose="02010600030101010101" pitchFamily="2" charset="-122"/>
              <a:cs typeface="+mn-cs"/>
            </a:endParaRPr>
          </a:p>
        </p:txBody>
      </p:sp>
      <p:sp>
        <p:nvSpPr>
          <p:cNvPr id="1556482" name="Rectangle 2"/>
          <p:cNvSpPr>
            <a:spLocks noChangeArrowheads="1"/>
          </p:cNvSpPr>
          <p:nvPr/>
        </p:nvSpPr>
        <p:spPr bwMode="auto">
          <a:xfrm>
            <a:off x="163513" y="1036638"/>
            <a:ext cx="6648450" cy="6000750"/>
          </a:xfrm>
          <a:prstGeom prst="rect">
            <a:avLst/>
          </a:prstGeom>
          <a:noFill/>
          <a:ln>
            <a:noFill/>
          </a:ln>
          <a:effectLst/>
        </p:spPr>
        <p:txBody>
          <a:bodyPr>
            <a:spAutoFit/>
          </a:bodyPr>
          <a:lstStyle/>
          <a:p>
            <a:pPr marL="0" marR="0" lvl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r>
              <a:rPr kumimoji="0" lang="en-US" altLang="zh-CN" sz="2800" b="1" i="0" u="none" strike="noStrike" kern="1200" cap="none" spc="0" normalizeH="0" baseline="0" noProof="0" dirty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Arial" panose="020B0604020202020204" pitchFamily="34" charset="0"/>
                <a:ea typeface="宋体" panose="02010600030101010101" pitchFamily="2" charset="-122"/>
                <a:cs typeface="+mn-cs"/>
              </a:rPr>
              <a:t>void </a:t>
            </a:r>
            <a:r>
              <a:rPr kumimoji="0" lang="en-US" altLang="zh-CN" sz="2800" b="1" i="0" u="none" strike="noStrike" kern="1200" cap="none" spc="0" normalizeH="0" baseline="0" noProof="0" dirty="0" err="1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Arial" panose="020B0604020202020204" pitchFamily="34" charset="0"/>
                <a:ea typeface="宋体" panose="02010600030101010101" pitchFamily="2" charset="-122"/>
                <a:cs typeface="+mn-cs"/>
              </a:rPr>
              <a:t>sortofup</a:t>
            </a:r>
            <a:r>
              <a:rPr kumimoji="0" lang="en-US" altLang="zh-CN" sz="2800" b="1" i="0" u="none" strike="noStrike" kern="1200" cap="none" spc="0" normalizeH="0" baseline="0" noProof="0" dirty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Arial" panose="020B0604020202020204" pitchFamily="34" charset="0"/>
                <a:ea typeface="宋体" panose="02010600030101010101" pitchFamily="2" charset="-122"/>
                <a:cs typeface="+mn-cs"/>
              </a:rPr>
              <a:t> (</a:t>
            </a:r>
            <a:r>
              <a:rPr kumimoji="0" lang="en-US" altLang="zh-CN" sz="3200" b="1" i="0" u="none" strike="noStrike" kern="0" cap="none" spc="0" normalizeH="0" baseline="0" noProof="0" dirty="0" err="1">
                <a:ln>
                  <a:noFill/>
                </a:ln>
                <a:solidFill>
                  <a:schemeClr val="accent2">
                    <a:lumMod val="60000"/>
                    <a:lumOff val="40000"/>
                  </a:schemeClr>
                </a:solidFill>
                <a:effectLst>
                  <a:outerShdw blurRad="38100" dist="38100" dir="2700000" algn="tl">
                    <a:srgbClr val="000000"/>
                  </a:outerShdw>
                </a:effectLst>
                <a:uLnTx/>
                <a:uFillTx/>
                <a:latin typeface="+mn-lt"/>
                <a:ea typeface="+mn-ea"/>
                <a:cs typeface="+mn-cs"/>
              </a:rPr>
              <a:t>int s[5]</a:t>
            </a:r>
            <a:r>
              <a:rPr kumimoji="0" lang="en-US" altLang="zh-CN" sz="2800" b="1" i="0" u="none" strike="noStrike" kern="1200" cap="none" spc="0" normalizeH="0" baseline="0" noProof="0" dirty="0">
                <a:ln>
                  <a:noFill/>
                </a:ln>
                <a:solidFill>
                  <a:srgbClr val="FF0000"/>
                </a:solidFill>
                <a:effectLst/>
                <a:uLnTx/>
                <a:uFillTx/>
                <a:latin typeface="Arial" panose="020B0604020202020204" pitchFamily="34" charset="0"/>
                <a:ea typeface="宋体" panose="02010600030101010101" pitchFamily="2" charset="-122"/>
                <a:cs typeface="+mn-cs"/>
              </a:rPr>
              <a:t> </a:t>
            </a:r>
            <a:r>
              <a:rPr kumimoji="0" lang="en-US" altLang="zh-CN" sz="2800" b="1" i="0" u="none" strike="noStrike" kern="1200" cap="none" spc="0" normalizeH="0" baseline="0" noProof="0" dirty="0">
                <a:ln>
                  <a:noFill/>
                </a:ln>
                <a:solidFill>
                  <a:schemeClr val="tx1"/>
                </a:solidFill>
                <a:effectLst>
                  <a:outerShdw blurRad="38100" dist="38100" dir="2700000" algn="tl">
                    <a:srgbClr val="000000"/>
                  </a:outerShdw>
                </a:effectLst>
                <a:uLnTx/>
                <a:uFillTx/>
                <a:latin typeface="Arial" panose="020B0604020202020204" pitchFamily="34" charset="0"/>
                <a:ea typeface="宋体" panose="02010600030101010101" pitchFamily="2" charset="-122"/>
                <a:cs typeface="+mn-cs"/>
              </a:rPr>
              <a:t>,</a:t>
            </a:r>
            <a:r>
              <a:rPr kumimoji="0" lang="en-US" altLang="zh-CN" sz="2800" b="1" i="0" u="none" strike="noStrike" kern="1200" cap="none" spc="0" normalizeH="0" baseline="0" noProof="0" dirty="0" err="1">
                <a:ln>
                  <a:noFill/>
                </a:ln>
                <a:solidFill>
                  <a:schemeClr val="folHlink"/>
                </a:solidFill>
                <a:effectLst/>
                <a:uLnTx/>
                <a:uFillTx/>
                <a:latin typeface="Arial" panose="020B0604020202020204" pitchFamily="34" charset="0"/>
                <a:ea typeface="宋体" panose="02010600030101010101" pitchFamily="2" charset="-122"/>
                <a:cs typeface="+mn-cs"/>
              </a:rPr>
              <a:t>int</a:t>
            </a:r>
            <a:r>
              <a:rPr kumimoji="0" lang="en-US" altLang="zh-CN" sz="2800" b="1" i="0" u="none" strike="noStrike" kern="1200" cap="none" spc="0" normalizeH="0" baseline="0" noProof="0" dirty="0">
                <a:ln>
                  <a:noFill/>
                </a:ln>
                <a:solidFill>
                  <a:schemeClr val="folHlink"/>
                </a:solidFill>
                <a:effectLst/>
                <a:uLnTx/>
                <a:uFillTx/>
                <a:latin typeface="Arial" panose="020B0604020202020204" pitchFamily="34" charset="0"/>
                <a:ea typeface="宋体" panose="02010600030101010101" pitchFamily="2" charset="-122"/>
                <a:cs typeface="+mn-cs"/>
              </a:rPr>
              <a:t> n</a:t>
            </a:r>
            <a:r>
              <a:rPr kumimoji="0" lang="en-US" altLang="zh-CN" sz="2800" b="1" i="0" u="none" strike="noStrike" kern="1200" cap="none" spc="0" normalizeH="0" baseline="0" noProof="0" dirty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Arial" panose="020B0604020202020204" pitchFamily="34" charset="0"/>
                <a:ea typeface="宋体" panose="02010600030101010101" pitchFamily="2" charset="-122"/>
                <a:cs typeface="+mn-cs"/>
              </a:rPr>
              <a:t>) {</a:t>
            </a:r>
            <a:endParaRPr kumimoji="0" lang="en-US" altLang="zh-CN" sz="2800" b="1" i="0" u="none" strike="noStrike" kern="1200" cap="none" spc="0" normalizeH="0" baseline="0" noProof="0" dirty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Arial" panose="020B0604020202020204" pitchFamily="34" charset="0"/>
              <a:ea typeface="宋体" panose="02010600030101010101" pitchFamily="2" charset="-122"/>
              <a:cs typeface="+mn-cs"/>
            </a:endParaRPr>
          </a:p>
          <a:p>
            <a:pPr marL="457200" marR="0" lvl="1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r>
              <a:rPr kumimoji="0" lang="en-US" altLang="zh-CN" sz="2800" b="1" i="0" u="none" strike="noStrike" kern="1200" cap="none" spc="0" normalizeH="0" baseline="0" noProof="0" dirty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Arial" panose="020B0604020202020204" pitchFamily="34" charset="0"/>
                <a:ea typeface="宋体" panose="02010600030101010101" pitchFamily="2" charset="-122"/>
                <a:cs typeface="+mn-cs"/>
              </a:rPr>
              <a:t>   </a:t>
            </a:r>
            <a:r>
              <a:rPr kumimoji="0" lang="en-US" altLang="zh-CN" sz="2800" b="1" i="0" u="none" strike="noStrike" kern="1200" cap="none" spc="0" normalizeH="0" baseline="0" noProof="0" dirty="0" err="1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Arial" panose="020B0604020202020204" pitchFamily="34" charset="0"/>
                <a:ea typeface="宋体" panose="02010600030101010101" pitchFamily="2" charset="-122"/>
                <a:cs typeface="+mn-cs"/>
              </a:rPr>
              <a:t>int</a:t>
            </a:r>
            <a:r>
              <a:rPr kumimoji="0" lang="en-US" altLang="zh-CN" sz="2800" b="1" i="0" u="none" strike="noStrike" kern="1200" cap="none" spc="0" normalizeH="0" baseline="0" noProof="0" dirty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Arial" panose="020B0604020202020204" pitchFamily="34" charset="0"/>
                <a:ea typeface="宋体" panose="02010600030101010101" pitchFamily="2" charset="-122"/>
                <a:cs typeface="+mn-cs"/>
              </a:rPr>
              <a:t> </a:t>
            </a:r>
            <a:r>
              <a:rPr kumimoji="0" lang="en-US" altLang="zh-CN" sz="2800" b="1" i="0" u="none" strike="noStrike" kern="1200" cap="none" spc="0" normalizeH="0" baseline="0" noProof="0" dirty="0" err="1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Arial" panose="020B0604020202020204" pitchFamily="34" charset="0"/>
                <a:ea typeface="宋体" panose="02010600030101010101" pitchFamily="2" charset="-122"/>
                <a:cs typeface="+mn-cs"/>
              </a:rPr>
              <a:t>i,r</a:t>
            </a:r>
            <a:r>
              <a:rPr kumimoji="0" lang="en-US" altLang="zh-CN" sz="2800" b="1" i="0" u="none" strike="noStrike" kern="1200" cap="none" spc="0" normalizeH="0" baseline="0" noProof="0" dirty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Arial" panose="020B0604020202020204" pitchFamily="34" charset="0"/>
                <a:ea typeface="宋体" panose="02010600030101010101" pitchFamily="2" charset="-122"/>
                <a:cs typeface="+mn-cs"/>
              </a:rPr>
              <a:t> ;   </a:t>
            </a:r>
            <a:r>
              <a:rPr kumimoji="0" lang="en-US" altLang="zh-CN" sz="2800" b="1" i="0" u="none" strike="noStrike" kern="1200" cap="none" spc="0" normalizeH="0" baseline="0" noProof="0" dirty="0" err="1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Arial" panose="020B0604020202020204" pitchFamily="34" charset="0"/>
                <a:ea typeface="宋体" panose="02010600030101010101" pitchFamily="2" charset="-122"/>
                <a:cs typeface="+mn-cs"/>
              </a:rPr>
              <a:t>bool</a:t>
            </a:r>
            <a:r>
              <a:rPr kumimoji="0" lang="en-US" altLang="zh-CN" sz="2800" b="1" i="0" u="none" strike="noStrike" kern="1200" cap="none" spc="0" normalizeH="0" baseline="0" noProof="0" dirty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Arial" panose="020B0604020202020204" pitchFamily="34" charset="0"/>
                <a:ea typeface="宋体" panose="02010600030101010101" pitchFamily="2" charset="-122"/>
                <a:cs typeface="+mn-cs"/>
              </a:rPr>
              <a:t>  flag ;</a:t>
            </a:r>
            <a:endParaRPr kumimoji="0" lang="en-US" altLang="zh-CN" sz="2800" b="1" i="0" u="none" strike="noStrike" kern="1200" cap="none" spc="0" normalizeH="0" baseline="0" noProof="0" dirty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Arial" panose="020B0604020202020204" pitchFamily="34" charset="0"/>
              <a:ea typeface="宋体" panose="02010600030101010101" pitchFamily="2" charset="-122"/>
              <a:cs typeface="+mn-cs"/>
            </a:endParaRPr>
          </a:p>
          <a:p>
            <a:pPr marL="457200" marR="0" lvl="1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r>
              <a:rPr kumimoji="0" lang="en-US" altLang="zh-CN" sz="2800" b="1" i="0" u="none" strike="noStrike" kern="1200" cap="none" spc="0" normalizeH="0" baseline="0" noProof="0" dirty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Arial" panose="020B0604020202020204" pitchFamily="34" charset="0"/>
                <a:ea typeface="宋体" panose="02010600030101010101" pitchFamily="2" charset="-122"/>
                <a:cs typeface="+mn-cs"/>
              </a:rPr>
              <a:t>   flag = true ;</a:t>
            </a:r>
            <a:endParaRPr kumimoji="0" lang="en-US" altLang="zh-CN" sz="2800" b="1" i="0" u="none" strike="noStrike" kern="1200" cap="none" spc="0" normalizeH="0" baseline="0" noProof="0" dirty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Arial" panose="020B0604020202020204" pitchFamily="34" charset="0"/>
              <a:ea typeface="宋体" panose="02010600030101010101" pitchFamily="2" charset="-122"/>
              <a:cs typeface="+mn-cs"/>
            </a:endParaRPr>
          </a:p>
          <a:p>
            <a:pPr marL="457200" marR="0" lvl="1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r>
              <a:rPr kumimoji="0" lang="en-US" altLang="zh-CN" sz="2800" b="1" i="0" u="none" strike="noStrike" kern="1200" cap="none" spc="0" normalizeH="0" baseline="0" noProof="0" dirty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Arial" panose="020B0604020202020204" pitchFamily="34" charset="0"/>
                <a:ea typeface="宋体" panose="02010600030101010101" pitchFamily="2" charset="-122"/>
                <a:cs typeface="+mn-cs"/>
              </a:rPr>
              <a:t>   while ( flag ) {	      </a:t>
            </a:r>
            <a:endParaRPr kumimoji="0" lang="en-US" altLang="zh-CN" sz="2800" b="1" i="0" u="none" strike="noStrike" kern="1200" cap="none" spc="0" normalizeH="0" baseline="0" noProof="0" dirty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Arial" panose="020B0604020202020204" pitchFamily="34" charset="0"/>
              <a:ea typeface="宋体" panose="02010600030101010101" pitchFamily="2" charset="-122"/>
              <a:cs typeface="+mn-cs"/>
            </a:endParaRPr>
          </a:p>
          <a:p>
            <a:pPr marL="457200" marR="0" lvl="1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r>
              <a:rPr kumimoji="0" lang="en-US" altLang="zh-CN" sz="2800" b="1" i="0" u="none" strike="noStrike" kern="1200" cap="none" spc="0" normalizeH="0" baseline="0" noProof="0" dirty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Arial" panose="020B0604020202020204" pitchFamily="34" charset="0"/>
                <a:ea typeface="宋体" panose="02010600030101010101" pitchFamily="2" charset="-122"/>
                <a:cs typeface="+mn-cs"/>
              </a:rPr>
              <a:t>  		 flag = false ; </a:t>
            </a:r>
            <a:endParaRPr kumimoji="0" lang="en-US" altLang="zh-CN" sz="2800" b="1" i="0" u="none" strike="noStrike" kern="1200" cap="none" spc="0" normalizeH="0" baseline="0" noProof="0" dirty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Arial" panose="020B0604020202020204" pitchFamily="34" charset="0"/>
              <a:ea typeface="宋体" panose="02010600030101010101" pitchFamily="2" charset="-122"/>
              <a:cs typeface="+mn-cs"/>
            </a:endParaRPr>
          </a:p>
          <a:p>
            <a:pPr marL="457200" marR="0" lvl="1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r>
              <a:rPr kumimoji="0" lang="en-US" altLang="zh-CN" sz="2800" b="1" i="0" u="none" strike="noStrike" kern="1200" cap="none" spc="0" normalizeH="0" baseline="0" noProof="0" dirty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Arial" panose="020B0604020202020204" pitchFamily="34" charset="0"/>
                <a:ea typeface="宋体" panose="02010600030101010101" pitchFamily="2" charset="-122"/>
                <a:cs typeface="+mn-cs"/>
              </a:rPr>
              <a:t>		 for ( i=0 ; i&lt;n-1 ; i++ )	                 	 		if ( </a:t>
            </a:r>
            <a:r>
              <a:rPr kumimoji="0" lang="en-US" altLang="zh-CN" sz="3200" b="1" i="0" u="none" strike="noStrike" kern="0" cap="none" spc="0" normalizeH="0" baseline="0" noProof="0" dirty="0" err="1">
                <a:ln>
                  <a:noFill/>
                </a:ln>
                <a:solidFill>
                  <a:schemeClr val="accent2">
                    <a:lumMod val="60000"/>
                    <a:lumOff val="40000"/>
                  </a:schemeClr>
                </a:solidFill>
                <a:effectLst>
                  <a:outerShdw blurRad="38100" dist="38100" dir="2700000" algn="tl">
                    <a:srgbClr val="000000"/>
                  </a:outerShdw>
                </a:effectLst>
                <a:uLnTx/>
                <a:uFillTx/>
                <a:latin typeface="+mn-lt"/>
                <a:ea typeface="+mn-ea"/>
                <a:cs typeface="+mn-cs"/>
              </a:rPr>
              <a:t>s</a:t>
            </a:r>
            <a:r>
              <a:rPr kumimoji="0" lang="en-US" altLang="zh-CN" sz="2800" b="1" i="0" u="none" strike="noStrike" kern="1200" cap="none" spc="0" normalizeH="0" baseline="0" noProof="0" dirty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Arial" panose="020B0604020202020204" pitchFamily="34" charset="0"/>
                <a:ea typeface="宋体" panose="02010600030101010101" pitchFamily="2" charset="-122"/>
                <a:cs typeface="+mn-cs"/>
              </a:rPr>
              <a:t>[i] &gt; </a:t>
            </a:r>
            <a:r>
              <a:rPr kumimoji="0" lang="en-US" altLang="zh-CN" sz="3200" b="1" i="0" u="none" strike="noStrike" kern="0" cap="none" spc="0" normalizeH="0" baseline="0" noProof="0" dirty="0" err="1">
                <a:ln>
                  <a:noFill/>
                </a:ln>
                <a:solidFill>
                  <a:schemeClr val="accent2">
                    <a:lumMod val="60000"/>
                    <a:lumOff val="40000"/>
                  </a:schemeClr>
                </a:solidFill>
                <a:effectLst>
                  <a:outerShdw blurRad="38100" dist="38100" dir="2700000" algn="tl">
                    <a:srgbClr val="000000"/>
                  </a:outerShdw>
                </a:effectLst>
                <a:uLnTx/>
                <a:uFillTx/>
                <a:latin typeface="+mn-lt"/>
                <a:ea typeface="+mn-ea"/>
                <a:cs typeface="+mn-cs"/>
              </a:rPr>
              <a:t>s</a:t>
            </a:r>
            <a:r>
              <a:rPr kumimoji="0" lang="en-US" altLang="zh-CN" sz="2800" b="1" i="0" u="none" strike="noStrike" kern="1200" cap="none" spc="0" normalizeH="0" baseline="0" noProof="0" dirty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Arial" panose="020B0604020202020204" pitchFamily="34" charset="0"/>
                <a:ea typeface="宋体" panose="02010600030101010101" pitchFamily="2" charset="-122"/>
                <a:cs typeface="+mn-cs"/>
              </a:rPr>
              <a:t>[i+1] )</a:t>
            </a:r>
            <a:endParaRPr kumimoji="0" lang="en-US" altLang="zh-CN" sz="2800" b="1" i="0" u="none" strike="noStrike" kern="1200" cap="none" spc="0" normalizeH="0" baseline="0" noProof="0" dirty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Arial" panose="020B0604020202020204" pitchFamily="34" charset="0"/>
              <a:ea typeface="宋体" panose="02010600030101010101" pitchFamily="2" charset="-122"/>
              <a:cs typeface="+mn-cs"/>
            </a:endParaRPr>
          </a:p>
          <a:p>
            <a:pPr marL="457200" marR="0" lvl="1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r>
              <a:rPr kumimoji="0" lang="en-US" altLang="zh-CN" sz="2800" b="1" i="0" u="none" strike="noStrike" kern="1200" cap="none" spc="0" normalizeH="0" baseline="0" noProof="0" dirty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Arial" panose="020B0604020202020204" pitchFamily="34" charset="0"/>
                <a:ea typeface="宋体" panose="02010600030101010101" pitchFamily="2" charset="-122"/>
                <a:cs typeface="+mn-cs"/>
              </a:rPr>
              <a:t>			{         r = </a:t>
            </a:r>
            <a:r>
              <a:rPr kumimoji="0" lang="en-US" altLang="zh-CN" sz="3200" b="1" i="0" u="none" strike="noStrike" kern="0" cap="none" spc="0" normalizeH="0" baseline="0" noProof="0" dirty="0" err="1">
                <a:ln>
                  <a:noFill/>
                </a:ln>
                <a:solidFill>
                  <a:schemeClr val="accent2">
                    <a:lumMod val="60000"/>
                    <a:lumOff val="40000"/>
                  </a:schemeClr>
                </a:solidFill>
                <a:effectLst>
                  <a:outerShdw blurRad="38100" dist="38100" dir="2700000" algn="tl">
                    <a:srgbClr val="000000"/>
                  </a:outerShdw>
                </a:effectLst>
                <a:uLnTx/>
                <a:uFillTx/>
                <a:latin typeface="+mn-lt"/>
                <a:ea typeface="+mn-ea"/>
                <a:cs typeface="+mn-cs"/>
              </a:rPr>
              <a:t>s</a:t>
            </a:r>
            <a:r>
              <a:rPr kumimoji="0" lang="en-US" altLang="zh-CN" sz="2800" b="1" i="0" u="none" strike="noStrike" kern="1200" cap="none" spc="0" normalizeH="0" baseline="0" noProof="0" dirty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Arial" panose="020B0604020202020204" pitchFamily="34" charset="0"/>
                <a:ea typeface="宋体" panose="02010600030101010101" pitchFamily="2" charset="-122"/>
                <a:cs typeface="+mn-cs"/>
              </a:rPr>
              <a:t>[i] ;		                        			 	 </a:t>
            </a:r>
            <a:r>
              <a:rPr kumimoji="0" lang="en-US" altLang="zh-CN" sz="3200" b="1" i="0" u="none" strike="noStrike" kern="0" cap="none" spc="0" normalizeH="0" baseline="0" noProof="0" dirty="0" err="1">
                <a:ln>
                  <a:noFill/>
                </a:ln>
                <a:solidFill>
                  <a:schemeClr val="accent2">
                    <a:lumMod val="60000"/>
                    <a:lumOff val="40000"/>
                  </a:schemeClr>
                </a:solidFill>
                <a:effectLst>
                  <a:outerShdw blurRad="38100" dist="38100" dir="2700000" algn="tl">
                    <a:srgbClr val="000000"/>
                  </a:outerShdw>
                </a:effectLst>
                <a:uLnTx/>
                <a:uFillTx/>
                <a:latin typeface="+mn-lt"/>
                <a:ea typeface="+mn-ea"/>
                <a:cs typeface="+mn-cs"/>
              </a:rPr>
              <a:t>s</a:t>
            </a:r>
            <a:r>
              <a:rPr kumimoji="0" lang="en-US" altLang="zh-CN" sz="2800" b="1" i="0" u="none" strike="noStrike" kern="1200" cap="none" spc="0" normalizeH="0" baseline="0" noProof="0" dirty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Arial" panose="020B0604020202020204" pitchFamily="34" charset="0"/>
                <a:ea typeface="宋体" panose="02010600030101010101" pitchFamily="2" charset="-122"/>
                <a:cs typeface="+mn-cs"/>
              </a:rPr>
              <a:t>[i] = </a:t>
            </a:r>
            <a:r>
              <a:rPr kumimoji="0" lang="en-US" altLang="zh-CN" sz="3200" b="1" i="0" u="none" strike="noStrike" kern="0" cap="none" spc="0" normalizeH="0" baseline="0" noProof="0" dirty="0" err="1">
                <a:ln>
                  <a:noFill/>
                </a:ln>
                <a:solidFill>
                  <a:schemeClr val="accent2">
                    <a:lumMod val="60000"/>
                    <a:lumOff val="40000"/>
                  </a:schemeClr>
                </a:solidFill>
                <a:effectLst>
                  <a:outerShdw blurRad="38100" dist="38100" dir="2700000" algn="tl">
                    <a:srgbClr val="000000"/>
                  </a:outerShdw>
                </a:effectLst>
                <a:uLnTx/>
                <a:uFillTx/>
                <a:latin typeface="+mn-lt"/>
                <a:ea typeface="+mn-ea"/>
                <a:cs typeface="+mn-cs"/>
              </a:rPr>
              <a:t>s</a:t>
            </a:r>
            <a:r>
              <a:rPr kumimoji="0" lang="en-US" altLang="zh-CN" sz="2800" b="1" i="0" u="none" strike="noStrike" kern="1200" cap="none" spc="0" normalizeH="0" baseline="0" noProof="0" dirty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Arial" panose="020B0604020202020204" pitchFamily="34" charset="0"/>
                <a:ea typeface="宋体" panose="02010600030101010101" pitchFamily="2" charset="-122"/>
                <a:cs typeface="+mn-cs"/>
              </a:rPr>
              <a:t>[i+1] ;</a:t>
            </a:r>
            <a:endParaRPr kumimoji="0" lang="en-US" altLang="zh-CN" sz="2800" b="1" i="0" u="none" strike="noStrike" kern="1200" cap="none" spc="0" normalizeH="0" baseline="0" noProof="0" dirty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Arial" panose="020B0604020202020204" pitchFamily="34" charset="0"/>
              <a:ea typeface="宋体" panose="02010600030101010101" pitchFamily="2" charset="-122"/>
              <a:cs typeface="+mn-cs"/>
            </a:endParaRPr>
          </a:p>
          <a:p>
            <a:pPr marL="457200" marR="0" lvl="1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r>
              <a:rPr kumimoji="0" lang="en-US" altLang="zh-CN" sz="2800" b="1" i="0" u="none" strike="noStrike" kern="1200" cap="none" spc="0" normalizeH="0" baseline="0" noProof="0" dirty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Arial" panose="020B0604020202020204" pitchFamily="34" charset="0"/>
                <a:ea typeface="宋体" panose="02010600030101010101" pitchFamily="2" charset="-122"/>
                <a:cs typeface="+mn-cs"/>
              </a:rPr>
              <a:t>		                   </a:t>
            </a:r>
            <a:r>
              <a:rPr kumimoji="0" lang="en-US" altLang="zh-CN" sz="3200" b="1" i="0" u="none" strike="noStrike" kern="0" cap="none" spc="0" normalizeH="0" baseline="0" noProof="0" dirty="0" err="1">
                <a:ln>
                  <a:noFill/>
                </a:ln>
                <a:solidFill>
                  <a:schemeClr val="accent2">
                    <a:lumMod val="60000"/>
                    <a:lumOff val="40000"/>
                  </a:schemeClr>
                </a:solidFill>
                <a:effectLst>
                  <a:outerShdw blurRad="38100" dist="38100" dir="2700000" algn="tl">
                    <a:srgbClr val="000000"/>
                  </a:outerShdw>
                </a:effectLst>
                <a:uLnTx/>
                <a:uFillTx/>
                <a:latin typeface="+mn-lt"/>
                <a:ea typeface="+mn-ea"/>
                <a:cs typeface="+mn-cs"/>
              </a:rPr>
              <a:t>s</a:t>
            </a:r>
            <a:r>
              <a:rPr kumimoji="0" lang="en-US" altLang="zh-CN" sz="2800" b="1" i="0" u="none" strike="noStrike" kern="1200" cap="none" spc="0" normalizeH="0" baseline="0" noProof="0" dirty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Arial" panose="020B0604020202020204" pitchFamily="34" charset="0"/>
                <a:ea typeface="宋体" panose="02010600030101010101" pitchFamily="2" charset="-122"/>
                <a:cs typeface="+mn-cs"/>
              </a:rPr>
              <a:t>[i+1] = r ;</a:t>
            </a:r>
            <a:endParaRPr kumimoji="0" lang="en-US" altLang="zh-CN" sz="3200" b="1" i="0" u="none" strike="noStrike" kern="0" cap="none" spc="0" normalizeH="0" baseline="0" noProof="0" dirty="0" err="1">
              <a:ln>
                <a:noFill/>
              </a:ln>
              <a:solidFill>
                <a:schemeClr val="accent2">
                  <a:lumMod val="60000"/>
                  <a:lumOff val="40000"/>
                </a:schemeClr>
              </a:solidFill>
              <a:effectLst>
                <a:outerShdw blurRad="38100" dist="38100" dir="2700000" algn="tl">
                  <a:srgbClr val="000000"/>
                </a:outerShdw>
              </a:effectLst>
              <a:uLnTx/>
              <a:uFillTx/>
              <a:latin typeface="+mn-lt"/>
              <a:ea typeface="+mn-ea"/>
              <a:cs typeface="+mn-cs"/>
            </a:endParaRPr>
          </a:p>
          <a:p>
            <a:pPr marL="457200" marR="0" lvl="1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r>
              <a:rPr kumimoji="0" lang="en-US" altLang="zh-CN" sz="2800" b="1" i="0" u="none" strike="noStrike" kern="1200" cap="none" spc="0" normalizeH="0" baseline="0" noProof="0" dirty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Arial" panose="020B0604020202020204" pitchFamily="34" charset="0"/>
                <a:ea typeface="宋体" panose="02010600030101010101" pitchFamily="2" charset="-122"/>
                <a:cs typeface="+mn-cs"/>
              </a:rPr>
              <a:t>                        	 flag=true;	}</a:t>
            </a:r>
            <a:endParaRPr kumimoji="0" lang="en-US" altLang="zh-CN" sz="2800" b="1" i="0" u="none" strike="noStrike" kern="1200" cap="none" spc="0" normalizeH="0" baseline="0" noProof="0" dirty="0" err="1">
              <a:ln>
                <a:noFill/>
              </a:ln>
              <a:solidFill>
                <a:schemeClr val="accent6">
                  <a:lumMod val="20000"/>
                  <a:lumOff val="80000"/>
                </a:schemeClr>
              </a:solidFill>
              <a:effectLst/>
              <a:uLnTx/>
              <a:uFillTx/>
              <a:latin typeface="Arial" panose="020B0604020202020204" pitchFamily="34" charset="0"/>
              <a:ea typeface="宋体" panose="02010600030101010101" pitchFamily="2" charset="-122"/>
              <a:cs typeface="+mn-cs"/>
            </a:endParaRPr>
          </a:p>
          <a:p>
            <a:pPr marL="457200" marR="0" lvl="1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r>
              <a:rPr kumimoji="0" lang="en-US" altLang="zh-CN" sz="2800" b="1" i="0" u="none" strike="noStrike" kern="1200" cap="none" spc="0" normalizeH="0" baseline="0" noProof="0" dirty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Arial" panose="020B0604020202020204" pitchFamily="34" charset="0"/>
                <a:ea typeface="宋体" panose="02010600030101010101" pitchFamily="2" charset="-122"/>
                <a:cs typeface="+mn-cs"/>
              </a:rPr>
              <a:t>			}</a:t>
            </a:r>
            <a:endParaRPr kumimoji="0" lang="en-US" altLang="zh-CN" sz="2800" b="1" i="0" u="none" strike="noStrike" kern="1200" cap="none" spc="0" normalizeH="0" baseline="0" noProof="0" dirty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Arial" panose="020B0604020202020204" pitchFamily="34" charset="0"/>
              <a:ea typeface="宋体" panose="02010600030101010101" pitchFamily="2" charset="-122"/>
              <a:cs typeface="+mn-cs"/>
            </a:endParaRPr>
          </a:p>
          <a:p>
            <a:pPr marL="0" marR="0" lvl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r>
              <a:rPr kumimoji="0" lang="en-US" altLang="zh-CN" sz="2800" b="1" i="0" u="none" strike="noStrike" kern="1200" cap="none" spc="0" normalizeH="0" baseline="0" noProof="0" dirty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Arial" panose="020B0604020202020204" pitchFamily="34" charset="0"/>
                <a:ea typeface="宋体" panose="02010600030101010101" pitchFamily="2" charset="-122"/>
                <a:cs typeface="+mn-cs"/>
              </a:rPr>
              <a:t>}</a:t>
            </a:r>
            <a:endParaRPr kumimoji="0" lang="en-US" altLang="zh-CN" sz="2800" b="1" i="0" u="none" strike="noStrike" kern="1200" cap="none" spc="0" normalizeH="0" baseline="0" noProof="0" dirty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Arial" panose="020B0604020202020204" pitchFamily="34" charset="0"/>
              <a:ea typeface="宋体" panose="02010600030101010101" pitchFamily="2" charset="-122"/>
              <a:cs typeface="+mn-cs"/>
            </a:endParaRPr>
          </a:p>
        </p:txBody>
      </p:sp>
      <p:sp>
        <p:nvSpPr>
          <p:cNvPr id="61444" name="Rectangle 3"/>
          <p:cNvSpPr/>
          <p:nvPr/>
        </p:nvSpPr>
        <p:spPr>
          <a:xfrm>
            <a:off x="-14287" y="0"/>
            <a:ext cx="5894387" cy="579438"/>
          </a:xfrm>
          <a:prstGeom prst="rect">
            <a:avLst/>
          </a:prstGeom>
          <a:solidFill>
            <a:schemeClr val="accent1"/>
          </a:solidFill>
          <a:ln w="9525">
            <a:noFill/>
          </a:ln>
        </p:spPr>
        <p:txBody>
          <a:bodyPr wrap="none">
            <a:spAutoFit/>
          </a:bodyPr>
          <a:lstStyle>
            <a:lvl1pPr marL="342900" indent="-3429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80000"/>
              <a:buFont typeface="Wingdings" panose="05000000000000000000" pitchFamily="2" charset="2"/>
              <a:buChar char="n"/>
              <a:defRPr sz="3200" b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defRPr>
            </a:lvl1pPr>
            <a:lvl2pPr marL="742950" indent="-28575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Char char="–"/>
              <a:defRPr sz="2800">
                <a:solidFill>
                  <a:schemeClr val="tx1"/>
                </a:solidFill>
                <a:effectLst/>
                <a:latin typeface="+mn-lt"/>
                <a:ea typeface="+mn-ea"/>
              </a:defRPr>
            </a:lvl2pPr>
            <a:lvl3pPr marL="11430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Font typeface="Wingdings" panose="05000000000000000000" pitchFamily="2" charset="2"/>
              <a:buChar char="§"/>
              <a:defRPr sz="2400">
                <a:solidFill>
                  <a:schemeClr val="tx1"/>
                </a:solidFill>
                <a:effectLst/>
                <a:latin typeface="+mn-lt"/>
                <a:ea typeface="+mn-ea"/>
              </a:defRPr>
            </a:lvl3pPr>
            <a:lvl4pPr marL="16002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–"/>
              <a:defRPr sz="2000">
                <a:solidFill>
                  <a:schemeClr val="tx1"/>
                </a:solidFill>
                <a:effectLst/>
                <a:latin typeface="+mn-lt"/>
                <a:ea typeface="+mn-ea"/>
              </a:defRPr>
            </a:lvl4pPr>
            <a:lvl5pPr marL="20574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effectLst/>
                <a:latin typeface="+mn-lt"/>
                <a:ea typeface="+mn-ea"/>
              </a:defRPr>
            </a:lvl5pPr>
          </a:lstStyle>
          <a:p>
            <a:pPr marL="0" lvl="0" indent="0" eaLnBrk="1" hangingPunct="1">
              <a:spcBef>
                <a:spcPct val="0"/>
              </a:spcBef>
              <a:buClrTx/>
              <a:buSzTx/>
              <a:buFontTx/>
              <a:buNone/>
            </a:pPr>
            <a:r>
              <a:rPr lang="zh-CN" altLang="en-US" b="1" dirty="0">
                <a:solidFill>
                  <a:schemeClr val="hlink"/>
                </a:solidFill>
                <a:latin typeface="Arial" panose="020B0604020202020204" pitchFamily="34" charset="0"/>
              </a:rPr>
              <a:t>数组作为函数的参数</a:t>
            </a:r>
            <a:r>
              <a:rPr lang="en-US" altLang="zh-CN" b="1" dirty="0">
                <a:solidFill>
                  <a:schemeClr val="hlink"/>
                </a:solidFill>
                <a:latin typeface="Arial" panose="020B0604020202020204" pitchFamily="34" charset="0"/>
              </a:rPr>
              <a:t>—</a:t>
            </a:r>
            <a:r>
              <a:rPr lang="zh-CN" altLang="en-US" b="1" dirty="0">
                <a:solidFill>
                  <a:schemeClr val="hlink"/>
                </a:solidFill>
                <a:latin typeface="Arial" panose="020B0604020202020204" pitchFamily="34" charset="0"/>
              </a:rPr>
              <a:t>参数结合</a:t>
            </a:r>
            <a:endParaRPr lang="zh-CN" altLang="en-US" b="1" dirty="0">
              <a:solidFill>
                <a:schemeClr val="hlink"/>
              </a:solidFill>
              <a:latin typeface="Arial" panose="020B0604020202020204" pitchFamily="34" charset="0"/>
            </a:endParaRPr>
          </a:p>
        </p:txBody>
      </p:sp>
      <p:sp>
        <p:nvSpPr>
          <p:cNvPr id="61445" name="AutoShape 5"/>
          <p:cNvSpPr/>
          <p:nvPr/>
        </p:nvSpPr>
        <p:spPr>
          <a:xfrm>
            <a:off x="4624388" y="649288"/>
            <a:ext cx="1773237" cy="431800"/>
          </a:xfrm>
          <a:prstGeom prst="wedgeRectCallout">
            <a:avLst>
              <a:gd name="adj1" fmla="val -41815"/>
              <a:gd name="adj2" fmla="val 69778"/>
            </a:avLst>
          </a:prstGeom>
          <a:solidFill>
            <a:schemeClr val="accent1"/>
          </a:solidFill>
          <a:ln w="9525" cap="flat" cmpd="sng">
            <a:solidFill>
              <a:schemeClr val="tx1"/>
            </a:solidFill>
            <a:prstDash val="solid"/>
            <a:miter/>
            <a:headEnd type="none" w="med" len="med"/>
            <a:tailEnd type="none" w="med" len="med"/>
          </a:ln>
        </p:spPr>
        <p:txBody>
          <a:bodyPr/>
          <a:lstStyle>
            <a:lvl1pPr marL="342900" indent="-3429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80000"/>
              <a:buFont typeface="Wingdings" panose="05000000000000000000" pitchFamily="2" charset="2"/>
              <a:buChar char="n"/>
              <a:defRPr sz="3200" b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defRPr>
            </a:lvl1pPr>
            <a:lvl2pPr marL="742950" indent="-28575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Char char="–"/>
              <a:defRPr sz="2800">
                <a:solidFill>
                  <a:schemeClr val="tx1"/>
                </a:solidFill>
                <a:effectLst/>
                <a:latin typeface="+mn-lt"/>
                <a:ea typeface="+mn-ea"/>
              </a:defRPr>
            </a:lvl2pPr>
            <a:lvl3pPr marL="11430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Font typeface="Wingdings" panose="05000000000000000000" pitchFamily="2" charset="2"/>
              <a:buChar char="§"/>
              <a:defRPr sz="2400">
                <a:solidFill>
                  <a:schemeClr val="tx1"/>
                </a:solidFill>
                <a:effectLst/>
                <a:latin typeface="+mn-lt"/>
                <a:ea typeface="+mn-ea"/>
              </a:defRPr>
            </a:lvl3pPr>
            <a:lvl4pPr marL="16002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–"/>
              <a:defRPr sz="2000">
                <a:solidFill>
                  <a:schemeClr val="tx1"/>
                </a:solidFill>
                <a:effectLst/>
                <a:latin typeface="+mn-lt"/>
                <a:ea typeface="+mn-ea"/>
              </a:defRPr>
            </a:lvl4pPr>
            <a:lvl5pPr marL="20574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effectLst/>
                <a:latin typeface="+mn-lt"/>
                <a:ea typeface="+mn-ea"/>
              </a:defRPr>
            </a:lvl5pPr>
          </a:lstStyle>
          <a:p>
            <a:pPr marL="0" lvl="0" indent="0" eaLnBrk="1" hangingPunct="1">
              <a:spcBef>
                <a:spcPct val="0"/>
              </a:spcBef>
              <a:buClrTx/>
              <a:buSzTx/>
              <a:buFontTx/>
              <a:buNone/>
            </a:pPr>
            <a:r>
              <a:rPr lang="zh-CN" altLang="en-US" sz="1800" b="1" dirty="0">
                <a:latin typeface="Arial" panose="020B0604020202020204" pitchFamily="34" charset="0"/>
              </a:rPr>
              <a:t>对应实参：</a:t>
            </a:r>
            <a:r>
              <a:rPr lang="en-US" altLang="zh-CN" sz="2400" b="1" dirty="0">
                <a:latin typeface="Arial" panose="020B0604020202020204" pitchFamily="34" charset="0"/>
              </a:rPr>
              <a:t>5</a:t>
            </a:r>
            <a:endParaRPr lang="en-US" altLang="zh-CN" sz="2400" b="1" dirty="0">
              <a:latin typeface="Arial" panose="020B0604020202020204" pitchFamily="34" charset="0"/>
            </a:endParaRPr>
          </a:p>
        </p:txBody>
      </p:sp>
      <p:sp>
        <p:nvSpPr>
          <p:cNvPr id="61446" name="AutoShape 6"/>
          <p:cNvSpPr/>
          <p:nvPr/>
        </p:nvSpPr>
        <p:spPr>
          <a:xfrm>
            <a:off x="163513" y="649288"/>
            <a:ext cx="4006850" cy="431800"/>
          </a:xfrm>
          <a:prstGeom prst="wedgeRectCallout">
            <a:avLst>
              <a:gd name="adj1" fmla="val 31750"/>
              <a:gd name="adj2" fmla="val 72130"/>
            </a:avLst>
          </a:prstGeom>
          <a:solidFill>
            <a:schemeClr val="accent1"/>
          </a:solidFill>
          <a:ln w="9525" cap="flat" cmpd="sng">
            <a:solidFill>
              <a:schemeClr val="tx1"/>
            </a:solidFill>
            <a:prstDash val="solid"/>
            <a:miter/>
            <a:headEnd type="none" w="med" len="med"/>
            <a:tailEnd type="none" w="med" len="med"/>
          </a:ln>
        </p:spPr>
        <p:txBody>
          <a:bodyPr/>
          <a:lstStyle>
            <a:lvl1pPr marL="342900" indent="-3429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80000"/>
              <a:buFont typeface="Wingdings" panose="05000000000000000000" pitchFamily="2" charset="2"/>
              <a:buChar char="n"/>
              <a:defRPr sz="3200" b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defRPr>
            </a:lvl1pPr>
            <a:lvl2pPr marL="742950" indent="-28575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Char char="–"/>
              <a:defRPr sz="2800">
                <a:solidFill>
                  <a:schemeClr val="tx1"/>
                </a:solidFill>
                <a:effectLst/>
                <a:latin typeface="+mn-lt"/>
                <a:ea typeface="+mn-ea"/>
              </a:defRPr>
            </a:lvl2pPr>
            <a:lvl3pPr marL="11430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Font typeface="Wingdings" panose="05000000000000000000" pitchFamily="2" charset="2"/>
              <a:buChar char="§"/>
              <a:defRPr sz="2400">
                <a:solidFill>
                  <a:schemeClr val="tx1"/>
                </a:solidFill>
                <a:effectLst/>
                <a:latin typeface="+mn-lt"/>
                <a:ea typeface="+mn-ea"/>
              </a:defRPr>
            </a:lvl3pPr>
            <a:lvl4pPr marL="16002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–"/>
              <a:defRPr sz="2000">
                <a:solidFill>
                  <a:schemeClr val="tx1"/>
                </a:solidFill>
                <a:effectLst/>
                <a:latin typeface="+mn-lt"/>
                <a:ea typeface="+mn-ea"/>
              </a:defRPr>
            </a:lvl4pPr>
            <a:lvl5pPr marL="20574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effectLst/>
                <a:latin typeface="+mn-lt"/>
                <a:ea typeface="+mn-ea"/>
              </a:defRPr>
            </a:lvl5pPr>
          </a:lstStyle>
          <a:p>
            <a:pPr marL="0" lvl="0" indent="0" algn="ctr" eaLnBrk="1" hangingPunct="1">
              <a:spcBef>
                <a:spcPct val="0"/>
              </a:spcBef>
              <a:buClrTx/>
              <a:buSzTx/>
              <a:buFontTx/>
              <a:buNone/>
            </a:pPr>
            <a:r>
              <a:rPr lang="zh-CN" altLang="en-US" sz="1800" b="1" dirty="0">
                <a:latin typeface="Arial" panose="020B0604020202020204" pitchFamily="34" charset="0"/>
              </a:rPr>
              <a:t>对应实参：</a:t>
            </a:r>
            <a:r>
              <a:rPr lang="en-US" altLang="zh-CN" sz="2400" b="1" dirty="0">
                <a:latin typeface="Arial" panose="020B0604020202020204" pitchFamily="34" charset="0"/>
              </a:rPr>
              <a:t>&amp;data[0] </a:t>
            </a:r>
            <a:r>
              <a:rPr lang="zh-CN" altLang="en-US" sz="1800" b="1" dirty="0">
                <a:latin typeface="Arial" panose="020B0604020202020204" pitchFamily="34" charset="0"/>
              </a:rPr>
              <a:t>或 </a:t>
            </a:r>
            <a:r>
              <a:rPr lang="en-US" altLang="zh-CN" sz="2400" b="1" dirty="0">
                <a:latin typeface="Arial" panose="020B0604020202020204" pitchFamily="34" charset="0"/>
              </a:rPr>
              <a:t>data</a:t>
            </a:r>
            <a:endParaRPr lang="en-US" altLang="zh-CN" sz="2400" b="1" dirty="0">
              <a:latin typeface="Arial" panose="020B0604020202020204" pitchFamily="34" charset="0"/>
            </a:endParaRPr>
          </a:p>
        </p:txBody>
      </p:sp>
      <p:sp>
        <p:nvSpPr>
          <p:cNvPr id="10" name="TextBox 9"/>
          <p:cNvSpPr txBox="1"/>
          <p:nvPr/>
        </p:nvSpPr>
        <p:spPr>
          <a:xfrm>
            <a:off x="6553200" y="5105400"/>
            <a:ext cx="5586730" cy="1691640"/>
          </a:xfrm>
          <a:prstGeom prst="rect">
            <a:avLst/>
          </a:prstGeom>
          <a:noFill/>
          <a:ln w="9525" cap="flat" cmpd="sng">
            <a:solidFill>
              <a:srgbClr val="FFFF00"/>
            </a:solidFill>
            <a:prstDash val="solid"/>
            <a:miter/>
            <a:headEnd type="none" w="med" len="med"/>
            <a:tailEnd type="none" w="med" len="med"/>
          </a:ln>
        </p:spPr>
        <p:txBody>
          <a:bodyPr wrap="square">
            <a:spAutoFit/>
          </a:bodyPr>
          <a:lstStyle>
            <a:lvl1pPr marL="342900" indent="-3429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80000"/>
              <a:buFont typeface="Wingdings" panose="05000000000000000000" pitchFamily="2" charset="2"/>
              <a:buChar char="n"/>
              <a:defRPr sz="3200" b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defRPr>
            </a:lvl1pPr>
            <a:lvl2pPr marL="742950" indent="-28575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Char char="–"/>
              <a:defRPr sz="2800">
                <a:solidFill>
                  <a:schemeClr val="tx1"/>
                </a:solidFill>
                <a:effectLst/>
                <a:latin typeface="+mn-lt"/>
                <a:ea typeface="+mn-ea"/>
              </a:defRPr>
            </a:lvl2pPr>
            <a:lvl3pPr marL="11430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Font typeface="Wingdings" panose="05000000000000000000" pitchFamily="2" charset="2"/>
              <a:buChar char="§"/>
              <a:defRPr sz="2400">
                <a:solidFill>
                  <a:schemeClr val="tx1"/>
                </a:solidFill>
                <a:effectLst/>
                <a:latin typeface="+mn-lt"/>
                <a:ea typeface="+mn-ea"/>
              </a:defRPr>
            </a:lvl3pPr>
            <a:lvl4pPr marL="16002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–"/>
              <a:defRPr sz="2000">
                <a:solidFill>
                  <a:schemeClr val="tx1"/>
                </a:solidFill>
                <a:effectLst/>
                <a:latin typeface="+mn-lt"/>
                <a:ea typeface="+mn-ea"/>
              </a:defRPr>
            </a:lvl4pPr>
            <a:lvl5pPr marL="20574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effectLst/>
                <a:latin typeface="+mn-lt"/>
                <a:ea typeface="+mn-ea"/>
              </a:defRPr>
            </a:lvl5pPr>
          </a:lstStyle>
          <a:p>
            <a:pPr marL="0" lvl="0" indent="0" eaLnBrk="1" hangingPunct="1">
              <a:spcBef>
                <a:spcPct val="0"/>
              </a:spcBef>
              <a:buClrTx/>
              <a:buSzTx/>
              <a:buFontTx/>
              <a:buNone/>
            </a:pPr>
            <a:r>
              <a:rPr lang="en-US" altLang="zh-CN" sz="2800" b="1" noProof="0" dirty="0" err="1">
                <a:ln>
                  <a:noFill/>
                </a:ln>
                <a:solidFill>
                  <a:schemeClr val="accent2">
                    <a:lumMod val="60000"/>
                    <a:lumOff val="40000"/>
                  </a:schemeClr>
                </a:solidFill>
                <a:uLnTx/>
                <a:uFillTx/>
                <a:latin typeface="Arial" panose="020B0604020202020204" pitchFamily="34" charset="0"/>
                <a:ea typeface="宋体" panose="02010600030101010101" pitchFamily="2" charset="-122"/>
              </a:rPr>
              <a:t>【思考】【课后实践】</a:t>
            </a:r>
            <a:endParaRPr lang="en-US" altLang="zh-CN" sz="3200" b="1" kern="0" noProof="0" dirty="0" err="1">
              <a:ln>
                <a:noFill/>
              </a:ln>
              <a:solidFill>
                <a:schemeClr val="accent2">
                  <a:lumMod val="60000"/>
                  <a:lumOff val="40000"/>
                </a:schemeClr>
              </a:solidFill>
              <a:effectLst>
                <a:outerShdw blurRad="38100" dist="38100" dir="2700000" algn="tl">
                  <a:srgbClr val="000000"/>
                </a:outerShdw>
              </a:effectLst>
              <a:uLnTx/>
              <a:uFillTx/>
            </a:endParaRPr>
          </a:p>
          <a:p>
            <a:pPr marL="0" lvl="0" indent="0" eaLnBrk="1" hangingPunct="1">
              <a:spcBef>
                <a:spcPct val="0"/>
              </a:spcBef>
              <a:buClrTx/>
              <a:buSzTx/>
              <a:buFontTx/>
              <a:buNone/>
            </a:pPr>
            <a:r>
              <a:rPr lang="en-US" altLang="zh-CN" sz="2400" b="1" dirty="0">
                <a:ea typeface="黑体" panose="02010609060101010101" pitchFamily="49" charset="-122"/>
              </a:rPr>
              <a:t>1.</a:t>
            </a:r>
            <a:r>
              <a:rPr lang="zh-CN" altLang="en-US" sz="2400" b="1" dirty="0">
                <a:ea typeface="黑体" panose="02010609060101010101" pitchFamily="49" charset="-122"/>
              </a:rPr>
              <a:t>如何交换主调函数中的</a:t>
            </a:r>
            <a:r>
              <a:rPr lang="en-US" altLang="zh-CN" sz="2400" b="1" dirty="0">
                <a:ea typeface="黑体" panose="02010609060101010101" pitchFamily="49" charset="-122"/>
              </a:rPr>
              <a:t>2</a:t>
            </a:r>
            <a:r>
              <a:rPr lang="zh-CN" altLang="en-US" sz="2400" b="1" dirty="0">
                <a:ea typeface="黑体" panose="02010609060101010101" pitchFamily="49" charset="-122"/>
              </a:rPr>
              <a:t>个变量的值？</a:t>
            </a:r>
            <a:endParaRPr lang="en-US" altLang="zh-CN" sz="2400" b="1" dirty="0">
              <a:ea typeface="黑体" panose="02010609060101010101" pitchFamily="49" charset="-122"/>
            </a:endParaRPr>
          </a:p>
          <a:p>
            <a:pPr marL="0" lvl="0" indent="0" eaLnBrk="1" hangingPunct="1">
              <a:spcBef>
                <a:spcPct val="0"/>
              </a:spcBef>
              <a:buClrTx/>
              <a:buSzTx/>
              <a:buFontTx/>
              <a:buNone/>
            </a:pPr>
            <a:r>
              <a:rPr lang="en-US" altLang="zh-CN" sz="2400" b="1" dirty="0">
                <a:ea typeface="黑体" panose="02010609060101010101" pitchFamily="49" charset="-122"/>
              </a:rPr>
              <a:t>2.</a:t>
            </a:r>
            <a:r>
              <a:rPr lang="zh-CN" altLang="en-US" sz="2400" b="1" dirty="0">
                <a:ea typeface="黑体" panose="02010609060101010101" pitchFamily="49" charset="-122"/>
              </a:rPr>
              <a:t>编函数</a:t>
            </a:r>
            <a:r>
              <a:rPr lang="zh-CN" altLang="en-US" sz="2400" b="1" dirty="0">
                <a:ea typeface="黑体" panose="02010609060101010101" pitchFamily="49" charset="-122"/>
                <a:sym typeface="+mn-ea"/>
              </a:rPr>
              <a:t>改写</a:t>
            </a:r>
            <a:r>
              <a:rPr lang="en-US" altLang="zh-CN" sz="2400" b="1" dirty="0">
                <a:ea typeface="黑体" panose="02010609060101010101" pitchFamily="49" charset="-122"/>
                <a:sym typeface="+mn-ea"/>
              </a:rPr>
              <a:t>【</a:t>
            </a:r>
            <a:r>
              <a:rPr lang="zh-CN" altLang="en-US" sz="2400" b="1" dirty="0">
                <a:ea typeface="黑体" panose="02010609060101010101" pitchFamily="49" charset="-122"/>
                <a:sym typeface="+mn-ea"/>
              </a:rPr>
              <a:t>例</a:t>
            </a:r>
            <a:r>
              <a:rPr lang="en-US" altLang="zh-CN" sz="2400" b="1" dirty="0">
                <a:ea typeface="黑体" panose="02010609060101010101" pitchFamily="49" charset="-122"/>
                <a:sym typeface="+mn-ea"/>
              </a:rPr>
              <a:t>6.5】</a:t>
            </a:r>
            <a:r>
              <a:rPr lang="zh-CN" altLang="en-US" sz="2400" b="1" dirty="0">
                <a:ea typeface="黑体" panose="02010609060101010101" pitchFamily="49" charset="-122"/>
              </a:rPr>
              <a:t>实现</a:t>
            </a:r>
            <a:r>
              <a:rPr lang="zh-CN" altLang="en-US" sz="2400" b="1" dirty="0">
                <a:ea typeface="黑体" panose="02010609060101010101" pitchFamily="49" charset="-122"/>
              </a:rPr>
              <a:t>主元排序：</a:t>
            </a:r>
            <a:endParaRPr lang="zh-CN" altLang="en-US" sz="2400" b="1" dirty="0">
              <a:ea typeface="黑体" panose="02010609060101010101" pitchFamily="49" charset="-122"/>
            </a:endParaRPr>
          </a:p>
          <a:p>
            <a:pPr marL="0" lvl="0" indent="0" eaLnBrk="1" hangingPunct="1">
              <a:spcBef>
                <a:spcPct val="0"/>
              </a:spcBef>
              <a:buClrTx/>
              <a:buSzTx/>
              <a:buFontTx/>
              <a:buNone/>
            </a:pPr>
            <a:r>
              <a:rPr lang="en-US" altLang="zh-CN" sz="2800" b="1" noProof="0" dirty="0" err="1">
                <a:ln>
                  <a:noFill/>
                </a:ln>
                <a:solidFill>
                  <a:schemeClr val="accent2">
                    <a:lumMod val="60000"/>
                    <a:lumOff val="40000"/>
                  </a:schemeClr>
                </a:solidFill>
                <a:uLnTx/>
                <a:uFillTx/>
                <a:latin typeface="Arial" panose="020B0604020202020204" pitchFamily="34" charset="0"/>
                <a:ea typeface="宋体" panose="02010600030101010101" pitchFamily="2" charset="-122"/>
              </a:rPr>
              <a:t>void sort(int a[],int n)</a:t>
            </a:r>
            <a:endParaRPr lang="en-US" altLang="zh-CN" sz="2800" b="1" noProof="0" dirty="0" err="1">
              <a:ln>
                <a:noFill/>
              </a:ln>
              <a:solidFill>
                <a:schemeClr val="accent2">
                  <a:lumMod val="60000"/>
                  <a:lumOff val="40000"/>
                </a:schemeClr>
              </a:solidFill>
              <a:uLnTx/>
              <a:uFillTx/>
              <a:latin typeface="Arial" panose="020B0604020202020204" pitchFamily="34" charset="0"/>
              <a:ea typeface="宋体" panose="02010600030101010101" pitchFamily="2" charset="-122"/>
            </a:endParaRPr>
          </a:p>
        </p:txBody>
      </p:sp>
      <p:sp>
        <p:nvSpPr>
          <p:cNvPr id="2" name="对话气泡: 圆角矩形 1"/>
          <p:cNvSpPr/>
          <p:nvPr/>
        </p:nvSpPr>
        <p:spPr>
          <a:xfrm>
            <a:off x="6248400" y="1036955"/>
            <a:ext cx="5196205" cy="2567940"/>
          </a:xfrm>
          <a:prstGeom prst="wedgeRoundRectCallout">
            <a:avLst>
              <a:gd name="adj1" fmla="val -70990"/>
              <a:gd name="adj2" fmla="val -29827"/>
              <a:gd name="adj3" fmla="val 16667"/>
            </a:avLst>
          </a:prstGeom>
          <a:solidFill>
            <a:schemeClr val="accent1"/>
          </a:solidFill>
        </p:spPr>
        <p:txBody>
          <a:bodyPr lIns="0" rIns="0" anchor="ctr"/>
          <a:lstStyle/>
          <a:p>
            <a:pPr marL="0" marR="0" lvl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r>
              <a:rPr kumimoji="0" lang="zh-CN" altLang="en-US" sz="2800" b="1" i="0" u="none" strike="noStrike" kern="1200" cap="none" spc="0" normalizeH="0" baseline="0" noProof="0" dirty="0" err="1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Arial" panose="020B0604020202020204" pitchFamily="34" charset="0"/>
                <a:ea typeface="宋体" panose="02010600030101010101" pitchFamily="2" charset="-122"/>
                <a:cs typeface="+mn-cs"/>
              </a:rPr>
              <a:t>已有</a:t>
            </a:r>
            <a:r>
              <a:rPr kumimoji="0" lang="en-US" altLang="zh-CN" sz="2800" b="1" i="0" u="none" strike="noStrike" kern="1200" cap="none" spc="0" normalizeH="0" baseline="0" noProof="0" dirty="0" err="1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Arial" panose="020B0604020202020204" pitchFamily="34" charset="0"/>
                <a:ea typeface="宋体" panose="02010600030101010101" pitchFamily="2" charset="-122"/>
                <a:cs typeface="+mn-cs"/>
              </a:rPr>
              <a:t>int data[5];</a:t>
            </a:r>
            <a:endParaRPr kumimoji="0" lang="en-US" altLang="zh-CN" sz="2800" b="1" i="0" u="none" strike="noStrike" kern="1200" cap="none" spc="0" normalizeH="0" baseline="0" noProof="0" dirty="0" err="1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Arial" panose="020B0604020202020204" pitchFamily="34" charset="0"/>
              <a:ea typeface="宋体" panose="02010600030101010101" pitchFamily="2" charset="-122"/>
              <a:cs typeface="+mn-cs"/>
            </a:endParaRPr>
          </a:p>
          <a:p>
            <a:pPr marL="0" marR="0" lvl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r>
              <a:rPr lang="zh-CN" altLang="en-US" sz="2800" noProof="0" dirty="0">
                <a:ln>
                  <a:noFill/>
                </a:ln>
                <a:solidFill>
                  <a:srgbClr val="FF0000"/>
                </a:solidFill>
                <a:effectLst/>
                <a:uLnTx/>
                <a:uFillTx/>
                <a:latin typeface="Arial" panose="020B0604020202020204" pitchFamily="34" charset="0"/>
                <a:sym typeface="+mn-ea"/>
              </a:rPr>
              <a:t>调用形式</a:t>
            </a:r>
            <a:r>
              <a:rPr lang="zh-CN" altLang="en-US" sz="2800" noProof="0" dirty="0">
                <a:ln>
                  <a:noFill/>
                </a:ln>
                <a:solidFill>
                  <a:srgbClr val="FF0000"/>
                </a:solidFill>
                <a:effectLst/>
                <a:uLnTx/>
                <a:uFillTx/>
                <a:latin typeface="Arial" panose="020B0604020202020204" pitchFamily="34" charset="0"/>
                <a:sym typeface="+mn-ea"/>
              </a:rPr>
              <a:t>：</a:t>
            </a:r>
            <a:endParaRPr kumimoji="0" lang="en-US" altLang="zh-CN" sz="2800" b="1" i="0" u="none" strike="noStrike" kern="1200" cap="none" spc="0" normalizeH="0" baseline="0" noProof="0" dirty="0" err="1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Arial" panose="020B0604020202020204" pitchFamily="34" charset="0"/>
              <a:ea typeface="宋体" panose="02010600030101010101" pitchFamily="2" charset="-122"/>
              <a:cs typeface="+mn-cs"/>
            </a:endParaRPr>
          </a:p>
          <a:p>
            <a:pPr marL="0" marR="0" lvl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r>
              <a:rPr kumimoji="0" lang="en-US" altLang="zh-CN" sz="2800" b="1" i="0" u="none" strike="noStrike" kern="1200" cap="none" spc="0" normalizeH="0" baseline="0" noProof="0" dirty="0" err="1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Arial" panose="020B0604020202020204" pitchFamily="34" charset="0"/>
                <a:ea typeface="宋体" panose="02010600030101010101" pitchFamily="2" charset="-122"/>
                <a:cs typeface="+mn-cs"/>
              </a:rPr>
              <a:t>sortofup</a:t>
            </a:r>
            <a:r>
              <a:rPr kumimoji="0" lang="en-US" altLang="zh-CN" sz="2800" b="1" i="0" u="none" strike="noStrike" kern="1200" cap="none" spc="0" normalizeH="0" baseline="0" noProof="0" dirty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Arial" panose="020B0604020202020204" pitchFamily="34" charset="0"/>
                <a:ea typeface="宋体" panose="02010600030101010101" pitchFamily="2" charset="-122"/>
                <a:cs typeface="+mn-cs"/>
              </a:rPr>
              <a:t>(data,5); </a:t>
            </a:r>
            <a:r>
              <a:rPr kumimoji="0" lang="en-US" altLang="zh-CN" sz="2000" b="1" i="0" u="none" strike="noStrike" kern="1200" cap="none" spc="0" normalizeH="0" baseline="0" noProof="0" dirty="0">
                <a:ln>
                  <a:noFill/>
                </a:ln>
                <a:solidFill>
                  <a:schemeClr val="tx1">
                    <a:lumMod val="50000"/>
                  </a:schemeClr>
                </a:solidFill>
                <a:effectLst/>
                <a:uLnTx/>
                <a:uFillTx/>
                <a:latin typeface="Arial" panose="020B0604020202020204" pitchFamily="34" charset="0"/>
                <a:ea typeface="宋体" panose="02010600030101010101" pitchFamily="2" charset="-122"/>
                <a:cs typeface="+mn-cs"/>
              </a:rPr>
              <a:t>//</a:t>
            </a:r>
            <a:r>
              <a:rPr kumimoji="0" lang="zh-CN" altLang="en-US" sz="2000" b="1" i="0" u="none" strike="noStrike" kern="1200" cap="none" spc="0" normalizeH="0" baseline="0" noProof="0" dirty="0">
                <a:ln>
                  <a:noFill/>
                </a:ln>
                <a:solidFill>
                  <a:schemeClr val="tx1">
                    <a:lumMod val="50000"/>
                  </a:schemeClr>
                </a:solidFill>
                <a:effectLst/>
                <a:uLnTx/>
                <a:uFillTx/>
                <a:latin typeface="Arial" panose="020B0604020202020204" pitchFamily="34" charset="0"/>
                <a:ea typeface="宋体" panose="02010600030101010101" pitchFamily="2" charset="-122"/>
                <a:cs typeface="+mn-cs"/>
              </a:rPr>
              <a:t>数组名作为实参</a:t>
            </a:r>
            <a:endParaRPr kumimoji="0" lang="zh-CN" altLang="en-US" sz="2000" b="1" i="0" u="none" strike="noStrike" kern="1200" cap="none" spc="0" normalizeH="0" baseline="0" noProof="0" dirty="0">
              <a:ln>
                <a:noFill/>
              </a:ln>
              <a:solidFill>
                <a:schemeClr val="tx1">
                  <a:lumMod val="50000"/>
                </a:schemeClr>
              </a:solidFill>
              <a:effectLst/>
              <a:uLnTx/>
              <a:uFillTx/>
              <a:latin typeface="Arial" panose="020B0604020202020204" pitchFamily="34" charset="0"/>
              <a:ea typeface="宋体" panose="02010600030101010101" pitchFamily="2" charset="-122"/>
              <a:cs typeface="+mn-cs"/>
            </a:endParaRPr>
          </a:p>
          <a:p>
            <a:pPr marL="0" marR="0" lvl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r>
              <a:rPr kumimoji="0" lang="zh-CN" altLang="en-US" sz="2800" b="1" i="0" u="none" strike="noStrike" kern="1200" cap="none" spc="0" normalizeH="0" baseline="0" noProof="0" dirty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Arial" panose="020B0604020202020204" pitchFamily="34" charset="0"/>
                <a:ea typeface="宋体" panose="02010600030101010101" pitchFamily="2" charset="-122"/>
                <a:cs typeface="+mn-cs"/>
              </a:rPr>
              <a:t>或：</a:t>
            </a:r>
            <a:endParaRPr kumimoji="0" lang="zh-CN" altLang="en-US" sz="2800" b="1" i="0" u="none" strike="noStrike" kern="1200" cap="none" spc="0" normalizeH="0" baseline="0" noProof="0" dirty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Arial" panose="020B0604020202020204" pitchFamily="34" charset="0"/>
              <a:ea typeface="宋体" panose="02010600030101010101" pitchFamily="2" charset="-122"/>
              <a:cs typeface="+mn-cs"/>
            </a:endParaRPr>
          </a:p>
          <a:p>
            <a:pPr marL="0" marR="0" lvl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r>
              <a:rPr kumimoji="0" lang="en-US" altLang="zh-CN" sz="2800" b="1" i="0" u="none" strike="noStrike" kern="1200" cap="none" spc="0" normalizeH="0" baseline="0" noProof="0" dirty="0" err="1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Arial" panose="020B0604020202020204" pitchFamily="34" charset="0"/>
                <a:ea typeface="宋体" panose="02010600030101010101" pitchFamily="2" charset="-122"/>
                <a:cs typeface="+mn-cs"/>
              </a:rPr>
              <a:t>sortofup</a:t>
            </a:r>
            <a:r>
              <a:rPr kumimoji="0" lang="en-US" altLang="zh-CN" sz="2800" b="1" i="0" u="none" strike="noStrike" kern="1200" cap="none" spc="0" normalizeH="0" baseline="0" noProof="0" dirty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Arial" panose="020B0604020202020204" pitchFamily="34" charset="0"/>
                <a:ea typeface="宋体" panose="02010600030101010101" pitchFamily="2" charset="-122"/>
                <a:cs typeface="+mn-cs"/>
              </a:rPr>
              <a:t>(&amp;data[0],5);</a:t>
            </a:r>
            <a:endParaRPr kumimoji="0" lang="en-US" altLang="zh-CN" sz="2800" b="1" i="0" u="none" strike="noStrike" kern="1200" cap="none" spc="0" normalizeH="0" baseline="0" noProof="0" dirty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Arial" panose="020B0604020202020204" pitchFamily="34" charset="0"/>
              <a:ea typeface="宋体" panose="02010600030101010101" pitchFamily="2" charset="-122"/>
              <a:cs typeface="+mn-cs"/>
            </a:endParaRPr>
          </a:p>
          <a:p>
            <a:pPr marL="0" marR="0" lvl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r>
              <a:rPr kumimoji="0" lang="en-US" altLang="zh-CN" sz="2000" b="1" i="0" u="none" strike="noStrike" kern="1200" cap="none" spc="0" normalizeH="0" baseline="0" noProof="0" dirty="0">
                <a:ln>
                  <a:noFill/>
                </a:ln>
                <a:solidFill>
                  <a:schemeClr val="tx1">
                    <a:lumMod val="50000"/>
                  </a:schemeClr>
                </a:solidFill>
                <a:effectLst/>
                <a:uLnTx/>
                <a:uFillTx/>
                <a:latin typeface="Arial" panose="020B0604020202020204" pitchFamily="34" charset="0"/>
                <a:ea typeface="宋体" panose="02010600030101010101" pitchFamily="2" charset="-122"/>
                <a:cs typeface="+mn-cs"/>
              </a:rPr>
              <a:t> //</a:t>
            </a:r>
            <a:r>
              <a:rPr kumimoji="0" lang="zh-CN" altLang="en-US" sz="2000" b="1" i="0" u="none" strike="noStrike" kern="1200" cap="none" spc="0" normalizeH="0" baseline="0" noProof="0" dirty="0">
                <a:ln>
                  <a:noFill/>
                </a:ln>
                <a:solidFill>
                  <a:schemeClr val="tx1">
                    <a:lumMod val="50000"/>
                  </a:schemeClr>
                </a:solidFill>
                <a:effectLst/>
                <a:uLnTx/>
                <a:uFillTx/>
                <a:latin typeface="Arial" panose="020B0604020202020204" pitchFamily="34" charset="0"/>
                <a:ea typeface="宋体" panose="02010600030101010101" pitchFamily="2" charset="-122"/>
                <a:cs typeface="+mn-cs"/>
              </a:rPr>
              <a:t>直接取数组的起始地址作为实参</a:t>
            </a:r>
            <a:endParaRPr kumimoji="0" lang="zh-CN" altLang="en-US" sz="2000" b="1" i="0" u="none" strike="noStrike" kern="1200" cap="none" spc="0" normalizeH="0" baseline="0" noProof="0" dirty="0">
              <a:ln>
                <a:noFill/>
              </a:ln>
              <a:solidFill>
                <a:schemeClr val="tx1">
                  <a:lumMod val="50000"/>
                </a:schemeClr>
              </a:solidFill>
              <a:effectLst/>
              <a:uLnTx/>
              <a:uFillTx/>
              <a:latin typeface="Arial" panose="020B0604020202020204" pitchFamily="34" charset="0"/>
              <a:ea typeface="宋体" panose="02010600030101010101" pitchFamily="2" charset="-122"/>
              <a:cs typeface="+mn-cs"/>
            </a:endParaRPr>
          </a:p>
        </p:txBody>
      </p:sp>
    </p:spTree>
  </p:cSld>
  <p:clrMapOvr>
    <a:masterClrMapping/>
  </p:clrMapOvr>
  <p:transition>
    <p:random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3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11" dur="500"/>
                                        <p:tgtEl>
                                          <p:spTgt spid="1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" grpId="0" bldLvl="0" animBg="1"/>
      <p:bldP spid="2" grpId="1" animBg="1"/>
      <p:bldP spid="10" grpId="0" bldLvl="0" animBg="1"/>
      <p:bldP spid="10" grpId="1" animBg="1"/>
    </p:bldLst>
  </p:timing>
</p:sld>
</file>

<file path=ppt/tags/tag1.xml><?xml version="1.0" encoding="utf-8"?>
<p:tagLst xmlns:p="http://schemas.openxmlformats.org/presentationml/2006/main">
  <p:tag name="commondata" val="eyJoZGlkIjoiNmNmMTFlYTU3YjU5NDNlMjFjNGE1NDM0ZWI5YjNhZDUifQ=="/>
</p:tagLst>
</file>

<file path=ppt/theme/theme1.xml><?xml version="1.0" encoding="utf-8"?>
<a:theme xmlns:a="http://schemas.openxmlformats.org/drawingml/2006/main" name="1_Slit">
  <a:themeElements>
    <a:clrScheme name="Slit 6">
      <a:dk1>
        <a:srgbClr val="0000AC"/>
      </a:dk1>
      <a:lt1>
        <a:srgbClr val="FFFFFF"/>
      </a:lt1>
      <a:dk2>
        <a:srgbClr val="000086"/>
      </a:dk2>
      <a:lt2>
        <a:srgbClr val="CCFFFF"/>
      </a:lt2>
      <a:accent1>
        <a:srgbClr val="0099FF"/>
      </a:accent1>
      <a:accent2>
        <a:srgbClr val="00B000"/>
      </a:accent2>
      <a:accent3>
        <a:srgbClr val="AAAAC3"/>
      </a:accent3>
      <a:accent4>
        <a:srgbClr val="DADADA"/>
      </a:accent4>
      <a:accent5>
        <a:srgbClr val="AACAFF"/>
      </a:accent5>
      <a:accent6>
        <a:srgbClr val="009F00"/>
      </a:accent6>
      <a:hlink>
        <a:srgbClr val="FFE701"/>
      </a:hlink>
      <a:folHlink>
        <a:srgbClr val="FF9900"/>
      </a:folHlink>
    </a:clrScheme>
    <a:fontScheme name="Slit">
      <a:majorFont>
        <a:latin typeface="Tahoma"/>
        <a:ea typeface="宋体"/>
        <a:cs typeface=""/>
      </a:majorFont>
      <a:minorFont>
        <a:latin typeface="Tahoma"/>
        <a:ea typeface="宋体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>
        <a:solidFill>
          <a:schemeClr val="accent1"/>
        </a:solidFill>
      </a:spPr>
      <a:bodyPr wrap="square" lIns="0" rIns="0">
        <a:noAutofit/>
      </a:bodyPr>
      <a:lstStyle>
        <a:defPPr eaLnBrk="1" hangingPunct="1">
          <a:buNone/>
          <a:defRPr sz="3200" dirty="0">
            <a:latin typeface="Arial" panose="020B0604020202020204" pitchFamily="34" charset="0"/>
          </a:defRPr>
        </a:defPPr>
      </a:lstStyle>
    </a:spDef>
    <a:lnDef>
      <a:spPr bwMode="auto">
        <a:xfrm>
          <a:off x="0" y="0"/>
          <a:ext cx="1" cy="1"/>
        </a:xfrm>
        <a:custGeom>
          <a:avLst/>
          <a:gdLst/>
          <a:ahLst/>
          <a:cxnLst/>
          <a:rect l="0" t="0" r="0" b="0"/>
          <a:pathLst/>
        </a:custGeom>
        <a:solidFill>
          <a:schemeClr val="accent1"/>
        </a:solidFill>
        <a:ln w="9525" cap="flat" cmpd="sng" algn="ctr">
          <a:solidFill>
            <a:schemeClr val="tx1"/>
          </a:solidFill>
          <a:prstDash val="solid"/>
          <a:round/>
          <a:headEnd type="none" w="med" len="med"/>
          <a:tailEnd type="none" w="med" len="med"/>
        </a:ln>
      </a:spPr>
      <a:bodyPr vert="horz" wrap="square" lIns="91440" tIns="45720" rIns="91440" bIns="45720" numCol="1" anchor="t" anchorCtr="0" compatLnSpc="1"/>
      <a:lstStyle>
        <a:defPPr marL="0" marR="0" indent="0" algn="l" defTabSz="914400" rtl="0" eaLnBrk="1" fontAlgn="base" latinLnBrk="0" hangingPunct="1">
          <a:lnSpc>
            <a:spcPct val="100000"/>
          </a:lnSpc>
          <a:spcBef>
            <a:spcPct val="0"/>
          </a:spcBef>
          <a:spcAft>
            <a:spcPct val="0"/>
          </a:spcAft>
          <a:buClrTx/>
          <a:buSzTx/>
          <a:buFontTx/>
          <a:buNone/>
          <a:defRPr kumimoji="0" lang="zh-CN" altLang="en-US" sz="1800" b="1" i="0" u="none" strike="noStrike" cap="none" normalizeH="0" baseline="0" smtClean="0">
            <a:ln>
              <a:noFill/>
            </a:ln>
            <a:solidFill>
              <a:schemeClr val="tx1"/>
            </a:solidFill>
            <a:effectLst/>
            <a:latin typeface="Tahoma" panose="020B0604030504040204" pitchFamily="34" charset="0"/>
            <a:ea typeface="宋体" panose="02010600030101010101" pitchFamily="2" charset="-122"/>
          </a:defRPr>
        </a:defPPr>
      </a:lstStyle>
    </a:lnDef>
  </a:objectDefaults>
  <a:extraClrSchemeLst>
    <a:extraClrScheme>
      <a:clrScheme name="Slit 1">
        <a:dk1>
          <a:srgbClr val="8C0000"/>
        </a:dk1>
        <a:lt1>
          <a:srgbClr val="FFFFFF"/>
        </a:lt1>
        <a:dk2>
          <a:srgbClr val="720000"/>
        </a:dk2>
        <a:lt2>
          <a:srgbClr val="FFFFCC"/>
        </a:lt2>
        <a:accent1>
          <a:srgbClr val="FF3300"/>
        </a:accent1>
        <a:accent2>
          <a:srgbClr val="BE7960"/>
        </a:accent2>
        <a:accent3>
          <a:srgbClr val="BCAAAA"/>
        </a:accent3>
        <a:accent4>
          <a:srgbClr val="DADADA"/>
        </a:accent4>
        <a:accent5>
          <a:srgbClr val="FFADAA"/>
        </a:accent5>
        <a:accent6>
          <a:srgbClr val="AC6D56"/>
        </a:accent6>
        <a:hlink>
          <a:srgbClr val="FFCC66"/>
        </a:hlink>
        <a:folHlink>
          <a:srgbClr val="FF9900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Slit 2">
        <a:dk1>
          <a:srgbClr val="674E2F"/>
        </a:dk1>
        <a:lt1>
          <a:srgbClr val="FFFFFF"/>
        </a:lt1>
        <a:dk2>
          <a:srgbClr val="533F27"/>
        </a:dk2>
        <a:lt2>
          <a:srgbClr val="D8B274"/>
        </a:lt2>
        <a:accent1>
          <a:srgbClr val="CC9900"/>
        </a:accent1>
        <a:accent2>
          <a:srgbClr val="8F5F2F"/>
        </a:accent2>
        <a:accent3>
          <a:srgbClr val="B3AFAC"/>
        </a:accent3>
        <a:accent4>
          <a:srgbClr val="DADADA"/>
        </a:accent4>
        <a:accent5>
          <a:srgbClr val="E2CAAA"/>
        </a:accent5>
        <a:accent6>
          <a:srgbClr val="81552A"/>
        </a:accent6>
        <a:hlink>
          <a:srgbClr val="FFCC00"/>
        </a:hlink>
        <a:folHlink>
          <a:srgbClr val="FFFFCC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Slit 3">
        <a:dk1>
          <a:srgbClr val="646464"/>
        </a:dk1>
        <a:lt1>
          <a:srgbClr val="FFFFFF"/>
        </a:lt1>
        <a:dk2>
          <a:srgbClr val="545454"/>
        </a:dk2>
        <a:lt2>
          <a:srgbClr val="D4D4CE"/>
        </a:lt2>
        <a:accent1>
          <a:srgbClr val="49747D"/>
        </a:accent1>
        <a:accent2>
          <a:srgbClr val="8F9699"/>
        </a:accent2>
        <a:accent3>
          <a:srgbClr val="B3B3B3"/>
        </a:accent3>
        <a:accent4>
          <a:srgbClr val="DADADA"/>
        </a:accent4>
        <a:accent5>
          <a:srgbClr val="B1BCBF"/>
        </a:accent5>
        <a:accent6>
          <a:srgbClr val="81878A"/>
        </a:accent6>
        <a:hlink>
          <a:srgbClr val="8DC4D7"/>
        </a:hlink>
        <a:folHlink>
          <a:srgbClr val="7FB97F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Slit 4">
        <a:dk1>
          <a:srgbClr val="3A7400"/>
        </a:dk1>
        <a:lt1>
          <a:srgbClr val="FFFFFF"/>
        </a:lt1>
        <a:dk2>
          <a:srgbClr val="2E5C00"/>
        </a:dk2>
        <a:lt2>
          <a:srgbClr val="FFFFFF"/>
        </a:lt2>
        <a:accent1>
          <a:srgbClr val="79CA02"/>
        </a:accent1>
        <a:accent2>
          <a:srgbClr val="008080"/>
        </a:accent2>
        <a:accent3>
          <a:srgbClr val="ADB5AA"/>
        </a:accent3>
        <a:accent4>
          <a:srgbClr val="DADADA"/>
        </a:accent4>
        <a:accent5>
          <a:srgbClr val="BEE1AA"/>
        </a:accent5>
        <a:accent6>
          <a:srgbClr val="007373"/>
        </a:accent6>
        <a:hlink>
          <a:srgbClr val="A8DE0E"/>
        </a:hlink>
        <a:folHlink>
          <a:srgbClr val="00CC66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Slit 5">
        <a:dk1>
          <a:srgbClr val="008885"/>
        </a:dk1>
        <a:lt1>
          <a:srgbClr val="FFFFFF"/>
        </a:lt1>
        <a:dk2>
          <a:srgbClr val="007572"/>
        </a:dk2>
        <a:lt2>
          <a:srgbClr val="FFFF99"/>
        </a:lt2>
        <a:accent1>
          <a:srgbClr val="33CCCC"/>
        </a:accent1>
        <a:accent2>
          <a:srgbClr val="6D6FC7"/>
        </a:accent2>
        <a:accent3>
          <a:srgbClr val="AABDBC"/>
        </a:accent3>
        <a:accent4>
          <a:srgbClr val="DADADA"/>
        </a:accent4>
        <a:accent5>
          <a:srgbClr val="ADE2E2"/>
        </a:accent5>
        <a:accent6>
          <a:srgbClr val="6264B4"/>
        </a:accent6>
        <a:hlink>
          <a:srgbClr val="FFFFCC"/>
        </a:hlink>
        <a:folHlink>
          <a:srgbClr val="00FF00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Slit 6">
        <a:dk1>
          <a:srgbClr val="0000AC"/>
        </a:dk1>
        <a:lt1>
          <a:srgbClr val="FFFFFF"/>
        </a:lt1>
        <a:dk2>
          <a:srgbClr val="000086"/>
        </a:dk2>
        <a:lt2>
          <a:srgbClr val="CCFFFF"/>
        </a:lt2>
        <a:accent1>
          <a:srgbClr val="0099FF"/>
        </a:accent1>
        <a:accent2>
          <a:srgbClr val="00B000"/>
        </a:accent2>
        <a:accent3>
          <a:srgbClr val="AAAAC3"/>
        </a:accent3>
        <a:accent4>
          <a:srgbClr val="DADADA"/>
        </a:accent4>
        <a:accent5>
          <a:srgbClr val="AACAFF"/>
        </a:accent5>
        <a:accent6>
          <a:srgbClr val="009F00"/>
        </a:accent6>
        <a:hlink>
          <a:srgbClr val="FFE701"/>
        </a:hlink>
        <a:folHlink>
          <a:srgbClr val="FF9900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Slit 7">
        <a:dk1>
          <a:srgbClr val="7474A2"/>
        </a:dk1>
        <a:lt1>
          <a:srgbClr val="FFFFFF"/>
        </a:lt1>
        <a:dk2>
          <a:srgbClr val="5E5E8E"/>
        </a:dk2>
        <a:lt2>
          <a:srgbClr val="D1D1DF"/>
        </a:lt2>
        <a:accent1>
          <a:srgbClr val="CC66FF"/>
        </a:accent1>
        <a:accent2>
          <a:srgbClr val="6666FF"/>
        </a:accent2>
        <a:accent3>
          <a:srgbClr val="B6B6C6"/>
        </a:accent3>
        <a:accent4>
          <a:srgbClr val="DADADA"/>
        </a:accent4>
        <a:accent5>
          <a:srgbClr val="E2B8FF"/>
        </a:accent5>
        <a:accent6>
          <a:srgbClr val="5C5CE7"/>
        </a:accent6>
        <a:hlink>
          <a:srgbClr val="FFCC99"/>
        </a:hlink>
        <a:folHlink>
          <a:srgbClr val="CCCCFF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Slit 8">
        <a:dk1>
          <a:srgbClr val="000000"/>
        </a:dk1>
        <a:lt1>
          <a:srgbClr val="D0DAE2"/>
        </a:lt1>
        <a:dk2>
          <a:srgbClr val="000000"/>
        </a:dk2>
        <a:lt2>
          <a:srgbClr val="E7EDF1"/>
        </a:lt2>
        <a:accent1>
          <a:srgbClr val="33CCCC"/>
        </a:accent1>
        <a:accent2>
          <a:srgbClr val="0099CC"/>
        </a:accent2>
        <a:accent3>
          <a:srgbClr val="E4EAEE"/>
        </a:accent3>
        <a:accent4>
          <a:srgbClr val="000000"/>
        </a:accent4>
        <a:accent5>
          <a:srgbClr val="ADE2E2"/>
        </a:accent5>
        <a:accent6>
          <a:srgbClr val="008AB9"/>
        </a:accent6>
        <a:hlink>
          <a:srgbClr val="3333CC"/>
        </a:hlink>
        <a:folHlink>
          <a:srgbClr val="00808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Slit 9">
        <a:dk1>
          <a:srgbClr val="000000"/>
        </a:dk1>
        <a:lt1>
          <a:srgbClr val="FFFFFF"/>
        </a:lt1>
        <a:dk2>
          <a:srgbClr val="000000"/>
        </a:dk2>
        <a:lt2>
          <a:srgbClr val="E6E6E6"/>
        </a:lt2>
        <a:accent1>
          <a:srgbClr val="66CCFF"/>
        </a:accent1>
        <a:accent2>
          <a:srgbClr val="9999FF"/>
        </a:accent2>
        <a:accent3>
          <a:srgbClr val="FFFFFF"/>
        </a:accent3>
        <a:accent4>
          <a:srgbClr val="000000"/>
        </a:accent4>
        <a:accent5>
          <a:srgbClr val="B8E2FF"/>
        </a:accent5>
        <a:accent6>
          <a:srgbClr val="8A8AE7"/>
        </a:accent6>
        <a:hlink>
          <a:srgbClr val="3333CC"/>
        </a:hlink>
        <a:folHlink>
          <a:srgbClr val="008080"/>
        </a:folHlink>
      </a:clrScheme>
      <a:clrMap bg1="lt1" tx1="dk1" bg2="lt2" tx2="dk2" accent1="accent1" accent2="accent2" accent3="accent3" accent4="accent4" accent5="accent5" accent6="accent6" hlink="hlink" folHlink="folHlink"/>
    </a:extraClrScheme>
  </a:extraClrSchemeLst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主题">
  <a:themeElements>
    <a:clrScheme name="">
      <a:dk1>
        <a:srgbClr val="000000"/>
      </a:dk1>
      <a:lt1>
        <a:srgbClr val="FFFFFF"/>
      </a:lt1>
      <a:dk2>
        <a:srgbClr val="000000"/>
      </a:dk2>
      <a:lt2>
        <a:srgbClr val="808080"/>
      </a:lt2>
      <a:accent1>
        <a:srgbClr val="BBE0E3"/>
      </a:accent1>
      <a:accent2>
        <a:srgbClr val="333399"/>
      </a:accent2>
      <a:accent3>
        <a:srgbClr val="FFFFFF"/>
      </a:accent3>
      <a:accent4>
        <a:srgbClr val="000000"/>
      </a:accent4>
      <a:accent5>
        <a:srgbClr val="DAEDEF"/>
      </a:accent5>
      <a:accent6>
        <a:srgbClr val="2D2D8A"/>
      </a:accent6>
      <a:hlink>
        <a:srgbClr val="009999"/>
      </a:hlink>
      <a:folHlink>
        <a:srgbClr val="99CC0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13447</Words>
  <Application>WPS 演示</Application>
  <PresentationFormat>宽屏</PresentationFormat>
  <Paragraphs>2181</Paragraphs>
  <Slides>54</Slides>
  <Notes>35</Notes>
  <HiddenSlides>0</HiddenSlides>
  <MMClips>0</MMClips>
  <ScaleCrop>false</ScaleCrop>
  <HeadingPairs>
    <vt:vector size="6" baseType="variant">
      <vt:variant>
        <vt:lpstr>已用的字体</vt:lpstr>
      </vt:variant>
      <vt:variant>
        <vt:i4>17</vt:i4>
      </vt:variant>
      <vt:variant>
        <vt:lpstr>主题</vt:lpstr>
      </vt:variant>
      <vt:variant>
        <vt:i4>1</vt:i4>
      </vt:variant>
      <vt:variant>
        <vt:lpstr>幻灯片标题</vt:lpstr>
      </vt:variant>
      <vt:variant>
        <vt:i4>54</vt:i4>
      </vt:variant>
    </vt:vector>
  </HeadingPairs>
  <TitlesOfParts>
    <vt:vector size="72" baseType="lpstr">
      <vt:lpstr>Arial</vt:lpstr>
      <vt:lpstr>宋体</vt:lpstr>
      <vt:lpstr>Wingdings</vt:lpstr>
      <vt:lpstr>Tahoma</vt:lpstr>
      <vt:lpstr>黑体</vt:lpstr>
      <vt:lpstr>Monotype Corsiva</vt:lpstr>
      <vt:lpstr>Segoe Print</vt:lpstr>
      <vt:lpstr>华文彩云</vt:lpstr>
      <vt:lpstr>Times New Roman</vt:lpstr>
      <vt:lpstr>Arial</vt:lpstr>
      <vt:lpstr>微软雅黑</vt:lpstr>
      <vt:lpstr>Arial Unicode MS</vt:lpstr>
      <vt:lpstr>Cambria Math</vt:lpstr>
      <vt:lpstr>Symbol</vt:lpstr>
      <vt:lpstr>等线</vt:lpstr>
      <vt:lpstr>ArialUnicodeMS</vt:lpstr>
      <vt:lpstr>TimesNewRomanPSMT</vt:lpstr>
      <vt:lpstr>1_Slit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(2) 二维数组的存储分配方式</vt:lpstr>
      <vt:lpstr>PowerPoint 演示文稿</vt:lpstr>
      <vt:lpstr> 定义数组，是为了使用数组中的元素。 （3）二维数组的访问</vt:lpstr>
      <vt:lpstr>内存分配：</vt:lpstr>
      <vt:lpstr>PowerPoint 演示文稿</vt:lpstr>
      <vt:lpstr>二维数组初始化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§6.3  程序设计实例</vt:lpstr>
      <vt:lpstr>【例6-3】教材P152   打印杨辉三角形前10行</vt:lpstr>
      <vt:lpstr>【例6-3】打印杨辉三角形前10行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【代码品读】螺旋数组</vt:lpstr>
      <vt:lpstr>6.4  线性表——排序、检索</vt:lpstr>
      <vt:lpstr>6.4  线性表——排序、检索</vt:lpstr>
      <vt:lpstr>PowerPoint 演示文稿</vt:lpstr>
      <vt:lpstr>PowerPoint 演示文稿</vt:lpstr>
      <vt:lpstr>6.4.1    排序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【例6.6】使用冒泡法对成绩数组按从小到大的顺序进行排序 。</vt:lpstr>
      <vt:lpstr>PowerPoint 演示文稿</vt:lpstr>
      <vt:lpstr>PowerPoint 演示文稿</vt:lpstr>
      <vt:lpstr>PowerPoint 演示文稿</vt:lpstr>
      <vt:lpstr>PowerPoint 演示文稿</vt:lpstr>
      <vt:lpstr>源程序（完整）：</vt:lpstr>
      <vt:lpstr>PowerPoint 演示文稿</vt:lpstr>
      <vt:lpstr>PowerPoint 演示文稿</vt:lpstr>
      <vt:lpstr>PowerPoint 演示文稿</vt:lpstr>
      <vt:lpstr>PowerPoint 演示文稿</vt:lpstr>
    </vt:vector>
  </TitlesOfParts>
  <LinksUpToDate>false</LinksUpToDate>
  <SharedDoc>false</SharedDoc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Presentation</dc:title>
  <dc:creator>chunyan deng</dc:creator>
  <cp:lastModifiedBy>DENGCY</cp:lastModifiedBy>
  <cp:revision>757</cp:revision>
  <dcterms:created xsi:type="dcterms:W3CDTF">2019-09-21T08:05:00Z</dcterms:created>
  <dcterms:modified xsi:type="dcterms:W3CDTF">2025-10-16T06:34:33Z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Version">
    <vt:r8>1</vt:r8>
  </property>
  <property fmtid="{D5CDD505-2E9C-101B-9397-08002B2CF9AE}" pid="3" name="KSOProductBuildVer">
    <vt:lpwstr>2052-12.1.0.23125</vt:lpwstr>
  </property>
  <property fmtid="{D5CDD505-2E9C-101B-9397-08002B2CF9AE}" pid="4" name="ICV">
    <vt:lpwstr>A7A127261F914141962930C91C15FA06_13</vt:lpwstr>
  </property>
</Properties>
</file>