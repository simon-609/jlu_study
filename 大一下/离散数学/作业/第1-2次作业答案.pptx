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23" r:id="rId1"/>
    <p:sldMasterId id="2147485570" r:id="rId2"/>
    <p:sldMasterId id="2147485583" r:id="rId3"/>
    <p:sldMasterId id="2147485596" r:id="rId4"/>
    <p:sldMasterId id="2147485609" r:id="rId5"/>
    <p:sldMasterId id="2147485622" r:id="rId6"/>
  </p:sldMasterIdLst>
  <p:notesMasterIdLst>
    <p:notesMasterId r:id="rId20"/>
  </p:notesMasterIdLst>
  <p:sldIdLst>
    <p:sldId id="392" r:id="rId7"/>
    <p:sldId id="393" r:id="rId8"/>
    <p:sldId id="394" r:id="rId9"/>
    <p:sldId id="395" r:id="rId10"/>
    <p:sldId id="400" r:id="rId11"/>
    <p:sldId id="401" r:id="rId12"/>
    <p:sldId id="408" r:id="rId13"/>
    <p:sldId id="403" r:id="rId14"/>
    <p:sldId id="404" r:id="rId15"/>
    <p:sldId id="405" r:id="rId16"/>
    <p:sldId id="406" r:id="rId17"/>
    <p:sldId id="407" r:id="rId18"/>
    <p:sldId id="409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8761" autoAdjust="0"/>
  </p:normalViewPr>
  <p:slideViewPr>
    <p:cSldViewPr>
      <p:cViewPr varScale="1">
        <p:scale>
          <a:sx n="77" d="100"/>
          <a:sy n="77" d="100"/>
        </p:scale>
        <p:origin x="1024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026"/>
    </p:cViewPr>
  </p:sorterViewPr>
  <p:notesViewPr>
    <p:cSldViewPr>
      <p:cViewPr varScale="1">
        <p:scale>
          <a:sx n="58" d="100"/>
          <a:sy n="58" d="100"/>
        </p:scale>
        <p:origin x="-172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AFA0214-C75D-4835-8DDA-AB6E23E14BB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0283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651A139-4945-472F-BA10-8AB7FE0B6B67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534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651ADCD-7883-4DAD-A695-7531C584CFFD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665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3A4EFB4-1679-4FCD-89BB-879A3622B325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153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DE4FB26-FA25-4902-94F8-2C9B3F59AB43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4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004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BB1392C-7653-40D3-8A7A-434EA2DBC22A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5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014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ABFE9E8-E70F-4D9F-A30B-7CB5DBA36E1F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8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237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376783A-AD31-410B-8278-5154665579F9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9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278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0 w 1722"/>
                <a:gd name="T1" fmla="*/ 60 h 66"/>
                <a:gd name="T2" fmla="*/ 1710 w 1722"/>
                <a:gd name="T3" fmla="*/ 54 h 66"/>
                <a:gd name="T4" fmla="*/ 0 w 1722"/>
                <a:gd name="T5" fmla="*/ 0 h 66"/>
                <a:gd name="T6" fmla="*/ 0 w 1722"/>
                <a:gd name="T7" fmla="*/ 42 h 66"/>
                <a:gd name="T8" fmla="*/ 1710 w 1722"/>
                <a:gd name="T9" fmla="*/ 60 h 66"/>
                <a:gd name="T10" fmla="*/ 1710 w 1722"/>
                <a:gd name="T11" fmla="*/ 6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9 w 975"/>
                <a:gd name="T1" fmla="*/ 48 h 101"/>
                <a:gd name="T2" fmla="*/ 969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9 w 975"/>
                <a:gd name="T9" fmla="*/ 48 h 101"/>
                <a:gd name="T10" fmla="*/ 969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2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29 w 2141"/>
                <a:gd name="T7" fmla="*/ 0 h 198"/>
                <a:gd name="T8" fmla="*/ 212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64 w 2517"/>
                <a:gd name="T1" fmla="*/ 276 h 276"/>
                <a:gd name="T2" fmla="*/ 2499 w 2517"/>
                <a:gd name="T3" fmla="*/ 204 h 276"/>
                <a:gd name="T4" fmla="*/ 2242 w 2517"/>
                <a:gd name="T5" fmla="*/ 0 h 276"/>
                <a:gd name="T6" fmla="*/ 0 w 2517"/>
                <a:gd name="T7" fmla="*/ 276 h 276"/>
                <a:gd name="T8" fmla="*/ 2164 w 2517"/>
                <a:gd name="T9" fmla="*/ 276 h 276"/>
                <a:gd name="T10" fmla="*/ 2164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3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3 w 729"/>
                <a:gd name="T7" fmla="*/ 240 h 240"/>
                <a:gd name="T8" fmla="*/ 723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3 w 729"/>
                <a:gd name="T1" fmla="*/ 318 h 318"/>
                <a:gd name="T2" fmla="*/ 723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3 w 729"/>
                <a:gd name="T9" fmla="*/ 318 h 318"/>
                <a:gd name="T10" fmla="*/ 723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6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1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925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25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266E0B3-A356-433E-ABF5-C7CC988CFF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56673"/>
      </p:ext>
    </p:extLst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912DF45-A541-4A41-B58B-ACF5D85D89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696103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DE414E9-B659-49C2-B73E-F7B5D2165A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7732893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363" y="1600200"/>
            <a:ext cx="438785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389437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534895C-989A-4171-97B4-364B1947F0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3399320"/>
      </p:ext>
    </p:extLst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2F26DCE-DEDB-4A41-A96E-27021DC8A6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1603144"/>
      </p:ext>
    </p:extLst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30C7100-D374-4C3E-9928-54ECA7E848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1332314"/>
      </p:ext>
    </p:extLst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C87316E-1084-4EAF-86EB-87BF4E7945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8522913"/>
      </p:ext>
    </p:extLst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CE32029-5DC5-42D5-9706-B72F2E2025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4227849"/>
      </p:ext>
    </p:extLst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C16763C-5CC1-4BBD-88B8-A26581229E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1675468"/>
      </p:ext>
    </p:extLst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E9A0398-EB1E-48FB-9EB9-DE7320CA69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5654585"/>
      </p:ext>
    </p:extLst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4988" y="277813"/>
            <a:ext cx="225901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363" y="277813"/>
            <a:ext cx="6626225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8E9E643-A918-4D32-8FEF-B6664054A3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061041"/>
      </p:ext>
    </p:extLst>
  </p:cSld>
  <p:clrMapOvr>
    <a:masterClrMapping/>
  </p:clrMapOvr>
  <p:transition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750" y="277813"/>
            <a:ext cx="89852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6363" y="1600200"/>
            <a:ext cx="438785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389437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4BBE9CF-7B89-44FE-9578-B81056EDD7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9554788"/>
      </p:ext>
    </p:extLst>
  </p:cSld>
  <p:clrMapOvr>
    <a:masterClrMapping/>
  </p:clrMapOvr>
  <p:transition>
    <p:blinds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96 w 1722"/>
                <a:gd name="T1" fmla="*/ 53 h 66"/>
                <a:gd name="T2" fmla="*/ 1696 w 1722"/>
                <a:gd name="T3" fmla="*/ 47 h 66"/>
                <a:gd name="T4" fmla="*/ 0 w 1722"/>
                <a:gd name="T5" fmla="*/ 0 h 66"/>
                <a:gd name="T6" fmla="*/ 0 w 1722"/>
                <a:gd name="T7" fmla="*/ 35 h 66"/>
                <a:gd name="T8" fmla="*/ 1696 w 1722"/>
                <a:gd name="T9" fmla="*/ 53 h 66"/>
                <a:gd name="T10" fmla="*/ 1696 w 1722"/>
                <a:gd name="T11" fmla="*/ 5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2 w 975"/>
                <a:gd name="T1" fmla="*/ 48 h 101"/>
                <a:gd name="T2" fmla="*/ 962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2 w 975"/>
                <a:gd name="T9" fmla="*/ 48 h 101"/>
                <a:gd name="T10" fmla="*/ 962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15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15 w 2141"/>
                <a:gd name="T7" fmla="*/ 0 h 198"/>
                <a:gd name="T8" fmla="*/ 2115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43 w 2517"/>
                <a:gd name="T1" fmla="*/ 276 h 276"/>
                <a:gd name="T2" fmla="*/ 2478 w 2517"/>
                <a:gd name="T3" fmla="*/ 204 h 276"/>
                <a:gd name="T4" fmla="*/ 2221 w 2517"/>
                <a:gd name="T5" fmla="*/ 0 h 276"/>
                <a:gd name="T6" fmla="*/ 0 w 2517"/>
                <a:gd name="T7" fmla="*/ 276 h 276"/>
                <a:gd name="T8" fmla="*/ 2143 w 2517"/>
                <a:gd name="T9" fmla="*/ 276 h 276"/>
                <a:gd name="T10" fmla="*/ 2143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16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16 w 729"/>
                <a:gd name="T7" fmla="*/ 240 h 240"/>
                <a:gd name="T8" fmla="*/ 716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16 w 729"/>
                <a:gd name="T1" fmla="*/ 318 h 318"/>
                <a:gd name="T2" fmla="*/ 716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16 w 729"/>
                <a:gd name="T9" fmla="*/ 318 h 318"/>
                <a:gd name="T10" fmla="*/ 716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99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41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925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25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0816564-5DB2-4D6B-BCBC-4BC2971BC5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1854654"/>
      </p:ext>
    </p:extLst>
  </p:cSld>
  <p:clrMapOvr>
    <a:masterClrMapping/>
  </p:clrMapOvr>
  <p:transition>
    <p:blinds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37CBF85-941D-4FD7-9C4F-1E1496A5D6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6083027"/>
      </p:ext>
    </p:extLst>
  </p:cSld>
  <p:clrMapOvr>
    <a:masterClrMapping/>
  </p:clrMapOvr>
  <p:transition>
    <p:blinds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3B1DA60-29AC-49F8-8AF8-B5965006EB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9406650"/>
      </p:ext>
    </p:extLst>
  </p:cSld>
  <p:clrMapOvr>
    <a:masterClrMapping/>
  </p:clrMapOvr>
  <p:transition>
    <p:blinds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363" y="1600200"/>
            <a:ext cx="438785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389437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BDFB30C-1838-449B-92D9-F2099D2E18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9292266"/>
      </p:ext>
    </p:extLst>
  </p:cSld>
  <p:clrMapOvr>
    <a:masterClrMapping/>
  </p:clrMapOvr>
  <p:transition>
    <p:blinds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9F3437F-D289-4E46-B3C3-D01C685133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3268826"/>
      </p:ext>
    </p:extLst>
  </p:cSld>
  <p:clrMapOvr>
    <a:masterClrMapping/>
  </p:clrMapOvr>
  <p:transition>
    <p:blinds dir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1A43322-817E-4ADB-B193-5B01E86623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7665419"/>
      </p:ext>
    </p:extLst>
  </p:cSld>
  <p:clrMapOvr>
    <a:masterClrMapping/>
  </p:clrMapOvr>
  <p:transition>
    <p:blinds dir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14BD7C4-B36F-434B-AE8B-E61D1AE65B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6206443"/>
      </p:ext>
    </p:extLst>
  </p:cSld>
  <p:clrMapOvr>
    <a:masterClrMapping/>
  </p:clrMapOvr>
  <p:transition>
    <p:blinds dir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C3B753-F012-4789-869E-A0B99459D0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9403887"/>
      </p:ext>
    </p:extLst>
  </p:cSld>
  <p:clrMapOvr>
    <a:masterClrMapping/>
  </p:clrMapOvr>
  <p:transition>
    <p:blinds dir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46790F4-A782-44B1-9996-1453EDE375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3732934"/>
      </p:ext>
    </p:extLst>
  </p:cSld>
  <p:clrMapOvr>
    <a:masterClrMapping/>
  </p:clrMapOvr>
  <p:transition>
    <p:blinds dir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8590EFE-1643-49B5-9C48-89FA764349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8896554"/>
      </p:ext>
    </p:extLst>
  </p:cSld>
  <p:clrMapOvr>
    <a:masterClrMapping/>
  </p:clrMapOvr>
  <p:transition>
    <p:blinds dir="vert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4988" y="277813"/>
            <a:ext cx="225901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363" y="277813"/>
            <a:ext cx="6626225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61F2AC5-8347-41F9-903E-05950C551E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4060267"/>
      </p:ext>
    </p:extLst>
  </p:cSld>
  <p:clrMapOvr>
    <a:masterClrMapping/>
  </p:clrMapOvr>
  <p:transition>
    <p:blinds dir="vert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750" y="277813"/>
            <a:ext cx="89852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6363" y="1600200"/>
            <a:ext cx="438785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389437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CCB9AB2-3280-476F-A155-2FFAA71374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2067800"/>
      </p:ext>
    </p:extLst>
  </p:cSld>
  <p:clrMapOvr>
    <a:masterClrMapping/>
  </p:clrMapOvr>
  <p:transition>
    <p:blinds dir="vert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96 w 1722"/>
                <a:gd name="T1" fmla="*/ 53 h 66"/>
                <a:gd name="T2" fmla="*/ 1696 w 1722"/>
                <a:gd name="T3" fmla="*/ 47 h 66"/>
                <a:gd name="T4" fmla="*/ 0 w 1722"/>
                <a:gd name="T5" fmla="*/ 0 h 66"/>
                <a:gd name="T6" fmla="*/ 0 w 1722"/>
                <a:gd name="T7" fmla="*/ 35 h 66"/>
                <a:gd name="T8" fmla="*/ 1696 w 1722"/>
                <a:gd name="T9" fmla="*/ 53 h 66"/>
                <a:gd name="T10" fmla="*/ 1696 w 1722"/>
                <a:gd name="T11" fmla="*/ 5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2 w 975"/>
                <a:gd name="T1" fmla="*/ 48 h 101"/>
                <a:gd name="T2" fmla="*/ 962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2 w 975"/>
                <a:gd name="T9" fmla="*/ 48 h 101"/>
                <a:gd name="T10" fmla="*/ 962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15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15 w 2141"/>
                <a:gd name="T7" fmla="*/ 0 h 198"/>
                <a:gd name="T8" fmla="*/ 2115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43 w 2517"/>
                <a:gd name="T1" fmla="*/ 276 h 276"/>
                <a:gd name="T2" fmla="*/ 2478 w 2517"/>
                <a:gd name="T3" fmla="*/ 204 h 276"/>
                <a:gd name="T4" fmla="*/ 2221 w 2517"/>
                <a:gd name="T5" fmla="*/ 0 h 276"/>
                <a:gd name="T6" fmla="*/ 0 w 2517"/>
                <a:gd name="T7" fmla="*/ 276 h 276"/>
                <a:gd name="T8" fmla="*/ 2143 w 2517"/>
                <a:gd name="T9" fmla="*/ 276 h 276"/>
                <a:gd name="T10" fmla="*/ 2143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16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16 w 729"/>
                <a:gd name="T7" fmla="*/ 240 h 240"/>
                <a:gd name="T8" fmla="*/ 716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16 w 729"/>
                <a:gd name="T1" fmla="*/ 318 h 318"/>
                <a:gd name="T2" fmla="*/ 716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16 w 729"/>
                <a:gd name="T9" fmla="*/ 318 h 318"/>
                <a:gd name="T10" fmla="*/ 716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99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41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925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25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50975F0-BE0B-45CE-AD38-6F0E106CF0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3117555"/>
      </p:ext>
    </p:extLst>
  </p:cSld>
  <p:clrMapOvr>
    <a:masterClrMapping/>
  </p:clrMapOvr>
  <p:transition>
    <p:blinds dir="vert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71B4B00-19D7-4FD5-A7BD-A73FBF3935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2293406"/>
      </p:ext>
    </p:extLst>
  </p:cSld>
  <p:clrMapOvr>
    <a:masterClrMapping/>
  </p:clrMapOvr>
  <p:transition>
    <p:blinds dir="vert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3C7A5F4-351F-478D-8781-B9F959863A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8946863"/>
      </p:ext>
    </p:extLst>
  </p:cSld>
  <p:clrMapOvr>
    <a:masterClrMapping/>
  </p:clrMapOvr>
  <p:transition>
    <p:blinds dir="vert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363" y="1600200"/>
            <a:ext cx="438785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389437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36B2A2E-EF01-4F4D-996F-C64A212810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5749435"/>
      </p:ext>
    </p:extLst>
  </p:cSld>
  <p:clrMapOvr>
    <a:masterClrMapping/>
  </p:clrMapOvr>
  <p:transition>
    <p:blinds dir="vert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58B5D2E-0B4A-4784-82CC-EF36DD4E8B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0729046"/>
      </p:ext>
    </p:extLst>
  </p:cSld>
  <p:clrMapOvr>
    <a:masterClrMapping/>
  </p:clrMapOvr>
  <p:transition>
    <p:blinds dir="vert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07E222-39CC-4998-A40C-D8C3C5D7E5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8952894"/>
      </p:ext>
    </p:extLst>
  </p:cSld>
  <p:clrMapOvr>
    <a:masterClrMapping/>
  </p:clrMapOvr>
  <p:transition>
    <p:blinds dir="vert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5FD9824-152B-474F-B49C-41ADC4F833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3671243"/>
      </p:ext>
    </p:extLst>
  </p:cSld>
  <p:clrMapOvr>
    <a:masterClrMapping/>
  </p:clrMapOvr>
  <p:transition>
    <p:blinds dir="vert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5E4B0F-609D-4133-B3A0-DB58E76401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7199203"/>
      </p:ext>
    </p:extLst>
  </p:cSld>
  <p:clrMapOvr>
    <a:masterClrMapping/>
  </p:clrMapOvr>
  <p:transition>
    <p:blinds dir="vert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FCD0AB2-894E-4B27-8513-FB06A28C71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8295100"/>
      </p:ext>
    </p:extLst>
  </p:cSld>
  <p:clrMapOvr>
    <a:masterClrMapping/>
  </p:clrMapOvr>
  <p:transition>
    <p:blinds dir="vert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56E48A5-CBCE-412D-A161-7FEA5270D7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7482319"/>
      </p:ext>
    </p:extLst>
  </p:cSld>
  <p:clrMapOvr>
    <a:masterClrMapping/>
  </p:clrMapOvr>
  <p:transition>
    <p:blinds dir="vert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4988" y="277813"/>
            <a:ext cx="225901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363" y="277813"/>
            <a:ext cx="6626225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F73C119-D4CF-427A-AC85-7F00C7B334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776875"/>
      </p:ext>
    </p:extLst>
  </p:cSld>
  <p:clrMapOvr>
    <a:masterClrMapping/>
  </p:clrMapOvr>
  <p:transition>
    <p:blinds dir="vert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750" y="277813"/>
            <a:ext cx="89852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6363" y="1600200"/>
            <a:ext cx="438785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389437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31FA7FE-4373-4A75-9A2D-B9171D57A5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304560"/>
      </p:ext>
    </p:extLst>
  </p:cSld>
  <p:clrMapOvr>
    <a:masterClrMapping/>
  </p:clrMapOvr>
  <p:transition>
    <p:blinds dir="vert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96 w 1722"/>
                <a:gd name="T1" fmla="*/ 53 h 66"/>
                <a:gd name="T2" fmla="*/ 1696 w 1722"/>
                <a:gd name="T3" fmla="*/ 47 h 66"/>
                <a:gd name="T4" fmla="*/ 0 w 1722"/>
                <a:gd name="T5" fmla="*/ 0 h 66"/>
                <a:gd name="T6" fmla="*/ 0 w 1722"/>
                <a:gd name="T7" fmla="*/ 35 h 66"/>
                <a:gd name="T8" fmla="*/ 1696 w 1722"/>
                <a:gd name="T9" fmla="*/ 53 h 66"/>
                <a:gd name="T10" fmla="*/ 1696 w 1722"/>
                <a:gd name="T11" fmla="*/ 5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2 w 975"/>
                <a:gd name="T1" fmla="*/ 48 h 101"/>
                <a:gd name="T2" fmla="*/ 962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2 w 975"/>
                <a:gd name="T9" fmla="*/ 48 h 101"/>
                <a:gd name="T10" fmla="*/ 962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15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15 w 2141"/>
                <a:gd name="T7" fmla="*/ 0 h 198"/>
                <a:gd name="T8" fmla="*/ 2115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43 w 2517"/>
                <a:gd name="T1" fmla="*/ 276 h 276"/>
                <a:gd name="T2" fmla="*/ 2478 w 2517"/>
                <a:gd name="T3" fmla="*/ 204 h 276"/>
                <a:gd name="T4" fmla="*/ 2221 w 2517"/>
                <a:gd name="T5" fmla="*/ 0 h 276"/>
                <a:gd name="T6" fmla="*/ 0 w 2517"/>
                <a:gd name="T7" fmla="*/ 276 h 276"/>
                <a:gd name="T8" fmla="*/ 2143 w 2517"/>
                <a:gd name="T9" fmla="*/ 276 h 276"/>
                <a:gd name="T10" fmla="*/ 2143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16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16 w 729"/>
                <a:gd name="T7" fmla="*/ 240 h 240"/>
                <a:gd name="T8" fmla="*/ 716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16 w 729"/>
                <a:gd name="T1" fmla="*/ 318 h 318"/>
                <a:gd name="T2" fmla="*/ 716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16 w 729"/>
                <a:gd name="T9" fmla="*/ 318 h 318"/>
                <a:gd name="T10" fmla="*/ 716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99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41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925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25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E1F0238-64C8-40F4-B882-3A58C9B9BD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1414258"/>
      </p:ext>
    </p:extLst>
  </p:cSld>
  <p:clrMapOvr>
    <a:masterClrMapping/>
  </p:clrMapOvr>
  <p:transition>
    <p:blinds dir="vert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5D8BF0E-CC1E-47B5-B766-BA6DE85105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6850592"/>
      </p:ext>
    </p:extLst>
  </p:cSld>
  <p:clrMapOvr>
    <a:masterClrMapping/>
  </p:clrMapOvr>
  <p:transition>
    <p:blinds dir="vert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8E96B0A-2AC5-4DF6-9656-944629674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2531618"/>
      </p:ext>
    </p:extLst>
  </p:cSld>
  <p:clrMapOvr>
    <a:masterClrMapping/>
  </p:clrMapOvr>
  <p:transition>
    <p:blinds dir="vert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363" y="1600200"/>
            <a:ext cx="438785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389437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8D4FEC8-AE83-4642-B3BB-3F8BB0DC84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2949796"/>
      </p:ext>
    </p:extLst>
  </p:cSld>
  <p:clrMapOvr>
    <a:masterClrMapping/>
  </p:clrMapOvr>
  <p:transition>
    <p:blinds dir="vert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9AFF37A-73E1-4D0A-A445-CFAD7EFF9D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9092237"/>
      </p:ext>
    </p:extLst>
  </p:cSld>
  <p:clrMapOvr>
    <a:masterClrMapping/>
  </p:clrMapOvr>
  <p:transition>
    <p:blinds dir="vert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6375C66-44F2-4EC2-92D1-28F87574A8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7992390"/>
      </p:ext>
    </p:extLst>
  </p:cSld>
  <p:clrMapOvr>
    <a:masterClrMapping/>
  </p:clrMapOvr>
  <p:transition>
    <p:blinds dir="vert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2D92982-90BD-40A4-8480-BD99E9E45E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1139899"/>
      </p:ext>
    </p:extLst>
  </p:cSld>
  <p:clrMapOvr>
    <a:masterClrMapping/>
  </p:clrMapOvr>
  <p:transition>
    <p:blinds dir="vert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E7D3165-40E5-4058-A2B1-53115A95E2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4089159"/>
      </p:ext>
    </p:extLst>
  </p:cSld>
  <p:clrMapOvr>
    <a:masterClrMapping/>
  </p:clrMapOvr>
  <p:transition>
    <p:blinds dir="vert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2CCD8F1-5675-4657-B4A5-2D7E047E0F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9748144"/>
      </p:ext>
    </p:extLst>
  </p:cSld>
  <p:clrMapOvr>
    <a:masterClrMapping/>
  </p:clrMapOvr>
  <p:transition>
    <p:blinds dir="vert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9DC9629-8B96-47DA-8A59-FE35B0E9DE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4203577"/>
      </p:ext>
    </p:extLst>
  </p:cSld>
  <p:clrMapOvr>
    <a:masterClrMapping/>
  </p:clrMapOvr>
  <p:transition>
    <p:blinds dir="vert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4988" y="277813"/>
            <a:ext cx="225901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363" y="277813"/>
            <a:ext cx="6626225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FF644F9-DB62-4A21-9209-5A9406B425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8061672"/>
      </p:ext>
    </p:extLst>
  </p:cSld>
  <p:clrMapOvr>
    <a:masterClrMapping/>
  </p:clrMapOvr>
  <p:transition>
    <p:blinds dir="vert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750" y="277813"/>
            <a:ext cx="89852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6363" y="1600200"/>
            <a:ext cx="438785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389437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F10488F-410B-4190-92FC-B2672EA6FB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3729233"/>
      </p:ext>
    </p:extLst>
  </p:cSld>
  <p:clrMapOvr>
    <a:masterClrMapping/>
  </p:clrMapOvr>
  <p:transition>
    <p:blinds dir="vert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0" y="-14288"/>
            <a:ext cx="9155113" cy="6884988"/>
            <a:chOff x="0" y="-9"/>
            <a:chExt cx="5767" cy="4337"/>
          </a:xfrm>
        </p:grpSpPr>
        <p:sp>
          <p:nvSpPr>
            <p:cNvPr id="5" name="Freeform 4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603 h 4320"/>
                <a:gd name="T2" fmla="*/ 1737 w 1737"/>
                <a:gd name="T3" fmla="*/ 4615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603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507 h 4320"/>
                <a:gd name="T2" fmla="*/ 1737 w 1737"/>
                <a:gd name="T3" fmla="*/ 4518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507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2808 h 4420"/>
                <a:gd name="T2" fmla="*/ 1739 w 1739"/>
                <a:gd name="T3" fmla="*/ 2812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2808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040 h 4338"/>
                <a:gd name="T4" fmla="*/ 2080 w 2080"/>
                <a:gd name="T5" fmla="*/ 4040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1" name="Freeform 13"/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2" name="Freeform 14"/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3" name="Freeform 15"/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4" name="Freeform 16"/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5" name="Freeform 17"/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6" name="Rectangle 18"/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7" name="Freeform 20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8" name="Freeform 21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0 h 4420"/>
                <a:gd name="T2" fmla="*/ 1739 w 1739"/>
                <a:gd name="T3" fmla="*/ 0 h 4420"/>
                <a:gd name="T4" fmla="*/ 524 w 1739"/>
                <a:gd name="T5" fmla="*/ 0 h 4420"/>
                <a:gd name="T6" fmla="*/ 0 w 1739"/>
                <a:gd name="T7" fmla="*/ 0 h 4420"/>
                <a:gd name="T8" fmla="*/ 494 w 1739"/>
                <a:gd name="T9" fmla="*/ 0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0" name="Freeform 23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0 h 4338"/>
                <a:gd name="T2" fmla="*/ 1870 w 2080"/>
                <a:gd name="T3" fmla="*/ 0 h 4338"/>
                <a:gd name="T4" fmla="*/ 2080 w 2080"/>
                <a:gd name="T5" fmla="*/ 0 h 4338"/>
                <a:gd name="T6" fmla="*/ 1033 w 2080"/>
                <a:gd name="T7" fmla="*/ 0 h 4338"/>
                <a:gd name="T8" fmla="*/ 0 w 2080"/>
                <a:gd name="T9" fmla="*/ 0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1" name="Rectangle 27"/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2" name="Freeform 28"/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3" name="Freeform 29"/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4" name="Freeform 30"/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5" name="Freeform 31"/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6" name="Freeform 32"/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7" name="Freeform 33"/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8" name="Freeform 34"/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9" name="Freeform 35"/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30" name="Freeform 36"/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31" name="Rectangle 37"/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32" name="Rectangle 45"/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33" name="Rectangle 46"/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pic>
          <p:nvPicPr>
            <p:cNvPr id="34" name="Picture 43" descr="BTZBUL1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230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1676400" y="1905000"/>
            <a:ext cx="7239000" cy="1905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231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676400" y="4572000"/>
            <a:ext cx="6400800" cy="1679575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5" name="Rectangle 40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" name="Rectangle 41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" name="Rectangle 4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C6B8CB7-F7EE-4228-A7A4-B0CE2D63C6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34756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FD9CEB9-9B19-46E1-83E1-33C3286C978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605420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1DBBF61-933C-4272-BA70-1A3E5C0BEC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15565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1524000"/>
            <a:ext cx="4343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343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090674-D4D2-4A5E-B037-3A5D64FFC34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801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FBBB0B2-CCC0-4077-A982-45AA15E167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4011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F588F7B-41EA-40B2-A7C6-EC6361C6CDA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75730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47730BF-B15D-4FCE-A719-57A88415AC5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18972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918160B-048B-4CE6-92D0-288D145AFC3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4092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352208A-7DF8-410B-8CD4-1CD439814A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212432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B4F5B3D-F285-4356-9D64-2A4952BE39A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9553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304800"/>
            <a:ext cx="22098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304800"/>
            <a:ext cx="64770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CD85B78-0399-42F1-9666-60E950BD7C9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005551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7772400" cy="82391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1524000"/>
            <a:ext cx="43434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3434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4B0A749-FF1F-4D5E-B6CA-F069873DBB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05857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0" y="-14288"/>
            <a:ext cx="9155113" cy="6884988"/>
            <a:chOff x="0" y="-9"/>
            <a:chExt cx="5767" cy="4337"/>
          </a:xfrm>
        </p:grpSpPr>
        <p:sp>
          <p:nvSpPr>
            <p:cNvPr id="5" name="Freeform 4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519 h 4320"/>
                <a:gd name="T2" fmla="*/ 1737 w 1737"/>
                <a:gd name="T3" fmla="*/ 4531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519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453 h 4320"/>
                <a:gd name="T2" fmla="*/ 1737 w 1737"/>
                <a:gd name="T3" fmla="*/ 4464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453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3177 h 4420"/>
                <a:gd name="T2" fmla="*/ 1739 w 1739"/>
                <a:gd name="T3" fmla="*/ 3181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3177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118 h 4338"/>
                <a:gd name="T4" fmla="*/ 2080 w 2080"/>
                <a:gd name="T5" fmla="*/ 4118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1" name="Freeform 13"/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2" name="Freeform 14"/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3" name="Freeform 15"/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4" name="Freeform 16"/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5" name="Freeform 17"/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6" name="Rectangle 18"/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7" name="Freeform 20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8" name="Freeform 21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0 h 4420"/>
                <a:gd name="T2" fmla="*/ 1739 w 1739"/>
                <a:gd name="T3" fmla="*/ 0 h 4420"/>
                <a:gd name="T4" fmla="*/ 524 w 1739"/>
                <a:gd name="T5" fmla="*/ 0 h 4420"/>
                <a:gd name="T6" fmla="*/ 0 w 1739"/>
                <a:gd name="T7" fmla="*/ 0 h 4420"/>
                <a:gd name="T8" fmla="*/ 494 w 1739"/>
                <a:gd name="T9" fmla="*/ 0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0" name="Freeform 23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0 h 4338"/>
                <a:gd name="T2" fmla="*/ 1870 w 2080"/>
                <a:gd name="T3" fmla="*/ 0 h 4338"/>
                <a:gd name="T4" fmla="*/ 2080 w 2080"/>
                <a:gd name="T5" fmla="*/ 0 h 4338"/>
                <a:gd name="T6" fmla="*/ 1033 w 2080"/>
                <a:gd name="T7" fmla="*/ 0 h 4338"/>
                <a:gd name="T8" fmla="*/ 0 w 2080"/>
                <a:gd name="T9" fmla="*/ 0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1" name="Rectangle 27"/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2" name="Freeform 28"/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3" name="Freeform 29"/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4" name="Freeform 30"/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5" name="Freeform 31"/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6" name="Freeform 32"/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7" name="Freeform 33"/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8" name="Freeform 34"/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9" name="Freeform 35"/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30" name="Freeform 36"/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31" name="Rectangle 37"/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32" name="Rectangle 45"/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33" name="Rectangle 46"/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pic>
          <p:nvPicPr>
            <p:cNvPr id="34" name="Picture 43" descr="BTZBUL1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230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1676400" y="1905000"/>
            <a:ext cx="7239000" cy="1905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231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676400" y="4572000"/>
            <a:ext cx="6400800" cy="1679575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5" name="Rectangle 40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" name="Rectangle 41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" name="Rectangle 4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57B62-16CD-49B7-8A8E-65590A75C0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45110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2572E-5E07-498F-B901-146F80E597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39667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85BE9F-4C36-4E37-8136-94B6E20B62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46854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1524000"/>
            <a:ext cx="4343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343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AF1B2-E570-4126-AE77-8AF4E37B0C9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09903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936C0-4F6D-46F4-B8FD-D47E9880183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850377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C00842-FD62-481B-A545-E025C7DB2B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287529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4FE22-DCD0-430E-B039-68B7504511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810716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D6AE7-E957-4689-B15C-6F74B8613C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985743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8ABDA-88E3-4634-BD26-C07305B1C2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790731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5A79C4-BA8C-4AB6-B8B8-0508B63A74C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896775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304800"/>
            <a:ext cx="22098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304800"/>
            <a:ext cx="64770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F061F8-3344-4DD9-884C-4B4FFD6F20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387419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7772400" cy="82391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1524000"/>
            <a:ext cx="43434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3434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991879-C55B-490A-AE51-9D60DB82B07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4141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819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19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19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83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0 w 1722"/>
                <a:gd name="T1" fmla="*/ 60 h 66"/>
                <a:gd name="T2" fmla="*/ 1710 w 1722"/>
                <a:gd name="T3" fmla="*/ 54 h 66"/>
                <a:gd name="T4" fmla="*/ 0 w 1722"/>
                <a:gd name="T5" fmla="*/ 0 h 66"/>
                <a:gd name="T6" fmla="*/ 0 w 1722"/>
                <a:gd name="T7" fmla="*/ 42 h 66"/>
                <a:gd name="T8" fmla="*/ 1710 w 1722"/>
                <a:gd name="T9" fmla="*/ 60 h 66"/>
                <a:gd name="T10" fmla="*/ 1710 w 1722"/>
                <a:gd name="T11" fmla="*/ 6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85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9 w 975"/>
                <a:gd name="T1" fmla="*/ 48 h 101"/>
                <a:gd name="T2" fmla="*/ 969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9 w 975"/>
                <a:gd name="T9" fmla="*/ 48 h 101"/>
                <a:gd name="T10" fmla="*/ 969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2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29 w 2141"/>
                <a:gd name="T7" fmla="*/ 0 h 198"/>
                <a:gd name="T8" fmla="*/ 212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88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64 w 2517"/>
                <a:gd name="T1" fmla="*/ 276 h 276"/>
                <a:gd name="T2" fmla="*/ 2499 w 2517"/>
                <a:gd name="T3" fmla="*/ 204 h 276"/>
                <a:gd name="T4" fmla="*/ 2242 w 2517"/>
                <a:gd name="T5" fmla="*/ 0 h 276"/>
                <a:gd name="T6" fmla="*/ 0 w 2517"/>
                <a:gd name="T7" fmla="*/ 276 h 276"/>
                <a:gd name="T8" fmla="*/ 2164 w 2517"/>
                <a:gd name="T9" fmla="*/ 276 h 276"/>
                <a:gd name="T10" fmla="*/ 2164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90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3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3 w 729"/>
                <a:gd name="T7" fmla="*/ 240 h 240"/>
                <a:gd name="T8" fmla="*/ 723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92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3 w 729"/>
                <a:gd name="T1" fmla="*/ 318 h 318"/>
                <a:gd name="T2" fmla="*/ 723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3 w 729"/>
                <a:gd name="T9" fmla="*/ 318 h 318"/>
                <a:gd name="T10" fmla="*/ 723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0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1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96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98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1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1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02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1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05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6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07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3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116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823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23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23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158750" y="277813"/>
            <a:ext cx="898525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23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363" y="1600200"/>
            <a:ext cx="8929687" cy="4530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23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3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3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D774907-9283-45CD-908C-9EAD93422C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544" r:id="rId1"/>
    <p:sldLayoutId id="2147485545" r:id="rId2"/>
    <p:sldLayoutId id="2147485546" r:id="rId3"/>
    <p:sldLayoutId id="2147485547" r:id="rId4"/>
    <p:sldLayoutId id="2147485548" r:id="rId5"/>
    <p:sldLayoutId id="2147485549" r:id="rId6"/>
    <p:sldLayoutId id="2147485550" r:id="rId7"/>
    <p:sldLayoutId id="2147485551" r:id="rId8"/>
    <p:sldLayoutId id="2147485552" r:id="rId9"/>
    <p:sldLayoutId id="2147485553" r:id="rId10"/>
    <p:sldLayoutId id="2147485554" r:id="rId11"/>
    <p:sldLayoutId id="2147485555" r:id="rId12"/>
  </p:sldLayoutIdLst>
  <p:transition>
    <p:blinds dir="vert"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400" b="1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32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0"/>
        </a:spcAft>
        <a:buFont typeface="Times New Roman" panose="02020603050405020304" pitchFamily="18" charset="0"/>
        <a:buChar char="♫"/>
        <a:defRPr sz="28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har char="–"/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819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9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9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31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96 w 1722"/>
                <a:gd name="T1" fmla="*/ 53 h 66"/>
                <a:gd name="T2" fmla="*/ 1696 w 1722"/>
                <a:gd name="T3" fmla="*/ 47 h 66"/>
                <a:gd name="T4" fmla="*/ 0 w 1722"/>
                <a:gd name="T5" fmla="*/ 0 h 66"/>
                <a:gd name="T6" fmla="*/ 0 w 1722"/>
                <a:gd name="T7" fmla="*/ 35 h 66"/>
                <a:gd name="T8" fmla="*/ 1696 w 1722"/>
                <a:gd name="T9" fmla="*/ 53 h 66"/>
                <a:gd name="T10" fmla="*/ 1696 w 1722"/>
                <a:gd name="T11" fmla="*/ 5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19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33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2 w 975"/>
                <a:gd name="T1" fmla="*/ 48 h 101"/>
                <a:gd name="T2" fmla="*/ 962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2 w 975"/>
                <a:gd name="T9" fmla="*/ 48 h 101"/>
                <a:gd name="T10" fmla="*/ 962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5134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15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15 w 2141"/>
                <a:gd name="T7" fmla="*/ 0 h 198"/>
                <a:gd name="T8" fmla="*/ 2115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0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36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43 w 2517"/>
                <a:gd name="T1" fmla="*/ 276 h 276"/>
                <a:gd name="T2" fmla="*/ 2478 w 2517"/>
                <a:gd name="T3" fmla="*/ 204 h 276"/>
                <a:gd name="T4" fmla="*/ 2221 w 2517"/>
                <a:gd name="T5" fmla="*/ 0 h 276"/>
                <a:gd name="T6" fmla="*/ 0 w 2517"/>
                <a:gd name="T7" fmla="*/ 276 h 276"/>
                <a:gd name="T8" fmla="*/ 2143 w 2517"/>
                <a:gd name="T9" fmla="*/ 276 h 276"/>
                <a:gd name="T10" fmla="*/ 2143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0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38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16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16 w 729"/>
                <a:gd name="T7" fmla="*/ 240 h 240"/>
                <a:gd name="T8" fmla="*/ 716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0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40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16 w 729"/>
                <a:gd name="T1" fmla="*/ 318 h 318"/>
                <a:gd name="T2" fmla="*/ 716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16 w 729"/>
                <a:gd name="T9" fmla="*/ 318 h 318"/>
                <a:gd name="T10" fmla="*/ 716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0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0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1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44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1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46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1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1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1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50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1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1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53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99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2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55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2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3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5164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823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23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823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158750" y="277813"/>
            <a:ext cx="898525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23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363" y="1600200"/>
            <a:ext cx="8929687" cy="4530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23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3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3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92B7956-0321-40A4-A84B-C4703D8782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900963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5571" r:id="rId1"/>
    <p:sldLayoutId id="2147485572" r:id="rId2"/>
    <p:sldLayoutId id="2147485573" r:id="rId3"/>
    <p:sldLayoutId id="2147485574" r:id="rId4"/>
    <p:sldLayoutId id="2147485575" r:id="rId5"/>
    <p:sldLayoutId id="2147485576" r:id="rId6"/>
    <p:sldLayoutId id="2147485577" r:id="rId7"/>
    <p:sldLayoutId id="2147485578" r:id="rId8"/>
    <p:sldLayoutId id="2147485579" r:id="rId9"/>
    <p:sldLayoutId id="2147485580" r:id="rId10"/>
    <p:sldLayoutId id="2147485581" r:id="rId11"/>
    <p:sldLayoutId id="2147485582" r:id="rId12"/>
  </p:sldLayoutIdLst>
  <p:transition>
    <p:blinds dir="vert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400" b="1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32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0"/>
        </a:spcAft>
        <a:buFont typeface="Times New Roman" panose="02020603050405020304" pitchFamily="18" charset="0"/>
        <a:buChar char="♫"/>
        <a:defRPr sz="28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har char="–"/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819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9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9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55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96 w 1722"/>
                <a:gd name="T1" fmla="*/ 53 h 66"/>
                <a:gd name="T2" fmla="*/ 1696 w 1722"/>
                <a:gd name="T3" fmla="*/ 47 h 66"/>
                <a:gd name="T4" fmla="*/ 0 w 1722"/>
                <a:gd name="T5" fmla="*/ 0 h 66"/>
                <a:gd name="T6" fmla="*/ 0 w 1722"/>
                <a:gd name="T7" fmla="*/ 35 h 66"/>
                <a:gd name="T8" fmla="*/ 1696 w 1722"/>
                <a:gd name="T9" fmla="*/ 53 h 66"/>
                <a:gd name="T10" fmla="*/ 1696 w 1722"/>
                <a:gd name="T11" fmla="*/ 5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19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57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2 w 975"/>
                <a:gd name="T1" fmla="*/ 48 h 101"/>
                <a:gd name="T2" fmla="*/ 962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2 w 975"/>
                <a:gd name="T9" fmla="*/ 48 h 101"/>
                <a:gd name="T10" fmla="*/ 962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6158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15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15 w 2141"/>
                <a:gd name="T7" fmla="*/ 0 h 198"/>
                <a:gd name="T8" fmla="*/ 2115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0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60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43 w 2517"/>
                <a:gd name="T1" fmla="*/ 276 h 276"/>
                <a:gd name="T2" fmla="*/ 2478 w 2517"/>
                <a:gd name="T3" fmla="*/ 204 h 276"/>
                <a:gd name="T4" fmla="*/ 2221 w 2517"/>
                <a:gd name="T5" fmla="*/ 0 h 276"/>
                <a:gd name="T6" fmla="*/ 0 w 2517"/>
                <a:gd name="T7" fmla="*/ 276 h 276"/>
                <a:gd name="T8" fmla="*/ 2143 w 2517"/>
                <a:gd name="T9" fmla="*/ 276 h 276"/>
                <a:gd name="T10" fmla="*/ 2143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0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62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16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16 w 729"/>
                <a:gd name="T7" fmla="*/ 240 h 240"/>
                <a:gd name="T8" fmla="*/ 716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0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64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16 w 729"/>
                <a:gd name="T1" fmla="*/ 318 h 318"/>
                <a:gd name="T2" fmla="*/ 716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16 w 729"/>
                <a:gd name="T9" fmla="*/ 318 h 318"/>
                <a:gd name="T10" fmla="*/ 716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0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0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1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68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1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70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1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1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1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74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1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1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77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99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2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79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2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3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6188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823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23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823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158750" y="277813"/>
            <a:ext cx="898525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23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363" y="1600200"/>
            <a:ext cx="8929687" cy="4530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23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3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3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9EEAB21-683D-480A-BAA6-89894FB9F0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637499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5584" r:id="rId1"/>
    <p:sldLayoutId id="2147485585" r:id="rId2"/>
    <p:sldLayoutId id="2147485586" r:id="rId3"/>
    <p:sldLayoutId id="2147485587" r:id="rId4"/>
    <p:sldLayoutId id="2147485588" r:id="rId5"/>
    <p:sldLayoutId id="2147485589" r:id="rId6"/>
    <p:sldLayoutId id="2147485590" r:id="rId7"/>
    <p:sldLayoutId id="2147485591" r:id="rId8"/>
    <p:sldLayoutId id="2147485592" r:id="rId9"/>
    <p:sldLayoutId id="2147485593" r:id="rId10"/>
    <p:sldLayoutId id="2147485594" r:id="rId11"/>
    <p:sldLayoutId id="2147485595" r:id="rId12"/>
  </p:sldLayoutIdLst>
  <p:transition>
    <p:blinds dir="vert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400" b="1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32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0"/>
        </a:spcAft>
        <a:buFont typeface="Times New Roman" panose="02020603050405020304" pitchFamily="18" charset="0"/>
        <a:buChar char="♫"/>
        <a:defRPr sz="28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har char="–"/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819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9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9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07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96 w 1722"/>
                <a:gd name="T1" fmla="*/ 53 h 66"/>
                <a:gd name="T2" fmla="*/ 1696 w 1722"/>
                <a:gd name="T3" fmla="*/ 47 h 66"/>
                <a:gd name="T4" fmla="*/ 0 w 1722"/>
                <a:gd name="T5" fmla="*/ 0 h 66"/>
                <a:gd name="T6" fmla="*/ 0 w 1722"/>
                <a:gd name="T7" fmla="*/ 35 h 66"/>
                <a:gd name="T8" fmla="*/ 1696 w 1722"/>
                <a:gd name="T9" fmla="*/ 53 h 66"/>
                <a:gd name="T10" fmla="*/ 1696 w 1722"/>
                <a:gd name="T11" fmla="*/ 5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19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09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2 w 975"/>
                <a:gd name="T1" fmla="*/ 48 h 101"/>
                <a:gd name="T2" fmla="*/ 962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2 w 975"/>
                <a:gd name="T9" fmla="*/ 48 h 101"/>
                <a:gd name="T10" fmla="*/ 962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4110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15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15 w 2141"/>
                <a:gd name="T7" fmla="*/ 0 h 198"/>
                <a:gd name="T8" fmla="*/ 2115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0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12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43 w 2517"/>
                <a:gd name="T1" fmla="*/ 276 h 276"/>
                <a:gd name="T2" fmla="*/ 2478 w 2517"/>
                <a:gd name="T3" fmla="*/ 204 h 276"/>
                <a:gd name="T4" fmla="*/ 2221 w 2517"/>
                <a:gd name="T5" fmla="*/ 0 h 276"/>
                <a:gd name="T6" fmla="*/ 0 w 2517"/>
                <a:gd name="T7" fmla="*/ 276 h 276"/>
                <a:gd name="T8" fmla="*/ 2143 w 2517"/>
                <a:gd name="T9" fmla="*/ 276 h 276"/>
                <a:gd name="T10" fmla="*/ 2143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0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14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16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16 w 729"/>
                <a:gd name="T7" fmla="*/ 240 h 240"/>
                <a:gd name="T8" fmla="*/ 716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16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16 w 729"/>
                <a:gd name="T1" fmla="*/ 318 h 318"/>
                <a:gd name="T2" fmla="*/ 716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16 w 729"/>
                <a:gd name="T9" fmla="*/ 318 h 318"/>
                <a:gd name="T10" fmla="*/ 716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3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0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20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5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22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1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1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26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7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1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29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99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2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31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822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3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0" lang="zh-CN" altLang="en-US" sz="180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4140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823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23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0" lang="zh-CN" altLang="en-US" sz="1800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823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158750" y="277813"/>
            <a:ext cx="898525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23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363" y="1600200"/>
            <a:ext cx="8929687" cy="4530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23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3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3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D0DA8E7-AB98-494D-9D5B-2D68030591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510500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5597" r:id="rId1"/>
    <p:sldLayoutId id="2147485598" r:id="rId2"/>
    <p:sldLayoutId id="2147485599" r:id="rId3"/>
    <p:sldLayoutId id="2147485600" r:id="rId4"/>
    <p:sldLayoutId id="2147485601" r:id="rId5"/>
    <p:sldLayoutId id="2147485602" r:id="rId6"/>
    <p:sldLayoutId id="2147485603" r:id="rId7"/>
    <p:sldLayoutId id="2147485604" r:id="rId8"/>
    <p:sldLayoutId id="2147485605" r:id="rId9"/>
    <p:sldLayoutId id="2147485606" r:id="rId10"/>
    <p:sldLayoutId id="2147485607" r:id="rId11"/>
    <p:sldLayoutId id="2147485608" r:id="rId12"/>
  </p:sldLayoutIdLst>
  <p:transition>
    <p:blinds dir="vert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400" b="1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32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0"/>
        </a:spcAft>
        <a:buFont typeface="Times New Roman" panose="02020603050405020304" pitchFamily="18" charset="0"/>
        <a:buChar char="♫"/>
        <a:defRPr sz="28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har char="–"/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49"/>
          <p:cNvGrpSpPr>
            <a:grpSpLocks/>
          </p:cNvGrpSpPr>
          <p:nvPr/>
        </p:nvGrpSpPr>
        <p:grpSpPr bwMode="auto">
          <a:xfrm>
            <a:off x="0" y="0"/>
            <a:ext cx="9144000" cy="7405688"/>
            <a:chOff x="0" y="-9"/>
            <a:chExt cx="5760" cy="4665"/>
          </a:xfrm>
        </p:grpSpPr>
        <p:sp>
          <p:nvSpPr>
            <p:cNvPr id="9224" name="Freeform 8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603 h 4320"/>
                <a:gd name="T2" fmla="*/ 1737 w 1737"/>
                <a:gd name="T3" fmla="*/ 4615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603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9225" name="Freeform 9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507 h 4320"/>
                <a:gd name="T2" fmla="*/ 1737 w 1737"/>
                <a:gd name="T3" fmla="*/ 4518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507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9226" name="Freeform 10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2808 h 4420"/>
                <a:gd name="T2" fmla="*/ 1739 w 1739"/>
                <a:gd name="T3" fmla="*/ 2812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2808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9227" name="Freeform 11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040 h 4338"/>
                <a:gd name="T4" fmla="*/ 2080 w 2080"/>
                <a:gd name="T5" fmla="*/ 4040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1" name="Freeform 17"/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3" name="Freeform 19"/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4" name="Freeform 20"/>
            <p:cNvSpPr>
              <a:spLocks/>
            </p:cNvSpPr>
            <p:nvPr userDrawn="1"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6" name="Freeform 22"/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7" name="Freeform 23"/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067" name="Rectangle 25"/>
            <p:cNvSpPr>
              <a:spLocks noChangeArrowheads="1"/>
            </p:cNvSpPr>
            <p:nvPr/>
          </p:nvSpPr>
          <p:spPr bwMode="hidden">
            <a:xfrm>
              <a:off x="0" y="3910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9236" name="Freeform 27"/>
            <p:cNvSpPr>
              <a:spLocks/>
            </p:cNvSpPr>
            <p:nvPr/>
          </p:nvSpPr>
          <p:spPr bwMode="hidden">
            <a:xfrm>
              <a:off x="1632" y="3956"/>
              <a:ext cx="1737" cy="382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9237" name="Freeform 28"/>
            <p:cNvSpPr>
              <a:spLocks/>
            </p:cNvSpPr>
            <p:nvPr/>
          </p:nvSpPr>
          <p:spPr bwMode="hidden">
            <a:xfrm>
              <a:off x="0" y="3956"/>
              <a:ext cx="1737" cy="381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9238" name="Freeform 29"/>
            <p:cNvSpPr>
              <a:spLocks/>
            </p:cNvSpPr>
            <p:nvPr/>
          </p:nvSpPr>
          <p:spPr bwMode="hidden">
            <a:xfrm>
              <a:off x="3744" y="3956"/>
              <a:ext cx="1739" cy="382"/>
            </a:xfrm>
            <a:custGeom>
              <a:avLst/>
              <a:gdLst>
                <a:gd name="T0" fmla="*/ 494 w 1739"/>
                <a:gd name="T1" fmla="*/ 0 h 4420"/>
                <a:gd name="T2" fmla="*/ 1739 w 1739"/>
                <a:gd name="T3" fmla="*/ 0 h 4420"/>
                <a:gd name="T4" fmla="*/ 524 w 1739"/>
                <a:gd name="T5" fmla="*/ 0 h 4420"/>
                <a:gd name="T6" fmla="*/ 0 w 1739"/>
                <a:gd name="T7" fmla="*/ 0 h 4420"/>
                <a:gd name="T8" fmla="*/ 494 w 1739"/>
                <a:gd name="T9" fmla="*/ 0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9239" name="Freeform 30"/>
            <p:cNvSpPr>
              <a:spLocks/>
            </p:cNvSpPr>
            <p:nvPr/>
          </p:nvSpPr>
          <p:spPr bwMode="hidden">
            <a:xfrm>
              <a:off x="1920" y="3956"/>
              <a:ext cx="2080" cy="381"/>
            </a:xfrm>
            <a:custGeom>
              <a:avLst/>
              <a:gdLst>
                <a:gd name="T0" fmla="*/ 0 w 2080"/>
                <a:gd name="T1" fmla="*/ 0 h 4338"/>
                <a:gd name="T2" fmla="*/ 1870 w 2080"/>
                <a:gd name="T3" fmla="*/ 0 h 4338"/>
                <a:gd name="T4" fmla="*/ 2080 w 2080"/>
                <a:gd name="T5" fmla="*/ 0 h 4338"/>
                <a:gd name="T6" fmla="*/ 1033 w 2080"/>
                <a:gd name="T7" fmla="*/ 0 h 4338"/>
                <a:gd name="T8" fmla="*/ 0 w 2080"/>
                <a:gd name="T9" fmla="*/ 0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072" name="Rectangle 34"/>
            <p:cNvSpPr>
              <a:spLocks noChangeArrowheads="1"/>
            </p:cNvSpPr>
            <p:nvPr/>
          </p:nvSpPr>
          <p:spPr bwMode="hidden">
            <a:xfrm>
              <a:off x="0" y="3905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059" name="Freeform 35"/>
            <p:cNvSpPr>
              <a:spLocks/>
            </p:cNvSpPr>
            <p:nvPr/>
          </p:nvSpPr>
          <p:spPr bwMode="hidden">
            <a:xfrm>
              <a:off x="2583" y="3918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0" name="Freeform 36"/>
            <p:cNvSpPr>
              <a:spLocks/>
            </p:cNvSpPr>
            <p:nvPr/>
          </p:nvSpPr>
          <p:spPr bwMode="hidden">
            <a:xfrm rot="18897039" flipH="1">
              <a:off x="1486" y="3886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1" name="Freeform 37"/>
            <p:cNvSpPr>
              <a:spLocks/>
            </p:cNvSpPr>
            <p:nvPr/>
          </p:nvSpPr>
          <p:spPr bwMode="hidden">
            <a:xfrm rot="18897039" flipH="1">
              <a:off x="766" y="3886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2" name="Freeform 38"/>
            <p:cNvSpPr>
              <a:spLocks/>
            </p:cNvSpPr>
            <p:nvPr/>
          </p:nvSpPr>
          <p:spPr bwMode="hidden">
            <a:xfrm rot="18897039" flipH="1">
              <a:off x="31" y="3854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3" name="Freeform 39"/>
            <p:cNvSpPr>
              <a:spLocks/>
            </p:cNvSpPr>
            <p:nvPr/>
          </p:nvSpPr>
          <p:spPr bwMode="hidden">
            <a:xfrm flipH="1" flipV="1">
              <a:off x="576" y="3910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4" name="Freeform 40"/>
            <p:cNvSpPr>
              <a:spLocks/>
            </p:cNvSpPr>
            <p:nvPr/>
          </p:nvSpPr>
          <p:spPr bwMode="hidden">
            <a:xfrm flipH="1" flipV="1">
              <a:off x="240" y="3910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5" name="Freeform 41"/>
            <p:cNvSpPr>
              <a:spLocks/>
            </p:cNvSpPr>
            <p:nvPr/>
          </p:nvSpPr>
          <p:spPr bwMode="hidden">
            <a:xfrm flipH="1" flipV="1">
              <a:off x="3036" y="3958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6" name="Freeform 42"/>
            <p:cNvSpPr>
              <a:spLocks/>
            </p:cNvSpPr>
            <p:nvPr/>
          </p:nvSpPr>
          <p:spPr bwMode="hidden">
            <a:xfrm flipH="1" flipV="1">
              <a:off x="3984" y="3910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7" name="Freeform 43"/>
            <p:cNvSpPr>
              <a:spLocks/>
            </p:cNvSpPr>
            <p:nvPr/>
          </p:nvSpPr>
          <p:spPr bwMode="hidden">
            <a:xfrm flipH="1" flipV="1">
              <a:off x="3456" y="3910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8" name="Rectangle 44"/>
            <p:cNvSpPr>
              <a:spLocks noChangeArrowheads="1"/>
            </p:cNvSpPr>
            <p:nvPr/>
          </p:nvSpPr>
          <p:spPr bwMode="hidden">
            <a:xfrm>
              <a:off x="0" y="3931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</p:grp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304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524000"/>
            <a:ext cx="8839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788" y="631348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solidFill>
                  <a:srgbClr val="FFFFFF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1188" y="631348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0188" y="631348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96C6E68-4352-4647-8D56-9B1E250ADF37}" type="slidenum">
              <a:rPr lang="zh-CN" altLang="en-US">
                <a:ea typeface="宋体"/>
              </a:rPr>
              <a:pPr>
                <a:defRPr/>
              </a:pPr>
              <a:t>‹#›</a:t>
            </a:fld>
            <a:endParaRPr lang="en-US" altLang="zh-CN"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19781159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5610" r:id="rId1"/>
    <p:sldLayoutId id="2147485611" r:id="rId2"/>
    <p:sldLayoutId id="2147485612" r:id="rId3"/>
    <p:sldLayoutId id="2147485613" r:id="rId4"/>
    <p:sldLayoutId id="2147485614" r:id="rId5"/>
    <p:sldLayoutId id="2147485615" r:id="rId6"/>
    <p:sldLayoutId id="2147485616" r:id="rId7"/>
    <p:sldLayoutId id="2147485617" r:id="rId8"/>
    <p:sldLayoutId id="2147485618" r:id="rId9"/>
    <p:sldLayoutId id="2147485619" r:id="rId10"/>
    <p:sldLayoutId id="2147485620" r:id="rId11"/>
    <p:sldLayoutId id="2147485621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anose="05000000000000000000" pitchFamily="2" charset="2"/>
        <a:buChar char="v"/>
        <a:defRPr kumimoji="1" sz="3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2800">
          <a:solidFill>
            <a:schemeClr val="tx1"/>
          </a:solidFill>
          <a:latin typeface="Arial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Arial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49"/>
          <p:cNvGrpSpPr>
            <a:grpSpLocks/>
          </p:cNvGrpSpPr>
          <p:nvPr/>
        </p:nvGrpSpPr>
        <p:grpSpPr bwMode="auto">
          <a:xfrm>
            <a:off x="0" y="0"/>
            <a:ext cx="9144000" cy="7405688"/>
            <a:chOff x="0" y="-9"/>
            <a:chExt cx="5760" cy="4665"/>
          </a:xfrm>
        </p:grpSpPr>
        <p:sp>
          <p:nvSpPr>
            <p:cNvPr id="11272" name="Freeform 8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519 h 4320"/>
                <a:gd name="T2" fmla="*/ 1737 w 1737"/>
                <a:gd name="T3" fmla="*/ 4531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519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1273" name="Freeform 9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453 h 4320"/>
                <a:gd name="T2" fmla="*/ 1737 w 1737"/>
                <a:gd name="T3" fmla="*/ 4464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453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1274" name="Freeform 10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3177 h 4420"/>
                <a:gd name="T2" fmla="*/ 1739 w 1739"/>
                <a:gd name="T3" fmla="*/ 3181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3177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1275" name="Freeform 11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118 h 4338"/>
                <a:gd name="T4" fmla="*/ 2080 w 2080"/>
                <a:gd name="T5" fmla="*/ 4118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1" name="Freeform 17"/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3" name="Freeform 19"/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4" name="Freeform 20"/>
            <p:cNvSpPr>
              <a:spLocks/>
            </p:cNvSpPr>
            <p:nvPr userDrawn="1"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6" name="Freeform 22"/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7" name="Freeform 23"/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2" name="Rectangle 25"/>
            <p:cNvSpPr>
              <a:spLocks noChangeArrowheads="1"/>
            </p:cNvSpPr>
            <p:nvPr/>
          </p:nvSpPr>
          <p:spPr bwMode="hidden">
            <a:xfrm>
              <a:off x="0" y="3910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284" name="Freeform 27"/>
            <p:cNvSpPr>
              <a:spLocks/>
            </p:cNvSpPr>
            <p:nvPr/>
          </p:nvSpPr>
          <p:spPr bwMode="hidden">
            <a:xfrm>
              <a:off x="1632" y="3956"/>
              <a:ext cx="1737" cy="382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1285" name="Freeform 28"/>
            <p:cNvSpPr>
              <a:spLocks/>
            </p:cNvSpPr>
            <p:nvPr/>
          </p:nvSpPr>
          <p:spPr bwMode="hidden">
            <a:xfrm>
              <a:off x="0" y="3956"/>
              <a:ext cx="1737" cy="381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1286" name="Freeform 29"/>
            <p:cNvSpPr>
              <a:spLocks/>
            </p:cNvSpPr>
            <p:nvPr/>
          </p:nvSpPr>
          <p:spPr bwMode="hidden">
            <a:xfrm>
              <a:off x="3744" y="3956"/>
              <a:ext cx="1739" cy="382"/>
            </a:xfrm>
            <a:custGeom>
              <a:avLst/>
              <a:gdLst>
                <a:gd name="T0" fmla="*/ 494 w 1739"/>
                <a:gd name="T1" fmla="*/ 0 h 4420"/>
                <a:gd name="T2" fmla="*/ 1739 w 1739"/>
                <a:gd name="T3" fmla="*/ 0 h 4420"/>
                <a:gd name="T4" fmla="*/ 524 w 1739"/>
                <a:gd name="T5" fmla="*/ 0 h 4420"/>
                <a:gd name="T6" fmla="*/ 0 w 1739"/>
                <a:gd name="T7" fmla="*/ 0 h 4420"/>
                <a:gd name="T8" fmla="*/ 494 w 1739"/>
                <a:gd name="T9" fmla="*/ 0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1287" name="Freeform 30"/>
            <p:cNvSpPr>
              <a:spLocks/>
            </p:cNvSpPr>
            <p:nvPr/>
          </p:nvSpPr>
          <p:spPr bwMode="hidden">
            <a:xfrm>
              <a:off x="1920" y="3956"/>
              <a:ext cx="2080" cy="381"/>
            </a:xfrm>
            <a:custGeom>
              <a:avLst/>
              <a:gdLst>
                <a:gd name="T0" fmla="*/ 0 w 2080"/>
                <a:gd name="T1" fmla="*/ 0 h 4338"/>
                <a:gd name="T2" fmla="*/ 1870 w 2080"/>
                <a:gd name="T3" fmla="*/ 0 h 4338"/>
                <a:gd name="T4" fmla="*/ 2080 w 2080"/>
                <a:gd name="T5" fmla="*/ 0 h 4338"/>
                <a:gd name="T6" fmla="*/ 1033 w 2080"/>
                <a:gd name="T7" fmla="*/ 0 h 4338"/>
                <a:gd name="T8" fmla="*/ 0 w 2080"/>
                <a:gd name="T9" fmla="*/ 0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mtClean="0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48" name="Rectangle 34"/>
            <p:cNvSpPr>
              <a:spLocks noChangeArrowheads="1"/>
            </p:cNvSpPr>
            <p:nvPr/>
          </p:nvSpPr>
          <p:spPr bwMode="hidden">
            <a:xfrm>
              <a:off x="0" y="3905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059" name="Freeform 35"/>
            <p:cNvSpPr>
              <a:spLocks/>
            </p:cNvSpPr>
            <p:nvPr/>
          </p:nvSpPr>
          <p:spPr bwMode="hidden">
            <a:xfrm>
              <a:off x="2583" y="3918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0" name="Freeform 36"/>
            <p:cNvSpPr>
              <a:spLocks/>
            </p:cNvSpPr>
            <p:nvPr/>
          </p:nvSpPr>
          <p:spPr bwMode="hidden">
            <a:xfrm rot="18897039" flipH="1">
              <a:off x="1486" y="3886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1" name="Freeform 37"/>
            <p:cNvSpPr>
              <a:spLocks/>
            </p:cNvSpPr>
            <p:nvPr/>
          </p:nvSpPr>
          <p:spPr bwMode="hidden">
            <a:xfrm rot="18897039" flipH="1">
              <a:off x="766" y="3886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2" name="Freeform 38"/>
            <p:cNvSpPr>
              <a:spLocks/>
            </p:cNvSpPr>
            <p:nvPr/>
          </p:nvSpPr>
          <p:spPr bwMode="hidden">
            <a:xfrm rot="18897039" flipH="1">
              <a:off x="31" y="3854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3" name="Freeform 39"/>
            <p:cNvSpPr>
              <a:spLocks/>
            </p:cNvSpPr>
            <p:nvPr/>
          </p:nvSpPr>
          <p:spPr bwMode="hidden">
            <a:xfrm flipH="1" flipV="1">
              <a:off x="576" y="3910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4" name="Freeform 40"/>
            <p:cNvSpPr>
              <a:spLocks/>
            </p:cNvSpPr>
            <p:nvPr/>
          </p:nvSpPr>
          <p:spPr bwMode="hidden">
            <a:xfrm flipH="1" flipV="1">
              <a:off x="240" y="3910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5" name="Freeform 41"/>
            <p:cNvSpPr>
              <a:spLocks/>
            </p:cNvSpPr>
            <p:nvPr/>
          </p:nvSpPr>
          <p:spPr bwMode="hidden">
            <a:xfrm flipH="1" flipV="1">
              <a:off x="3036" y="3958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6" name="Freeform 42"/>
            <p:cNvSpPr>
              <a:spLocks/>
            </p:cNvSpPr>
            <p:nvPr/>
          </p:nvSpPr>
          <p:spPr bwMode="hidden">
            <a:xfrm flipH="1" flipV="1">
              <a:off x="3984" y="3910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7" name="Freeform 43"/>
            <p:cNvSpPr>
              <a:spLocks/>
            </p:cNvSpPr>
            <p:nvPr/>
          </p:nvSpPr>
          <p:spPr bwMode="hidden">
            <a:xfrm flipH="1" flipV="1">
              <a:off x="3456" y="3910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  <p:sp>
          <p:nvSpPr>
            <p:cNvPr id="1068" name="Rectangle 44"/>
            <p:cNvSpPr>
              <a:spLocks noChangeArrowheads="1"/>
            </p:cNvSpPr>
            <p:nvPr/>
          </p:nvSpPr>
          <p:spPr bwMode="hidden">
            <a:xfrm>
              <a:off x="0" y="3931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Times New Roman"/>
                <a:ea typeface="宋体"/>
              </a:endParaRPr>
            </a:p>
          </p:txBody>
        </p:sp>
      </p:grp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304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524000"/>
            <a:ext cx="8839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788" y="631348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solidFill>
                  <a:srgbClr val="FFFFFF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1188" y="631348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0188" y="631348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B1D6F2A-F71F-4D50-89A7-00280CF53D5F}" type="slidenum">
              <a:rPr lang="zh-CN" altLang="en-US">
                <a:ea typeface="宋体"/>
              </a:rPr>
              <a:pPr>
                <a:defRPr/>
              </a:pPr>
              <a:t>‹#›</a:t>
            </a:fld>
            <a:endParaRPr lang="en-US" altLang="zh-CN"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2564076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5623" r:id="rId1"/>
    <p:sldLayoutId id="2147485624" r:id="rId2"/>
    <p:sldLayoutId id="2147485625" r:id="rId3"/>
    <p:sldLayoutId id="2147485626" r:id="rId4"/>
    <p:sldLayoutId id="2147485627" r:id="rId5"/>
    <p:sldLayoutId id="2147485628" r:id="rId6"/>
    <p:sldLayoutId id="2147485629" r:id="rId7"/>
    <p:sldLayoutId id="2147485630" r:id="rId8"/>
    <p:sldLayoutId id="2147485631" r:id="rId9"/>
    <p:sldLayoutId id="2147485632" r:id="rId10"/>
    <p:sldLayoutId id="2147485633" r:id="rId11"/>
    <p:sldLayoutId id="214748563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anose="05000000000000000000" pitchFamily="2" charset="2"/>
        <a:buChar char="v"/>
        <a:defRPr kumimoji="1" sz="3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2800">
          <a:solidFill>
            <a:schemeClr val="tx1"/>
          </a:solidFill>
          <a:latin typeface="Arial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Arial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913" y="985838"/>
            <a:ext cx="8497887" cy="5257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A={a,{a}}</a:t>
            </a:r>
            <a:r>
              <a:rPr lang="zh-CN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，下列哪个不正确（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 smtClean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(A)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{a}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ρ(A);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(B)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{a}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ρ(A);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(C)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{{a}}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ρ(A);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(D)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{{a}} 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ρ(A);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、（判断题）对于任意的集合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B，A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不可能既是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中的元素又是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的子集。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US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、设集合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A={a,{a}, }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，求幂集合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(A) 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、在什么条件下，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A×B= 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成立？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3FDA7C-82B8-4A34-8AFA-6EFFF59AC651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0"/>
            <a:ext cx="822325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第</a:t>
            </a:r>
            <a:r>
              <a:rPr lang="en-US" altLang="zh-CN" sz="3600" dirty="0" smtClean="0">
                <a:solidFill>
                  <a:srgbClr val="FFC000"/>
                </a:solidFill>
                <a:effectLst/>
              </a:rPr>
              <a:t>1</a:t>
            </a: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次作业</a:t>
            </a:r>
            <a:endParaRPr lang="zh-CN" altLang="en-US" sz="3600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2" y="839675"/>
            <a:ext cx="8715375" cy="5257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A={a,{a}}</a:t>
            </a:r>
            <a:r>
              <a:rPr lang="zh-CN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，下列哪个不正确（</a:t>
            </a:r>
            <a:r>
              <a:rPr lang="en-US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300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r>
              <a:rPr lang="en-US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sz="3300" dirty="0" smtClean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(A)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{a}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ρ(A);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(B)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{a}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ρ(A);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(C)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{{a}}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ρ(A);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(D)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{{a}} 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ρ(A);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3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l-GR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解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l-GR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ρ</a:t>
            </a:r>
            <a:r>
              <a:rPr lang="zh-CN" altLang="el-GR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={∅,{a}, {{a}}, {a,{a}}}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(A)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{a}∈{∅,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{a}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{{a}}, {a,{a}}}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√</a:t>
            </a:r>
            <a:r>
              <a:rPr lang="zh-CN" altLang="zh-CN" sz="3300" dirty="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3300" dirty="0" smtClean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(B)</a:t>
            </a:r>
            <a:r>
              <a:rPr lang="zh-CN" altLang="en-US" sz="3300" dirty="0" smtClean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{a}{∅,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{a}, {{a}}, {a,{a}}} ×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(C)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{{a}}∈{∅,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{a}, </a:t>
            </a:r>
            <a:r>
              <a:rPr lang="en-US" altLang="zh-CN" sz="3300" dirty="0" smtClean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{{a}}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{a,{a}}}√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(D)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{{a}}{∅,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300" dirty="0" smtClean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{a}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{{a}}, {a,{a}}}√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3730DA-5920-48A7-8AEE-327159E20D0C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0"/>
            <a:ext cx="822325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第</a:t>
            </a:r>
            <a:r>
              <a:rPr lang="en-US" altLang="zh-CN" sz="3600" dirty="0" smtClean="0">
                <a:solidFill>
                  <a:srgbClr val="FFC000"/>
                </a:solidFill>
                <a:effectLst/>
              </a:rPr>
              <a:t>1</a:t>
            </a: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次作业</a:t>
            </a:r>
            <a:endParaRPr lang="zh-CN" altLang="en-US" sz="3600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7" y="908720"/>
            <a:ext cx="8353425" cy="547052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、（判断题）对于任意的集合</a:t>
            </a:r>
            <a:r>
              <a:rPr lang="zh-CN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zh-CN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B，A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不可能既是</a:t>
            </a:r>
            <a:r>
              <a:rPr lang="zh-CN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中的元素又是</a:t>
            </a:r>
            <a:r>
              <a:rPr lang="zh-CN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的子集。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判断题直接写对或错即可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3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解：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×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3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举反例即可。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A={1}, B={1,{1}}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3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此时 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A∈B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AB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91A5FF-AA59-4523-A094-AB9DE9005691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0"/>
            <a:ext cx="822325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第</a:t>
            </a:r>
            <a:r>
              <a:rPr lang="en-US" altLang="zh-CN" sz="3600" dirty="0" smtClean="0">
                <a:solidFill>
                  <a:srgbClr val="FFC000"/>
                </a:solidFill>
                <a:effectLst/>
              </a:rPr>
              <a:t>1</a:t>
            </a: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次作业</a:t>
            </a:r>
            <a:endParaRPr lang="zh-CN" altLang="en-US" sz="3600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82563" y="1228725"/>
            <a:ext cx="8929687" cy="453072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、设集合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A={a,{a}, }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，求幂集合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(A) 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3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解：</a:t>
            </a:r>
            <a:endParaRPr lang="en-US" altLang="zh-CN" sz="3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(A)={, {a}, {{a}}, {}, {a, {a}}, {a, }, {{a}, }, {a, {a}, }}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sz="3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、在什么条件下，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A×B= 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成立？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解：</a:t>
            </a:r>
            <a:r>
              <a:rPr lang="zh-CN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zh-CN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至少有一个为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sz="3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DC814D-4011-4025-AF21-38C579494D6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0"/>
            <a:ext cx="822325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第</a:t>
            </a:r>
            <a:r>
              <a:rPr lang="en-US" altLang="zh-CN" sz="3600" dirty="0" smtClean="0">
                <a:solidFill>
                  <a:srgbClr val="FFC000"/>
                </a:solidFill>
                <a:effectLst/>
              </a:rPr>
              <a:t>1</a:t>
            </a: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次作业</a:t>
            </a:r>
            <a:endParaRPr lang="zh-CN" altLang="en-US" sz="3600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9D41272-5F0E-4FC8-87EC-4C5E96EAAB8A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5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0"/>
            <a:ext cx="822325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第</a:t>
            </a:r>
            <a:r>
              <a:rPr lang="en-US" altLang="zh-CN" sz="3600" dirty="0" smtClean="0">
                <a:solidFill>
                  <a:srgbClr val="FFC000"/>
                </a:solidFill>
                <a:effectLst/>
              </a:rPr>
              <a:t>2</a:t>
            </a: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次作业</a:t>
            </a:r>
            <a:endParaRPr lang="zh-CN" altLang="en-US" sz="3600" dirty="0" smtClean="0">
              <a:solidFill>
                <a:srgbClr val="FFC00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7500" y="760413"/>
            <a:ext cx="8208963" cy="5483225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、（判断题）如果</a:t>
            </a:r>
            <a:r>
              <a:rPr lang="zh-CN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是集合</a:t>
            </a:r>
            <a:r>
              <a:rPr lang="zh-CN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上的等价关系，则</a:t>
            </a:r>
            <a:r>
              <a:rPr lang="zh-CN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3300" baseline="300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也是集合</a:t>
            </a:r>
            <a:r>
              <a:rPr lang="zh-CN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上的等价关系。（</a:t>
            </a:r>
            <a:r>
              <a:rPr lang="zh-CN" altLang="en-US" sz="3300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</a:t>
            </a:r>
            <a:r>
              <a:rPr lang="zh-CN" altLang="en-US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判断题或简答题直接写结论即可，若是证明题则需要证明）</a:t>
            </a:r>
            <a:endParaRPr lang="en-US" altLang="zh-CN" sz="3300" dirty="0" smtClean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方法一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&gt;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因为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是等价关系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所以</a:t>
            </a:r>
            <a:r>
              <a:rPr lang="en-US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有对称性，即有</a:t>
            </a:r>
            <a:r>
              <a:rPr lang="zh-CN" altLang="zh-CN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R=R</a:t>
            </a:r>
            <a:r>
              <a:rPr lang="en-US" altLang="zh-CN" sz="33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zh-CN" sz="33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，因此</a:t>
            </a:r>
            <a:r>
              <a:rPr lang="zh-CN" altLang="zh-CN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3300" baseline="300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33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是等价关系。</a:t>
            </a:r>
            <a:endParaRPr lang="en-US" altLang="zh-CN" sz="3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US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6649900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8566" y="785360"/>
            <a:ext cx="8785225" cy="5915478"/>
          </a:xfrm>
        </p:spPr>
        <p:txBody>
          <a:bodyPr/>
          <a:lstStyle/>
          <a:p>
            <a:pPr marL="0" lvl="0" indent="0" eaLnBrk="1" hangingPunct="1">
              <a:buClr>
                <a:srgbClr val="FFFFFF"/>
              </a:buClr>
              <a:buNone/>
              <a:defRPr/>
            </a:pPr>
            <a:r>
              <a:rPr lang="en-US" altLang="zh-CN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、（判断题）如果</a:t>
            </a:r>
            <a:r>
              <a:rPr lang="zh-CN" altLang="zh-CN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是集合</a:t>
            </a:r>
            <a:r>
              <a:rPr lang="zh-CN" altLang="zh-CN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上的等价关系，则</a:t>
            </a:r>
            <a:r>
              <a:rPr lang="zh-CN" altLang="zh-CN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3000" baseline="30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也是集合</a:t>
            </a:r>
            <a:r>
              <a:rPr lang="zh-CN" altLang="zh-CN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上的等价关系。（</a:t>
            </a:r>
            <a:r>
              <a:rPr lang="zh-CN" altLang="en-US" sz="30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</a:t>
            </a:r>
            <a:r>
              <a:rPr lang="zh-CN" altLang="en-US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3000" dirty="0">
              <a:solidFill>
                <a:srgbClr val="FFFF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3000" dirty="0" smtClean="0"/>
              <a:t>&lt;</a:t>
            </a:r>
            <a:r>
              <a:rPr lang="zh-CN" altLang="en-US" sz="3000" dirty="0" smtClean="0"/>
              <a:t>方法二</a:t>
            </a:r>
            <a:r>
              <a:rPr lang="en-US" altLang="zh-CN" sz="3000" dirty="0" smtClean="0"/>
              <a:t>&gt;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/>
              <a:t>证明：</a:t>
            </a:r>
            <a:endParaRPr lang="en-US" altLang="zh-CN" sz="3000" dirty="0" smtClean="0"/>
          </a:p>
          <a:p>
            <a:pPr marL="514350" indent="-514350" algn="just">
              <a:spcAft>
                <a:spcPts val="0"/>
              </a:spcAft>
              <a:buFont typeface="Wingdings" panose="05000000000000000000" pitchFamily="2" charset="2"/>
              <a:buAutoNum type="arabicParenR"/>
              <a:defRPr/>
            </a:pPr>
            <a:r>
              <a:rPr lang="zh-CN" altLang="en-US" sz="3000" dirty="0" smtClean="0"/>
              <a:t>自反性：已知</a:t>
            </a:r>
            <a:r>
              <a:rPr lang="en-US" altLang="zh-CN" sz="3000" dirty="0" smtClean="0"/>
              <a:t>R</a:t>
            </a:r>
            <a:r>
              <a:rPr lang="zh-CN" altLang="en-US" sz="3000" dirty="0" smtClean="0"/>
              <a:t>具有自反性，则</a:t>
            </a:r>
            <a:r>
              <a:rPr lang="en-US" altLang="zh-CN" sz="3000" kern="100" dirty="0" smtClean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3000" kern="100" baseline="30000" dirty="0" smtClean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3000" dirty="0" smtClean="0"/>
              <a:t>具有自反性</a:t>
            </a:r>
            <a:endParaRPr lang="en-US" altLang="zh-CN" sz="3000" dirty="0" smtClean="0"/>
          </a:p>
          <a:p>
            <a:pPr marL="514350" indent="-514350" algn="just">
              <a:spcAft>
                <a:spcPts val="0"/>
              </a:spcAft>
              <a:buFont typeface="Wingdings" panose="05000000000000000000" pitchFamily="2" charset="2"/>
              <a:buAutoNum type="arabicParenR"/>
              <a:defRPr/>
            </a:pPr>
            <a:r>
              <a:rPr lang="zh-CN" altLang="en-US" sz="3000" dirty="0" smtClean="0"/>
              <a:t>对称性：若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x,y</a:t>
            </a:r>
            <a:r>
              <a:rPr lang="en-US" altLang="zh-CN" sz="3000" dirty="0" smtClean="0"/>
              <a:t>)</a:t>
            </a:r>
            <a:r>
              <a:rPr kumimoji="1" lang="en-US" altLang="zh-CN" sz="3000" kern="0" dirty="0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 </a:t>
            </a:r>
            <a:r>
              <a:rPr lang="en-US" altLang="zh-CN" sz="3000" kern="100" dirty="0" smtClean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3000" kern="100" baseline="30000" dirty="0" smtClean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y,x</a:t>
            </a:r>
            <a:r>
              <a:rPr lang="en-US" altLang="zh-CN" sz="3000" dirty="0" smtClean="0"/>
              <a:t>)</a:t>
            </a:r>
            <a:r>
              <a:rPr kumimoji="1" lang="en-US" altLang="zh-CN" sz="3000" kern="0" dirty="0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 R ,R</a:t>
            </a:r>
            <a:r>
              <a:rPr kumimoji="1" lang="zh-CN" altLang="en-US" sz="3000" kern="0" dirty="0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具有对称性，知 </a:t>
            </a:r>
            <a:r>
              <a:rPr kumimoji="1" lang="en-US" altLang="zh-CN" sz="3000" kern="0" dirty="0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(</a:t>
            </a:r>
            <a:r>
              <a:rPr kumimoji="1" lang="en-US" altLang="zh-CN" sz="3000" kern="0" dirty="0" err="1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x,y</a:t>
            </a:r>
            <a:r>
              <a:rPr kumimoji="1" lang="en-US" altLang="zh-CN" sz="3000" kern="0" dirty="0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)</a:t>
            </a:r>
            <a:r>
              <a:rPr kumimoji="1" lang="en-US" altLang="zh-CN" sz="3000" kern="0" dirty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 </a:t>
            </a:r>
            <a:r>
              <a:rPr kumimoji="1" lang="en-US" altLang="zh-CN" sz="3000" kern="0" dirty="0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R , </a:t>
            </a:r>
            <a:r>
              <a:rPr kumimoji="1" lang="zh-CN" altLang="en-US" sz="3000" kern="0" dirty="0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因此，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y,x</a:t>
            </a:r>
            <a:r>
              <a:rPr lang="en-US" altLang="zh-CN" sz="3000" dirty="0" smtClean="0"/>
              <a:t>)</a:t>
            </a:r>
            <a:r>
              <a:rPr kumimoji="1" lang="en-US" altLang="zh-CN" sz="3000" kern="0" dirty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 </a:t>
            </a:r>
            <a:r>
              <a:rPr lang="en-US" altLang="zh-CN" sz="3000" kern="100" dirty="0" smtClean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3000" kern="100" baseline="30000" dirty="0" smtClean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3000" dirty="0" smtClean="0"/>
              <a:t>。</a:t>
            </a:r>
            <a:endParaRPr lang="en-US" altLang="zh-CN" sz="3000" dirty="0" smtClean="0"/>
          </a:p>
          <a:p>
            <a:pPr marL="514350" indent="-514350" algn="just">
              <a:spcAft>
                <a:spcPts val="0"/>
              </a:spcAft>
              <a:buClr>
                <a:srgbClr val="FFFFFF"/>
              </a:buClr>
              <a:buFont typeface="Wingdings" panose="05000000000000000000" pitchFamily="2" charset="2"/>
              <a:buAutoNum type="arabicParenR"/>
              <a:defRPr/>
            </a:pPr>
            <a:r>
              <a:rPr lang="zh-CN" altLang="en-US" sz="3000" dirty="0" smtClean="0"/>
              <a:t>传递性：若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x,y</a:t>
            </a:r>
            <a:r>
              <a:rPr lang="en-US" altLang="zh-CN" sz="3000" dirty="0" smtClean="0"/>
              <a:t>)</a:t>
            </a:r>
            <a:r>
              <a:rPr kumimoji="1" lang="en-US" altLang="zh-CN" sz="3000" kern="0" dirty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 </a:t>
            </a:r>
            <a:r>
              <a:rPr lang="en-US" altLang="zh-CN" sz="3000" kern="100" dirty="0" smtClean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3000" kern="100" baseline="30000" dirty="0" smtClean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3000" dirty="0" smtClean="0"/>
              <a:t>，</a:t>
            </a:r>
            <a:r>
              <a:rPr lang="zh-CN" altLang="en-US" sz="3000" dirty="0" smtClean="0">
                <a:solidFill>
                  <a:srgbClr val="FFFFFF"/>
                </a:solidFill>
              </a:rPr>
              <a:t> </a:t>
            </a:r>
            <a:r>
              <a:rPr lang="en-US" altLang="zh-CN" sz="3000" dirty="0" smtClean="0">
                <a:solidFill>
                  <a:srgbClr val="FFFFFF"/>
                </a:solidFill>
              </a:rPr>
              <a:t>(y, z)</a:t>
            </a:r>
            <a:r>
              <a:rPr kumimoji="1" lang="en-US" altLang="zh-CN" sz="3000" kern="0" dirty="0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kumimoji="1" lang="en-US" altLang="zh-CN" sz="3000" kern="0" dirty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</a:t>
            </a:r>
            <a:r>
              <a:rPr lang="en-US" altLang="zh-CN" sz="3000" kern="1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3000" kern="100" baseline="300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3000" dirty="0" smtClean="0">
                <a:solidFill>
                  <a:srgbClr val="FFFFFF"/>
                </a:solidFill>
              </a:rPr>
              <a:t>，则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y,x</a:t>
            </a:r>
            <a:r>
              <a:rPr lang="en-US" altLang="zh-CN" sz="3000" dirty="0" smtClean="0"/>
              <a:t>)</a:t>
            </a:r>
            <a:r>
              <a:rPr kumimoji="1" lang="en-US" altLang="zh-CN" sz="3000" kern="0" dirty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 R </a:t>
            </a:r>
            <a:r>
              <a:rPr kumimoji="1" lang="en-US" altLang="zh-CN" sz="3000" kern="0" dirty="0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,</a:t>
            </a:r>
            <a:r>
              <a:rPr lang="en-US" altLang="zh-CN" sz="3000" dirty="0">
                <a:solidFill>
                  <a:srgbClr val="FFFFFF"/>
                </a:solidFill>
              </a:rPr>
              <a:t> </a:t>
            </a:r>
            <a:r>
              <a:rPr lang="en-US" altLang="zh-CN" sz="3000" dirty="0" smtClean="0">
                <a:solidFill>
                  <a:srgbClr val="FFFFFF"/>
                </a:solidFill>
              </a:rPr>
              <a:t>(z, y)</a:t>
            </a:r>
            <a:r>
              <a:rPr kumimoji="1" lang="en-US" altLang="zh-CN" sz="3000" kern="0" dirty="0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kumimoji="1" lang="en-US" altLang="zh-CN" sz="3000" kern="0" dirty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R </a:t>
            </a:r>
            <a:r>
              <a:rPr kumimoji="1" lang="en-US" altLang="zh-CN" sz="3000" kern="0" dirty="0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,</a:t>
            </a:r>
            <a:r>
              <a:rPr lang="zh-CN" altLang="en-US" sz="3000" dirty="0" smtClean="0">
                <a:solidFill>
                  <a:srgbClr val="FFFFFF"/>
                </a:solidFill>
              </a:rPr>
              <a:t>由</a:t>
            </a:r>
            <a:r>
              <a:rPr lang="en-US" altLang="zh-CN" sz="3000" dirty="0" smtClean="0">
                <a:solidFill>
                  <a:srgbClr val="FFFFFF"/>
                </a:solidFill>
              </a:rPr>
              <a:t>R</a:t>
            </a:r>
            <a:r>
              <a:rPr lang="zh-CN" altLang="en-US" sz="3000" dirty="0" smtClean="0">
                <a:solidFill>
                  <a:srgbClr val="FFFFFF"/>
                </a:solidFill>
              </a:rPr>
              <a:t>具有传递性</a:t>
            </a:r>
            <a:r>
              <a:rPr lang="en-US" altLang="zh-CN" sz="3000" dirty="0" smtClean="0">
                <a:solidFill>
                  <a:srgbClr val="FFFFFF"/>
                </a:solidFill>
              </a:rPr>
              <a:t>, </a:t>
            </a:r>
            <a:r>
              <a:rPr lang="zh-CN" altLang="en-US" sz="3000" dirty="0" smtClean="0">
                <a:solidFill>
                  <a:srgbClr val="FFFFFF"/>
                </a:solidFill>
              </a:rPr>
              <a:t>知</a:t>
            </a:r>
            <a:r>
              <a:rPr lang="en-US" altLang="zh-CN" sz="3000" dirty="0" smtClean="0">
                <a:solidFill>
                  <a:srgbClr val="FFFFFF"/>
                </a:solidFill>
              </a:rPr>
              <a:t>(</a:t>
            </a:r>
            <a:r>
              <a:rPr lang="en-US" altLang="zh-CN" sz="3000" dirty="0" err="1" smtClean="0">
                <a:solidFill>
                  <a:srgbClr val="FFFFFF"/>
                </a:solidFill>
              </a:rPr>
              <a:t>z,x</a:t>
            </a:r>
            <a:r>
              <a:rPr lang="en-US" altLang="zh-CN" sz="3000" dirty="0" smtClean="0">
                <a:solidFill>
                  <a:srgbClr val="FFFFFF"/>
                </a:solidFill>
              </a:rPr>
              <a:t>)</a:t>
            </a:r>
            <a:r>
              <a:rPr kumimoji="1" lang="en-US" altLang="zh-CN" sz="3000" kern="0" dirty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 R .</a:t>
            </a:r>
            <a:endParaRPr kumimoji="1" lang="en-US" altLang="zh-CN" sz="3000" kern="0" dirty="0" smtClean="0">
              <a:solidFill>
                <a:srgbClr val="FFFFFF"/>
              </a:solidFill>
              <a:effectLst/>
              <a:latin typeface="Times New Roman"/>
              <a:ea typeface="宋体"/>
              <a:sym typeface="Symbol" panose="05050102010706020507" pitchFamily="18" charset="2"/>
            </a:endParaRPr>
          </a:p>
          <a:p>
            <a:pPr marL="0" indent="0" algn="just">
              <a:spcAft>
                <a:spcPts val="0"/>
              </a:spcAft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kumimoji="1" lang="en-US" altLang="zh-CN" sz="3000" kern="0" dirty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kumimoji="1" lang="en-US" altLang="zh-CN" sz="3000" kern="0" dirty="0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   </a:t>
            </a:r>
            <a:r>
              <a:rPr kumimoji="1" lang="zh-CN" altLang="en-US" sz="3000" kern="0" dirty="0" smtClean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因此</a:t>
            </a:r>
            <a:r>
              <a:rPr lang="en-US" altLang="zh-CN" sz="3000" dirty="0" smtClean="0">
                <a:solidFill>
                  <a:srgbClr val="FFFFFF"/>
                </a:solidFill>
              </a:rPr>
              <a:t> (x, </a:t>
            </a:r>
            <a:r>
              <a:rPr lang="en-US" altLang="zh-CN" sz="3000" dirty="0">
                <a:solidFill>
                  <a:srgbClr val="FFFFFF"/>
                </a:solidFill>
              </a:rPr>
              <a:t>z)</a:t>
            </a:r>
            <a:r>
              <a:rPr kumimoji="1" lang="en-US" altLang="zh-CN" sz="3000" kern="0" dirty="0">
                <a:solidFill>
                  <a:srgbClr val="FFFFFF"/>
                </a:solidFill>
                <a:effectLst/>
                <a:latin typeface="Times New Roman"/>
                <a:ea typeface="宋体"/>
                <a:sym typeface="Symbol" panose="05050102010706020507" pitchFamily="18" charset="2"/>
              </a:rPr>
              <a:t> </a:t>
            </a:r>
            <a:r>
              <a:rPr lang="en-US" altLang="zh-CN" sz="3000" kern="100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3000" kern="100" baseline="30000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3000" dirty="0" smtClean="0"/>
              <a:t>。</a:t>
            </a:r>
            <a:endParaRPr lang="en-US" altLang="zh-CN" sz="3000" dirty="0" smtClean="0"/>
          </a:p>
          <a:p>
            <a:pPr marL="0" indent="0" algn="just">
              <a:spcAft>
                <a:spcPts val="0"/>
              </a:spcAft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FFFFFF"/>
                </a:solidFill>
              </a:rPr>
              <a:t>综</a:t>
            </a:r>
            <a:r>
              <a:rPr lang="zh-CN" altLang="en-US" sz="3000" dirty="0" smtClean="0">
                <a:solidFill>
                  <a:srgbClr val="FFFFFF"/>
                </a:solidFill>
              </a:rPr>
              <a:t>上，</a:t>
            </a:r>
            <a:r>
              <a:rPr lang="zh-CN" altLang="zh-CN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</a:t>
            </a:r>
            <a:r>
              <a:rPr lang="zh-CN" altLang="zh-CN" sz="3000" baseline="30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3000" baseline="3000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00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zh-CN" altLang="zh-CN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0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</a:t>
            </a:r>
            <a:r>
              <a:rPr lang="zh-CN" altLang="en-US" sz="300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等价关系。</a:t>
            </a:r>
            <a:endParaRPr lang="en-US" altLang="zh-CN" sz="3000" dirty="0">
              <a:solidFill>
                <a:srgbClr val="FFFFFF"/>
              </a:solidFill>
            </a:endParaRPr>
          </a:p>
          <a:p>
            <a:pPr marL="0" indent="0" algn="just">
              <a:spcAft>
                <a:spcPts val="0"/>
              </a:spcAft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endParaRPr lang="zh-CN" altLang="zh-CN" sz="2000" kern="100" dirty="0">
              <a:solidFill>
                <a:srgbClr val="FFFFFF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 algn="just">
              <a:spcAft>
                <a:spcPts val="0"/>
              </a:spcAft>
              <a:buFont typeface="Wingdings" panose="05000000000000000000" pitchFamily="2" charset="2"/>
              <a:buAutoNum type="arabicParenR"/>
              <a:defRPr/>
            </a:pPr>
            <a:endParaRPr lang="en-US" altLang="zh-CN" dirty="0" smtClean="0"/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zh-CN" sz="2000" kern="100" dirty="0" smtClean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A3569B-DA65-4704-BD8E-A1F813B29369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0"/>
            <a:ext cx="822325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第</a:t>
            </a:r>
            <a:r>
              <a:rPr lang="en-US" altLang="zh-CN" sz="3600" dirty="0" smtClean="0">
                <a:solidFill>
                  <a:srgbClr val="FFC000"/>
                </a:solidFill>
                <a:effectLst/>
              </a:rPr>
              <a:t>2</a:t>
            </a: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次作业</a:t>
            </a:r>
            <a:endParaRPr lang="zh-CN" altLang="en-US" sz="3600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60097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0087" y="908720"/>
            <a:ext cx="8362950" cy="4530725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2.</a:t>
            </a:r>
            <a:r>
              <a:rPr lang="zh-CN" altLang="en-US" sz="33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33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R</a:t>
            </a:r>
            <a:r>
              <a:rPr lang="zh-CN" altLang="zh-CN" sz="33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是集合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上的等价关系，问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33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R</a:t>
            </a:r>
            <a:r>
              <a:rPr lang="zh-CN" altLang="zh-CN" sz="33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是否为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上的等价关系？ </a:t>
            </a:r>
            <a:endParaRPr lang="en-US" altLang="zh-CN" sz="33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解</a:t>
            </a:r>
            <a:r>
              <a:rPr lang="zh-CN" altLang="en-US" sz="3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zh-CN" altLang="en-US" sz="33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不是（不一定），</a:t>
            </a:r>
            <a:r>
              <a:rPr lang="zh-CN" altLang="en-US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反例：</a:t>
            </a:r>
            <a:r>
              <a:rPr lang="zh-CN" altLang="zh-CN" sz="3300" dirty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A={1</a:t>
            </a:r>
            <a:r>
              <a:rPr lang="en-US" altLang="zh-CN" sz="3300" dirty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zh-CN" sz="3300" dirty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2,3} </a:t>
            </a:r>
          </a:p>
          <a:p>
            <a:pPr marL="0" indent="0" eaLnBrk="1" hangingPunct="1">
              <a:lnSpc>
                <a:spcPct val="12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zh-CN" altLang="zh-CN" sz="33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33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=I</a:t>
            </a:r>
            <a:r>
              <a:rPr lang="zh-CN" altLang="zh-CN" sz="33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∪{</a:t>
            </a:r>
            <a:r>
              <a:rPr lang="en-US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(1,2),(2,1)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en-US" altLang="zh-CN" sz="3300" dirty="0" smtClean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zh-CN" altLang="zh-CN" sz="33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33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 I</a:t>
            </a:r>
            <a:r>
              <a:rPr lang="zh-CN" altLang="zh-CN" sz="33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∪{</a:t>
            </a:r>
            <a:r>
              <a:rPr lang="en-US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(1,3),(3,1)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  <a:p>
            <a:pPr marL="0" indent="0" eaLnBrk="1" hangingPunct="1">
              <a:lnSpc>
                <a:spcPct val="12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zh-CN" altLang="zh-CN" sz="33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33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∪R</a:t>
            </a:r>
            <a:r>
              <a:rPr lang="zh-CN" altLang="zh-CN" sz="33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 I</a:t>
            </a:r>
            <a:r>
              <a:rPr lang="zh-CN" altLang="zh-CN" sz="33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zh-CN" altLang="zh-CN" sz="33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sz="33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1,2),(2,1), (1,3),(3,1)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marL="0" indent="0" eaLnBrk="1" hangingPunct="1">
              <a:lnSpc>
                <a:spcPct val="12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zh-CN" altLang="zh-CN" sz="33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33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∪R</a:t>
            </a:r>
            <a:r>
              <a:rPr lang="zh-CN" altLang="zh-CN" sz="33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zh-CN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不具有</a:t>
            </a:r>
            <a:r>
              <a:rPr lang="zh-CN" altLang="en-US" sz="33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传递性，不是等价关系。</a:t>
            </a:r>
            <a:endParaRPr lang="en-US" altLang="zh-CN" sz="33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17F5C0-A2E8-4363-8DD5-5074221D9DE8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738188" y="2333625"/>
            <a:ext cx="8064500" cy="2400300"/>
          </a:xfrm>
          <a:prstGeom prst="rect">
            <a:avLst/>
          </a:prstGeom>
          <a:solidFill>
            <a:srgbClr val="FFCC00">
              <a:lumMod val="20000"/>
              <a:lumOff val="80000"/>
            </a:srgbClr>
          </a:solidFill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kumimoji="0" lang="zh-CN" altLang="en-US" sz="3000" b="1" kern="0" dirty="0">
                <a:solidFill>
                  <a:srgbClr val="000044"/>
                </a:solidFill>
              </a:rPr>
              <a:t>错误反例：</a:t>
            </a:r>
            <a:endParaRPr kumimoji="0" lang="en-US" altLang="zh-CN" sz="3000" b="1" kern="0" dirty="0">
              <a:solidFill>
                <a:srgbClr val="00004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kumimoji="0" lang="en-US" altLang="zh-CN" sz="3000" b="1" kern="0" dirty="0">
                <a:solidFill>
                  <a:srgbClr val="000044"/>
                </a:solidFill>
              </a:rPr>
              <a:t>R1={(1,1) ,(2,2), (1,2),(2,1)}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3000" b="1" kern="0" dirty="0">
                <a:solidFill>
                  <a:srgbClr val="000044"/>
                </a:solidFill>
              </a:rPr>
              <a:t>R2={(2,2) ,(3,3), (2,3),(3,2)}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3000" b="1" kern="0" dirty="0">
                <a:solidFill>
                  <a:srgbClr val="000099">
                    <a:lumMod val="50000"/>
                  </a:srgbClr>
                </a:solidFill>
              </a:rPr>
              <a:t>R1</a:t>
            </a:r>
            <a:r>
              <a:rPr lang="en-US" altLang="zh-CN" sz="3000" b="1" dirty="0">
                <a:solidFill>
                  <a:srgbClr val="000099">
                    <a:lumMod val="50000"/>
                  </a:srgb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∪R2</a:t>
            </a:r>
            <a:r>
              <a:rPr kumimoji="0" lang="en-US" altLang="zh-CN" sz="3000" b="1" kern="0" dirty="0">
                <a:solidFill>
                  <a:srgbClr val="000044"/>
                </a:solidFill>
              </a:rPr>
              <a:t>={(1,1) ,(2,2) ,(3,3), (1,2),(2,1), (2,3),(3,2)}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3000" b="1" kern="0" dirty="0">
                <a:solidFill>
                  <a:srgbClr val="000099">
                    <a:lumMod val="50000"/>
                  </a:srgbClr>
                </a:solidFill>
              </a:rPr>
              <a:t>R1</a:t>
            </a:r>
            <a:r>
              <a:rPr lang="en-US" altLang="zh-CN" sz="3000" b="1" dirty="0">
                <a:solidFill>
                  <a:srgbClr val="000099">
                    <a:lumMod val="50000"/>
                  </a:srgb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∪R2</a:t>
            </a:r>
            <a:r>
              <a:rPr lang="zh-CN" altLang="en-US" sz="3000" b="1" dirty="0">
                <a:solidFill>
                  <a:srgbClr val="000099">
                    <a:lumMod val="50000"/>
                  </a:srgb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不具有传递性。</a:t>
            </a:r>
            <a:endParaRPr kumimoji="0" lang="zh-CN" altLang="en-US" sz="2800" kern="0" dirty="0">
              <a:solidFill>
                <a:srgbClr val="FFFFFF"/>
              </a:solidFill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-57150"/>
            <a:ext cx="822325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第</a:t>
            </a:r>
            <a:r>
              <a:rPr lang="en-US" altLang="zh-CN" sz="3600" dirty="0" smtClean="0">
                <a:solidFill>
                  <a:srgbClr val="FFC000"/>
                </a:solidFill>
                <a:effectLst/>
              </a:rPr>
              <a:t>2</a:t>
            </a: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次作业</a:t>
            </a:r>
            <a:endParaRPr lang="zh-CN" altLang="en-US" sz="3600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988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3751442-32A3-4731-BBBE-2A7466AF14F2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8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750" y="944563"/>
            <a:ext cx="8985250" cy="5257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设集合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A={1, 2, 3, 4, 5, 6, 7}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上的偏序关系如图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请写出集合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上的偏序关系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R。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solidFill>
                <a:srgbClr val="FFC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解：</a:t>
            </a:r>
            <a:endParaRPr lang="en-US" altLang="zh-CN" sz="2800" dirty="0" smtClean="0">
              <a:solidFill>
                <a:srgbClr val="FFC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dirty="0" smtClean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300" dirty="0" smtClean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∪{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(1,2),(1,3),(1,4),(1,5),(1,6),(</a:t>
            </a:r>
            <a:r>
              <a:rPr lang="zh-CN" altLang="zh-CN" dirty="0" smtClean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1,7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),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(4,5),(4,6),(</a:t>
            </a:r>
            <a:r>
              <a:rPr lang="zh-CN" altLang="zh-CN" dirty="0" smtClean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4,7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), (5,7),(6,7)}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96260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700213"/>
            <a:ext cx="3094038" cy="326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0"/>
            <a:ext cx="822325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第</a:t>
            </a:r>
            <a:r>
              <a:rPr lang="en-US" altLang="zh-CN" sz="3600" dirty="0" smtClean="0">
                <a:solidFill>
                  <a:srgbClr val="FFC000"/>
                </a:solidFill>
                <a:effectLst/>
              </a:rPr>
              <a:t>2</a:t>
            </a: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次作业</a:t>
            </a:r>
            <a:endParaRPr lang="zh-CN" altLang="en-US" sz="3600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12290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413" y="2070100"/>
            <a:ext cx="3094037" cy="326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DBEFAFE-BC89-43B0-8F5B-847477AACE22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9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350" y="685800"/>
            <a:ext cx="8985250" cy="61722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3.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设集合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A={1, 2, 3, 4, 5, 6, 7}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上的偏序关系如图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求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={1, 2, 3}, 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={4, 5, 6, 7}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的最大元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最小元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极大元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极小元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上界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下界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上确界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下确界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解：</a:t>
            </a:r>
            <a:endParaRPr lang="en-US" altLang="zh-CN" sz="2800" dirty="0" smtClean="0">
              <a:solidFill>
                <a:srgbClr val="FFC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(2)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58750" y="4240213"/>
          <a:ext cx="6934197" cy="2449512"/>
        </p:xfrm>
        <a:graphic>
          <a:graphicData uri="http://schemas.openxmlformats.org/drawingml/2006/table">
            <a:tbl>
              <a:tblPr/>
              <a:tblGrid>
                <a:gridCol w="769615"/>
                <a:gridCol w="769615"/>
                <a:gridCol w="771531"/>
                <a:gridCol w="769615"/>
                <a:gridCol w="771530"/>
                <a:gridCol w="771531"/>
                <a:gridCol w="769615"/>
                <a:gridCol w="771530"/>
                <a:gridCol w="769615"/>
              </a:tblGrid>
              <a:tr h="816504">
                <a:tc>
                  <a:txBody>
                    <a:bodyPr/>
                    <a:lstStyle>
                      <a:lvl1pPr marL="215900" indent="-215900"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215900" marR="0" lvl="0" indent="-215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集合</a:t>
                      </a:r>
                      <a:endParaRPr kumimoji="0" lang="zh-CN" altLang="zh-CN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215900" indent="-215900"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215900" marR="0" lvl="0" indent="-215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最大元</a:t>
                      </a:r>
                      <a:endParaRPr kumimoji="0" lang="zh-CN" altLang="zh-CN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215900" indent="-215900"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215900" marR="0" lvl="0" indent="-215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最小元</a:t>
                      </a:r>
                      <a:endParaRPr kumimoji="0" lang="zh-CN" altLang="zh-CN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215900" indent="-215900"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215900" marR="0" lvl="0" indent="-215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极大元</a:t>
                      </a:r>
                      <a:endParaRPr kumimoji="0" lang="zh-CN" altLang="zh-CN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215900" indent="-215900"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215900" marR="0" lvl="0" indent="-215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极小元</a:t>
                      </a:r>
                      <a:endParaRPr kumimoji="0" lang="zh-CN" altLang="zh-CN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215900" indent="-215900"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215900" marR="0" lvl="0" indent="-215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上界</a:t>
                      </a:r>
                      <a:endParaRPr kumimoji="0" lang="zh-CN" altLang="zh-CN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215900" indent="-215900"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215900" marR="0" lvl="0" indent="-215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下界</a:t>
                      </a:r>
                      <a:endParaRPr kumimoji="0" lang="zh-CN" altLang="zh-CN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215900" indent="-215900"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215900" marR="0" lvl="0" indent="-215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上确界</a:t>
                      </a:r>
                      <a:endParaRPr kumimoji="0" lang="zh-CN" altLang="zh-CN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215900" indent="-215900"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215900" marR="0" lvl="0" indent="-215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下确界</a:t>
                      </a:r>
                      <a:endParaRPr kumimoji="0" lang="zh-CN" altLang="zh-CN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816504">
                <a:tc>
                  <a:txBody>
                    <a:bodyPr/>
                    <a:lstStyle>
                      <a:lvl1pPr marL="215900" indent="-215900"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215900" marR="0" lvl="0" indent="-215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5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无</a:t>
                      </a:r>
                      <a:endParaRPr kumimoji="0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3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3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2, 3</a:t>
                      </a:r>
                      <a:endParaRPr kumimoji="0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3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3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无</a:t>
                      </a:r>
                      <a:endParaRPr kumimoji="0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3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3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无</a:t>
                      </a:r>
                      <a:endParaRPr kumimoji="0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3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3FF"/>
                    </a:solidFill>
                  </a:tcPr>
                </a:tc>
              </a:tr>
              <a:tr h="816504">
                <a:tc>
                  <a:txBody>
                    <a:bodyPr/>
                    <a:lstStyle>
                      <a:lvl1pPr marL="215900" indent="-215900"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215900" marR="0" lvl="0" indent="-215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5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  <a:endParaRPr kumimoji="0" lang="zh-CN" altLang="zh-CN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7</a:t>
                      </a: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</a:t>
                      </a: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7</a:t>
                      </a: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</a:t>
                      </a: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7</a:t>
                      </a: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1, 4</a:t>
                      </a:r>
                      <a:endParaRPr kumimoji="0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7</a:t>
                      </a:r>
                      <a:endParaRPr kumimoji="0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>
                        <a:buFont typeface="Times New Roman" panose="02020603050405020304" pitchFamily="18" charset="0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</a:t>
                      </a:r>
                      <a:endParaRPr kumimoji="0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A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0"/>
            <a:ext cx="822325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第</a:t>
            </a:r>
            <a:r>
              <a:rPr lang="en-US" altLang="zh-CN" sz="3600" dirty="0" smtClean="0">
                <a:solidFill>
                  <a:srgbClr val="FFC000"/>
                </a:solidFill>
                <a:effectLst/>
              </a:rPr>
              <a:t>2</a:t>
            </a: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次作业</a:t>
            </a:r>
            <a:endParaRPr lang="zh-CN" altLang="en-US" sz="3600" dirty="0" smtClean="0">
              <a:solidFill>
                <a:srgbClr val="FFC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593725" y="2409825"/>
            <a:ext cx="8064500" cy="2862263"/>
          </a:xfrm>
          <a:prstGeom prst="rect">
            <a:avLst/>
          </a:prstGeom>
          <a:solidFill>
            <a:srgbClr val="FFCC00">
              <a:lumMod val="20000"/>
              <a:lumOff val="80000"/>
            </a:srgbClr>
          </a:solidFill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kumimoji="0" lang="zh-CN" altLang="en-US" sz="3000" b="1" kern="0" dirty="0">
                <a:solidFill>
                  <a:srgbClr val="000044"/>
                </a:solidFill>
              </a:rPr>
              <a:t>注意</a:t>
            </a:r>
            <a:r>
              <a:rPr kumimoji="0" lang="en-US" altLang="zh-CN" sz="3000" b="1" kern="0" dirty="0">
                <a:solidFill>
                  <a:srgbClr val="000044"/>
                </a:solidFill>
              </a:rPr>
              <a:t>!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：</a:t>
            </a:r>
            <a:endParaRPr kumimoji="0" lang="en-US" altLang="zh-CN" sz="3000" b="1" kern="0" dirty="0">
              <a:solidFill>
                <a:srgbClr val="00004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3000" b="1" kern="0" dirty="0">
                <a:solidFill>
                  <a:srgbClr val="000044"/>
                </a:solidFill>
              </a:rPr>
              <a:t>(1)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最大</a:t>
            </a:r>
            <a:r>
              <a:rPr kumimoji="0" lang="en-US" altLang="zh-CN" sz="3000" b="1" kern="0" dirty="0">
                <a:solidFill>
                  <a:srgbClr val="000044"/>
                </a:solidFill>
              </a:rPr>
              <a:t>(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极大</a:t>
            </a:r>
            <a:r>
              <a:rPr kumimoji="0" lang="en-US" altLang="zh-CN" sz="3000" b="1" kern="0" dirty="0">
                <a:solidFill>
                  <a:srgbClr val="000044"/>
                </a:solidFill>
              </a:rPr>
              <a:t>)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元，最小</a:t>
            </a:r>
            <a:r>
              <a:rPr kumimoji="0" lang="en-US" altLang="zh-CN" sz="3000" b="1" kern="0" dirty="0">
                <a:solidFill>
                  <a:srgbClr val="000044"/>
                </a:solidFill>
              </a:rPr>
              <a:t>(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极小</a:t>
            </a:r>
            <a:r>
              <a:rPr kumimoji="0" lang="en-US" altLang="zh-CN" sz="3000" b="1" kern="0" dirty="0">
                <a:solidFill>
                  <a:srgbClr val="000044"/>
                </a:solidFill>
              </a:rPr>
              <a:t>)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元，上</a:t>
            </a:r>
            <a:r>
              <a:rPr kumimoji="0" lang="en-US" altLang="zh-CN" sz="3000" b="1" kern="0" dirty="0">
                <a:solidFill>
                  <a:srgbClr val="000044"/>
                </a:solidFill>
              </a:rPr>
              <a:t>(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下</a:t>
            </a:r>
            <a:r>
              <a:rPr kumimoji="0" lang="en-US" altLang="zh-CN" sz="3000" b="1" kern="0" dirty="0">
                <a:solidFill>
                  <a:srgbClr val="000044"/>
                </a:solidFill>
              </a:rPr>
              <a:t>)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界，上</a:t>
            </a:r>
            <a:r>
              <a:rPr kumimoji="0" lang="en-US" altLang="zh-CN" sz="3000" b="1" kern="0" dirty="0">
                <a:solidFill>
                  <a:srgbClr val="000044"/>
                </a:solidFill>
              </a:rPr>
              <a:t>(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下</a:t>
            </a:r>
            <a:r>
              <a:rPr kumimoji="0" lang="en-US" altLang="zh-CN" sz="3000" b="1" kern="0" dirty="0">
                <a:solidFill>
                  <a:srgbClr val="000044"/>
                </a:solidFill>
              </a:rPr>
              <a:t>)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确界，都是部分序集中的元素，不是集合。</a:t>
            </a:r>
            <a:endParaRPr kumimoji="0" lang="en-US" altLang="zh-CN" sz="3000" b="1" kern="0" dirty="0">
              <a:solidFill>
                <a:srgbClr val="00004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3000" b="1" kern="0" dirty="0">
                <a:solidFill>
                  <a:srgbClr val="000044"/>
                </a:solidFill>
              </a:rPr>
              <a:t>(2)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例如：本题有的同学，极大元写成</a:t>
            </a:r>
            <a:r>
              <a:rPr kumimoji="0" lang="en-US" altLang="zh-CN" sz="3000" b="1" kern="0" dirty="0">
                <a:solidFill>
                  <a:srgbClr val="000044"/>
                </a:solidFill>
              </a:rPr>
              <a:t>{2,3},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最小元写成</a:t>
            </a:r>
            <a:r>
              <a:rPr kumimoji="0" lang="en-US" altLang="zh-CN" sz="3000" b="1" kern="0" dirty="0">
                <a:solidFill>
                  <a:srgbClr val="000044"/>
                </a:solidFill>
              </a:rPr>
              <a:t>{1}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等</a:t>
            </a:r>
            <a:r>
              <a:rPr kumimoji="0" lang="zh-CN" altLang="en-US" sz="3000" b="1" kern="0" dirty="0" smtClean="0">
                <a:solidFill>
                  <a:srgbClr val="000044"/>
                </a:solidFill>
              </a:rPr>
              <a:t>，还有写成</a:t>
            </a:r>
            <a:r>
              <a:rPr kumimoji="0" lang="en-US" altLang="zh-CN" sz="3000" b="1" kern="0" dirty="0" smtClean="0">
                <a:solidFill>
                  <a:srgbClr val="000044"/>
                </a:solidFill>
              </a:rPr>
              <a:t>{</a:t>
            </a:r>
            <a:r>
              <a:rPr kumimoji="0" lang="en-US" altLang="zh-CN" sz="3000" b="1" kern="0" dirty="0" smtClean="0">
                <a:solidFill>
                  <a:srgbClr val="000044"/>
                </a:solidFill>
                <a:sym typeface="Symbol" panose="05050102010706020507" pitchFamily="18" charset="2"/>
              </a:rPr>
              <a:t>}</a:t>
            </a:r>
            <a:r>
              <a:rPr kumimoji="0" lang="zh-CN" altLang="en-US" sz="3000" b="1" kern="0" dirty="0" smtClean="0">
                <a:solidFill>
                  <a:srgbClr val="000044"/>
                </a:solidFill>
              </a:rPr>
              <a:t>都是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错误的。</a:t>
            </a:r>
            <a:endParaRPr kumimoji="0" lang="en-US" altLang="zh-CN" sz="3000" b="1" kern="0" dirty="0">
              <a:solidFill>
                <a:srgbClr val="00004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endParaRPr kumimoji="0" lang="en-US" altLang="zh-CN" sz="3000" b="1" kern="0" dirty="0">
              <a:solidFill>
                <a:srgbClr val="0000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52368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24052" y="734105"/>
            <a:ext cx="8713788" cy="4824412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4.</a:t>
            </a:r>
            <a:r>
              <a:rPr lang="zh-CN" altLang="en-US" dirty="0" smtClean="0"/>
              <a:t>设</a:t>
            </a:r>
            <a:r>
              <a:rPr lang="en-US" altLang="zh-CN" dirty="0" smtClean="0"/>
              <a:t>A = {a, b, c}</a:t>
            </a:r>
            <a:r>
              <a:rPr lang="zh-CN" altLang="en-US" dirty="0" smtClean="0"/>
              <a:t>，画出部分序集</a:t>
            </a:r>
            <a:r>
              <a:rPr lang="en-US" altLang="zh-CN" dirty="0" smtClean="0"/>
              <a:t>(2</a:t>
            </a:r>
            <a:r>
              <a:rPr lang="en-US" altLang="zh-CN" baseline="30000" dirty="0" smtClean="0"/>
              <a:t>A</a:t>
            </a:r>
            <a:r>
              <a:rPr lang="en-US" altLang="zh-CN" dirty="0" smtClean="0"/>
              <a:t>, </a:t>
            </a:r>
            <a:r>
              <a:rPr lang="en-US" altLang="zh-CN" dirty="0" smtClean="0">
                <a:sym typeface="Symbol" panose="05050102010706020507" pitchFamily="18" charset="2"/>
              </a:rPr>
              <a:t></a:t>
            </a:r>
            <a:r>
              <a:rPr lang="en-US" altLang="zh-CN" dirty="0" smtClean="0"/>
              <a:t>)</a:t>
            </a:r>
            <a:r>
              <a:rPr lang="zh-CN" altLang="en-US" dirty="0" smtClean="0"/>
              <a:t> 的</a:t>
            </a:r>
            <a:r>
              <a:rPr lang="en-US" altLang="zh-CN" dirty="0" err="1" smtClean="0"/>
              <a:t>Hasse</a:t>
            </a:r>
            <a:r>
              <a:rPr lang="zh-CN" altLang="en-US" dirty="0" smtClean="0"/>
              <a:t>图，</a:t>
            </a:r>
            <a:endParaRPr lang="en-US" altLang="zh-CN" dirty="0" smtClean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</a:t>
            </a:r>
            <a:r>
              <a:rPr lang="en-US" altLang="zh-CN" dirty="0" smtClean="0"/>
              <a:t>(1)</a:t>
            </a:r>
            <a:r>
              <a:rPr lang="zh-CN" altLang="en-US" dirty="0" smtClean="0"/>
              <a:t>分别该部分序集的指出最大、最小元和极大、极小元。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 </a:t>
            </a:r>
            <a:r>
              <a:rPr lang="en-US" altLang="zh-CN" dirty="0" smtClean="0"/>
              <a:t>(2)</a:t>
            </a:r>
            <a:r>
              <a:rPr lang="zh-CN" altLang="en-US" dirty="0" smtClean="0"/>
              <a:t>对于</a:t>
            </a:r>
            <a:r>
              <a:rPr lang="en-US" altLang="zh-CN" dirty="0" smtClean="0"/>
              <a:t>2</a:t>
            </a:r>
            <a:r>
              <a:rPr lang="en-US" altLang="zh-CN" baseline="30000" dirty="0" smtClean="0"/>
              <a:t>A</a:t>
            </a:r>
            <a:r>
              <a:rPr lang="zh-CN" altLang="en-US" dirty="0" smtClean="0"/>
              <a:t>的子集</a:t>
            </a:r>
            <a:r>
              <a:rPr lang="en-US" altLang="zh-CN" dirty="0" smtClean="0"/>
              <a:t>B = {{a}, {b}, {c}}</a:t>
            </a:r>
            <a:r>
              <a:rPr lang="zh-CN" altLang="en-US" dirty="0" smtClean="0"/>
              <a:t>，子集           </a:t>
            </a:r>
            <a:r>
              <a:rPr lang="en-US" altLang="zh-CN" dirty="0" smtClean="0">
                <a:cs typeface="Times New Roman" panose="02020603050405020304" pitchFamily="18" charset="0"/>
              </a:rPr>
              <a:t>B 1= {{a}, {b}},</a:t>
            </a:r>
            <a:r>
              <a:rPr lang="zh-CN" altLang="en-US" dirty="0" smtClean="0">
                <a:cs typeface="Times New Roman" panose="02020603050405020304" pitchFamily="18" charset="0"/>
              </a:rPr>
              <a:t>请分别</a:t>
            </a:r>
            <a:r>
              <a:rPr lang="zh-CN" altLang="en-US" dirty="0" smtClean="0"/>
              <a:t>指出</a:t>
            </a:r>
            <a:r>
              <a:rPr lang="en-US" altLang="zh-CN" dirty="0" smtClean="0"/>
              <a:t>B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B1</a:t>
            </a:r>
            <a:r>
              <a:rPr lang="zh-CN" altLang="en-US" dirty="0" smtClean="0"/>
              <a:t>的所有上界、下界和上确界、下确界。</a:t>
            </a:r>
          </a:p>
        </p:txBody>
      </p:sp>
      <p:sp>
        <p:nvSpPr>
          <p:cNvPr id="110595" name="页脚占位符 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v"/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1400" b="0" smtClean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0596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v"/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724E63-F016-43F7-9D1A-86DB44D047E4}" type="slidenum">
              <a:rPr kumimoji="0" lang="zh-CN" altLang="en-US" sz="1400" b="0" smtClean="0">
                <a:solidFill>
                  <a:srgbClr val="FFFFFF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CN" sz="1400" b="0" smtClean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19734"/>
            <a:ext cx="8223250" cy="646331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rgbClr val="FFC000"/>
                </a:solidFill>
                <a:effectLst/>
              </a:rPr>
              <a:t>第</a:t>
            </a:r>
            <a:r>
              <a:rPr lang="en-US" altLang="zh-CN" sz="3600" b="1" dirty="0" smtClean="0">
                <a:solidFill>
                  <a:srgbClr val="FFC000"/>
                </a:solidFill>
                <a:effectLst/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r>
              <a:rPr lang="zh-CN" altLang="en-US" sz="3600" b="1" dirty="0" smtClean="0">
                <a:solidFill>
                  <a:srgbClr val="FFC000"/>
                </a:solidFill>
                <a:effectLst/>
              </a:rPr>
              <a:t>次作业</a:t>
            </a:r>
            <a:endParaRPr lang="zh-CN" altLang="en-US" sz="3600" b="1" dirty="0" smtClean="0">
              <a:solidFill>
                <a:srgbClr val="FFC000"/>
              </a:solidFill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593725" y="2409825"/>
            <a:ext cx="8064500" cy="1969770"/>
          </a:xfrm>
          <a:prstGeom prst="rect">
            <a:avLst/>
          </a:prstGeom>
          <a:solidFill>
            <a:srgbClr val="FFCC00">
              <a:lumMod val="20000"/>
              <a:lumOff val="80000"/>
            </a:srgbClr>
          </a:solidFill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kumimoji="0" lang="zh-CN" altLang="en-US" sz="3000" b="1" kern="0" dirty="0">
                <a:solidFill>
                  <a:srgbClr val="000044"/>
                </a:solidFill>
              </a:rPr>
              <a:t>注意</a:t>
            </a:r>
            <a:r>
              <a:rPr kumimoji="0" lang="en-US" altLang="zh-CN" sz="3000" b="1" kern="0" dirty="0">
                <a:solidFill>
                  <a:srgbClr val="000044"/>
                </a:solidFill>
              </a:rPr>
              <a:t>!</a:t>
            </a:r>
            <a:r>
              <a:rPr kumimoji="0" lang="zh-CN" altLang="en-US" sz="3000" b="1" kern="0" dirty="0">
                <a:solidFill>
                  <a:srgbClr val="000044"/>
                </a:solidFill>
              </a:rPr>
              <a:t>：</a:t>
            </a:r>
            <a:endParaRPr kumimoji="0" lang="en-US" altLang="zh-CN" sz="3000" b="1" kern="0" dirty="0">
              <a:solidFill>
                <a:srgbClr val="00004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3000" b="1" kern="0" dirty="0" smtClean="0">
                <a:solidFill>
                  <a:srgbClr val="000044"/>
                </a:solidFill>
              </a:rPr>
              <a:t>很多同学没有注意到此题的部分序关系为“</a:t>
            </a:r>
            <a:r>
              <a:rPr lang="en-US" altLang="zh-CN" sz="3200" dirty="0">
                <a:solidFill>
                  <a:schemeClr val="bg1"/>
                </a:solidFill>
                <a:sym typeface="Symbol" panose="05050102010706020507" pitchFamily="18" charset="2"/>
              </a:rPr>
              <a:t></a:t>
            </a:r>
            <a:r>
              <a:rPr kumimoji="0" lang="zh-CN" altLang="en-US" sz="3000" b="1" kern="0" dirty="0" smtClean="0">
                <a:solidFill>
                  <a:srgbClr val="000044"/>
                </a:solidFill>
              </a:rPr>
              <a:t>”，而不是“</a:t>
            </a:r>
            <a:r>
              <a:rPr kumimoji="0" lang="zh-CN" altLang="en-US" sz="3000" b="1" kern="0" dirty="0" smtClean="0">
                <a:solidFill>
                  <a:srgbClr val="000044"/>
                </a:solidFill>
                <a:sym typeface="Symbol" panose="05050102010706020507" pitchFamily="18" charset="2"/>
              </a:rPr>
              <a:t></a:t>
            </a:r>
            <a:r>
              <a:rPr kumimoji="0" lang="zh-CN" altLang="en-US" sz="3000" b="1" kern="0" dirty="0" smtClean="0">
                <a:solidFill>
                  <a:srgbClr val="000044"/>
                </a:solidFill>
              </a:rPr>
              <a:t>”</a:t>
            </a:r>
            <a:r>
              <a:rPr kumimoji="0" lang="zh-CN" altLang="en-US" sz="3000" b="1" kern="0" dirty="0" smtClean="0">
                <a:solidFill>
                  <a:srgbClr val="000044"/>
                </a:solidFill>
              </a:rPr>
              <a:t>。从而整个哈斯图画反了</a:t>
            </a:r>
            <a:endParaRPr kumimoji="0" lang="en-US" altLang="zh-CN" sz="3000" b="1" kern="0" dirty="0" smtClean="0">
              <a:solidFill>
                <a:srgbClr val="00004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3000" b="1" kern="0" smtClean="0">
                <a:solidFill>
                  <a:srgbClr val="000044"/>
                </a:solidFill>
              </a:rPr>
              <a:t>，导致所求特殊元素也都错了。</a:t>
            </a:r>
            <a:endParaRPr kumimoji="0" lang="en-US" altLang="zh-CN" sz="3000" b="1" kern="0" dirty="0">
              <a:solidFill>
                <a:srgbClr val="0000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4441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76225"/>
            <a:ext cx="9144000" cy="1385888"/>
          </a:xfrm>
        </p:spPr>
        <p:txBody>
          <a:bodyPr/>
          <a:lstStyle/>
          <a:p>
            <a:pPr>
              <a:defRPr/>
            </a:pPr>
            <a:r>
              <a:rPr lang="zh-CN" altLang="en-US" sz="3600" dirty="0" smtClean="0">
                <a:latin typeface="+mn-lt"/>
              </a:rPr>
              <a:t>设</a:t>
            </a:r>
            <a:r>
              <a:rPr lang="en-US" altLang="zh-CN" sz="3600" dirty="0" smtClean="0">
                <a:latin typeface="+mn-lt"/>
              </a:rPr>
              <a:t>A = {a, b, c}</a:t>
            </a:r>
            <a:r>
              <a:rPr lang="zh-CN" altLang="en-US" sz="3600" dirty="0" smtClean="0">
                <a:latin typeface="+mn-lt"/>
              </a:rPr>
              <a:t>，部分序集</a:t>
            </a:r>
            <a:r>
              <a:rPr lang="en-US" altLang="zh-CN" sz="3600" dirty="0" smtClean="0">
                <a:latin typeface="+mn-lt"/>
              </a:rPr>
              <a:t>(2</a:t>
            </a:r>
            <a:r>
              <a:rPr lang="en-US" altLang="zh-CN" sz="3600" baseline="30000" dirty="0" smtClean="0">
                <a:latin typeface="+mn-lt"/>
              </a:rPr>
              <a:t>A</a:t>
            </a:r>
            <a:r>
              <a:rPr lang="en-US" altLang="zh-CN" sz="3600" dirty="0" smtClean="0">
                <a:latin typeface="+mn-lt"/>
              </a:rPr>
              <a:t>, </a:t>
            </a:r>
            <a:r>
              <a:rPr lang="en-US" altLang="zh-CN" sz="3600" dirty="0" smtClean="0">
                <a:sym typeface="Symbol" pitchFamily="18" charset="2"/>
              </a:rPr>
              <a:t></a:t>
            </a:r>
            <a:r>
              <a:rPr lang="en-US" altLang="zh-CN" sz="3600" dirty="0" smtClean="0">
                <a:latin typeface="+mn-lt"/>
              </a:rPr>
              <a:t>)</a:t>
            </a:r>
            <a:r>
              <a:rPr lang="zh-CN" altLang="en-US" sz="3600" dirty="0" smtClean="0">
                <a:latin typeface="+mn-lt"/>
              </a:rPr>
              <a:t>的哈斯图</a:t>
            </a:r>
            <a:r>
              <a:rPr lang="zh-CN" altLang="en-US" dirty="0" smtClean="0">
                <a:latin typeface="+mn-lt"/>
              </a:rPr>
              <a:t/>
            </a:r>
            <a:br>
              <a:rPr lang="zh-CN" altLang="en-US" dirty="0" smtClean="0">
                <a:latin typeface="+mn-lt"/>
              </a:rPr>
            </a:br>
            <a:endParaRPr lang="zh-CN" altLang="en-US" dirty="0">
              <a:latin typeface="+mn-lt"/>
            </a:endParaRPr>
          </a:p>
        </p:txBody>
      </p:sp>
      <p:sp>
        <p:nvSpPr>
          <p:cNvPr id="111619" name="内容占位符 2"/>
          <p:cNvSpPr>
            <a:spLocks noGrp="1"/>
          </p:cNvSpPr>
          <p:nvPr>
            <p:ph idx="1"/>
          </p:nvPr>
        </p:nvSpPr>
        <p:spPr>
          <a:xfrm>
            <a:off x="304800" y="1125538"/>
            <a:ext cx="8839200" cy="5470525"/>
          </a:xfrm>
        </p:spPr>
        <p:txBody>
          <a:bodyPr/>
          <a:lstStyle/>
          <a:p>
            <a:r>
              <a:rPr lang="en-US" altLang="zh-CN" smtClean="0"/>
              <a:t>.</a:t>
            </a:r>
            <a:endParaRPr lang="zh-CN" altLang="en-US" smtClean="0"/>
          </a:p>
        </p:txBody>
      </p:sp>
      <p:grpSp>
        <p:nvGrpSpPr>
          <p:cNvPr id="111620" name="Group 48"/>
          <p:cNvGrpSpPr>
            <a:grpSpLocks/>
          </p:cNvGrpSpPr>
          <p:nvPr/>
        </p:nvGrpSpPr>
        <p:grpSpPr bwMode="auto">
          <a:xfrm>
            <a:off x="1579563" y="1052513"/>
            <a:ext cx="6061075" cy="5805487"/>
            <a:chOff x="672" y="0"/>
            <a:chExt cx="2609" cy="2179"/>
          </a:xfrm>
        </p:grpSpPr>
        <p:sp>
          <p:nvSpPr>
            <p:cNvPr id="111623" name="Oval 38"/>
            <p:cNvSpPr>
              <a:spLocks noChangeArrowheads="1"/>
            </p:cNvSpPr>
            <p:nvPr/>
          </p:nvSpPr>
          <p:spPr bwMode="auto">
            <a:xfrm>
              <a:off x="1838" y="1097"/>
              <a:ext cx="40" cy="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v"/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0" smtClean="0">
                <a:solidFill>
                  <a:srgbClr val="FFFFFF"/>
                </a:solidFill>
              </a:endParaRPr>
            </a:p>
          </p:txBody>
        </p:sp>
        <p:grpSp>
          <p:nvGrpSpPr>
            <p:cNvPr id="111624" name="Group 47"/>
            <p:cNvGrpSpPr>
              <a:grpSpLocks/>
            </p:cNvGrpSpPr>
            <p:nvPr/>
          </p:nvGrpSpPr>
          <p:grpSpPr bwMode="auto">
            <a:xfrm>
              <a:off x="672" y="0"/>
              <a:ext cx="2609" cy="2179"/>
              <a:chOff x="672" y="0"/>
              <a:chExt cx="2609" cy="2179"/>
            </a:xfrm>
          </p:grpSpPr>
          <p:grpSp>
            <p:nvGrpSpPr>
              <p:cNvPr id="111625" name="Group 46"/>
              <p:cNvGrpSpPr>
                <a:grpSpLocks/>
              </p:cNvGrpSpPr>
              <p:nvPr/>
            </p:nvGrpSpPr>
            <p:grpSpPr bwMode="auto">
              <a:xfrm>
                <a:off x="672" y="0"/>
                <a:ext cx="2609" cy="2179"/>
                <a:chOff x="672" y="0"/>
                <a:chExt cx="2609" cy="2179"/>
              </a:xfrm>
            </p:grpSpPr>
            <p:sp>
              <p:nvSpPr>
                <p:cNvPr id="111628" name="Line 24"/>
                <p:cNvSpPr>
                  <a:spLocks noChangeShapeType="1"/>
                </p:cNvSpPr>
                <p:nvPr/>
              </p:nvSpPr>
              <p:spPr bwMode="auto">
                <a:xfrm>
                  <a:off x="2716" y="720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mtClean="0">
                    <a:solidFill>
                      <a:srgbClr val="FFFFFF"/>
                    </a:solidFill>
                    <a:latin typeface="Times New Roman"/>
                    <a:ea typeface="宋体"/>
                  </a:endParaRPr>
                </a:p>
              </p:txBody>
            </p:sp>
            <p:grpSp>
              <p:nvGrpSpPr>
                <p:cNvPr id="111629" name="Group 45"/>
                <p:cNvGrpSpPr>
                  <a:grpSpLocks/>
                </p:cNvGrpSpPr>
                <p:nvPr/>
              </p:nvGrpSpPr>
              <p:grpSpPr bwMode="auto">
                <a:xfrm>
                  <a:off x="672" y="0"/>
                  <a:ext cx="2609" cy="2179"/>
                  <a:chOff x="672" y="0"/>
                  <a:chExt cx="2609" cy="2179"/>
                </a:xfrm>
              </p:grpSpPr>
              <p:sp>
                <p:nvSpPr>
                  <p:cNvPr id="111630" name="Oval 33"/>
                  <p:cNvSpPr>
                    <a:spLocks noChangeArrowheads="1"/>
                  </p:cNvSpPr>
                  <p:nvPr/>
                </p:nvSpPr>
                <p:spPr bwMode="auto">
                  <a:xfrm>
                    <a:off x="1005" y="720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5000"/>
                      <a:buFont typeface="Wingdings" panose="05000000000000000000" pitchFamily="2" charset="2"/>
                      <a:buChar char="v"/>
                      <a:defRPr kumimoji="1" sz="3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65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 smtClean="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111631" name="Oval 34"/>
                  <p:cNvSpPr>
                    <a:spLocks noChangeArrowheads="1"/>
                  </p:cNvSpPr>
                  <p:nvPr/>
                </p:nvSpPr>
                <p:spPr bwMode="auto">
                  <a:xfrm>
                    <a:off x="1005" y="1241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5000"/>
                      <a:buFont typeface="Wingdings" panose="05000000000000000000" pitchFamily="2" charset="2"/>
                      <a:buChar char="v"/>
                      <a:defRPr kumimoji="1" sz="3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65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 smtClean="0">
                      <a:solidFill>
                        <a:srgbClr val="FFFFFF"/>
                      </a:solidFill>
                    </a:endParaRPr>
                  </a:p>
                </p:txBody>
              </p:sp>
              <p:grpSp>
                <p:nvGrpSpPr>
                  <p:cNvPr id="111632" name="Group 44"/>
                  <p:cNvGrpSpPr>
                    <a:grpSpLocks/>
                  </p:cNvGrpSpPr>
                  <p:nvPr/>
                </p:nvGrpSpPr>
                <p:grpSpPr bwMode="auto">
                  <a:xfrm>
                    <a:off x="672" y="0"/>
                    <a:ext cx="2609" cy="2179"/>
                    <a:chOff x="672" y="0"/>
                    <a:chExt cx="2609" cy="2179"/>
                  </a:xfrm>
                </p:grpSpPr>
                <p:sp>
                  <p:nvSpPr>
                    <p:cNvPr id="111633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1" y="720"/>
                      <a:ext cx="0" cy="57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mtClean="0">
                        <a:solidFill>
                          <a:srgbClr val="FFFFFF"/>
                        </a:solidFill>
                        <a:latin typeface="Times New Roman"/>
                        <a:ea typeface="宋体"/>
                      </a:endParaRPr>
                    </a:p>
                  </p:txBody>
                </p:sp>
                <p:grpSp>
                  <p:nvGrpSpPr>
                    <p:cNvPr id="111634" name="Group 4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0"/>
                      <a:ext cx="2609" cy="2179"/>
                      <a:chOff x="672" y="0"/>
                      <a:chExt cx="2609" cy="2179"/>
                    </a:xfrm>
                  </p:grpSpPr>
                  <p:sp>
                    <p:nvSpPr>
                      <p:cNvPr id="111636" name="Line 1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884" y="723"/>
                        <a:ext cx="832" cy="43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mtClean="0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endParaRPr>
                      </a:p>
                    </p:txBody>
                  </p:sp>
                  <p:grpSp>
                    <p:nvGrpSpPr>
                      <p:cNvPr id="111637" name="Group 4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051" y="288"/>
                        <a:ext cx="1665" cy="1440"/>
                        <a:chOff x="1051" y="288"/>
                        <a:chExt cx="1665" cy="1440"/>
                      </a:xfrm>
                    </p:grpSpPr>
                    <p:sp>
                      <p:nvSpPr>
                        <p:cNvPr id="111652" name="Text Box 8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67" y="676"/>
                          <a:ext cx="370" cy="30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333399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85000"/>
                            <a:buFont typeface="Wingdings" panose="05000000000000000000" pitchFamily="2" charset="2"/>
                            <a:buChar char="v"/>
                            <a:defRPr kumimoji="1" sz="36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70000"/>
                            <a:buFont typeface="Wingdings" panose="05000000000000000000" pitchFamily="2" charset="2"/>
                            <a:buChar char="l"/>
                            <a:defRPr kumimoji="1"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SzPct val="65000"/>
                            <a:buFont typeface="Wingdings" panose="05000000000000000000" pitchFamily="2" charset="2"/>
                            <a:buChar char="l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>
                            <a:spcBef>
                              <a:spcPct val="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kumimoji="0" lang="en-US" altLang="zh-CN" sz="2800" b="0" smtClean="0">
                              <a:solidFill>
                                <a:srgbClr val="FFFFFF"/>
                              </a:solidFill>
                            </a:rPr>
                            <a:t>{b}</a:t>
                          </a:r>
                        </a:p>
                      </p:txBody>
                    </p:sp>
                    <p:sp>
                      <p:nvSpPr>
                        <p:cNvPr id="111653" name="Line 1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1051" y="288"/>
                          <a:ext cx="833" cy="432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mtClean="0">
                            <a:solidFill>
                              <a:srgbClr val="FFFFFF"/>
                            </a:solidFill>
                            <a:latin typeface="Times New Roman"/>
                            <a:ea typeface="宋体"/>
                          </a:endParaRPr>
                        </a:p>
                      </p:txBody>
                    </p:sp>
                    <p:sp>
                      <p:nvSpPr>
                        <p:cNvPr id="111654" name="Line 1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884" y="288"/>
                          <a:ext cx="832" cy="432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mtClean="0">
                            <a:solidFill>
                              <a:srgbClr val="FFFFFF"/>
                            </a:solidFill>
                            <a:latin typeface="Times New Roman"/>
                            <a:ea typeface="宋体"/>
                          </a:endParaRPr>
                        </a:p>
                      </p:txBody>
                    </p:sp>
                    <p:sp>
                      <p:nvSpPr>
                        <p:cNvPr id="111655" name="Line 2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884" y="1152"/>
                          <a:ext cx="0" cy="57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mtClean="0">
                            <a:solidFill>
                              <a:srgbClr val="FFFFFF"/>
                            </a:solidFill>
                            <a:latin typeface="Times New Roman"/>
                            <a:ea typeface="宋体"/>
                          </a:endParaRPr>
                        </a:p>
                      </p:txBody>
                    </p:sp>
                    <p:sp>
                      <p:nvSpPr>
                        <p:cNvPr id="111656" name="Text Box 8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87" y="1112"/>
                          <a:ext cx="545" cy="445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333399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85000"/>
                            <a:buFont typeface="Wingdings" panose="05000000000000000000" pitchFamily="2" charset="2"/>
                            <a:buChar char="v"/>
                            <a:defRPr kumimoji="1" sz="36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70000"/>
                            <a:buFont typeface="Wingdings" panose="05000000000000000000" pitchFamily="2" charset="2"/>
                            <a:buChar char="l"/>
                            <a:defRPr kumimoji="1"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SzPct val="65000"/>
                            <a:buFont typeface="Wingdings" panose="05000000000000000000" pitchFamily="2" charset="2"/>
                            <a:buChar char="l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>
                            <a:spcBef>
                              <a:spcPct val="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kumimoji="0" lang="en-US" altLang="zh-CN" sz="2800" b="0" smtClean="0">
                              <a:solidFill>
                                <a:srgbClr val="FFFFFF"/>
                              </a:solidFill>
                            </a:rPr>
                            <a:t>{a,c}</a:t>
                          </a:r>
                        </a:p>
                      </p:txBody>
                    </p:sp>
                  </p:grpSp>
                  <p:sp>
                    <p:nvSpPr>
                      <p:cNvPr id="111638" name="Line 2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84" y="288"/>
                        <a:ext cx="0" cy="57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mtClean="0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endParaRPr>
                      </a:p>
                    </p:txBody>
                  </p:sp>
                  <p:grpSp>
                    <p:nvGrpSpPr>
                      <p:cNvPr id="111639" name="Group 4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72" y="0"/>
                        <a:ext cx="2609" cy="2179"/>
                        <a:chOff x="672" y="0"/>
                        <a:chExt cx="2609" cy="2179"/>
                      </a:xfrm>
                    </p:grpSpPr>
                    <p:sp>
                      <p:nvSpPr>
                        <p:cNvPr id="111640" name="Line 1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051" y="723"/>
                          <a:ext cx="833" cy="432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mtClean="0">
                            <a:solidFill>
                              <a:srgbClr val="FFFFFF"/>
                            </a:solidFill>
                            <a:latin typeface="Times New Roman"/>
                            <a:ea typeface="宋体"/>
                          </a:endParaRPr>
                        </a:p>
                      </p:txBody>
                    </p:sp>
                    <p:grpSp>
                      <p:nvGrpSpPr>
                        <p:cNvPr id="111641" name="Group 40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051" y="861"/>
                          <a:ext cx="1665" cy="867"/>
                          <a:chOff x="1051" y="861"/>
                          <a:chExt cx="1665" cy="867"/>
                        </a:xfrm>
                      </p:grpSpPr>
                      <p:sp>
                        <p:nvSpPr>
                          <p:cNvPr id="111648" name="Line 1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1051" y="861"/>
                            <a:ext cx="833" cy="432"/>
                          </a:xfrm>
                          <a:prstGeom prst="line">
                            <a:avLst/>
                          </a:prstGeom>
                          <a:noFill/>
                          <a:ln w="2857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mtClean="0">
                              <a:solidFill>
                                <a:srgbClr val="FFFFFF"/>
                              </a:solidFill>
                              <a:latin typeface="Times New Roman"/>
                              <a:ea typeface="宋体"/>
                            </a:endParaRPr>
                          </a:p>
                        </p:txBody>
                      </p:sp>
                      <p:sp>
                        <p:nvSpPr>
                          <p:cNvPr id="111649" name="Line 1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884" y="861"/>
                            <a:ext cx="832" cy="432"/>
                          </a:xfrm>
                          <a:prstGeom prst="line">
                            <a:avLst/>
                          </a:prstGeom>
                          <a:noFill/>
                          <a:ln w="2857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mtClean="0">
                              <a:solidFill>
                                <a:srgbClr val="FFFFFF"/>
                              </a:solidFill>
                              <a:latin typeface="Times New Roman"/>
                              <a:ea typeface="宋体"/>
                            </a:endParaRPr>
                          </a:p>
                        </p:txBody>
                      </p:sp>
                      <p:sp>
                        <p:nvSpPr>
                          <p:cNvPr id="111650" name="Line 2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051" y="1296"/>
                            <a:ext cx="833" cy="432"/>
                          </a:xfrm>
                          <a:prstGeom prst="line">
                            <a:avLst/>
                          </a:prstGeom>
                          <a:noFill/>
                          <a:ln w="2857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mtClean="0">
                              <a:solidFill>
                                <a:srgbClr val="FFFFFF"/>
                              </a:solidFill>
                              <a:latin typeface="Times New Roman"/>
                              <a:ea typeface="宋体"/>
                            </a:endParaRPr>
                          </a:p>
                        </p:txBody>
                      </p:sp>
                      <p:sp>
                        <p:nvSpPr>
                          <p:cNvPr id="111651" name="Line 2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1884" y="1296"/>
                            <a:ext cx="832" cy="432"/>
                          </a:xfrm>
                          <a:prstGeom prst="line">
                            <a:avLst/>
                          </a:prstGeom>
                          <a:noFill/>
                          <a:ln w="2857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mtClean="0">
                              <a:solidFill>
                                <a:srgbClr val="FFFFFF"/>
                              </a:solidFill>
                              <a:latin typeface="Times New Roman"/>
                              <a:ea typeface="宋体"/>
                            </a:endParaRPr>
                          </a:p>
                        </p:txBody>
                      </p:sp>
                    </p:grpSp>
                    <p:sp>
                      <p:nvSpPr>
                        <p:cNvPr id="111642" name="Text Box 26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05" y="0"/>
                          <a:ext cx="308" cy="297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333399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85000"/>
                            <a:buFont typeface="Wingdings" panose="05000000000000000000" pitchFamily="2" charset="2"/>
                            <a:buChar char="v"/>
                            <a:defRPr kumimoji="1" sz="36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70000"/>
                            <a:buFont typeface="Wingdings" panose="05000000000000000000" pitchFamily="2" charset="2"/>
                            <a:buChar char="l"/>
                            <a:defRPr kumimoji="1"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SzPct val="65000"/>
                            <a:buFont typeface="Wingdings" panose="05000000000000000000" pitchFamily="2" charset="2"/>
                            <a:buChar char="l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>
                            <a:spcBef>
                              <a:spcPct val="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lang="zh-CN" altLang="en-US" sz="2800" b="0" smtClean="0">
                              <a:solidFill>
                                <a:srgbClr val="FFFFFF"/>
                              </a:solidFill>
                              <a:ea typeface="华文新魏" panose="02010800040101010101" pitchFamily="2" charset="-122"/>
                              <a:sym typeface="Symbol" panose="05050102010706020507" pitchFamily="18" charset="2"/>
                            </a:rPr>
                            <a:t></a:t>
                          </a:r>
                          <a:endParaRPr lang="en-US" altLang="zh-CN" sz="2800" b="0" smtClean="0">
                            <a:solidFill>
                              <a:srgbClr val="FFFFFF"/>
                            </a:solidFill>
                            <a:ea typeface="华文新魏" panose="02010800040101010101" pitchFamily="2" charset="-122"/>
                            <a:sym typeface="Symbol" panose="05050102010706020507" pitchFamily="18" charset="2"/>
                          </a:endParaRPr>
                        </a:p>
                        <a:p>
                          <a:pPr algn="just">
                            <a:spcBef>
                              <a:spcPct val="0"/>
                            </a:spcBef>
                            <a:buClrTx/>
                            <a:buSzTx/>
                            <a:buFontTx/>
                            <a:buNone/>
                          </a:pPr>
                          <a:endParaRPr kumimoji="0" lang="en-US" altLang="zh-CN" sz="2800" b="0" smtClean="0">
                            <a:solidFill>
                              <a:srgbClr val="FFFFFF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11643" name="Text Box 27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720" y="622"/>
                          <a:ext cx="372" cy="31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333399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85000"/>
                            <a:buFont typeface="Wingdings" panose="05000000000000000000" pitchFamily="2" charset="2"/>
                            <a:buChar char="v"/>
                            <a:defRPr kumimoji="1" sz="36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70000"/>
                            <a:buFont typeface="Wingdings" panose="05000000000000000000" pitchFamily="2" charset="2"/>
                            <a:buChar char="l"/>
                            <a:defRPr kumimoji="1"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SzPct val="65000"/>
                            <a:buFont typeface="Wingdings" panose="05000000000000000000" pitchFamily="2" charset="2"/>
                            <a:buChar char="l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>
                            <a:spcBef>
                              <a:spcPct val="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kumimoji="0" lang="en-US" altLang="zh-CN" sz="2800" b="0" smtClean="0">
                              <a:solidFill>
                                <a:srgbClr val="FFFFFF"/>
                              </a:solidFill>
                            </a:rPr>
                            <a:t>{a}</a:t>
                          </a:r>
                        </a:p>
                      </p:txBody>
                    </p:sp>
                    <p:sp>
                      <p:nvSpPr>
                        <p:cNvPr id="111644" name="Text Box 28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35" y="595"/>
                          <a:ext cx="546" cy="445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333399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85000"/>
                            <a:buFont typeface="Wingdings" panose="05000000000000000000" pitchFamily="2" charset="2"/>
                            <a:buChar char="v"/>
                            <a:defRPr kumimoji="1" sz="36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70000"/>
                            <a:buFont typeface="Wingdings" panose="05000000000000000000" pitchFamily="2" charset="2"/>
                            <a:buChar char="l"/>
                            <a:defRPr kumimoji="1"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SzPct val="65000"/>
                            <a:buFont typeface="Wingdings" panose="05000000000000000000" pitchFamily="2" charset="2"/>
                            <a:buChar char="l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>
                            <a:spcBef>
                              <a:spcPct val="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kumimoji="0" lang="en-US" altLang="zh-CN" sz="2800" b="0" smtClean="0">
                              <a:solidFill>
                                <a:srgbClr val="FFFFFF"/>
                              </a:solidFill>
                            </a:rPr>
                            <a:t>{c}</a:t>
                          </a:r>
                        </a:p>
                      </p:txBody>
                    </p:sp>
                    <p:sp>
                      <p:nvSpPr>
                        <p:cNvPr id="111645" name="Text Box 29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72" y="1145"/>
                          <a:ext cx="546" cy="445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333399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85000"/>
                            <a:buFont typeface="Wingdings" panose="05000000000000000000" pitchFamily="2" charset="2"/>
                            <a:buChar char="v"/>
                            <a:defRPr kumimoji="1" sz="36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70000"/>
                            <a:buFont typeface="Wingdings" panose="05000000000000000000" pitchFamily="2" charset="2"/>
                            <a:buChar char="l"/>
                            <a:defRPr kumimoji="1"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SzPct val="65000"/>
                            <a:buFont typeface="Wingdings" panose="05000000000000000000" pitchFamily="2" charset="2"/>
                            <a:buChar char="l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>
                            <a:spcBef>
                              <a:spcPct val="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kumimoji="0" lang="en-US" altLang="zh-CN" sz="2800" b="0" smtClean="0">
                              <a:solidFill>
                                <a:srgbClr val="FFFFFF"/>
                              </a:solidFill>
                            </a:rPr>
                            <a:t>{a,b}</a:t>
                          </a:r>
                        </a:p>
                      </p:txBody>
                    </p:sp>
                    <p:sp>
                      <p:nvSpPr>
                        <p:cNvPr id="111646" name="Text Box 30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11" y="1734"/>
                          <a:ext cx="546" cy="445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333399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85000"/>
                            <a:buFont typeface="Wingdings" panose="05000000000000000000" pitchFamily="2" charset="2"/>
                            <a:buChar char="v"/>
                            <a:defRPr kumimoji="1" sz="36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70000"/>
                            <a:buFont typeface="Wingdings" panose="05000000000000000000" pitchFamily="2" charset="2"/>
                            <a:buChar char="l"/>
                            <a:defRPr kumimoji="1"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SzPct val="65000"/>
                            <a:buFont typeface="Wingdings" panose="05000000000000000000" pitchFamily="2" charset="2"/>
                            <a:buChar char="l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>
                            <a:spcBef>
                              <a:spcPct val="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kumimoji="0" lang="en-US" altLang="zh-CN" sz="2800" b="0" smtClean="0">
                              <a:solidFill>
                                <a:srgbClr val="FFFFFF"/>
                              </a:solidFill>
                            </a:rPr>
                            <a:t>{a,b,c}</a:t>
                          </a:r>
                        </a:p>
                        <a:p>
                          <a:pPr algn="just">
                            <a:spcBef>
                              <a:spcPct val="0"/>
                            </a:spcBef>
                            <a:buClrTx/>
                            <a:buSzTx/>
                            <a:buFontTx/>
                            <a:buNone/>
                          </a:pPr>
                          <a:endParaRPr kumimoji="0" lang="en-US" altLang="zh-CN" sz="2800" b="0" smtClean="0">
                            <a:solidFill>
                              <a:srgbClr val="FFFFFF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11647" name="Text Box 31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647" y="1145"/>
                          <a:ext cx="546" cy="445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333399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85000"/>
                            <a:buFont typeface="Wingdings" panose="05000000000000000000" pitchFamily="2" charset="2"/>
                            <a:buChar char="v"/>
                            <a:defRPr kumimoji="1" sz="36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70000"/>
                            <a:buFont typeface="Wingdings" panose="05000000000000000000" pitchFamily="2" charset="2"/>
                            <a:buChar char="l"/>
                            <a:defRPr kumimoji="1"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SzPct val="65000"/>
                            <a:buFont typeface="Wingdings" panose="05000000000000000000" pitchFamily="2" charset="2"/>
                            <a:buChar char="l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60000"/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>
                            <a:spcBef>
                              <a:spcPct val="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kumimoji="0" lang="en-US" altLang="zh-CN" sz="2800" b="0" smtClean="0">
                              <a:solidFill>
                                <a:srgbClr val="FFFFFF"/>
                              </a:solidFill>
                            </a:rPr>
                            <a:t> {b,c}</a:t>
                          </a:r>
                        </a:p>
                      </p:txBody>
                    </p:sp>
                  </p:grpSp>
                </p:grpSp>
                <p:sp>
                  <p:nvSpPr>
                    <p:cNvPr id="111635" name="Oval 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8" y="809"/>
                      <a:ext cx="40" cy="5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buChar char="v"/>
                        <a:defRPr kumimoji="1" sz="3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2400" b="0" smtClean="0">
                        <a:solidFill>
                          <a:srgbClr val="FFFFFF"/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111626" name="Oval 37"/>
              <p:cNvSpPr>
                <a:spLocks noChangeArrowheads="1"/>
              </p:cNvSpPr>
              <p:nvPr/>
            </p:nvSpPr>
            <p:spPr bwMode="auto">
              <a:xfrm>
                <a:off x="2670" y="665"/>
                <a:ext cx="41" cy="5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Wingdings" panose="05000000000000000000" pitchFamily="2" charset="2"/>
                  <a:buChar char="v"/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buChar char="l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0" smtClean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11627" name="Oval 39"/>
              <p:cNvSpPr>
                <a:spLocks noChangeArrowheads="1"/>
              </p:cNvSpPr>
              <p:nvPr/>
            </p:nvSpPr>
            <p:spPr bwMode="auto">
              <a:xfrm>
                <a:off x="2670" y="1241"/>
                <a:ext cx="41" cy="5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Wingdings" panose="05000000000000000000" pitchFamily="2" charset="2"/>
                  <a:buChar char="v"/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buChar char="l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0" smtClean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476375" y="2492375"/>
            <a:ext cx="5959475" cy="1008063"/>
          </a:xfrm>
          <a:prstGeom prst="rect">
            <a:avLst/>
          </a:prstGeom>
          <a:noFill/>
          <a:ln w="34925" algn="ctr">
            <a:solidFill>
              <a:schemeClr val="tx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v"/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 smtClean="0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690688" y="2709863"/>
            <a:ext cx="3670300" cy="644525"/>
          </a:xfrm>
          <a:prstGeom prst="rect">
            <a:avLst/>
          </a:prstGeom>
          <a:noFill/>
          <a:ln w="44450" algn="ctr">
            <a:solidFill>
              <a:schemeClr val="tx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v"/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4105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内容占位符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solidFill>
                  <a:schemeClr val="tx2"/>
                </a:solidFill>
                <a:cs typeface="Times New Roman" panose="02020603050405020304" pitchFamily="18" charset="0"/>
              </a:rPr>
              <a:t>设</a:t>
            </a:r>
            <a:r>
              <a:rPr lang="en-US" altLang="zh-CN" smtClean="0">
                <a:solidFill>
                  <a:schemeClr val="tx2"/>
                </a:solidFill>
                <a:cs typeface="Times New Roman" panose="02020603050405020304" pitchFamily="18" charset="0"/>
              </a:rPr>
              <a:t>A = {a, b, c}</a:t>
            </a:r>
            <a:r>
              <a:rPr lang="zh-CN" altLang="en-US" smtClean="0">
                <a:solidFill>
                  <a:schemeClr val="tx2"/>
                </a:solidFill>
                <a:cs typeface="Times New Roman" panose="02020603050405020304" pitchFamily="18" charset="0"/>
              </a:rPr>
              <a:t>，部分序集</a:t>
            </a:r>
            <a:r>
              <a:rPr lang="en-US" altLang="zh-CN" smtClean="0">
                <a:solidFill>
                  <a:schemeClr val="tx2"/>
                </a:solidFill>
                <a:cs typeface="Times New Roman" panose="02020603050405020304" pitchFamily="18" charset="0"/>
              </a:rPr>
              <a:t>(2</a:t>
            </a:r>
            <a:r>
              <a:rPr lang="en-US" altLang="zh-CN" baseline="30000" smtClean="0">
                <a:solidFill>
                  <a:schemeClr val="tx2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mtClean="0">
                <a:solidFill>
                  <a:schemeClr val="tx2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mtClean="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lang="en-US" altLang="zh-CN" smtClean="0">
                <a:solidFill>
                  <a:schemeClr val="tx2"/>
                </a:solidFill>
                <a:cs typeface="Times New Roman" panose="02020603050405020304" pitchFamily="18" charset="0"/>
              </a:rPr>
              <a:t>) </a:t>
            </a:r>
            <a:r>
              <a:rPr lang="zh-CN" altLang="en-US" smtClean="0">
                <a:solidFill>
                  <a:schemeClr val="tx2"/>
                </a:solidFill>
                <a:cs typeface="Times New Roman" panose="02020603050405020304" pitchFamily="18" charset="0"/>
              </a:rPr>
              <a:t>：</a:t>
            </a:r>
            <a:endParaRPr lang="en-US" altLang="zh-CN" smtClean="0">
              <a:solidFill>
                <a:schemeClr val="tx2"/>
              </a:solidFill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cs typeface="Times New Roman" panose="02020603050405020304" pitchFamily="18" charset="0"/>
              </a:rPr>
              <a:t>最大元（极大元）：</a:t>
            </a:r>
            <a:r>
              <a:rPr lang="zh-CN" altLang="en-US" smtClean="0">
                <a:ea typeface="华文新魏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endParaRPr lang="en-US" altLang="zh-CN" smtClean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cs typeface="Times New Roman" panose="02020603050405020304" pitchFamily="18" charset="0"/>
              </a:rPr>
              <a:t>最小元（极小元）：</a:t>
            </a:r>
            <a:r>
              <a:rPr lang="zh-CN" altLang="en-US" smtClean="0"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mtClean="0">
                <a:cs typeface="Times New Roman" panose="02020603050405020304" pitchFamily="18" charset="0"/>
              </a:rPr>
              <a:t>{a,b,c}</a:t>
            </a:r>
            <a:endParaRPr lang="en-US" altLang="zh-CN" smtClean="0"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solidFill>
                  <a:schemeClr val="tx2"/>
                </a:solidFill>
                <a:cs typeface="Times New Roman" panose="02020603050405020304" pitchFamily="18" charset="0"/>
              </a:rPr>
              <a:t>对于</a:t>
            </a:r>
            <a:r>
              <a:rPr lang="en-US" altLang="zh-CN" smtClean="0">
                <a:solidFill>
                  <a:schemeClr val="tx2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baseline="30000" smtClean="0">
                <a:solidFill>
                  <a:schemeClr val="tx2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mtClean="0">
                <a:solidFill>
                  <a:schemeClr val="tx2"/>
                </a:solidFill>
                <a:cs typeface="Times New Roman" panose="02020603050405020304" pitchFamily="18" charset="0"/>
              </a:rPr>
              <a:t>的子集</a:t>
            </a:r>
            <a:r>
              <a:rPr lang="en-US" altLang="zh-CN" smtClean="0">
                <a:solidFill>
                  <a:schemeClr val="tx2"/>
                </a:solidFill>
                <a:cs typeface="Times New Roman" panose="02020603050405020304" pitchFamily="18" charset="0"/>
              </a:rPr>
              <a:t>B = {{a}, {b}, {c}}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mtClean="0">
                <a:cs typeface="Times New Roman" panose="02020603050405020304" pitchFamily="18" charset="0"/>
              </a:rPr>
              <a:t>上界：</a:t>
            </a:r>
            <a:r>
              <a:rPr lang="en-US" altLang="zh-CN" smtClean="0">
                <a:cs typeface="Times New Roman" panose="02020603050405020304" pitchFamily="18" charset="0"/>
              </a:rPr>
              <a:t> </a:t>
            </a:r>
            <a:r>
              <a:rPr lang="zh-CN" altLang="en-US" smtClean="0">
                <a:cs typeface="Times New Roman" panose="02020603050405020304" pitchFamily="18" charset="0"/>
                <a:sym typeface="Symbol" panose="05050102010706020507" pitchFamily="18" charset="2"/>
              </a:rPr>
              <a:t> </a:t>
            </a:r>
            <a:r>
              <a:rPr lang="zh-CN" altLang="en-US" smtClean="0">
                <a:cs typeface="Times New Roman" panose="02020603050405020304" pitchFamily="18" charset="0"/>
              </a:rPr>
              <a:t>；       上确界：</a:t>
            </a:r>
            <a:r>
              <a:rPr lang="en-US" altLang="zh-CN" smtClean="0">
                <a:cs typeface="Times New Roman" panose="02020603050405020304" pitchFamily="18" charset="0"/>
              </a:rPr>
              <a:t> </a:t>
            </a:r>
            <a:r>
              <a:rPr lang="zh-CN" altLang="en-US" smtClean="0"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endParaRPr lang="en-US" altLang="zh-CN" smtClean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cs typeface="Times New Roman" panose="02020603050405020304" pitchFamily="18" charset="0"/>
              </a:rPr>
              <a:t> 下界：</a:t>
            </a:r>
            <a:r>
              <a:rPr lang="zh-CN" altLang="en-US" smtClean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mtClean="0">
                <a:cs typeface="Times New Roman" panose="02020603050405020304" pitchFamily="18" charset="0"/>
              </a:rPr>
              <a:t>{a, b, c};</a:t>
            </a:r>
            <a:r>
              <a:rPr lang="zh-CN" altLang="en-US" smtClean="0">
                <a:cs typeface="Times New Roman" panose="02020603050405020304" pitchFamily="18" charset="0"/>
                <a:sym typeface="Symbol" panose="05050102010706020507" pitchFamily="18" charset="2"/>
              </a:rPr>
              <a:t>下确界：</a:t>
            </a:r>
            <a:r>
              <a:rPr lang="en-US" altLang="zh-CN" smtClean="0">
                <a:cs typeface="Times New Roman" panose="02020603050405020304" pitchFamily="18" charset="0"/>
              </a:rPr>
              <a:t>{a, b, c} </a:t>
            </a:r>
            <a:endParaRPr lang="en-US" altLang="zh-CN" smtClean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solidFill>
                  <a:schemeClr val="tx2"/>
                </a:solidFill>
                <a:cs typeface="Times New Roman" panose="02020603050405020304" pitchFamily="18" charset="0"/>
              </a:rPr>
              <a:t>对于</a:t>
            </a:r>
            <a:r>
              <a:rPr lang="en-US" altLang="zh-CN" smtClean="0">
                <a:solidFill>
                  <a:schemeClr val="tx2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baseline="30000" smtClean="0">
                <a:solidFill>
                  <a:schemeClr val="tx2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mtClean="0">
                <a:solidFill>
                  <a:schemeClr val="tx2"/>
                </a:solidFill>
                <a:cs typeface="Times New Roman" panose="02020603050405020304" pitchFamily="18" charset="0"/>
              </a:rPr>
              <a:t>的子集</a:t>
            </a:r>
            <a:r>
              <a:rPr lang="en-US" altLang="zh-CN" smtClean="0">
                <a:solidFill>
                  <a:schemeClr val="tx2"/>
                </a:solidFill>
                <a:cs typeface="Times New Roman" panose="02020603050405020304" pitchFamily="18" charset="0"/>
              </a:rPr>
              <a:t>B 1= {{a}, {b}}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cs typeface="Times New Roman" panose="02020603050405020304" pitchFamily="18" charset="0"/>
              </a:rPr>
              <a:t>上界</a:t>
            </a:r>
            <a:r>
              <a:rPr lang="en-US" altLang="zh-CN" smtClean="0">
                <a:cs typeface="Times New Roman" panose="02020603050405020304" pitchFamily="18" charset="0"/>
              </a:rPr>
              <a:t>:</a:t>
            </a:r>
            <a:r>
              <a:rPr lang="zh-CN" altLang="en-US" smtClean="0">
                <a:cs typeface="Times New Roman" panose="02020603050405020304" pitchFamily="18" charset="0"/>
                <a:sym typeface="Symbol" panose="05050102010706020507" pitchFamily="18" charset="2"/>
              </a:rPr>
              <a:t> </a:t>
            </a:r>
            <a:r>
              <a:rPr lang="zh-CN" altLang="en-US" smtClean="0">
                <a:cs typeface="Times New Roman" panose="02020603050405020304" pitchFamily="18" charset="0"/>
              </a:rPr>
              <a:t>；    上确界</a:t>
            </a:r>
            <a:r>
              <a:rPr lang="en-US" altLang="zh-CN" smtClean="0">
                <a:cs typeface="Times New Roman" panose="02020603050405020304" pitchFamily="18" charset="0"/>
              </a:rPr>
              <a:t>: </a:t>
            </a:r>
            <a:r>
              <a:rPr lang="zh-CN" altLang="en-US" smtClean="0"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endParaRPr lang="zh-CN" altLang="en-US" smtClean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cs typeface="Times New Roman" panose="02020603050405020304" pitchFamily="18" charset="0"/>
              </a:rPr>
              <a:t>下界</a:t>
            </a:r>
            <a:r>
              <a:rPr lang="en-US" altLang="zh-CN" smtClean="0">
                <a:cs typeface="Times New Roman" panose="02020603050405020304" pitchFamily="18" charset="0"/>
              </a:rPr>
              <a:t>:</a:t>
            </a:r>
            <a:r>
              <a:rPr lang="zh-CN" altLang="en-US" smtClean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mtClean="0">
                <a:cs typeface="Times New Roman" panose="02020603050405020304" pitchFamily="18" charset="0"/>
              </a:rPr>
              <a:t>{a,b} {a,b,c} </a:t>
            </a:r>
            <a:r>
              <a:rPr lang="en-US" altLang="zh-CN" smtClean="0">
                <a:cs typeface="Times New Roman" panose="02020603050405020304" pitchFamily="18" charset="0"/>
                <a:sym typeface="Symbol" panose="05050102010706020507" pitchFamily="18" charset="2"/>
              </a:rPr>
              <a:t>;</a:t>
            </a:r>
            <a:r>
              <a:rPr lang="zh-CN" altLang="en-US" smtClean="0">
                <a:cs typeface="Times New Roman" panose="02020603050405020304" pitchFamily="18" charset="0"/>
                <a:sym typeface="Symbol" panose="05050102010706020507" pitchFamily="18" charset="2"/>
              </a:rPr>
              <a:t>下确界：</a:t>
            </a:r>
            <a:r>
              <a:rPr lang="en-US" altLang="zh-CN" smtClean="0">
                <a:cs typeface="Times New Roman" panose="02020603050405020304" pitchFamily="18" charset="0"/>
              </a:rPr>
              <a:t>{a,b} </a:t>
            </a:r>
            <a:endParaRPr lang="zh-CN" altLang="en-US" smtClean="0">
              <a:cs typeface="Times New Roman" panose="02020603050405020304" pitchFamily="18" charset="0"/>
            </a:endParaRPr>
          </a:p>
        </p:txBody>
      </p:sp>
      <p:sp>
        <p:nvSpPr>
          <p:cNvPr id="112643" name="页脚占位符 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v"/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1400" b="0" smtClean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2644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v"/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2E096F-F31A-4A03-81D1-DBE89AC9BBA0}" type="slidenum">
              <a:rPr kumimoji="0" lang="zh-CN" altLang="en-US" sz="1400" b="0" smtClean="0">
                <a:solidFill>
                  <a:srgbClr val="FFFFFF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CN" sz="1400" b="0" smtClean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39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628650"/>
            <a:ext cx="8929687" cy="5772150"/>
          </a:xfrm>
        </p:spPr>
        <p:txBody>
          <a:bodyPr/>
          <a:lstStyle/>
          <a:p>
            <a:pPr marL="0" lvl="0" indent="0" eaLnBrk="1" hangingPunct="1">
              <a:buClr>
                <a:srgbClr val="FFFFFF"/>
              </a:buClr>
              <a:buNone/>
              <a:defRPr/>
            </a:pP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是集合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上的等价关系，问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是否为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上的等价关系？ 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是（若简答题，回答是即可；若是证明题需要证明）</a:t>
            </a:r>
            <a:endParaRPr lang="en-US" altLang="zh-CN" sz="2800" dirty="0" smtClean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buClr>
                <a:srgbClr val="FFFFFF"/>
              </a:buClr>
              <a:buNone/>
              <a:defRPr/>
            </a:pP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证明：</a:t>
            </a:r>
            <a:endParaRPr lang="en-US" altLang="zh-CN" sz="2800" dirty="0" smtClean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buClr>
                <a:srgbClr val="FFFFFF"/>
              </a:buClr>
              <a:buNone/>
              <a:defRPr/>
            </a:pP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1)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自反性：任取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xA, 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因</a:t>
            </a:r>
            <a:r>
              <a:rPr lang="zh-CN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R</a:t>
            </a:r>
            <a:r>
              <a:rPr lang="zh-CN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是集合</a:t>
            </a:r>
            <a:r>
              <a:rPr lang="zh-CN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上的等价关系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知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x,x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x,x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zh-CN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故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x,x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R</a:t>
            </a:r>
            <a:r>
              <a:rPr lang="zh-CN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。</a:t>
            </a:r>
            <a:endParaRPr lang="en-US" altLang="zh-CN" sz="2800" baseline="-25000" dirty="0" smtClean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Clr>
                <a:srgbClr val="FFFFFF"/>
              </a:buClr>
              <a:buNone/>
              <a:defRPr/>
            </a:pP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2)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对称性：若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 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R</a:t>
            </a:r>
            <a:r>
              <a:rPr lang="zh-CN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 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因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是集合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上的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等价关系，知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y,x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y,x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故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y,x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 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R</a:t>
            </a:r>
            <a:r>
              <a:rPr lang="zh-CN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。</a:t>
            </a:r>
            <a:endParaRPr lang="en-US" altLang="zh-CN" sz="2800" baseline="-25000" dirty="0" smtClean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Clr>
                <a:srgbClr val="FFFFFF"/>
              </a:buClr>
              <a:buNone/>
              <a:defRPr/>
            </a:pP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3)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传递性：若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 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y,z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 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zh-CN" altLang="en-US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y,z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 </a:t>
            </a:r>
            <a:r>
              <a:rPr lang="zh-CN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 </a:t>
            </a:r>
            <a:r>
              <a:rPr lang="zh-CN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lang="en-US" altLang="zh-CN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y,z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 </a:t>
            </a:r>
            <a:r>
              <a:rPr lang="zh-CN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因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是集合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上的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等价关系，知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x,z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R</a:t>
            </a:r>
            <a:r>
              <a:rPr lang="zh-CN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dirty="0" smtClean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Clr>
                <a:srgbClr val="FFFFFF"/>
              </a:buClr>
              <a:buNone/>
              <a:defRPr/>
            </a:pP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综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上，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zh-CN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R</a:t>
            </a:r>
            <a:r>
              <a:rPr lang="zh-CN" altLang="zh-CN" sz="280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zh-CN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上的</a:t>
            </a:r>
            <a:r>
              <a:rPr lang="zh-CN" altLang="en-US" sz="28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等价关系。</a:t>
            </a:r>
            <a:endParaRPr lang="en-US" altLang="zh-CN" sz="28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Clr>
                <a:srgbClr val="FFFFFF"/>
              </a:buClr>
              <a:buNone/>
              <a:defRPr/>
            </a:pPr>
            <a:endParaRPr lang="en-US" altLang="zh-CN" sz="3000" baseline="-250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buClr>
                <a:srgbClr val="FFFFFF"/>
              </a:buClr>
              <a:buNone/>
              <a:defRPr/>
            </a:pPr>
            <a:endParaRPr lang="en-US" altLang="zh-CN" sz="3000" dirty="0" smtClean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buClr>
                <a:srgbClr val="FFFFFF"/>
              </a:buClr>
              <a:buNone/>
              <a:defRPr/>
            </a:pPr>
            <a:endParaRPr lang="en-US" altLang="zh-CN" sz="30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7CBF85-941D-4FD7-9C4F-1E1496A5D6D6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-57150"/>
            <a:ext cx="822325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>
                <a:solidFill>
                  <a:srgbClr val="FFC000"/>
                </a:solidFill>
                <a:effectLst/>
              </a:rPr>
              <a:t>练习</a:t>
            </a:r>
            <a:endParaRPr lang="zh-CN" altLang="en-US" sz="3600" dirty="0" smtClean="0">
              <a:solidFill>
                <a:srgbClr val="FFC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137" y="2655372"/>
            <a:ext cx="349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800" dirty="0" smtClean="0">
                <a:solidFill>
                  <a:srgbClr val="FFFF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endParaRPr kumimoji="0" lang="zh-CN" altLang="en-US" sz="1800" dirty="0" smtClean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190548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LiSanfinalll">
  <a:themeElements>
    <a:clrScheme name="LiSanfinalll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LiSanfinalll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iSanfinalll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LiSanfinalll">
  <a:themeElements>
    <a:clrScheme name="LiSanfinalll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LiSanfinalll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iSanfinalll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LiSanfinalll">
  <a:themeElements>
    <a:clrScheme name="LiSanfinalll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LiSanfinalll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iSanfinalll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LiSanfinalll">
  <a:themeElements>
    <a:clrScheme name="LiSanfinalll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LiSanfinalll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iSanfinalll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Network Blitz">
  <a:themeElements>
    <a:clrScheme name="Network Blitz 1">
      <a:dk1>
        <a:srgbClr val="000044"/>
      </a:dk1>
      <a:lt1>
        <a:srgbClr val="FFFFFF"/>
      </a:lt1>
      <a:dk2>
        <a:srgbClr val="000066"/>
      </a:dk2>
      <a:lt2>
        <a:srgbClr val="FFCC00"/>
      </a:lt2>
      <a:accent1>
        <a:srgbClr val="9CE157"/>
      </a:accent1>
      <a:accent2>
        <a:srgbClr val="2663A0"/>
      </a:accent2>
      <a:accent3>
        <a:srgbClr val="AAAAB8"/>
      </a:accent3>
      <a:accent4>
        <a:srgbClr val="DADADA"/>
      </a:accent4>
      <a:accent5>
        <a:srgbClr val="CBEEB4"/>
      </a:accent5>
      <a:accent6>
        <a:srgbClr val="215991"/>
      </a:accent6>
      <a:hlink>
        <a:srgbClr val="F98D43"/>
      </a:hlink>
      <a:folHlink>
        <a:srgbClr val="CC3300"/>
      </a:folHlink>
    </a:clrScheme>
    <a:fontScheme name="Network Blitz">
      <a:majorFont>
        <a:latin typeface="Arial Black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88900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88900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Network Blitz 1">
        <a:dk1>
          <a:srgbClr val="000044"/>
        </a:dk1>
        <a:lt1>
          <a:srgbClr val="FFFFFF"/>
        </a:lt1>
        <a:dk2>
          <a:srgbClr val="000066"/>
        </a:dk2>
        <a:lt2>
          <a:srgbClr val="FFCC00"/>
        </a:lt2>
        <a:accent1>
          <a:srgbClr val="9CE157"/>
        </a:accent1>
        <a:accent2>
          <a:srgbClr val="2663A0"/>
        </a:accent2>
        <a:accent3>
          <a:srgbClr val="AAAAB8"/>
        </a:accent3>
        <a:accent4>
          <a:srgbClr val="DADADA"/>
        </a:accent4>
        <a:accent5>
          <a:srgbClr val="CBEEB4"/>
        </a:accent5>
        <a:accent6>
          <a:srgbClr val="215991"/>
        </a:accent6>
        <a:hlink>
          <a:srgbClr val="F98D4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2">
        <a:dk1>
          <a:srgbClr val="000066"/>
        </a:dk1>
        <a:lt1>
          <a:srgbClr val="9CC2E8"/>
        </a:lt1>
        <a:dk2>
          <a:srgbClr val="4D4D4D"/>
        </a:dk2>
        <a:lt2>
          <a:srgbClr val="7DAFE1"/>
        </a:lt2>
        <a:accent1>
          <a:srgbClr val="26D2E4"/>
        </a:accent1>
        <a:accent2>
          <a:srgbClr val="D0E2F4"/>
        </a:accent2>
        <a:accent3>
          <a:srgbClr val="CBDDF2"/>
        </a:accent3>
        <a:accent4>
          <a:srgbClr val="000056"/>
        </a:accent4>
        <a:accent5>
          <a:srgbClr val="ACE5EF"/>
        </a:accent5>
        <a:accent6>
          <a:srgbClr val="BCCDDD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3">
        <a:dk1>
          <a:srgbClr val="000000"/>
        </a:dk1>
        <a:lt1>
          <a:srgbClr val="EAEAEA"/>
        </a:lt1>
        <a:dk2>
          <a:srgbClr val="333333"/>
        </a:dk2>
        <a:lt2>
          <a:srgbClr val="DDDDDD"/>
        </a:lt2>
        <a:accent1>
          <a:srgbClr val="C0C0C0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DCDCDC"/>
        </a:accent5>
        <a:accent6>
          <a:srgbClr val="E7E7E7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4">
        <a:dk1>
          <a:srgbClr val="002E2D"/>
        </a:dk1>
        <a:lt1>
          <a:srgbClr val="FFFFFF"/>
        </a:lt1>
        <a:dk2>
          <a:srgbClr val="005250"/>
        </a:dk2>
        <a:lt2>
          <a:srgbClr val="FFCC00"/>
        </a:lt2>
        <a:accent1>
          <a:srgbClr val="9CE157"/>
        </a:accent1>
        <a:accent2>
          <a:srgbClr val="00817E"/>
        </a:accent2>
        <a:accent3>
          <a:srgbClr val="AAB3B3"/>
        </a:accent3>
        <a:accent4>
          <a:srgbClr val="DADADA"/>
        </a:accent4>
        <a:accent5>
          <a:srgbClr val="CBEEB4"/>
        </a:accent5>
        <a:accent6>
          <a:srgbClr val="007472"/>
        </a:accent6>
        <a:hlink>
          <a:srgbClr val="FFFF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5">
        <a:dk1>
          <a:srgbClr val="291A4C"/>
        </a:dk1>
        <a:lt1>
          <a:srgbClr val="FFFFFF"/>
        </a:lt1>
        <a:dk2>
          <a:srgbClr val="3B256B"/>
        </a:dk2>
        <a:lt2>
          <a:srgbClr val="FFCC00"/>
        </a:lt2>
        <a:accent1>
          <a:srgbClr val="6EBFCA"/>
        </a:accent1>
        <a:accent2>
          <a:srgbClr val="56369C"/>
        </a:accent2>
        <a:accent3>
          <a:srgbClr val="AFACBA"/>
        </a:accent3>
        <a:accent4>
          <a:srgbClr val="DADADA"/>
        </a:accent4>
        <a:accent5>
          <a:srgbClr val="BADCE1"/>
        </a:accent5>
        <a:accent6>
          <a:srgbClr val="4D308D"/>
        </a:accent6>
        <a:hlink>
          <a:srgbClr val="CCCCFF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6">
        <a:dk1>
          <a:srgbClr val="511D30"/>
        </a:dk1>
        <a:lt1>
          <a:srgbClr val="FFFFFF"/>
        </a:lt1>
        <a:dk2>
          <a:srgbClr val="6D2740"/>
        </a:dk2>
        <a:lt2>
          <a:srgbClr val="FDD409"/>
        </a:lt2>
        <a:accent1>
          <a:srgbClr val="FDB83B"/>
        </a:accent1>
        <a:accent2>
          <a:srgbClr val="9D395D"/>
        </a:accent2>
        <a:accent3>
          <a:srgbClr val="BAACAF"/>
        </a:accent3>
        <a:accent4>
          <a:srgbClr val="DADADA"/>
        </a:accent4>
        <a:accent5>
          <a:srgbClr val="FED8AF"/>
        </a:accent5>
        <a:accent6>
          <a:srgbClr val="8E3353"/>
        </a:accent6>
        <a:hlink>
          <a:srgbClr val="FF99CC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Network Blitz">
  <a:themeElements>
    <a:clrScheme name="Network Blitz 1">
      <a:dk1>
        <a:srgbClr val="000044"/>
      </a:dk1>
      <a:lt1>
        <a:srgbClr val="FFFFFF"/>
      </a:lt1>
      <a:dk2>
        <a:srgbClr val="000066"/>
      </a:dk2>
      <a:lt2>
        <a:srgbClr val="FFCC00"/>
      </a:lt2>
      <a:accent1>
        <a:srgbClr val="9CE157"/>
      </a:accent1>
      <a:accent2>
        <a:srgbClr val="2663A0"/>
      </a:accent2>
      <a:accent3>
        <a:srgbClr val="AAAAB8"/>
      </a:accent3>
      <a:accent4>
        <a:srgbClr val="DADADA"/>
      </a:accent4>
      <a:accent5>
        <a:srgbClr val="CBEEB4"/>
      </a:accent5>
      <a:accent6>
        <a:srgbClr val="215991"/>
      </a:accent6>
      <a:hlink>
        <a:srgbClr val="F98D43"/>
      </a:hlink>
      <a:folHlink>
        <a:srgbClr val="CC3300"/>
      </a:folHlink>
    </a:clrScheme>
    <a:fontScheme name="Network Blitz">
      <a:majorFont>
        <a:latin typeface="Arial Black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88900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88900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Network Blitz 1">
        <a:dk1>
          <a:srgbClr val="000044"/>
        </a:dk1>
        <a:lt1>
          <a:srgbClr val="FFFFFF"/>
        </a:lt1>
        <a:dk2>
          <a:srgbClr val="000066"/>
        </a:dk2>
        <a:lt2>
          <a:srgbClr val="FFCC00"/>
        </a:lt2>
        <a:accent1>
          <a:srgbClr val="9CE157"/>
        </a:accent1>
        <a:accent2>
          <a:srgbClr val="2663A0"/>
        </a:accent2>
        <a:accent3>
          <a:srgbClr val="AAAAB8"/>
        </a:accent3>
        <a:accent4>
          <a:srgbClr val="DADADA"/>
        </a:accent4>
        <a:accent5>
          <a:srgbClr val="CBEEB4"/>
        </a:accent5>
        <a:accent6>
          <a:srgbClr val="215991"/>
        </a:accent6>
        <a:hlink>
          <a:srgbClr val="F98D4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2">
        <a:dk1>
          <a:srgbClr val="000066"/>
        </a:dk1>
        <a:lt1>
          <a:srgbClr val="9CC2E8"/>
        </a:lt1>
        <a:dk2>
          <a:srgbClr val="4D4D4D"/>
        </a:dk2>
        <a:lt2>
          <a:srgbClr val="7DAFE1"/>
        </a:lt2>
        <a:accent1>
          <a:srgbClr val="26D2E4"/>
        </a:accent1>
        <a:accent2>
          <a:srgbClr val="D0E2F4"/>
        </a:accent2>
        <a:accent3>
          <a:srgbClr val="CBDDF2"/>
        </a:accent3>
        <a:accent4>
          <a:srgbClr val="000056"/>
        </a:accent4>
        <a:accent5>
          <a:srgbClr val="ACE5EF"/>
        </a:accent5>
        <a:accent6>
          <a:srgbClr val="BCCDDD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3">
        <a:dk1>
          <a:srgbClr val="000000"/>
        </a:dk1>
        <a:lt1>
          <a:srgbClr val="EAEAEA"/>
        </a:lt1>
        <a:dk2>
          <a:srgbClr val="333333"/>
        </a:dk2>
        <a:lt2>
          <a:srgbClr val="DDDDDD"/>
        </a:lt2>
        <a:accent1>
          <a:srgbClr val="C0C0C0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DCDCDC"/>
        </a:accent5>
        <a:accent6>
          <a:srgbClr val="E7E7E7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4">
        <a:dk1>
          <a:srgbClr val="002E2D"/>
        </a:dk1>
        <a:lt1>
          <a:srgbClr val="FFFFFF"/>
        </a:lt1>
        <a:dk2>
          <a:srgbClr val="005250"/>
        </a:dk2>
        <a:lt2>
          <a:srgbClr val="FFCC00"/>
        </a:lt2>
        <a:accent1>
          <a:srgbClr val="9CE157"/>
        </a:accent1>
        <a:accent2>
          <a:srgbClr val="00817E"/>
        </a:accent2>
        <a:accent3>
          <a:srgbClr val="AAB3B3"/>
        </a:accent3>
        <a:accent4>
          <a:srgbClr val="DADADA"/>
        </a:accent4>
        <a:accent5>
          <a:srgbClr val="CBEEB4"/>
        </a:accent5>
        <a:accent6>
          <a:srgbClr val="007472"/>
        </a:accent6>
        <a:hlink>
          <a:srgbClr val="FFFF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5">
        <a:dk1>
          <a:srgbClr val="291A4C"/>
        </a:dk1>
        <a:lt1>
          <a:srgbClr val="FFFFFF"/>
        </a:lt1>
        <a:dk2>
          <a:srgbClr val="3B256B"/>
        </a:dk2>
        <a:lt2>
          <a:srgbClr val="FFCC00"/>
        </a:lt2>
        <a:accent1>
          <a:srgbClr val="6EBFCA"/>
        </a:accent1>
        <a:accent2>
          <a:srgbClr val="56369C"/>
        </a:accent2>
        <a:accent3>
          <a:srgbClr val="AFACBA"/>
        </a:accent3>
        <a:accent4>
          <a:srgbClr val="DADADA"/>
        </a:accent4>
        <a:accent5>
          <a:srgbClr val="BADCE1"/>
        </a:accent5>
        <a:accent6>
          <a:srgbClr val="4D308D"/>
        </a:accent6>
        <a:hlink>
          <a:srgbClr val="CCCCFF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6">
        <a:dk1>
          <a:srgbClr val="511D30"/>
        </a:dk1>
        <a:lt1>
          <a:srgbClr val="FFFFFF"/>
        </a:lt1>
        <a:dk2>
          <a:srgbClr val="6D2740"/>
        </a:dk2>
        <a:lt2>
          <a:srgbClr val="FDD409"/>
        </a:lt2>
        <a:accent1>
          <a:srgbClr val="FDB83B"/>
        </a:accent1>
        <a:accent2>
          <a:srgbClr val="9D395D"/>
        </a:accent2>
        <a:accent3>
          <a:srgbClr val="BAACAF"/>
        </a:accent3>
        <a:accent4>
          <a:srgbClr val="DADADA"/>
        </a:accent4>
        <a:accent5>
          <a:srgbClr val="FED8AF"/>
        </a:accent5>
        <a:accent6>
          <a:srgbClr val="8E3353"/>
        </a:accent6>
        <a:hlink>
          <a:srgbClr val="FF99CC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Designs\Network Blitz.pot</Template>
  <TotalTime>9544</TotalTime>
  <Words>1690</Words>
  <Application>Microsoft Office PowerPoint</Application>
  <PresentationFormat>全屏显示(4:3)</PresentationFormat>
  <Paragraphs>167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 Unicode MS</vt:lpstr>
      <vt:lpstr>华文新魏</vt:lpstr>
      <vt:lpstr>楷体_GB2312</vt:lpstr>
      <vt:lpstr>宋体</vt:lpstr>
      <vt:lpstr>Arial</vt:lpstr>
      <vt:lpstr>Arial Black</vt:lpstr>
      <vt:lpstr>Calibri</vt:lpstr>
      <vt:lpstr>Symbol</vt:lpstr>
      <vt:lpstr>Times New Roman</vt:lpstr>
      <vt:lpstr>Wingdings</vt:lpstr>
      <vt:lpstr>1_LiSanfinalll</vt:lpstr>
      <vt:lpstr>3_LiSanfinalll</vt:lpstr>
      <vt:lpstr>4_LiSanfinalll</vt:lpstr>
      <vt:lpstr>5_LiSanfinalll</vt:lpstr>
      <vt:lpstr>3_Network Blitz</vt:lpstr>
      <vt:lpstr>7_Network Blitz</vt:lpstr>
      <vt:lpstr>第1次作业</vt:lpstr>
      <vt:lpstr>第1次作业</vt:lpstr>
      <vt:lpstr>第1次作业</vt:lpstr>
      <vt:lpstr>第1次作业</vt:lpstr>
      <vt:lpstr>第2次作业</vt:lpstr>
      <vt:lpstr>第2次作业</vt:lpstr>
      <vt:lpstr>第2次作业</vt:lpstr>
      <vt:lpstr>第2次作业</vt:lpstr>
      <vt:lpstr>第2次作业</vt:lpstr>
      <vt:lpstr>第2次作业</vt:lpstr>
      <vt:lpstr>设A = {a, b, c}，部分序集(2A, )的哈斯图 </vt:lpstr>
      <vt:lpstr>PowerPoint 演示文稿</vt:lpstr>
      <vt:lpstr>练习</vt:lpstr>
    </vt:vector>
  </TitlesOfParts>
  <Company>jlu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§1.3 映  射 </dc:title>
  <dc:creator>ouyang</dc:creator>
  <cp:lastModifiedBy>Windows 用户</cp:lastModifiedBy>
  <cp:revision>832</cp:revision>
  <cp:lastPrinted>1601-01-01T00:00:00Z</cp:lastPrinted>
  <dcterms:created xsi:type="dcterms:W3CDTF">2002-08-19T06:25:27Z</dcterms:created>
  <dcterms:modified xsi:type="dcterms:W3CDTF">2023-03-27T01:40:30Z</dcterms:modified>
</cp:coreProperties>
</file>